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
  <p:sldMasterIdLst>
    <p:sldMasterId id="2147483672" r:id="rId1"/>
  </p:sldMasterIdLst>
  <p:notesMasterIdLst>
    <p:notesMasterId r:id="rId52"/>
  </p:notesMasterIdLst>
  <p:sldIdLst>
    <p:sldId id="258" r:id="rId2"/>
    <p:sldId id="260" r:id="rId3"/>
    <p:sldId id="411" r:id="rId4"/>
    <p:sldId id="412" r:id="rId5"/>
    <p:sldId id="410" r:id="rId6"/>
    <p:sldId id="413" r:id="rId7"/>
    <p:sldId id="414" r:id="rId8"/>
    <p:sldId id="284" r:id="rId9"/>
    <p:sldId id="415" r:id="rId10"/>
    <p:sldId id="416" r:id="rId11"/>
    <p:sldId id="417" r:id="rId12"/>
    <p:sldId id="419" r:id="rId13"/>
    <p:sldId id="423" r:id="rId14"/>
    <p:sldId id="424" r:id="rId15"/>
    <p:sldId id="304" r:id="rId16"/>
    <p:sldId id="503" r:id="rId17"/>
    <p:sldId id="504" r:id="rId18"/>
    <p:sldId id="425" r:id="rId19"/>
    <p:sldId id="256" r:id="rId20"/>
    <p:sldId id="505" r:id="rId21"/>
    <p:sldId id="506" r:id="rId22"/>
    <p:sldId id="507" r:id="rId23"/>
    <p:sldId id="508" r:id="rId24"/>
    <p:sldId id="509" r:id="rId25"/>
    <p:sldId id="510" r:id="rId26"/>
    <p:sldId id="511" r:id="rId27"/>
    <p:sldId id="512" r:id="rId28"/>
    <p:sldId id="513" r:id="rId29"/>
    <p:sldId id="514" r:id="rId30"/>
    <p:sldId id="515" r:id="rId31"/>
    <p:sldId id="516" r:id="rId32"/>
    <p:sldId id="517" r:id="rId33"/>
    <p:sldId id="518" r:id="rId34"/>
    <p:sldId id="519" r:id="rId35"/>
    <p:sldId id="520" r:id="rId36"/>
    <p:sldId id="521" r:id="rId37"/>
    <p:sldId id="522" r:id="rId38"/>
    <p:sldId id="523" r:id="rId39"/>
    <p:sldId id="524" r:id="rId40"/>
    <p:sldId id="525" r:id="rId41"/>
    <p:sldId id="526" r:id="rId42"/>
    <p:sldId id="527" r:id="rId43"/>
    <p:sldId id="528" r:id="rId44"/>
    <p:sldId id="529" r:id="rId45"/>
    <p:sldId id="530" r:id="rId46"/>
    <p:sldId id="531" r:id="rId47"/>
    <p:sldId id="532" r:id="rId48"/>
    <p:sldId id="533" r:id="rId49"/>
    <p:sldId id="534" r:id="rId50"/>
    <p:sldId id="535"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ABC"/>
    <a:srgbClr val="E7FFFF"/>
    <a:srgbClr val="FCF6EA"/>
    <a:srgbClr val="62F8EA"/>
    <a:srgbClr val="8E0000"/>
    <a:srgbClr val="F0FAEC"/>
    <a:srgbClr val="AFFFFF"/>
    <a:srgbClr val="F57D2B"/>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67" autoAdjust="0"/>
    <p:restoredTop sz="94924" autoAdjust="0"/>
  </p:normalViewPr>
  <p:slideViewPr>
    <p:cSldViewPr snapToGrid="0">
      <p:cViewPr varScale="1">
        <p:scale>
          <a:sx n="86" d="100"/>
          <a:sy n="86" d="100"/>
        </p:scale>
        <p:origin x="45" y="195"/>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285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FD4D6-071D-49E0-A0E6-CBED1B9F0AE6}" type="datetimeFigureOut">
              <a:rPr lang="zh-CN" altLang="en-US" smtClean="0"/>
              <a:t>2025/10/25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22505-B285-46DF-A8C7-BE179E568906}" type="slidenum">
              <a:rPr lang="zh-CN" altLang="en-US" smtClean="0"/>
              <a:t>‹#›</a:t>
            </a:fld>
            <a:endParaRPr lang="zh-CN" altLang="en-US"/>
          </a:p>
        </p:txBody>
      </p:sp>
    </p:spTree>
    <p:extLst>
      <p:ext uri="{BB962C8B-B14F-4D97-AF65-F5344CB8AC3E}">
        <p14:creationId xmlns:p14="http://schemas.microsoft.com/office/powerpoint/2010/main" val="391409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DA7913-4E8A-4D83-919B-00D721286B63}" type="slidenum">
              <a:rPr lang="zh-CN" altLang="en-US" smtClean="0"/>
              <a:t>12</a:t>
            </a:fld>
            <a:endParaRPr lang="zh-CN" altLang="en-US"/>
          </a:p>
        </p:txBody>
      </p:sp>
    </p:spTree>
    <p:extLst>
      <p:ext uri="{BB962C8B-B14F-4D97-AF65-F5344CB8AC3E}">
        <p14:creationId xmlns:p14="http://schemas.microsoft.com/office/powerpoint/2010/main" val="411524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DA7913-4E8A-4D83-919B-00D721286B63}" type="slidenum">
              <a:rPr lang="zh-CN" altLang="en-US" smtClean="0"/>
              <a:t>13</a:t>
            </a:fld>
            <a:endParaRPr lang="zh-CN" altLang="en-US"/>
          </a:p>
        </p:txBody>
      </p:sp>
    </p:spTree>
    <p:extLst>
      <p:ext uri="{BB962C8B-B14F-4D97-AF65-F5344CB8AC3E}">
        <p14:creationId xmlns:p14="http://schemas.microsoft.com/office/powerpoint/2010/main" val="411524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DA7913-4E8A-4D83-919B-00D721286B63}" type="slidenum">
              <a:rPr lang="zh-CN" altLang="en-US" smtClean="0"/>
              <a:t>14</a:t>
            </a:fld>
            <a:endParaRPr lang="zh-CN" altLang="en-US"/>
          </a:p>
        </p:txBody>
      </p:sp>
    </p:spTree>
    <p:extLst>
      <p:ext uri="{BB962C8B-B14F-4D97-AF65-F5344CB8AC3E}">
        <p14:creationId xmlns:p14="http://schemas.microsoft.com/office/powerpoint/2010/main" val="411524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1EE86390-4127-46D1-893B-F6915E339670}"/>
              </a:ext>
            </a:extLst>
          </p:cNvPr>
          <p:cNvSpPr>
            <a:spLocks noGrp="1" noRot="1" noChangeAspect="1" noChangeArrowheads="1" noTextEdit="1"/>
          </p:cNvSpPr>
          <p:nvPr>
            <p:ph type="sldImg" idx="4294967295"/>
          </p:nvPr>
        </p:nvSpPr>
        <p:spPr/>
      </p:sp>
      <p:sp>
        <p:nvSpPr>
          <p:cNvPr id="152579" name="Rectangle 3">
            <a:extLst>
              <a:ext uri="{FF2B5EF4-FFF2-40B4-BE49-F238E27FC236}">
                <a16:creationId xmlns:a16="http://schemas.microsoft.com/office/drawing/2014/main" id="{19CEC8B6-A31D-4243-8F56-3053345FC8B4}"/>
              </a:ext>
            </a:extLst>
          </p:cNvPr>
          <p:cNvSpPr>
            <a:spLocks noGrp="1" noChangeArrowheads="1"/>
          </p:cNvSpPr>
          <p:nvPr>
            <p:ph type="body" idx="4294967295"/>
          </p:nvPr>
        </p:nvSpPr>
        <p:spPr/>
        <p:txBody>
          <a:bodyPr/>
          <a:lstStyle/>
          <a:p>
            <a:r>
              <a:rPr lang="en-US" altLang="zh-CN" dirty="0">
                <a:latin typeface="Calibri" panose="020F0502020204030204" pitchFamily="34" charset="0"/>
              </a:rPr>
              <a:t>1</a:t>
            </a:r>
            <a:r>
              <a:rPr lang="zh-CN" altLang="en-US" dirty="0">
                <a:latin typeface="Calibri" panose="020F0502020204030204" pitchFamily="34" charset="0"/>
              </a:rPr>
              <a:t>：</a:t>
            </a:r>
            <a:r>
              <a:rPr lang="zh-CN" altLang="en-US" sz="1200" dirty="0">
                <a:solidFill>
                  <a:srgbClr val="3333FF"/>
                </a:solidFill>
                <a:latin typeface="黑体" panose="02010609060101010101" pitchFamily="49" charset="-122"/>
                <a:ea typeface="黑体" panose="02010609060101010101" pitchFamily="49" charset="-122"/>
                <a:sym typeface="微软雅黑" panose="020B0503020204020204" pitchFamily="34" charset="-122"/>
              </a:rPr>
              <a:t>使用栈的中序非递归遍历第一访问的结点</a:t>
            </a:r>
            <a:r>
              <a:rPr lang="en-US" altLang="zh-CN" sz="1200" dirty="0">
                <a:solidFill>
                  <a:srgbClr val="3333FF"/>
                </a:solidFill>
                <a:latin typeface="黑体" panose="02010609060101010101" pitchFamily="49" charset="-122"/>
                <a:ea typeface="黑体" panose="02010609060101010101" pitchFamily="49" charset="-122"/>
                <a:sym typeface="微软雅黑"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3333FF"/>
                </a:solidFill>
                <a:latin typeface="黑体" panose="02010609060101010101" pitchFamily="49" charset="-122"/>
                <a:ea typeface="黑体" panose="02010609060101010101" pitchFamily="49" charset="-122"/>
                <a:sym typeface="微软雅黑" panose="020B0503020204020204" pitchFamily="34" charset="-122"/>
              </a:rPr>
              <a:t>2:</a:t>
            </a:r>
            <a:r>
              <a:rPr lang="zh-CN" altLang="en-US" dirty="0"/>
              <a:t>左子树上处于“最左下”</a:t>
            </a:r>
            <a:r>
              <a:rPr lang="en-US" altLang="zh-CN" dirty="0"/>
              <a:t>(</a:t>
            </a:r>
            <a:r>
              <a:rPr lang="zh-CN" altLang="en-US" dirty="0"/>
              <a:t>左子树为空</a:t>
            </a:r>
            <a:r>
              <a:rPr lang="en-US" altLang="zh-CN" dirty="0"/>
              <a:t>)</a:t>
            </a:r>
            <a:r>
              <a:rPr lang="zh-CN" altLang="en-US" dirty="0"/>
              <a:t>的结点</a:t>
            </a:r>
            <a:r>
              <a:rPr lang="en-US" altLang="zh-CN" dirty="0" err="1">
                <a:solidFill>
                  <a:srgbClr val="FF0000"/>
                </a:solidFill>
              </a:rPr>
              <a:t>L</a:t>
            </a:r>
            <a:r>
              <a:rPr lang="en-US" altLang="zh-CN" baseline="-25000" dirty="0" err="1">
                <a:solidFill>
                  <a:srgbClr val="FF0000"/>
                </a:solidFill>
              </a:rPr>
              <a:t>d</a:t>
            </a:r>
            <a:endParaRPr lang="zh-CN" altLang="en-US" baseline="-25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latin typeface="Calibri" panose="020F0502020204030204" pitchFamily="34" charset="0"/>
              </a:rPr>
              <a:t>3.</a:t>
            </a:r>
            <a:r>
              <a:rPr lang="zh-CN" altLang="en-US" sz="1600" dirty="0">
                <a:solidFill>
                  <a:srgbClr val="008000"/>
                </a:solidFill>
                <a:latin typeface="隶书" pitchFamily="49" charset="-122"/>
                <a:ea typeface="隶书" pitchFamily="49" charset="-122"/>
              </a:rPr>
              <a:t>中序遍历的下一个结点？</a:t>
            </a:r>
            <a:endParaRPr lang="en-US" altLang="zh-CN" sz="1600" dirty="0">
              <a:solidFill>
                <a:srgbClr val="008000"/>
              </a:solidFill>
              <a:latin typeface="隶书" pitchFamily="49" charset="-122"/>
              <a:ea typeface="隶书" pitchFamily="49" charset="-122"/>
            </a:endParaRPr>
          </a:p>
          <a:p>
            <a:r>
              <a:rPr lang="en-US" altLang="zh-CN" sz="1600" dirty="0">
                <a:latin typeface="Calibri" panose="020F0502020204030204" pitchFamily="34" charset="0"/>
              </a:rPr>
              <a:t>4.</a:t>
            </a:r>
            <a:r>
              <a:rPr lang="zh-CN" altLang="en-US" sz="1600" dirty="0"/>
              <a:t>若右子树为空，或结点</a:t>
            </a:r>
            <a:r>
              <a:rPr lang="en-US" altLang="zh-CN" sz="1600" dirty="0">
                <a:solidFill>
                  <a:srgbClr val="FF0000"/>
                </a:solidFill>
              </a:rPr>
              <a:t>R</a:t>
            </a:r>
            <a:r>
              <a:rPr lang="en-US" altLang="zh-CN" sz="1600" baseline="-25000" dirty="0">
                <a:solidFill>
                  <a:srgbClr val="FF0000"/>
                </a:solidFill>
              </a:rPr>
              <a:t>d+1</a:t>
            </a:r>
            <a:r>
              <a:rPr lang="zh-CN" altLang="en-US" sz="1600" dirty="0"/>
              <a:t>对应的子树已遍历，则遍历的下一个结点为</a:t>
            </a:r>
            <a:r>
              <a:rPr lang="en-US" altLang="zh-CN" sz="1600" dirty="0">
                <a:solidFill>
                  <a:srgbClr val="FF0000"/>
                </a:solidFill>
              </a:rPr>
              <a:t>L</a:t>
            </a:r>
            <a:r>
              <a:rPr lang="zh-CN" altLang="en-US" sz="1600" baseline="-25000" dirty="0">
                <a:solidFill>
                  <a:srgbClr val="FF0000"/>
                </a:solidFill>
                <a:sym typeface="Arial" panose="020B0604020202020204" pitchFamily="34" charset="0"/>
              </a:rPr>
              <a:t>d-1</a:t>
            </a:r>
            <a:endParaRPr lang="en-US" altLang="zh-CN" sz="1600" baseline="-25000" dirty="0">
              <a:solidFill>
                <a:srgbClr val="FF0000"/>
              </a:solidFill>
              <a:sym typeface="Arial" panose="020B0604020202020204" pitchFamily="34" charset="0"/>
            </a:endParaRPr>
          </a:p>
          <a:p>
            <a:r>
              <a:rPr lang="en-US" altLang="zh-CN" sz="1600" baseline="-25000" dirty="0">
                <a:solidFill>
                  <a:srgbClr val="FF0000"/>
                </a:solidFill>
                <a:latin typeface="Calibri" panose="020F0502020204030204" pitchFamily="34" charset="0"/>
                <a:sym typeface="Arial" panose="020B0604020202020204" pitchFamily="34" charset="0"/>
              </a:rPr>
              <a:t>5.</a:t>
            </a:r>
            <a:r>
              <a:rPr lang="zh-CN" altLang="en-US" sz="1600" dirty="0"/>
              <a:t>若右子树不为空，则为对其右子树</a:t>
            </a:r>
            <a:r>
              <a:rPr lang="en-US" altLang="zh-CN" sz="1600" dirty="0">
                <a:solidFill>
                  <a:srgbClr val="FF0000"/>
                </a:solidFill>
              </a:rPr>
              <a:t>R</a:t>
            </a:r>
            <a:r>
              <a:rPr lang="en-US" altLang="zh-CN" sz="1600" baseline="-25000" dirty="0">
                <a:solidFill>
                  <a:srgbClr val="FF0000"/>
                </a:solidFill>
              </a:rPr>
              <a:t>d+1</a:t>
            </a:r>
            <a:r>
              <a:rPr lang="zh-CN" altLang="en-US" sz="1600" dirty="0"/>
              <a:t>进行中序遍历时访问的第一个结点</a:t>
            </a:r>
            <a:endParaRPr lang="en-US" altLang="zh-CN" sz="1600" dirty="0"/>
          </a:p>
          <a:p>
            <a:r>
              <a:rPr lang="en-US" altLang="zh-CN" sz="1600" dirty="0">
                <a:latin typeface="Calibri" panose="020F0502020204030204" pitchFamily="34" charset="0"/>
              </a:rPr>
              <a:t>6.</a:t>
            </a:r>
            <a:r>
              <a:rPr lang="zh-CN" altLang="en-US" sz="1600" dirty="0">
                <a:solidFill>
                  <a:srgbClr val="008000"/>
                </a:solidFill>
                <a:latin typeface="隶书" pitchFamily="49" charset="-122"/>
                <a:ea typeface="隶书" pitchFamily="49" charset="-122"/>
              </a:rPr>
              <a:t>如何找到</a:t>
            </a:r>
            <a:r>
              <a:rPr lang="en-US" altLang="zh-CN" sz="1600" dirty="0">
                <a:solidFill>
                  <a:srgbClr val="008000"/>
                </a:solidFill>
                <a:latin typeface="隶书" pitchFamily="49" charset="-122"/>
                <a:ea typeface="隶书" pitchFamily="49" charset="-122"/>
              </a:rPr>
              <a:t>L</a:t>
            </a:r>
            <a:r>
              <a:rPr lang="zh-CN" altLang="en-US" sz="1600" baseline="-25000" dirty="0">
                <a:solidFill>
                  <a:srgbClr val="FF0000"/>
                </a:solidFill>
                <a:sym typeface="Arial" panose="020B0604020202020204" pitchFamily="34" charset="0"/>
              </a:rPr>
              <a:t> d-1 </a:t>
            </a:r>
            <a:br>
              <a:rPr lang="en-US" altLang="zh-CN" sz="1600" baseline="-25000" dirty="0">
                <a:solidFill>
                  <a:srgbClr val="FF0000"/>
                </a:solidFill>
                <a:sym typeface="Arial" panose="020B0604020202020204" pitchFamily="34" charset="0"/>
              </a:rPr>
            </a:br>
            <a:r>
              <a:rPr lang="en-US" altLang="zh-CN" sz="1600" baseline="-25000" dirty="0">
                <a:solidFill>
                  <a:srgbClr val="FF0000"/>
                </a:solidFill>
                <a:sym typeface="Arial" panose="020B0604020202020204" pitchFamily="34" charset="0"/>
              </a:rPr>
              <a:t>7. </a:t>
            </a:r>
            <a:endParaRPr lang="zh-CN" altLang="en-US" sz="1600" dirty="0">
              <a:latin typeface="Calibri" panose="020F0502020204030204" pitchFamily="34" charset="0"/>
            </a:endParaRPr>
          </a:p>
        </p:txBody>
      </p:sp>
    </p:spTree>
    <p:extLst>
      <p:ext uri="{BB962C8B-B14F-4D97-AF65-F5344CB8AC3E}">
        <p14:creationId xmlns:p14="http://schemas.microsoft.com/office/powerpoint/2010/main" val="3367569484"/>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661257-06D4-415E-93C9-EAD9FD19A840}" type="slidenum">
              <a:rPr lang="zh-CN" altLang="en-US" smtClean="0"/>
              <a:t>16</a:t>
            </a:fld>
            <a:endParaRPr lang="zh-CN" altLang="en-US"/>
          </a:p>
        </p:txBody>
      </p:sp>
    </p:spTree>
    <p:extLst>
      <p:ext uri="{BB962C8B-B14F-4D97-AF65-F5344CB8AC3E}">
        <p14:creationId xmlns:p14="http://schemas.microsoft.com/office/powerpoint/2010/main" val="1378314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661257-06D4-415E-93C9-EAD9FD19A840}" type="slidenum">
              <a:rPr lang="zh-CN" altLang="en-US" smtClean="0"/>
              <a:t>17</a:t>
            </a:fld>
            <a:endParaRPr lang="zh-CN" altLang="en-US"/>
          </a:p>
        </p:txBody>
      </p:sp>
    </p:spTree>
    <p:extLst>
      <p:ext uri="{BB962C8B-B14F-4D97-AF65-F5344CB8AC3E}">
        <p14:creationId xmlns:p14="http://schemas.microsoft.com/office/powerpoint/2010/main" val="1378314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E22505-B285-46DF-A8C7-BE179E568906}" type="slidenum">
              <a:rPr lang="zh-CN" altLang="en-US" smtClean="0"/>
              <a:t>31</a:t>
            </a:fld>
            <a:endParaRPr lang="zh-CN" altLang="en-US"/>
          </a:p>
        </p:txBody>
      </p:sp>
    </p:spTree>
    <p:extLst>
      <p:ext uri="{BB962C8B-B14F-4D97-AF65-F5344CB8AC3E}">
        <p14:creationId xmlns:p14="http://schemas.microsoft.com/office/powerpoint/2010/main" val="3782228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07FF9-C6CC-B8A6-0906-8E1D8BBB2F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640D16-77AB-5434-0F23-3EE807A0A8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7D3A98-057C-203D-0828-328250021E8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A8AD9F5-5589-A582-98AF-868564A53CE9}"/>
              </a:ext>
            </a:extLst>
          </p:cNvPr>
          <p:cNvSpPr>
            <a:spLocks noGrp="1"/>
          </p:cNvSpPr>
          <p:nvPr>
            <p:ph type="sldNum" sz="quarter" idx="5"/>
          </p:nvPr>
        </p:nvSpPr>
        <p:spPr/>
        <p:txBody>
          <a:bodyPr/>
          <a:lstStyle/>
          <a:p>
            <a:fld id="{D1E22505-B285-46DF-A8C7-BE179E568906}" type="slidenum">
              <a:rPr lang="zh-CN" altLang="en-US" smtClean="0"/>
              <a:t>32</a:t>
            </a:fld>
            <a:endParaRPr lang="zh-CN" altLang="en-US"/>
          </a:p>
        </p:txBody>
      </p:sp>
    </p:spTree>
    <p:extLst>
      <p:ext uri="{BB962C8B-B14F-4D97-AF65-F5344CB8AC3E}">
        <p14:creationId xmlns:p14="http://schemas.microsoft.com/office/powerpoint/2010/main" val="48892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F78A-43A5-021A-899B-8081FCC407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DDAD53-98DD-59ED-EADA-D33EF212E2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909DF0-1B61-ECF1-D9DF-2CAD1A55FFD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19F31BA-AB05-8E37-4336-D1507606BD7F}"/>
              </a:ext>
            </a:extLst>
          </p:cNvPr>
          <p:cNvSpPr>
            <a:spLocks noGrp="1"/>
          </p:cNvSpPr>
          <p:nvPr>
            <p:ph type="sldNum" sz="quarter" idx="5"/>
          </p:nvPr>
        </p:nvSpPr>
        <p:spPr/>
        <p:txBody>
          <a:bodyPr/>
          <a:lstStyle/>
          <a:p>
            <a:fld id="{D1E22505-B285-46DF-A8C7-BE179E568906}" type="slidenum">
              <a:rPr lang="zh-CN" altLang="en-US" smtClean="0"/>
              <a:t>33</a:t>
            </a:fld>
            <a:endParaRPr lang="zh-CN" altLang="en-US"/>
          </a:p>
        </p:txBody>
      </p:sp>
    </p:spTree>
    <p:extLst>
      <p:ext uri="{BB962C8B-B14F-4D97-AF65-F5344CB8AC3E}">
        <p14:creationId xmlns:p14="http://schemas.microsoft.com/office/powerpoint/2010/main" val="2793671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097A-454F-0E38-66C0-B240186BD0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76CDD5-B18D-CC91-9A44-3EE837ABC6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C6FB80-81C8-1B11-00E1-FC0368C3964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434C452-70E1-26FF-C224-416594DC784A}"/>
              </a:ext>
            </a:extLst>
          </p:cNvPr>
          <p:cNvSpPr>
            <a:spLocks noGrp="1"/>
          </p:cNvSpPr>
          <p:nvPr>
            <p:ph type="sldNum" sz="quarter" idx="5"/>
          </p:nvPr>
        </p:nvSpPr>
        <p:spPr/>
        <p:txBody>
          <a:bodyPr/>
          <a:lstStyle/>
          <a:p>
            <a:fld id="{D1E22505-B285-46DF-A8C7-BE179E568906}" type="slidenum">
              <a:rPr lang="zh-CN" altLang="en-US" smtClean="0"/>
              <a:t>34</a:t>
            </a:fld>
            <a:endParaRPr lang="zh-CN" altLang="en-US"/>
          </a:p>
        </p:txBody>
      </p:sp>
    </p:spTree>
    <p:extLst>
      <p:ext uri="{BB962C8B-B14F-4D97-AF65-F5344CB8AC3E}">
        <p14:creationId xmlns:p14="http://schemas.microsoft.com/office/powerpoint/2010/main" val="3775418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38100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9D5BE773-4813-48BD-A50D-5974BFBD6D7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531711" y="18704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58269" y="94585"/>
            <a:ext cx="1988226" cy="470079"/>
          </a:xfrm>
          <a:prstGeom prst="rect">
            <a:avLst/>
          </a:prstGeom>
        </p:spPr>
      </p:pic>
    </p:spTree>
    <p:extLst>
      <p:ext uri="{BB962C8B-B14F-4D97-AF65-F5344CB8AC3E}">
        <p14:creationId xmlns:p14="http://schemas.microsoft.com/office/powerpoint/2010/main" val="144546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1969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13218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89089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641572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0414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345836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62359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82052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5515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5BEDA5-4FF8-4D0E-9359-2212AED1920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44D607-05AC-4678-95EF-5712A7557C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2D0EE5-E9DE-4561-B8B7-8A945CA52D71}"/>
              </a:ext>
            </a:extLst>
          </p:cNvPr>
          <p:cNvSpPr>
            <a:spLocks noGrp="1"/>
          </p:cNvSpPr>
          <p:nvPr>
            <p:ph type="dt" sz="half" idx="10"/>
          </p:nvPr>
        </p:nvSpPr>
        <p:spPr/>
        <p:txBody>
          <a:bodyPr/>
          <a:lstStyle/>
          <a:p>
            <a:fld id="{2E05A992-3D12-40A8-AD05-FF2F29A8995D}" type="datetimeFigureOut">
              <a:rPr lang="zh-CN" altLang="en-US" smtClean="0"/>
              <a:t>2025/10/25</a:t>
            </a:fld>
            <a:endParaRPr lang="zh-CN" altLang="en-US"/>
          </a:p>
        </p:txBody>
      </p:sp>
      <p:sp>
        <p:nvSpPr>
          <p:cNvPr id="5" name="页脚占位符 4">
            <a:extLst>
              <a:ext uri="{FF2B5EF4-FFF2-40B4-BE49-F238E27FC236}">
                <a16:creationId xmlns:a16="http://schemas.microsoft.com/office/drawing/2014/main" id="{17CB3B10-AD2B-4705-949F-C54BE3737A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09024B-CA80-43F4-B4E1-873B190CDBD3}"/>
              </a:ext>
            </a:extLst>
          </p:cNvPr>
          <p:cNvSpPr>
            <a:spLocks noGrp="1"/>
          </p:cNvSpPr>
          <p:nvPr>
            <p:ph type="sldNum" sz="quarter" idx="12"/>
          </p:nvPr>
        </p:nvSpPr>
        <p:spPr/>
        <p:txBody>
          <a:bodyPr/>
          <a:lstStyle/>
          <a:p>
            <a:fld id="{4881BF48-3D9E-468A-8915-CA3DD27F2208}" type="slidenum">
              <a:rPr lang="zh-CN" altLang="en-US" smtClean="0"/>
              <a:t>‹#›</a:t>
            </a:fld>
            <a:endParaRPr lang="zh-CN" altLang="en-US"/>
          </a:p>
        </p:txBody>
      </p:sp>
    </p:spTree>
    <p:extLst>
      <p:ext uri="{BB962C8B-B14F-4D97-AF65-F5344CB8AC3E}">
        <p14:creationId xmlns:p14="http://schemas.microsoft.com/office/powerpoint/2010/main" val="27587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932588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package" Target="../embeddings/Microsoft_Visio_Drawing3.vsdx"/><Relationship Id="rId3" Type="http://schemas.openxmlformats.org/officeDocument/2006/relationships/image" Target="../media/image13.emf"/><Relationship Id="rId7" Type="http://schemas.openxmlformats.org/officeDocument/2006/relationships/image" Target="../media/image15.emf"/><Relationship Id="rId2" Type="http://schemas.openxmlformats.org/officeDocument/2006/relationships/package" Target="../embeddings/Microsoft_Visio_Drawing.vsdx"/><Relationship Id="rId1" Type="http://schemas.openxmlformats.org/officeDocument/2006/relationships/slideLayout" Target="../slideLayouts/slideLayout2.xml"/><Relationship Id="rId6" Type="http://schemas.openxmlformats.org/officeDocument/2006/relationships/package" Target="../embeddings/Microsoft_Visio_Drawing2.vsdx"/><Relationship Id="rId5" Type="http://schemas.openxmlformats.org/officeDocument/2006/relationships/image" Target="../media/image14.emf"/><Relationship Id="rId10" Type="http://schemas.openxmlformats.org/officeDocument/2006/relationships/image" Target="../media/image18.png"/><Relationship Id="rId4" Type="http://schemas.openxmlformats.org/officeDocument/2006/relationships/package" Target="../embeddings/Microsoft_Visio_Drawing1.vsdx"/><Relationship Id="rId9" Type="http://schemas.openxmlformats.org/officeDocument/2006/relationships/image" Target="../media/image16.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60F8BA-EDBF-2910-36F9-4BB297220ED8}"/>
              </a:ext>
            </a:extLst>
          </p:cNvPr>
          <p:cNvSpPr/>
          <p:nvPr/>
        </p:nvSpPr>
        <p:spPr>
          <a:xfrm>
            <a:off x="5902658" y="1900591"/>
            <a:ext cx="5538354" cy="3056818"/>
          </a:xfrm>
          <a:prstGeom prst="roundRect">
            <a:avLst/>
          </a:prstGeom>
          <a:blipFill>
            <a:blip r:embed="rId2"/>
            <a:tile tx="0" ty="0" sx="100000" sy="100000" flip="none" algn="tl"/>
          </a:blipFill>
          <a:ln w="92075" cmpd="thickThi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第 </a:t>
            </a:r>
            <a:r>
              <a:rPr lang="en-US" altLang="zh-CN" sz="4000" dirty="0">
                <a:solidFill>
                  <a:schemeClr val="accent4">
                    <a:lumMod val="75000"/>
                  </a:schemeClr>
                </a:solidFill>
                <a:effectLst>
                  <a:outerShdw blurRad="38100" dist="38100" dir="2700000" algn="tl">
                    <a:srgbClr val="000000">
                      <a:alpha val="43137"/>
                    </a:srgbClr>
                  </a:outerShdw>
                </a:effectLst>
                <a:latin typeface="Wide Latin" panose="020A0A07050505020404" pitchFamily="18" charset="0"/>
                <a:ea typeface="华文彩云" panose="02010800040101010101" pitchFamily="2" charset="-122"/>
                <a:cs typeface="Times New Roman" panose="02020603050405020304" pitchFamily="18" charset="0"/>
              </a:rPr>
              <a:t>6</a:t>
            </a:r>
            <a:r>
              <a:rPr lang="en-US" altLang="zh-CN" sz="4000" dirty="0">
                <a:solidFill>
                  <a:schemeClr val="accent4">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cs typeface="Times New Roman" panose="02020603050405020304" pitchFamily="18" charset="0"/>
              </a:rPr>
              <a:t> </a:t>
            </a: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章</a:t>
            </a:r>
            <a:r>
              <a:rPr kumimoji="0" lang="zh-CN" altLang="en-US"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    </a:t>
            </a:r>
            <a:endParaRPr kumimoji="0" lang="en-US" altLang="zh-CN"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树和二叉树</a:t>
            </a:r>
            <a:endParaRPr kumimoji="0" lang="zh-CN" altLang="en-US" sz="6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等线" panose="02010600030101010101" pitchFamily="2" charset="-122"/>
              <a:cs typeface="+mn-cs"/>
            </a:endParaRPr>
          </a:p>
        </p:txBody>
      </p:sp>
      <p:sp>
        <p:nvSpPr>
          <p:cNvPr id="3" name="灯片编号占位符 2">
            <a:extLst>
              <a:ext uri="{FF2B5EF4-FFF2-40B4-BE49-F238E27FC236}">
                <a16:creationId xmlns:a16="http://schemas.microsoft.com/office/drawing/2014/main" id="{87153214-7B01-5997-7E63-571F2D9BDE4A}"/>
              </a:ext>
            </a:extLst>
          </p:cNvPr>
          <p:cNvSpPr>
            <a:spLocks noGrp="1"/>
          </p:cNvSpPr>
          <p:nvPr>
            <p:ph type="sldNum" sz="quarter" idx="12"/>
          </p:nvPr>
        </p:nvSpPr>
        <p:spPr/>
        <p:txBody>
          <a:bodyPr/>
          <a:lstStyle/>
          <a:p>
            <a:fld id="{D7C0FE0B-717B-41AE-9FA2-CA4BF851D1C3}" type="slidenum">
              <a:rPr lang="zh-CN" altLang="en-US" smtClean="0"/>
              <a:t>1</a:t>
            </a:fld>
            <a:endParaRPr lang="zh-CN" altLang="en-US"/>
          </a:p>
        </p:txBody>
      </p:sp>
      <p:pic>
        <p:nvPicPr>
          <p:cNvPr id="4" name="图片 3">
            <a:extLst>
              <a:ext uri="{FF2B5EF4-FFF2-40B4-BE49-F238E27FC236}">
                <a16:creationId xmlns:a16="http://schemas.microsoft.com/office/drawing/2014/main" id="{7F3E0640-F6A6-1CEE-0D03-C1ADB7F771B2}"/>
              </a:ext>
            </a:extLst>
          </p:cNvPr>
          <p:cNvPicPr>
            <a:picLocks noChangeAspect="1"/>
          </p:cNvPicPr>
          <p:nvPr/>
        </p:nvPicPr>
        <p:blipFill>
          <a:blip r:embed="rId3"/>
          <a:stretch>
            <a:fillRect/>
          </a:stretch>
        </p:blipFill>
        <p:spPr>
          <a:xfrm>
            <a:off x="0" y="0"/>
            <a:ext cx="5553083" cy="6858000"/>
          </a:xfrm>
          <a:prstGeom prst="rect">
            <a:avLst/>
          </a:prstGeom>
        </p:spPr>
      </p:pic>
    </p:spTree>
    <p:extLst>
      <p:ext uri="{BB962C8B-B14F-4D97-AF65-F5344CB8AC3E}">
        <p14:creationId xmlns:p14="http://schemas.microsoft.com/office/powerpoint/2010/main" val="129450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文本框 28676">
            <a:extLst>
              <a:ext uri="{FF2B5EF4-FFF2-40B4-BE49-F238E27FC236}">
                <a16:creationId xmlns:a16="http://schemas.microsoft.com/office/drawing/2014/main" id="{FAA2CDC4-1914-2585-2EAB-4CFC404518C1}"/>
              </a:ext>
            </a:extLst>
          </p:cNvPr>
          <p:cNvSpPr txBox="1">
            <a:spLocks noChangeArrowheads="1"/>
          </p:cNvSpPr>
          <p:nvPr/>
        </p:nvSpPr>
        <p:spPr bwMode="auto">
          <a:xfrm>
            <a:off x="675449" y="3642928"/>
            <a:ext cx="5257641" cy="3011658"/>
          </a:xfrm>
          <a:prstGeom prst="rect">
            <a:avLst/>
          </a:prstGeom>
          <a:solidFill>
            <a:schemeClr val="tx2">
              <a:lumMod val="10000"/>
              <a:lumOff val="90000"/>
            </a:schemeClr>
          </a:solidFill>
          <a:ln>
            <a:noFill/>
          </a:ln>
        </p:spPr>
        <p:txBody>
          <a:bodyPr wrap="square">
            <a:spAutoFit/>
          </a:bodyPr>
          <a:lstStyle/>
          <a:p>
            <a:pPr>
              <a:lnSpc>
                <a:spcPct val="120000"/>
              </a:lnSpc>
            </a:pPr>
            <a:r>
              <a:rPr lang="zh-CN" altLang="en-US" sz="2000" b="1" dirty="0">
                <a:solidFill>
                  <a:srgbClr val="041ABC"/>
                </a:solidFill>
              </a:rPr>
              <a:t>若</a:t>
            </a:r>
            <a:r>
              <a:rPr lang="en-US" altLang="zh-CN" sz="2000" b="1" dirty="0">
                <a:solidFill>
                  <a:srgbClr val="C00000"/>
                </a:solidFill>
                <a:effectLst>
                  <a:outerShdw blurRad="38100" dist="38100" dir="2700000" algn="tl">
                    <a:srgbClr val="000000">
                      <a:alpha val="43137"/>
                    </a:srgbClr>
                  </a:outerShdw>
                </a:effectLst>
              </a:rPr>
              <a:t>D</a:t>
            </a:r>
            <a:r>
              <a:rPr lang="zh-CN" altLang="en-US" sz="2000" b="1" dirty="0">
                <a:solidFill>
                  <a:srgbClr val="041ABC"/>
                </a:solidFill>
              </a:rPr>
              <a:t>为空集，</a:t>
            </a:r>
          </a:p>
          <a:p>
            <a:pPr>
              <a:lnSpc>
                <a:spcPct val="120000"/>
              </a:lnSpc>
            </a:pPr>
            <a:r>
              <a:rPr lang="zh-CN" altLang="en-US" sz="2000" b="1" dirty="0">
                <a:solidFill>
                  <a:srgbClr val="041ABC"/>
                </a:solidFill>
              </a:rPr>
              <a:t>则称为</a:t>
            </a:r>
            <a:r>
              <a:rPr lang="zh-CN" altLang="en-US" sz="2000" b="1" dirty="0">
                <a:solidFill>
                  <a:srgbClr val="C00000"/>
                </a:solidFill>
                <a:effectLst>
                  <a:outerShdw blurRad="38100" dist="38100" dir="2700000" algn="tl">
                    <a:srgbClr val="000000">
                      <a:alpha val="43137"/>
                    </a:srgbClr>
                  </a:outerShdw>
                </a:effectLst>
              </a:rPr>
              <a:t>空树</a:t>
            </a:r>
            <a:r>
              <a:rPr lang="zh-CN" altLang="en-US" sz="2000" b="1" dirty="0">
                <a:solidFill>
                  <a:srgbClr val="041ABC"/>
                </a:solidFill>
              </a:rPr>
              <a:t>；</a:t>
            </a:r>
          </a:p>
          <a:p>
            <a:pPr>
              <a:lnSpc>
                <a:spcPct val="120000"/>
              </a:lnSpc>
            </a:pPr>
            <a:r>
              <a:rPr lang="zh-CN" altLang="en-US" sz="2000" b="1" dirty="0">
                <a:solidFill>
                  <a:srgbClr val="041ABC"/>
                </a:solidFill>
              </a:rPr>
              <a:t>否则</a:t>
            </a:r>
            <a:r>
              <a:rPr lang="en-US" altLang="zh-CN" sz="2000" b="1" dirty="0">
                <a:solidFill>
                  <a:srgbClr val="041ABC"/>
                </a:solidFill>
              </a:rPr>
              <a:t>:</a:t>
            </a:r>
          </a:p>
          <a:p>
            <a:pPr>
              <a:lnSpc>
                <a:spcPct val="120000"/>
              </a:lnSpc>
            </a:pPr>
            <a:r>
              <a:rPr lang="en-US" altLang="zh-CN" sz="2000" b="1" dirty="0">
                <a:solidFill>
                  <a:srgbClr val="041ABC"/>
                </a:solidFill>
              </a:rPr>
              <a:t>(1) </a:t>
            </a:r>
            <a:r>
              <a:rPr lang="zh-CN" altLang="en-US" sz="2000" b="1" dirty="0">
                <a:solidFill>
                  <a:srgbClr val="041ABC"/>
                </a:solidFill>
              </a:rPr>
              <a:t>在</a:t>
            </a:r>
            <a:r>
              <a:rPr lang="en-US" altLang="zh-CN" sz="2000" b="1" dirty="0">
                <a:solidFill>
                  <a:srgbClr val="C00000"/>
                </a:solidFill>
                <a:effectLst>
                  <a:outerShdw blurRad="38100" dist="38100" dir="2700000" algn="tl">
                    <a:srgbClr val="000000">
                      <a:alpha val="43137"/>
                    </a:srgbClr>
                  </a:outerShdw>
                </a:effectLst>
              </a:rPr>
              <a:t>D</a:t>
            </a:r>
            <a:r>
              <a:rPr lang="zh-CN" altLang="en-US" sz="2000" b="1" dirty="0">
                <a:solidFill>
                  <a:srgbClr val="041ABC"/>
                </a:solidFill>
              </a:rPr>
              <a:t>中存在唯一的称为</a:t>
            </a:r>
            <a:r>
              <a:rPr lang="zh-CN" altLang="en-US" sz="2000" b="1" dirty="0">
                <a:solidFill>
                  <a:srgbClr val="C00000"/>
                </a:solidFill>
                <a:effectLst>
                  <a:outerShdw blurRad="38100" dist="38100" dir="2700000" algn="tl">
                    <a:srgbClr val="000000">
                      <a:alpha val="43137"/>
                    </a:srgbClr>
                  </a:outerShdw>
                </a:effectLst>
              </a:rPr>
              <a:t>根</a:t>
            </a:r>
            <a:r>
              <a:rPr lang="zh-CN" altLang="en-US" sz="2000" b="1" dirty="0">
                <a:solidFill>
                  <a:srgbClr val="041ABC"/>
                </a:solidFill>
              </a:rPr>
              <a:t>的数据元素</a:t>
            </a:r>
            <a:r>
              <a:rPr lang="en-US" altLang="zh-CN" sz="2000" b="1" dirty="0">
                <a:solidFill>
                  <a:srgbClr val="041ABC"/>
                </a:solidFill>
                <a:effectLst>
                  <a:outerShdw blurRad="38100" dist="38100" dir="2700000" algn="tl">
                    <a:srgbClr val="000000">
                      <a:alpha val="43137"/>
                    </a:srgbClr>
                  </a:outerShdw>
                </a:effectLst>
              </a:rPr>
              <a:t>root</a:t>
            </a:r>
            <a:r>
              <a:rPr lang="en-US" altLang="zh-CN" sz="2000" b="1" dirty="0">
                <a:solidFill>
                  <a:srgbClr val="041ABC"/>
                </a:solidFill>
              </a:rPr>
              <a:t>,</a:t>
            </a:r>
          </a:p>
          <a:p>
            <a:pPr>
              <a:lnSpc>
                <a:spcPct val="120000"/>
              </a:lnSpc>
            </a:pPr>
            <a:r>
              <a:rPr lang="en-US" altLang="zh-CN" sz="2000" b="1" dirty="0">
                <a:solidFill>
                  <a:srgbClr val="041ABC"/>
                </a:solidFill>
              </a:rPr>
              <a:t>(2) </a:t>
            </a:r>
            <a:r>
              <a:rPr lang="zh-CN" altLang="en-US" sz="2000" b="1" dirty="0">
                <a:solidFill>
                  <a:srgbClr val="041ABC"/>
                </a:solidFill>
              </a:rPr>
              <a:t>当</a:t>
            </a:r>
            <a:r>
              <a:rPr lang="en-US" altLang="zh-CN" sz="2000" b="1" dirty="0">
                <a:solidFill>
                  <a:srgbClr val="041ABC"/>
                </a:solidFill>
                <a:effectLst>
                  <a:outerShdw blurRad="38100" dist="38100" dir="2700000" algn="tl">
                    <a:srgbClr val="000000">
                      <a:alpha val="43137"/>
                    </a:srgbClr>
                  </a:outerShdw>
                </a:effectLst>
              </a:rPr>
              <a:t>n&gt;1</a:t>
            </a:r>
            <a:r>
              <a:rPr lang="zh-CN" altLang="en-US" sz="2000" b="1" dirty="0">
                <a:solidFill>
                  <a:srgbClr val="041ABC"/>
                </a:solidFill>
              </a:rPr>
              <a:t>时，其余结点可分为</a:t>
            </a:r>
            <a:r>
              <a:rPr lang="en-US" altLang="zh-CN" sz="2000" b="1" dirty="0">
                <a:solidFill>
                  <a:srgbClr val="041ABC"/>
                </a:solidFill>
                <a:effectLst>
                  <a:outerShdw blurRad="38100" dist="38100" dir="2700000" algn="tl">
                    <a:srgbClr val="000000">
                      <a:alpha val="43137"/>
                    </a:srgbClr>
                  </a:outerShdw>
                </a:effectLst>
              </a:rPr>
              <a:t>m (m&gt;0)</a:t>
            </a:r>
            <a:r>
              <a:rPr lang="zh-CN" altLang="en-US" sz="2000" b="1" dirty="0">
                <a:solidFill>
                  <a:srgbClr val="041ABC"/>
                </a:solidFill>
              </a:rPr>
              <a:t>个互</a:t>
            </a:r>
          </a:p>
          <a:p>
            <a:pPr>
              <a:lnSpc>
                <a:spcPct val="120000"/>
              </a:lnSpc>
            </a:pPr>
            <a:r>
              <a:rPr lang="zh-CN" altLang="en-US" sz="2000" b="1" dirty="0">
                <a:solidFill>
                  <a:srgbClr val="041ABC"/>
                </a:solidFill>
              </a:rPr>
              <a:t>     不相交的有限集</a:t>
            </a:r>
            <a:r>
              <a:rPr lang="en-US" altLang="zh-CN" sz="2000" b="1" dirty="0" err="1">
                <a:solidFill>
                  <a:srgbClr val="041ABC"/>
                </a:solidFill>
                <a:effectLst>
                  <a:outerShdw blurRad="38100" dist="38100" dir="2700000" algn="tl">
                    <a:srgbClr val="000000">
                      <a:alpha val="43137"/>
                    </a:srgbClr>
                  </a:outerShdw>
                </a:effectLst>
              </a:rPr>
              <a:t>T</a:t>
            </a:r>
            <a:r>
              <a:rPr lang="en-US" altLang="zh-CN" sz="2000" b="1" baseline="-25000" dirty="0" err="1">
                <a:solidFill>
                  <a:srgbClr val="041ABC"/>
                </a:solidFill>
                <a:effectLst>
                  <a:outerShdw blurRad="38100" dist="38100" dir="2700000" algn="tl">
                    <a:srgbClr val="000000">
                      <a:alpha val="43137"/>
                    </a:srgbClr>
                  </a:outerShdw>
                </a:effectLst>
              </a:rPr>
              <a:t>1</a:t>
            </a:r>
            <a:r>
              <a:rPr lang="en-US" altLang="zh-CN" sz="2000" b="1" dirty="0">
                <a:solidFill>
                  <a:srgbClr val="041ABC"/>
                </a:solidFill>
                <a:effectLst>
                  <a:outerShdw blurRad="38100" dist="38100" dir="2700000" algn="tl">
                    <a:srgbClr val="000000">
                      <a:alpha val="43137"/>
                    </a:srgbClr>
                  </a:outerShdw>
                </a:effectLst>
              </a:rPr>
              <a:t>, </a:t>
            </a:r>
            <a:r>
              <a:rPr lang="en-US" altLang="zh-CN" sz="2000" b="1" dirty="0" err="1">
                <a:solidFill>
                  <a:srgbClr val="041ABC"/>
                </a:solidFill>
                <a:effectLst>
                  <a:outerShdw blurRad="38100" dist="38100" dir="2700000" algn="tl">
                    <a:srgbClr val="000000">
                      <a:alpha val="43137"/>
                    </a:srgbClr>
                  </a:outerShdw>
                </a:effectLst>
              </a:rPr>
              <a:t>T</a:t>
            </a:r>
            <a:r>
              <a:rPr lang="en-US" altLang="zh-CN" sz="2000" b="1" baseline="-25000" dirty="0" err="1">
                <a:solidFill>
                  <a:srgbClr val="041ABC"/>
                </a:solidFill>
                <a:effectLst>
                  <a:outerShdw blurRad="38100" dist="38100" dir="2700000" algn="tl">
                    <a:srgbClr val="000000">
                      <a:alpha val="43137"/>
                    </a:srgbClr>
                  </a:outerShdw>
                </a:effectLst>
              </a:rPr>
              <a:t>2</a:t>
            </a:r>
            <a:r>
              <a:rPr lang="en-US" altLang="zh-CN" sz="2000" b="1" dirty="0">
                <a:solidFill>
                  <a:srgbClr val="041ABC"/>
                </a:solidFill>
                <a:effectLst>
                  <a:outerShdw blurRad="38100" dist="38100" dir="2700000" algn="tl">
                    <a:srgbClr val="000000">
                      <a:alpha val="43137"/>
                    </a:srgbClr>
                  </a:outerShdw>
                </a:effectLst>
              </a:rPr>
              <a:t>, …, T</a:t>
            </a:r>
            <a:r>
              <a:rPr lang="en-US" altLang="zh-CN" sz="2000" b="1" baseline="-25000" dirty="0">
                <a:solidFill>
                  <a:srgbClr val="041ABC"/>
                </a:solidFill>
                <a:effectLst>
                  <a:outerShdw blurRad="38100" dist="38100" dir="2700000" algn="tl">
                    <a:srgbClr val="000000">
                      <a:alpha val="43137"/>
                    </a:srgbClr>
                  </a:outerShdw>
                </a:effectLst>
              </a:rPr>
              <a:t>m</a:t>
            </a:r>
            <a:r>
              <a:rPr lang="en-US" altLang="zh-CN" sz="2000" b="1" dirty="0">
                <a:solidFill>
                  <a:srgbClr val="041ABC"/>
                </a:solidFill>
              </a:rPr>
              <a:t>, </a:t>
            </a:r>
            <a:r>
              <a:rPr lang="zh-CN" altLang="en-US" sz="2000" b="1" dirty="0">
                <a:solidFill>
                  <a:srgbClr val="041ABC"/>
                </a:solidFill>
              </a:rPr>
              <a:t>其中每一</a:t>
            </a:r>
          </a:p>
          <a:p>
            <a:pPr>
              <a:lnSpc>
                <a:spcPct val="120000"/>
              </a:lnSpc>
            </a:pPr>
            <a:r>
              <a:rPr lang="zh-CN" altLang="en-US" sz="2000" b="1" dirty="0">
                <a:solidFill>
                  <a:srgbClr val="041ABC"/>
                </a:solidFill>
              </a:rPr>
              <a:t>     个子集本身又是一棵符合本定义的树，</a:t>
            </a:r>
          </a:p>
          <a:p>
            <a:pPr>
              <a:lnSpc>
                <a:spcPct val="120000"/>
              </a:lnSpc>
            </a:pPr>
            <a:r>
              <a:rPr lang="zh-CN" altLang="en-US" sz="2000" b="1" dirty="0">
                <a:solidFill>
                  <a:srgbClr val="041ABC"/>
                </a:solidFill>
              </a:rPr>
              <a:t>     称为根</a:t>
            </a:r>
            <a:r>
              <a:rPr lang="en-US" altLang="zh-CN" sz="2000" b="1" dirty="0">
                <a:solidFill>
                  <a:srgbClr val="041ABC"/>
                </a:solidFill>
                <a:effectLst>
                  <a:outerShdw blurRad="38100" dist="38100" dir="2700000" algn="tl">
                    <a:srgbClr val="000000">
                      <a:alpha val="43137"/>
                    </a:srgbClr>
                  </a:outerShdw>
                </a:effectLst>
              </a:rPr>
              <a:t>root</a:t>
            </a:r>
            <a:r>
              <a:rPr lang="zh-CN" altLang="en-US" sz="2000" b="1" dirty="0">
                <a:solidFill>
                  <a:srgbClr val="041ABC"/>
                </a:solidFill>
              </a:rPr>
              <a:t>的</a:t>
            </a:r>
            <a:r>
              <a:rPr lang="zh-CN" altLang="en-US" sz="2000" b="1" dirty="0">
                <a:solidFill>
                  <a:srgbClr val="C00000"/>
                </a:solidFill>
                <a:effectLst>
                  <a:outerShdw blurRad="38100" dist="38100" dir="2700000" algn="tl">
                    <a:srgbClr val="000000">
                      <a:alpha val="43137"/>
                    </a:srgbClr>
                  </a:outerShdw>
                </a:effectLst>
              </a:rPr>
              <a:t>子树</a:t>
            </a:r>
            <a:r>
              <a:rPr lang="zh-CN" altLang="en-US" sz="2000" b="1" dirty="0">
                <a:solidFill>
                  <a:srgbClr val="041ABC"/>
                </a:solidFill>
              </a:rPr>
              <a:t>。</a:t>
            </a:r>
          </a:p>
        </p:txBody>
      </p:sp>
      <p:sp>
        <p:nvSpPr>
          <p:cNvPr id="28676" name="文本框 28675">
            <a:extLst>
              <a:ext uri="{FF2B5EF4-FFF2-40B4-BE49-F238E27FC236}">
                <a16:creationId xmlns:a16="http://schemas.microsoft.com/office/drawing/2014/main" id="{35C56A95-C076-7F4E-B6F9-9FA9BDBB59E2}"/>
              </a:ext>
            </a:extLst>
          </p:cNvPr>
          <p:cNvSpPr txBox="1">
            <a:spLocks noChangeArrowheads="1"/>
          </p:cNvSpPr>
          <p:nvPr/>
        </p:nvSpPr>
        <p:spPr bwMode="auto">
          <a:xfrm>
            <a:off x="678657" y="1945457"/>
            <a:ext cx="5054599" cy="391710"/>
          </a:xfrm>
          <a:prstGeom prst="rect">
            <a:avLst/>
          </a:prstGeom>
          <a:solidFill>
            <a:schemeClr val="tx2">
              <a:lumMod val="10000"/>
              <a:lumOff val="90000"/>
            </a:schemeClr>
          </a:solidFill>
          <a:ln>
            <a:noFill/>
          </a:ln>
        </p:spPr>
        <p:txBody>
          <a:bodyPr wrap="square">
            <a:spAutoFit/>
          </a:bodyPr>
          <a:lstStyle/>
          <a:p>
            <a:pPr>
              <a:lnSpc>
                <a:spcPct val="105000"/>
              </a:lnSpc>
            </a:pPr>
            <a:r>
              <a:rPr lang="en-US" altLang="zh-CN" sz="2000" b="1" dirty="0">
                <a:solidFill>
                  <a:srgbClr val="C00000"/>
                </a:solidFill>
                <a:effectLst>
                  <a:outerShdw blurRad="38100" dist="38100" dir="2700000" algn="tl">
                    <a:srgbClr val="000000">
                      <a:alpha val="43137"/>
                    </a:srgbClr>
                  </a:outerShdw>
                </a:effectLst>
                <a:ea typeface="+mj-ea"/>
              </a:rPr>
              <a:t>D</a:t>
            </a:r>
            <a:r>
              <a:rPr lang="zh-CN" altLang="en-US" sz="2000" b="1" dirty="0">
                <a:solidFill>
                  <a:srgbClr val="041ABC"/>
                </a:solidFill>
                <a:latin typeface="+mn-ea"/>
              </a:rPr>
              <a:t>是具有相同特性的数据元素的集合。</a:t>
            </a:r>
          </a:p>
        </p:txBody>
      </p:sp>
      <p:sp>
        <p:nvSpPr>
          <p:cNvPr id="7169" name="日期占位符 1">
            <a:extLst>
              <a:ext uri="{FF2B5EF4-FFF2-40B4-BE49-F238E27FC236}">
                <a16:creationId xmlns:a16="http://schemas.microsoft.com/office/drawing/2014/main" id="{C3176F84-F23F-A589-1366-289007BD4DBF}"/>
              </a:ext>
            </a:extLst>
          </p:cNvPr>
          <p:cNvSpPr>
            <a:spLocks noGrp="1" noChangeArrowheads="1"/>
          </p:cNvSpPr>
          <p:nvPr>
            <p:ph type="dt" sz="half" idx="10"/>
          </p:nvPr>
        </p:nvSpPr>
        <p:spPr bwMode="auto">
          <a:xfrm>
            <a:off x="838244" y="646819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p>
            <a:fld id="{48EA46A0-D184-4AF7-9E37-B6EDDA10437E}" type="datetime1">
              <a:rPr lang="zh-CN" altLang="en-US" smtClean="0"/>
              <a:pPr/>
              <a:t>2025/10/25</a:t>
            </a:fld>
            <a:endParaRPr lang="zh-CN" altLang="en-US"/>
          </a:p>
        </p:txBody>
      </p:sp>
      <p:sp>
        <p:nvSpPr>
          <p:cNvPr id="7170" name="灯片编号占位符 2">
            <a:extLst>
              <a:ext uri="{FF2B5EF4-FFF2-40B4-BE49-F238E27FC236}">
                <a16:creationId xmlns:a16="http://schemas.microsoft.com/office/drawing/2014/main" id="{D8FA35F1-7F22-B30C-2D95-5ABA485A701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E9DC9C2-852E-4111-A85E-C1B678AB5F9F}" type="slidenum">
              <a:rPr lang="zh-CN" altLang="en-US"/>
              <a:pPr/>
              <a:t>2</a:t>
            </a:fld>
            <a:endParaRPr lang="zh-CN" altLang="en-US"/>
          </a:p>
        </p:txBody>
      </p:sp>
      <p:sp>
        <p:nvSpPr>
          <p:cNvPr id="28722" name="椭圆 28721">
            <a:extLst>
              <a:ext uri="{FF2B5EF4-FFF2-40B4-BE49-F238E27FC236}">
                <a16:creationId xmlns:a16="http://schemas.microsoft.com/office/drawing/2014/main" id="{879A9485-E2A3-8F87-91B4-5ACBBA2E5E6D}"/>
              </a:ext>
            </a:extLst>
          </p:cNvPr>
          <p:cNvSpPr>
            <a:spLocks noChangeArrowheads="1"/>
          </p:cNvSpPr>
          <p:nvPr/>
        </p:nvSpPr>
        <p:spPr bwMode="auto">
          <a:xfrm>
            <a:off x="2845689" y="2398986"/>
            <a:ext cx="3810000" cy="2209800"/>
          </a:xfrm>
          <a:prstGeom prst="ellipse">
            <a:avLst/>
          </a:prstGeom>
          <a:solidFill>
            <a:schemeClr val="accent6">
              <a:lumMod val="20000"/>
              <a:lumOff val="80000"/>
            </a:schemeClr>
          </a:solidFill>
          <a:ln w="28575" cap="sq">
            <a:solidFill>
              <a:srgbClr val="006666"/>
            </a:solidFill>
            <a:round/>
            <a:headEnd/>
            <a:tailEnd/>
          </a:ln>
        </p:spPr>
        <p:txBody>
          <a:bodyPr/>
          <a:lstStyle/>
          <a:p>
            <a:endParaRPr lang="zh-CN" altLang="en-US"/>
          </a:p>
        </p:txBody>
      </p:sp>
      <p:sp>
        <p:nvSpPr>
          <p:cNvPr id="28734" name="椭圆 28733">
            <a:extLst>
              <a:ext uri="{FF2B5EF4-FFF2-40B4-BE49-F238E27FC236}">
                <a16:creationId xmlns:a16="http://schemas.microsoft.com/office/drawing/2014/main" id="{85235122-0813-C711-A26E-E09CDAA393ED}"/>
              </a:ext>
            </a:extLst>
          </p:cNvPr>
          <p:cNvSpPr>
            <a:spLocks noChangeArrowheads="1"/>
          </p:cNvSpPr>
          <p:nvPr/>
        </p:nvSpPr>
        <p:spPr bwMode="auto">
          <a:xfrm>
            <a:off x="4750689" y="2627586"/>
            <a:ext cx="1600200" cy="1295400"/>
          </a:xfrm>
          <a:prstGeom prst="ellipse">
            <a:avLst/>
          </a:prstGeom>
          <a:solidFill>
            <a:srgbClr val="FBE2DF"/>
          </a:solidFill>
          <a:ln w="28575" cap="sq">
            <a:solidFill>
              <a:srgbClr val="CC6600"/>
            </a:solidFill>
            <a:round/>
            <a:headEnd/>
            <a:tailEnd/>
          </a:ln>
        </p:spPr>
        <p:txBody>
          <a:bodyPr/>
          <a:lstStyle/>
          <a:p>
            <a:endParaRPr lang="zh-CN" altLang="en-US"/>
          </a:p>
        </p:txBody>
      </p:sp>
      <p:sp>
        <p:nvSpPr>
          <p:cNvPr id="28733" name="椭圆 28732">
            <a:extLst>
              <a:ext uri="{FF2B5EF4-FFF2-40B4-BE49-F238E27FC236}">
                <a16:creationId xmlns:a16="http://schemas.microsoft.com/office/drawing/2014/main" id="{DE7D58CF-0152-3847-20CB-673E360D2BB9}"/>
              </a:ext>
            </a:extLst>
          </p:cNvPr>
          <p:cNvSpPr>
            <a:spLocks noChangeArrowheads="1"/>
          </p:cNvSpPr>
          <p:nvPr/>
        </p:nvSpPr>
        <p:spPr bwMode="auto">
          <a:xfrm>
            <a:off x="4903089" y="2932386"/>
            <a:ext cx="685800" cy="8382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28732" name="椭圆 28731">
            <a:extLst>
              <a:ext uri="{FF2B5EF4-FFF2-40B4-BE49-F238E27FC236}">
                <a16:creationId xmlns:a16="http://schemas.microsoft.com/office/drawing/2014/main" id="{74077E7A-BE57-6FFA-D9FB-04DB4256274E}"/>
              </a:ext>
            </a:extLst>
          </p:cNvPr>
          <p:cNvSpPr>
            <a:spLocks noChangeArrowheads="1"/>
          </p:cNvSpPr>
          <p:nvPr/>
        </p:nvSpPr>
        <p:spPr bwMode="auto">
          <a:xfrm>
            <a:off x="4293489" y="3618186"/>
            <a:ext cx="762000" cy="914400"/>
          </a:xfrm>
          <a:prstGeom prst="ellipse">
            <a:avLst/>
          </a:prstGeom>
          <a:solidFill>
            <a:srgbClr val="FBE2DF"/>
          </a:solidFill>
          <a:ln w="28575" cap="sq">
            <a:solidFill>
              <a:srgbClr val="CC6600"/>
            </a:solidFill>
            <a:round/>
            <a:headEnd/>
            <a:tailEnd/>
          </a:ln>
        </p:spPr>
        <p:txBody>
          <a:bodyPr/>
          <a:lstStyle/>
          <a:p>
            <a:endParaRPr lang="zh-CN" altLang="en-US"/>
          </a:p>
        </p:txBody>
      </p:sp>
      <p:sp>
        <p:nvSpPr>
          <p:cNvPr id="28731" name="椭圆 28730">
            <a:extLst>
              <a:ext uri="{FF2B5EF4-FFF2-40B4-BE49-F238E27FC236}">
                <a16:creationId xmlns:a16="http://schemas.microsoft.com/office/drawing/2014/main" id="{220072BC-96D8-D65E-82F8-477743EB8D71}"/>
              </a:ext>
            </a:extLst>
          </p:cNvPr>
          <p:cNvSpPr>
            <a:spLocks noChangeArrowheads="1"/>
          </p:cNvSpPr>
          <p:nvPr/>
        </p:nvSpPr>
        <p:spPr bwMode="auto">
          <a:xfrm>
            <a:off x="5055489" y="3313386"/>
            <a:ext cx="381000" cy="381000"/>
          </a:xfrm>
          <a:prstGeom prst="ellipse">
            <a:avLst/>
          </a:prstGeom>
          <a:solidFill>
            <a:srgbClr val="FFFF99"/>
          </a:solidFill>
          <a:ln w="28575" cap="sq">
            <a:solidFill>
              <a:srgbClr val="FF3300"/>
            </a:solidFill>
            <a:round/>
            <a:headEnd/>
            <a:tailEnd/>
          </a:ln>
        </p:spPr>
        <p:txBody>
          <a:bodyPr/>
          <a:lstStyle/>
          <a:p>
            <a:endParaRPr lang="zh-CN" altLang="en-US"/>
          </a:p>
        </p:txBody>
      </p:sp>
      <p:sp>
        <p:nvSpPr>
          <p:cNvPr id="28730" name="椭圆 28729">
            <a:extLst>
              <a:ext uri="{FF2B5EF4-FFF2-40B4-BE49-F238E27FC236}">
                <a16:creationId xmlns:a16="http://schemas.microsoft.com/office/drawing/2014/main" id="{751F2E9E-2F6C-7AC6-5C5B-789048B93E17}"/>
              </a:ext>
            </a:extLst>
          </p:cNvPr>
          <p:cNvSpPr>
            <a:spLocks noChangeArrowheads="1"/>
          </p:cNvSpPr>
          <p:nvPr/>
        </p:nvSpPr>
        <p:spPr bwMode="auto">
          <a:xfrm>
            <a:off x="5741289" y="2856186"/>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28729" name="椭圆 28728">
            <a:extLst>
              <a:ext uri="{FF2B5EF4-FFF2-40B4-BE49-F238E27FC236}">
                <a16:creationId xmlns:a16="http://schemas.microsoft.com/office/drawing/2014/main" id="{C79AF0F8-78E0-C394-A0DC-1C678C360A5F}"/>
              </a:ext>
            </a:extLst>
          </p:cNvPr>
          <p:cNvSpPr>
            <a:spLocks noChangeArrowheads="1"/>
          </p:cNvSpPr>
          <p:nvPr/>
        </p:nvSpPr>
        <p:spPr bwMode="auto">
          <a:xfrm>
            <a:off x="5665089" y="3389586"/>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28727" name="椭圆 28726">
            <a:extLst>
              <a:ext uri="{FF2B5EF4-FFF2-40B4-BE49-F238E27FC236}">
                <a16:creationId xmlns:a16="http://schemas.microsoft.com/office/drawing/2014/main" id="{F609DAAF-A086-2320-6EBB-2C0207DC4BE2}"/>
              </a:ext>
            </a:extLst>
          </p:cNvPr>
          <p:cNvSpPr>
            <a:spLocks noChangeArrowheads="1"/>
          </p:cNvSpPr>
          <p:nvPr/>
        </p:nvSpPr>
        <p:spPr bwMode="auto">
          <a:xfrm>
            <a:off x="4445889" y="4075386"/>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28723" name="椭圆 28722">
            <a:extLst>
              <a:ext uri="{FF2B5EF4-FFF2-40B4-BE49-F238E27FC236}">
                <a16:creationId xmlns:a16="http://schemas.microsoft.com/office/drawing/2014/main" id="{DE5DB84A-3F2F-0470-E4B2-75600274BBBD}"/>
              </a:ext>
            </a:extLst>
          </p:cNvPr>
          <p:cNvSpPr>
            <a:spLocks noChangeArrowheads="1"/>
          </p:cNvSpPr>
          <p:nvPr/>
        </p:nvSpPr>
        <p:spPr bwMode="auto">
          <a:xfrm>
            <a:off x="3150489" y="2779986"/>
            <a:ext cx="1447800" cy="1066800"/>
          </a:xfrm>
          <a:prstGeom prst="ellipse">
            <a:avLst/>
          </a:prstGeom>
          <a:solidFill>
            <a:srgbClr val="FBE2DF"/>
          </a:solidFill>
          <a:ln w="28575" cap="sq">
            <a:solidFill>
              <a:srgbClr val="CC6600"/>
            </a:solidFill>
            <a:round/>
            <a:headEnd/>
            <a:tailEnd/>
          </a:ln>
        </p:spPr>
        <p:txBody>
          <a:bodyPr/>
          <a:lstStyle/>
          <a:p>
            <a:endParaRPr lang="zh-CN" altLang="en-US"/>
          </a:p>
        </p:txBody>
      </p:sp>
      <p:sp>
        <p:nvSpPr>
          <p:cNvPr id="28728" name="椭圆 28727">
            <a:extLst>
              <a:ext uri="{FF2B5EF4-FFF2-40B4-BE49-F238E27FC236}">
                <a16:creationId xmlns:a16="http://schemas.microsoft.com/office/drawing/2014/main" id="{2CBBC203-BE7E-D2D6-4043-62AA3B1D929D}"/>
              </a:ext>
            </a:extLst>
          </p:cNvPr>
          <p:cNvSpPr>
            <a:spLocks noChangeArrowheads="1"/>
          </p:cNvSpPr>
          <p:nvPr/>
        </p:nvSpPr>
        <p:spPr bwMode="auto">
          <a:xfrm>
            <a:off x="4064889" y="3313386"/>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28724" name="椭圆 28723">
            <a:extLst>
              <a:ext uri="{FF2B5EF4-FFF2-40B4-BE49-F238E27FC236}">
                <a16:creationId xmlns:a16="http://schemas.microsoft.com/office/drawing/2014/main" id="{403E1FCE-2F81-6621-B29D-7A319C1A2A6A}"/>
              </a:ext>
            </a:extLst>
          </p:cNvPr>
          <p:cNvSpPr/>
          <p:nvPr/>
        </p:nvSpPr>
        <p:spPr>
          <a:xfrm>
            <a:off x="3226689" y="2932386"/>
            <a:ext cx="838200" cy="838200"/>
          </a:xfrm>
          <a:prstGeom prst="ellipse">
            <a:avLst/>
          </a:prstGeom>
          <a:solidFill>
            <a:schemeClr val="folHlink"/>
          </a:solidFill>
          <a:ln w="28575" cap="sq" cmpd="sng">
            <a:solidFill>
              <a:srgbClr val="006666"/>
            </a:solidFill>
            <a:prstDash val="solid"/>
            <a:headEnd type="none" w="med" len="med"/>
            <a:tailEnd type="none" w="med" len="med"/>
          </a:ln>
        </p:spPr>
        <p:txBody>
          <a:bodyPr wrap="none" anchor="ctr"/>
          <a:lstStyle/>
          <a:p>
            <a:pPr algn="ctr"/>
            <a:endParaRPr sz="2400" noProof="1">
              <a:solidFill>
                <a:srgbClr val="333399"/>
              </a:solidFill>
              <a:effectLst>
                <a:outerShdw blurRad="38100" dist="38100" dir="2700000">
                  <a:srgbClr val="000000"/>
                </a:outerShdw>
              </a:effectLst>
              <a:ea typeface="楷体_GB2312" pitchFamily="49" charset="-122"/>
            </a:endParaRPr>
          </a:p>
        </p:txBody>
      </p:sp>
      <p:sp>
        <p:nvSpPr>
          <p:cNvPr id="28725" name="椭圆 28724">
            <a:extLst>
              <a:ext uri="{FF2B5EF4-FFF2-40B4-BE49-F238E27FC236}">
                <a16:creationId xmlns:a16="http://schemas.microsoft.com/office/drawing/2014/main" id="{CD28669C-46A1-A72B-93DF-B65EB5EE980A}"/>
              </a:ext>
            </a:extLst>
          </p:cNvPr>
          <p:cNvSpPr>
            <a:spLocks noChangeArrowheads="1"/>
          </p:cNvSpPr>
          <p:nvPr/>
        </p:nvSpPr>
        <p:spPr bwMode="auto">
          <a:xfrm>
            <a:off x="3226689" y="3237186"/>
            <a:ext cx="381000" cy="381000"/>
          </a:xfrm>
          <a:prstGeom prst="ellipse">
            <a:avLst/>
          </a:prstGeom>
          <a:solidFill>
            <a:srgbClr val="FFFF99"/>
          </a:solidFill>
          <a:ln w="28575" cap="sq">
            <a:solidFill>
              <a:srgbClr val="FF3300"/>
            </a:solidFill>
            <a:round/>
            <a:headEnd/>
            <a:tailEnd/>
          </a:ln>
        </p:spPr>
        <p:txBody>
          <a:bodyPr/>
          <a:lstStyle/>
          <a:p>
            <a:endParaRPr lang="zh-CN" altLang="en-US"/>
          </a:p>
        </p:txBody>
      </p:sp>
      <p:sp>
        <p:nvSpPr>
          <p:cNvPr id="28726" name="椭圆 28725">
            <a:extLst>
              <a:ext uri="{FF2B5EF4-FFF2-40B4-BE49-F238E27FC236}">
                <a16:creationId xmlns:a16="http://schemas.microsoft.com/office/drawing/2014/main" id="{CBF40DA2-9F06-BDAF-2495-2FD8490A188F}"/>
              </a:ext>
            </a:extLst>
          </p:cNvPr>
          <p:cNvSpPr>
            <a:spLocks noChangeArrowheads="1"/>
          </p:cNvSpPr>
          <p:nvPr/>
        </p:nvSpPr>
        <p:spPr bwMode="auto">
          <a:xfrm>
            <a:off x="3607689" y="3313386"/>
            <a:ext cx="381000" cy="381000"/>
          </a:xfrm>
          <a:prstGeom prst="ellipse">
            <a:avLst/>
          </a:prstGeom>
          <a:solidFill>
            <a:srgbClr val="FFFF99"/>
          </a:solidFill>
          <a:ln w="28575" cap="sq">
            <a:solidFill>
              <a:srgbClr val="FF3300"/>
            </a:solidFill>
            <a:round/>
            <a:headEnd/>
            <a:tailEnd/>
          </a:ln>
        </p:spPr>
        <p:txBody>
          <a:bodyPr/>
          <a:lstStyle/>
          <a:p>
            <a:endParaRPr lang="zh-CN" altLang="en-US"/>
          </a:p>
        </p:txBody>
      </p:sp>
      <p:sp>
        <p:nvSpPr>
          <p:cNvPr id="28675" name="文本框 28674">
            <a:extLst>
              <a:ext uri="{FF2B5EF4-FFF2-40B4-BE49-F238E27FC236}">
                <a16:creationId xmlns:a16="http://schemas.microsoft.com/office/drawing/2014/main" id="{1F319205-F27A-9D0B-A31A-389AE6FB142A}"/>
              </a:ext>
            </a:extLst>
          </p:cNvPr>
          <p:cNvSpPr txBox="1"/>
          <p:nvPr/>
        </p:nvSpPr>
        <p:spPr>
          <a:xfrm>
            <a:off x="321468" y="1445463"/>
            <a:ext cx="2100255" cy="451598"/>
          </a:xfrm>
          <a:prstGeom prst="rect">
            <a:avLst/>
          </a:prstGeom>
          <a:noFill/>
          <a:ln w="12700">
            <a:noFill/>
          </a:ln>
        </p:spPr>
        <p:txBody>
          <a:bodyPr wrap="none">
            <a:spAutoFit/>
          </a:bodyPr>
          <a:lstStyle/>
          <a:p>
            <a:pPr>
              <a:lnSpc>
                <a:spcPct val="105000"/>
              </a:lnSpc>
            </a:pPr>
            <a:r>
              <a:rPr lang="zh-CN" altLang="en-US" sz="2400" noProof="1">
                <a:effectLst>
                  <a:outerShdw blurRad="38100" dist="38100" dir="2700000">
                    <a:srgbClr val="000000"/>
                  </a:outerShdw>
                </a:effectLst>
                <a:latin typeface="+mj-ea"/>
                <a:ea typeface="+mj-ea"/>
              </a:rPr>
              <a:t>数据对象 </a:t>
            </a:r>
            <a:r>
              <a:rPr lang="en-US" altLang="zh-CN" sz="2400" noProof="1">
                <a:solidFill>
                  <a:srgbClr val="C00000"/>
                </a:solidFill>
                <a:effectLst>
                  <a:outerShdw blurRad="38100" dist="38100" dir="2700000">
                    <a:srgbClr val="000000"/>
                  </a:outerShdw>
                </a:effectLst>
                <a:ea typeface="+mj-ea"/>
              </a:rPr>
              <a:t>D</a:t>
            </a:r>
            <a:r>
              <a:rPr lang="zh-CN" altLang="en-US" sz="2400" noProof="1">
                <a:effectLst>
                  <a:outerShdw blurRad="38100" dist="38100" dir="2700000">
                    <a:srgbClr val="000000"/>
                  </a:outerShdw>
                </a:effectLst>
                <a:latin typeface="+mj-ea"/>
                <a:ea typeface="+mj-ea"/>
              </a:rPr>
              <a:t>：</a:t>
            </a:r>
          </a:p>
        </p:txBody>
      </p:sp>
      <p:sp>
        <p:nvSpPr>
          <p:cNvPr id="28679" name="文本框 28678">
            <a:extLst>
              <a:ext uri="{FF2B5EF4-FFF2-40B4-BE49-F238E27FC236}">
                <a16:creationId xmlns:a16="http://schemas.microsoft.com/office/drawing/2014/main" id="{18DDA92E-5317-EB3F-89D1-273DE64EF81B}"/>
              </a:ext>
            </a:extLst>
          </p:cNvPr>
          <p:cNvSpPr txBox="1"/>
          <p:nvPr/>
        </p:nvSpPr>
        <p:spPr>
          <a:xfrm>
            <a:off x="195316" y="3110759"/>
            <a:ext cx="2236510" cy="493148"/>
          </a:xfrm>
          <a:prstGeom prst="rect">
            <a:avLst/>
          </a:prstGeom>
          <a:noFill/>
          <a:ln w="12700">
            <a:noFill/>
          </a:ln>
        </p:spPr>
        <p:txBody>
          <a:bodyPr wrap="none">
            <a:spAutoFit/>
          </a:bodyPr>
          <a:lstStyle/>
          <a:p>
            <a:pPr>
              <a:lnSpc>
                <a:spcPct val="120000"/>
              </a:lnSpc>
            </a:pPr>
            <a:r>
              <a:rPr lang="en-US" altLang="zh-CN" sz="2400" noProof="1">
                <a:effectLst>
                  <a:outerShdw blurRad="38100" dist="38100" dir="2700000">
                    <a:srgbClr val="000000"/>
                  </a:outerShdw>
                </a:effectLst>
                <a:latin typeface="+mj-ea"/>
                <a:ea typeface="+mj-ea"/>
              </a:rPr>
              <a:t> </a:t>
            </a:r>
            <a:r>
              <a:rPr lang="zh-CN" altLang="en-US" sz="2400" noProof="1">
                <a:effectLst>
                  <a:outerShdw blurRad="38100" dist="38100" dir="2700000">
                    <a:srgbClr val="000000"/>
                  </a:outerShdw>
                </a:effectLst>
                <a:latin typeface="+mj-ea"/>
                <a:ea typeface="+mj-ea"/>
              </a:rPr>
              <a:t>数据关系 </a:t>
            </a:r>
            <a:r>
              <a:rPr lang="en-US" altLang="zh-CN" sz="2400" noProof="1">
                <a:solidFill>
                  <a:srgbClr val="C00000"/>
                </a:solidFill>
                <a:effectLst>
                  <a:outerShdw blurRad="38100" dist="38100" dir="2700000">
                    <a:srgbClr val="000000"/>
                  </a:outerShdw>
                </a:effectLst>
                <a:ea typeface="+mj-ea"/>
              </a:rPr>
              <a:t>R</a:t>
            </a:r>
            <a:r>
              <a:rPr lang="zh-CN" altLang="en-US" sz="2400" noProof="1">
                <a:effectLst>
                  <a:outerShdw blurRad="38100" dist="38100" dir="2700000">
                    <a:srgbClr val="000000"/>
                  </a:outerShdw>
                </a:effectLst>
                <a:latin typeface="+mj-ea"/>
                <a:ea typeface="+mj-ea"/>
              </a:rPr>
              <a:t>：</a:t>
            </a:r>
          </a:p>
        </p:txBody>
      </p:sp>
      <p:grpSp>
        <p:nvGrpSpPr>
          <p:cNvPr id="28685" name="组合 28684">
            <a:extLst>
              <a:ext uri="{FF2B5EF4-FFF2-40B4-BE49-F238E27FC236}">
                <a16:creationId xmlns:a16="http://schemas.microsoft.com/office/drawing/2014/main" id="{6D9C8C37-3520-9AF6-58D8-0FDDF22A6EFF}"/>
              </a:ext>
            </a:extLst>
          </p:cNvPr>
          <p:cNvGrpSpPr>
            <a:grpSpLocks/>
          </p:cNvGrpSpPr>
          <p:nvPr/>
        </p:nvGrpSpPr>
        <p:grpSpPr bwMode="auto">
          <a:xfrm>
            <a:off x="4445889" y="2427562"/>
            <a:ext cx="304800" cy="384175"/>
            <a:chOff x="3456" y="1218"/>
            <a:chExt cx="192" cy="242"/>
          </a:xfrm>
        </p:grpSpPr>
        <p:sp>
          <p:nvSpPr>
            <p:cNvPr id="7191" name="椭圆 28681">
              <a:extLst>
                <a:ext uri="{FF2B5EF4-FFF2-40B4-BE49-F238E27FC236}">
                  <a16:creationId xmlns:a16="http://schemas.microsoft.com/office/drawing/2014/main" id="{0EEF6745-D980-239B-AEF0-266454ACAD6F}"/>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684" name="文本框 28683">
              <a:extLst>
                <a:ext uri="{FF2B5EF4-FFF2-40B4-BE49-F238E27FC236}">
                  <a16:creationId xmlns:a16="http://schemas.microsoft.com/office/drawing/2014/main" id="{53F744C5-3BBE-15D6-4412-E2BB39E4FE49}"/>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A</a:t>
              </a:r>
            </a:p>
          </p:txBody>
        </p:sp>
      </p:grpSp>
      <p:grpSp>
        <p:nvGrpSpPr>
          <p:cNvPr id="28686" name="组合 28685">
            <a:extLst>
              <a:ext uri="{FF2B5EF4-FFF2-40B4-BE49-F238E27FC236}">
                <a16:creationId xmlns:a16="http://schemas.microsoft.com/office/drawing/2014/main" id="{2BB1647E-C692-2665-D031-BBC354479F3A}"/>
              </a:ext>
            </a:extLst>
          </p:cNvPr>
          <p:cNvGrpSpPr>
            <a:grpSpLocks/>
          </p:cNvGrpSpPr>
          <p:nvPr/>
        </p:nvGrpSpPr>
        <p:grpSpPr bwMode="auto">
          <a:xfrm>
            <a:off x="3988689" y="2853012"/>
            <a:ext cx="304800" cy="384175"/>
            <a:chOff x="3456" y="1218"/>
            <a:chExt cx="192" cy="242"/>
          </a:xfrm>
        </p:grpSpPr>
        <p:sp>
          <p:nvSpPr>
            <p:cNvPr id="7194" name="椭圆 28686">
              <a:extLst>
                <a:ext uri="{FF2B5EF4-FFF2-40B4-BE49-F238E27FC236}">
                  <a16:creationId xmlns:a16="http://schemas.microsoft.com/office/drawing/2014/main" id="{680AC036-BBAA-7CFC-E61F-24A605A0C009}"/>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688" name="文本框 28687">
              <a:extLst>
                <a:ext uri="{FF2B5EF4-FFF2-40B4-BE49-F238E27FC236}">
                  <a16:creationId xmlns:a16="http://schemas.microsoft.com/office/drawing/2014/main" id="{AFF9AD45-4C37-BFBD-718E-BDCD64C9755D}"/>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B</a:t>
              </a:r>
            </a:p>
          </p:txBody>
        </p:sp>
      </p:grpSp>
      <p:grpSp>
        <p:nvGrpSpPr>
          <p:cNvPr id="28689" name="组合 28688">
            <a:extLst>
              <a:ext uri="{FF2B5EF4-FFF2-40B4-BE49-F238E27FC236}">
                <a16:creationId xmlns:a16="http://schemas.microsoft.com/office/drawing/2014/main" id="{34AE8062-EEA1-F38B-9B3C-E2DDC8266079}"/>
              </a:ext>
            </a:extLst>
          </p:cNvPr>
          <p:cNvGrpSpPr>
            <a:grpSpLocks/>
          </p:cNvGrpSpPr>
          <p:nvPr/>
        </p:nvGrpSpPr>
        <p:grpSpPr bwMode="auto">
          <a:xfrm>
            <a:off x="4445889" y="3615012"/>
            <a:ext cx="304800" cy="384175"/>
            <a:chOff x="3456" y="1218"/>
            <a:chExt cx="192" cy="242"/>
          </a:xfrm>
        </p:grpSpPr>
        <p:sp>
          <p:nvSpPr>
            <p:cNvPr id="7197" name="椭圆 28689">
              <a:extLst>
                <a:ext uri="{FF2B5EF4-FFF2-40B4-BE49-F238E27FC236}">
                  <a16:creationId xmlns:a16="http://schemas.microsoft.com/office/drawing/2014/main" id="{B92CB093-F178-0F26-5365-083AD1D02898}"/>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691" name="文本框 28690">
              <a:extLst>
                <a:ext uri="{FF2B5EF4-FFF2-40B4-BE49-F238E27FC236}">
                  <a16:creationId xmlns:a16="http://schemas.microsoft.com/office/drawing/2014/main" id="{1EA7629F-BC32-7EC4-18A1-EBBDF679AEF8}"/>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C</a:t>
              </a:r>
            </a:p>
          </p:txBody>
        </p:sp>
      </p:grpSp>
      <p:grpSp>
        <p:nvGrpSpPr>
          <p:cNvPr id="28692" name="组合 28691">
            <a:extLst>
              <a:ext uri="{FF2B5EF4-FFF2-40B4-BE49-F238E27FC236}">
                <a16:creationId xmlns:a16="http://schemas.microsoft.com/office/drawing/2014/main" id="{10B72BC6-C160-1E08-3D7B-719FD62E9899}"/>
              </a:ext>
            </a:extLst>
          </p:cNvPr>
          <p:cNvGrpSpPr>
            <a:grpSpLocks/>
          </p:cNvGrpSpPr>
          <p:nvPr/>
        </p:nvGrpSpPr>
        <p:grpSpPr bwMode="auto">
          <a:xfrm>
            <a:off x="5360289" y="2656162"/>
            <a:ext cx="304800" cy="384175"/>
            <a:chOff x="3456" y="1218"/>
            <a:chExt cx="192" cy="242"/>
          </a:xfrm>
        </p:grpSpPr>
        <p:sp>
          <p:nvSpPr>
            <p:cNvPr id="7200" name="椭圆 28692">
              <a:extLst>
                <a:ext uri="{FF2B5EF4-FFF2-40B4-BE49-F238E27FC236}">
                  <a16:creationId xmlns:a16="http://schemas.microsoft.com/office/drawing/2014/main" id="{879F3F0A-AB3B-ECAD-7517-63EE6C7A7934}"/>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694" name="文本框 28693">
              <a:extLst>
                <a:ext uri="{FF2B5EF4-FFF2-40B4-BE49-F238E27FC236}">
                  <a16:creationId xmlns:a16="http://schemas.microsoft.com/office/drawing/2014/main" id="{609A98F8-8F6F-0D9E-64F2-38FC82DE18F6}"/>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D</a:t>
              </a:r>
            </a:p>
          </p:txBody>
        </p:sp>
      </p:grpSp>
      <p:grpSp>
        <p:nvGrpSpPr>
          <p:cNvPr id="28695" name="组合 28694">
            <a:extLst>
              <a:ext uri="{FF2B5EF4-FFF2-40B4-BE49-F238E27FC236}">
                <a16:creationId xmlns:a16="http://schemas.microsoft.com/office/drawing/2014/main" id="{3BA86CCE-FFF4-4A59-9B13-DFAA650162C6}"/>
              </a:ext>
            </a:extLst>
          </p:cNvPr>
          <p:cNvGrpSpPr>
            <a:grpSpLocks/>
          </p:cNvGrpSpPr>
          <p:nvPr/>
        </p:nvGrpSpPr>
        <p:grpSpPr bwMode="auto">
          <a:xfrm>
            <a:off x="3531489" y="2929212"/>
            <a:ext cx="304800" cy="384175"/>
            <a:chOff x="3456" y="1218"/>
            <a:chExt cx="192" cy="242"/>
          </a:xfrm>
        </p:grpSpPr>
        <p:sp>
          <p:nvSpPr>
            <p:cNvPr id="7203" name="椭圆 28695">
              <a:extLst>
                <a:ext uri="{FF2B5EF4-FFF2-40B4-BE49-F238E27FC236}">
                  <a16:creationId xmlns:a16="http://schemas.microsoft.com/office/drawing/2014/main" id="{32469E91-0AFC-E66A-C23C-F35D70ECC630}"/>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697" name="文本框 28696">
              <a:extLst>
                <a:ext uri="{FF2B5EF4-FFF2-40B4-BE49-F238E27FC236}">
                  <a16:creationId xmlns:a16="http://schemas.microsoft.com/office/drawing/2014/main" id="{D0F72881-C8DA-5042-3369-293481C1EB84}"/>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E</a:t>
              </a:r>
            </a:p>
          </p:txBody>
        </p:sp>
      </p:grpSp>
      <p:grpSp>
        <p:nvGrpSpPr>
          <p:cNvPr id="28698" name="组合 28697">
            <a:extLst>
              <a:ext uri="{FF2B5EF4-FFF2-40B4-BE49-F238E27FC236}">
                <a16:creationId xmlns:a16="http://schemas.microsoft.com/office/drawing/2014/main" id="{8E89874A-330E-5AF2-C55C-3990D74056FD}"/>
              </a:ext>
            </a:extLst>
          </p:cNvPr>
          <p:cNvGrpSpPr>
            <a:grpSpLocks/>
          </p:cNvGrpSpPr>
          <p:nvPr/>
        </p:nvGrpSpPr>
        <p:grpSpPr bwMode="auto">
          <a:xfrm>
            <a:off x="4064889" y="3310212"/>
            <a:ext cx="304800" cy="384175"/>
            <a:chOff x="3456" y="1218"/>
            <a:chExt cx="192" cy="242"/>
          </a:xfrm>
        </p:grpSpPr>
        <p:sp>
          <p:nvSpPr>
            <p:cNvPr id="7206" name="椭圆 28698">
              <a:extLst>
                <a:ext uri="{FF2B5EF4-FFF2-40B4-BE49-F238E27FC236}">
                  <a16:creationId xmlns:a16="http://schemas.microsoft.com/office/drawing/2014/main" id="{3CC58C08-4CB0-75F4-4897-D398EDD8531E}"/>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00" name="文本框 28699">
              <a:extLst>
                <a:ext uri="{FF2B5EF4-FFF2-40B4-BE49-F238E27FC236}">
                  <a16:creationId xmlns:a16="http://schemas.microsoft.com/office/drawing/2014/main" id="{B0018759-CC77-5E1E-0A58-A973BD1EADA8}"/>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F</a:t>
              </a:r>
            </a:p>
          </p:txBody>
        </p:sp>
      </p:grpSp>
      <p:grpSp>
        <p:nvGrpSpPr>
          <p:cNvPr id="28701" name="组合 28700">
            <a:extLst>
              <a:ext uri="{FF2B5EF4-FFF2-40B4-BE49-F238E27FC236}">
                <a16:creationId xmlns:a16="http://schemas.microsoft.com/office/drawing/2014/main" id="{AE9F106F-E799-6C67-A176-91FD87A7A367}"/>
              </a:ext>
            </a:extLst>
          </p:cNvPr>
          <p:cNvGrpSpPr>
            <a:grpSpLocks/>
          </p:cNvGrpSpPr>
          <p:nvPr/>
        </p:nvGrpSpPr>
        <p:grpSpPr bwMode="auto">
          <a:xfrm>
            <a:off x="4445889" y="4072212"/>
            <a:ext cx="304800" cy="384175"/>
            <a:chOff x="3456" y="1218"/>
            <a:chExt cx="192" cy="242"/>
          </a:xfrm>
        </p:grpSpPr>
        <p:sp>
          <p:nvSpPr>
            <p:cNvPr id="7209" name="椭圆 28701">
              <a:extLst>
                <a:ext uri="{FF2B5EF4-FFF2-40B4-BE49-F238E27FC236}">
                  <a16:creationId xmlns:a16="http://schemas.microsoft.com/office/drawing/2014/main" id="{475F6DFE-6A41-7965-E44C-3C0041FF3AD0}"/>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03" name="文本框 28702">
              <a:extLst>
                <a:ext uri="{FF2B5EF4-FFF2-40B4-BE49-F238E27FC236}">
                  <a16:creationId xmlns:a16="http://schemas.microsoft.com/office/drawing/2014/main" id="{BA5A4E71-8C5B-BCF7-C94E-23912663DF66}"/>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G</a:t>
              </a:r>
            </a:p>
          </p:txBody>
        </p:sp>
      </p:grpSp>
      <p:grpSp>
        <p:nvGrpSpPr>
          <p:cNvPr id="28704" name="组合 28703">
            <a:extLst>
              <a:ext uri="{FF2B5EF4-FFF2-40B4-BE49-F238E27FC236}">
                <a16:creationId xmlns:a16="http://schemas.microsoft.com/office/drawing/2014/main" id="{BAFE26BC-68B2-F217-300F-01F933860FE8}"/>
              </a:ext>
            </a:extLst>
          </p:cNvPr>
          <p:cNvGrpSpPr>
            <a:grpSpLocks/>
          </p:cNvGrpSpPr>
          <p:nvPr/>
        </p:nvGrpSpPr>
        <p:grpSpPr bwMode="auto">
          <a:xfrm>
            <a:off x="4979289" y="2932387"/>
            <a:ext cx="304800" cy="384175"/>
            <a:chOff x="3456" y="1218"/>
            <a:chExt cx="192" cy="242"/>
          </a:xfrm>
        </p:grpSpPr>
        <p:sp>
          <p:nvSpPr>
            <p:cNvPr id="7212" name="椭圆 28704">
              <a:extLst>
                <a:ext uri="{FF2B5EF4-FFF2-40B4-BE49-F238E27FC236}">
                  <a16:creationId xmlns:a16="http://schemas.microsoft.com/office/drawing/2014/main" id="{7299F3FD-45E5-E7D6-C85A-1165C240DBEA}"/>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06" name="文本框 28705">
              <a:extLst>
                <a:ext uri="{FF2B5EF4-FFF2-40B4-BE49-F238E27FC236}">
                  <a16:creationId xmlns:a16="http://schemas.microsoft.com/office/drawing/2014/main" id="{C5D2A65C-9566-0487-76D8-AA9D8FC4560A}"/>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H</a:t>
              </a:r>
            </a:p>
          </p:txBody>
        </p:sp>
      </p:grpSp>
      <p:grpSp>
        <p:nvGrpSpPr>
          <p:cNvPr id="28707" name="组合 28706">
            <a:extLst>
              <a:ext uri="{FF2B5EF4-FFF2-40B4-BE49-F238E27FC236}">
                <a16:creationId xmlns:a16="http://schemas.microsoft.com/office/drawing/2014/main" id="{0A964FDA-41FC-24D4-F4A3-A1BCC4A880CF}"/>
              </a:ext>
            </a:extLst>
          </p:cNvPr>
          <p:cNvGrpSpPr>
            <a:grpSpLocks/>
          </p:cNvGrpSpPr>
          <p:nvPr/>
        </p:nvGrpSpPr>
        <p:grpSpPr bwMode="auto">
          <a:xfrm>
            <a:off x="5665089" y="3386412"/>
            <a:ext cx="304800" cy="384175"/>
            <a:chOff x="3456" y="1218"/>
            <a:chExt cx="192" cy="242"/>
          </a:xfrm>
        </p:grpSpPr>
        <p:sp>
          <p:nvSpPr>
            <p:cNvPr id="7215" name="椭圆 28707">
              <a:extLst>
                <a:ext uri="{FF2B5EF4-FFF2-40B4-BE49-F238E27FC236}">
                  <a16:creationId xmlns:a16="http://schemas.microsoft.com/office/drawing/2014/main" id="{2F13D1E6-DB66-DBEC-A2EE-8E59496F3446}"/>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09" name="文本框 28708">
              <a:extLst>
                <a:ext uri="{FF2B5EF4-FFF2-40B4-BE49-F238E27FC236}">
                  <a16:creationId xmlns:a16="http://schemas.microsoft.com/office/drawing/2014/main" id="{40C43423-8368-15BD-1DA3-93C88D0F7941}"/>
                </a:ext>
              </a:extLst>
            </p:cNvPr>
            <p:cNvSpPr txBox="1"/>
            <p:nvPr/>
          </p:nvSpPr>
          <p:spPr>
            <a:xfrm>
              <a:off x="3456" y="1218"/>
              <a:ext cx="192" cy="242"/>
            </a:xfrm>
            <a:prstGeom prst="rect">
              <a:avLst/>
            </a:prstGeom>
            <a:noFill/>
            <a:ln w="12700">
              <a:noFill/>
            </a:ln>
          </p:spPr>
          <p:txBody>
            <a:bodyPr anchor="b">
              <a:spAutoFit/>
            </a:bodyPr>
            <a:lstStyle/>
            <a:p>
              <a:pPr algn="r">
                <a:lnSpc>
                  <a:spcPct val="80000"/>
                </a:lnSpc>
              </a:pPr>
              <a:r>
                <a:rPr lang="en-US" altLang="zh-CN" sz="2400" noProof="1">
                  <a:effectLst>
                    <a:outerShdw blurRad="38100" dist="38100" dir="2700000">
                      <a:srgbClr val="000000"/>
                    </a:outerShdw>
                  </a:effectLst>
                  <a:ea typeface="楷体_GB2312" pitchFamily="49" charset="-122"/>
                </a:rPr>
                <a:t>I</a:t>
              </a:r>
            </a:p>
          </p:txBody>
        </p:sp>
      </p:grpSp>
      <p:grpSp>
        <p:nvGrpSpPr>
          <p:cNvPr id="28710" name="组合 28709">
            <a:extLst>
              <a:ext uri="{FF2B5EF4-FFF2-40B4-BE49-F238E27FC236}">
                <a16:creationId xmlns:a16="http://schemas.microsoft.com/office/drawing/2014/main" id="{9EE7FBFB-8F62-9CB5-13C3-BCD3DD44C3AB}"/>
              </a:ext>
            </a:extLst>
          </p:cNvPr>
          <p:cNvGrpSpPr>
            <a:grpSpLocks/>
          </p:cNvGrpSpPr>
          <p:nvPr/>
        </p:nvGrpSpPr>
        <p:grpSpPr bwMode="auto">
          <a:xfrm>
            <a:off x="5741289" y="2856187"/>
            <a:ext cx="304800" cy="384175"/>
            <a:chOff x="3456" y="1218"/>
            <a:chExt cx="192" cy="242"/>
          </a:xfrm>
        </p:grpSpPr>
        <p:sp>
          <p:nvSpPr>
            <p:cNvPr id="7218" name="椭圆 28710">
              <a:extLst>
                <a:ext uri="{FF2B5EF4-FFF2-40B4-BE49-F238E27FC236}">
                  <a16:creationId xmlns:a16="http://schemas.microsoft.com/office/drawing/2014/main" id="{FEA8F512-85A4-3729-F251-28BF454144B9}"/>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12" name="文本框 28711">
              <a:extLst>
                <a:ext uri="{FF2B5EF4-FFF2-40B4-BE49-F238E27FC236}">
                  <a16:creationId xmlns:a16="http://schemas.microsoft.com/office/drawing/2014/main" id="{08B8F61B-0559-9804-5D09-475B8C6BF174}"/>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J</a:t>
              </a:r>
            </a:p>
          </p:txBody>
        </p:sp>
      </p:grpSp>
      <p:grpSp>
        <p:nvGrpSpPr>
          <p:cNvPr id="28713" name="组合 28712">
            <a:extLst>
              <a:ext uri="{FF2B5EF4-FFF2-40B4-BE49-F238E27FC236}">
                <a16:creationId xmlns:a16="http://schemas.microsoft.com/office/drawing/2014/main" id="{B696924A-14C7-C4B6-F182-C98849CC83C5}"/>
              </a:ext>
            </a:extLst>
          </p:cNvPr>
          <p:cNvGrpSpPr>
            <a:grpSpLocks/>
          </p:cNvGrpSpPr>
          <p:nvPr/>
        </p:nvGrpSpPr>
        <p:grpSpPr bwMode="auto">
          <a:xfrm>
            <a:off x="3226689" y="3234012"/>
            <a:ext cx="304800" cy="384175"/>
            <a:chOff x="3456" y="1218"/>
            <a:chExt cx="192" cy="242"/>
          </a:xfrm>
        </p:grpSpPr>
        <p:sp>
          <p:nvSpPr>
            <p:cNvPr id="7221" name="椭圆 28713">
              <a:extLst>
                <a:ext uri="{FF2B5EF4-FFF2-40B4-BE49-F238E27FC236}">
                  <a16:creationId xmlns:a16="http://schemas.microsoft.com/office/drawing/2014/main" id="{F45088F4-8ACD-1533-B1FC-7F8BCAB8EECE}"/>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15" name="文本框 28714">
              <a:extLst>
                <a:ext uri="{FF2B5EF4-FFF2-40B4-BE49-F238E27FC236}">
                  <a16:creationId xmlns:a16="http://schemas.microsoft.com/office/drawing/2014/main" id="{08F0579B-6C45-FFA5-1F05-B9F0ECB38683}"/>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K</a:t>
              </a:r>
            </a:p>
          </p:txBody>
        </p:sp>
      </p:grpSp>
      <p:grpSp>
        <p:nvGrpSpPr>
          <p:cNvPr id="28716" name="组合 28715">
            <a:extLst>
              <a:ext uri="{FF2B5EF4-FFF2-40B4-BE49-F238E27FC236}">
                <a16:creationId xmlns:a16="http://schemas.microsoft.com/office/drawing/2014/main" id="{4A51E014-FC97-4A76-954E-1EDEA53BCBFA}"/>
              </a:ext>
            </a:extLst>
          </p:cNvPr>
          <p:cNvGrpSpPr>
            <a:grpSpLocks/>
          </p:cNvGrpSpPr>
          <p:nvPr/>
        </p:nvGrpSpPr>
        <p:grpSpPr bwMode="auto">
          <a:xfrm>
            <a:off x="3607689" y="3310212"/>
            <a:ext cx="304800" cy="384175"/>
            <a:chOff x="3456" y="1218"/>
            <a:chExt cx="192" cy="242"/>
          </a:xfrm>
        </p:grpSpPr>
        <p:sp>
          <p:nvSpPr>
            <p:cNvPr id="7224" name="椭圆 28716">
              <a:extLst>
                <a:ext uri="{FF2B5EF4-FFF2-40B4-BE49-F238E27FC236}">
                  <a16:creationId xmlns:a16="http://schemas.microsoft.com/office/drawing/2014/main" id="{A0FE8529-DC8C-9764-5D3C-53D71584244D}"/>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18" name="文本框 28717">
              <a:extLst>
                <a:ext uri="{FF2B5EF4-FFF2-40B4-BE49-F238E27FC236}">
                  <a16:creationId xmlns:a16="http://schemas.microsoft.com/office/drawing/2014/main" id="{22B23206-801B-E153-2D29-85B6FD11BA11}"/>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L</a:t>
              </a:r>
            </a:p>
          </p:txBody>
        </p:sp>
      </p:grpSp>
      <p:grpSp>
        <p:nvGrpSpPr>
          <p:cNvPr id="28719" name="组合 28718">
            <a:extLst>
              <a:ext uri="{FF2B5EF4-FFF2-40B4-BE49-F238E27FC236}">
                <a16:creationId xmlns:a16="http://schemas.microsoft.com/office/drawing/2014/main" id="{69A5EA01-15B9-AF9E-D17C-D070D86C4543}"/>
              </a:ext>
            </a:extLst>
          </p:cNvPr>
          <p:cNvGrpSpPr>
            <a:grpSpLocks/>
          </p:cNvGrpSpPr>
          <p:nvPr/>
        </p:nvGrpSpPr>
        <p:grpSpPr bwMode="auto">
          <a:xfrm>
            <a:off x="4979289" y="3310212"/>
            <a:ext cx="304800" cy="384175"/>
            <a:chOff x="3456" y="1218"/>
            <a:chExt cx="192" cy="242"/>
          </a:xfrm>
        </p:grpSpPr>
        <p:sp>
          <p:nvSpPr>
            <p:cNvPr id="7227" name="椭圆 28719">
              <a:extLst>
                <a:ext uri="{FF2B5EF4-FFF2-40B4-BE49-F238E27FC236}">
                  <a16:creationId xmlns:a16="http://schemas.microsoft.com/office/drawing/2014/main" id="{E1F2CF27-7D5D-1951-E199-4262267C64DF}"/>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8721" name="文本框 28720">
              <a:extLst>
                <a:ext uri="{FF2B5EF4-FFF2-40B4-BE49-F238E27FC236}">
                  <a16:creationId xmlns:a16="http://schemas.microsoft.com/office/drawing/2014/main" id="{C5F84039-E1B0-B284-29F0-2EA9CAB8003F}"/>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M</a:t>
              </a:r>
            </a:p>
          </p:txBody>
        </p:sp>
      </p:grpSp>
      <p:sp>
        <p:nvSpPr>
          <p:cNvPr id="2" name="椭圆 1">
            <a:extLst>
              <a:ext uri="{FF2B5EF4-FFF2-40B4-BE49-F238E27FC236}">
                <a16:creationId xmlns:a16="http://schemas.microsoft.com/office/drawing/2014/main" id="{27090175-89D7-E378-0AB3-4E08100369A7}"/>
              </a:ext>
            </a:extLst>
          </p:cNvPr>
          <p:cNvSpPr>
            <a:spLocks noChangeArrowheads="1"/>
          </p:cNvSpPr>
          <p:nvPr/>
        </p:nvSpPr>
        <p:spPr bwMode="auto">
          <a:xfrm>
            <a:off x="6726620" y="851338"/>
            <a:ext cx="4627179" cy="2617076"/>
          </a:xfrm>
          <a:prstGeom prst="ellipse">
            <a:avLst/>
          </a:prstGeom>
          <a:solidFill>
            <a:schemeClr val="accent6">
              <a:lumMod val="20000"/>
              <a:lumOff val="80000"/>
            </a:schemeClr>
          </a:solidFill>
          <a:ln w="28575" cap="sq">
            <a:solidFill>
              <a:srgbClr val="006666"/>
            </a:solidFill>
            <a:round/>
            <a:headEnd/>
            <a:tailEnd/>
          </a:ln>
        </p:spPr>
        <p:txBody>
          <a:bodyPr/>
          <a:lstStyle/>
          <a:p>
            <a:endParaRPr lang="zh-CN" altLang="en-US"/>
          </a:p>
        </p:txBody>
      </p:sp>
      <p:sp>
        <p:nvSpPr>
          <p:cNvPr id="3" name="椭圆 2">
            <a:extLst>
              <a:ext uri="{FF2B5EF4-FFF2-40B4-BE49-F238E27FC236}">
                <a16:creationId xmlns:a16="http://schemas.microsoft.com/office/drawing/2014/main" id="{EDAC293F-D6C8-5392-09D5-5E01E7922D4D}"/>
              </a:ext>
            </a:extLst>
          </p:cNvPr>
          <p:cNvSpPr>
            <a:spLocks noChangeArrowheads="1"/>
          </p:cNvSpPr>
          <p:nvPr/>
        </p:nvSpPr>
        <p:spPr bwMode="auto">
          <a:xfrm>
            <a:off x="9360785" y="1408386"/>
            <a:ext cx="1931276" cy="1617824"/>
          </a:xfrm>
          <a:prstGeom prst="ellipse">
            <a:avLst/>
          </a:prstGeom>
          <a:solidFill>
            <a:srgbClr val="FBE2DF"/>
          </a:solidFill>
          <a:ln w="28575" cap="sq">
            <a:solidFill>
              <a:srgbClr val="CC6600"/>
            </a:solidFill>
            <a:round/>
            <a:headEnd/>
            <a:tailEnd/>
          </a:ln>
        </p:spPr>
        <p:txBody>
          <a:bodyPr/>
          <a:lstStyle/>
          <a:p>
            <a:endParaRPr lang="zh-CN" altLang="en-US"/>
          </a:p>
        </p:txBody>
      </p:sp>
      <p:sp>
        <p:nvSpPr>
          <p:cNvPr id="4" name="椭圆 3">
            <a:extLst>
              <a:ext uri="{FF2B5EF4-FFF2-40B4-BE49-F238E27FC236}">
                <a16:creationId xmlns:a16="http://schemas.microsoft.com/office/drawing/2014/main" id="{9A2E6045-6327-63D5-A2CD-041204F4629B}"/>
              </a:ext>
            </a:extLst>
          </p:cNvPr>
          <p:cNvSpPr>
            <a:spLocks noChangeArrowheads="1"/>
          </p:cNvSpPr>
          <p:nvPr/>
        </p:nvSpPr>
        <p:spPr bwMode="auto">
          <a:xfrm>
            <a:off x="9551285" y="1874016"/>
            <a:ext cx="685800" cy="104994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5" name="椭圆 4">
            <a:extLst>
              <a:ext uri="{FF2B5EF4-FFF2-40B4-BE49-F238E27FC236}">
                <a16:creationId xmlns:a16="http://schemas.microsoft.com/office/drawing/2014/main" id="{E472534D-4940-525D-8E12-D7DE61DC1CF9}"/>
              </a:ext>
            </a:extLst>
          </p:cNvPr>
          <p:cNvSpPr>
            <a:spLocks noChangeArrowheads="1"/>
          </p:cNvSpPr>
          <p:nvPr/>
        </p:nvSpPr>
        <p:spPr bwMode="auto">
          <a:xfrm>
            <a:off x="8610600" y="1412109"/>
            <a:ext cx="685800" cy="1254891"/>
          </a:xfrm>
          <a:prstGeom prst="ellipse">
            <a:avLst/>
          </a:prstGeom>
          <a:solidFill>
            <a:srgbClr val="FBE2DF"/>
          </a:solidFill>
          <a:ln w="28575" cap="sq">
            <a:solidFill>
              <a:srgbClr val="CC6600"/>
            </a:solidFill>
            <a:round/>
            <a:headEnd/>
            <a:tailEnd/>
          </a:ln>
        </p:spPr>
        <p:txBody>
          <a:bodyPr/>
          <a:lstStyle/>
          <a:p>
            <a:endParaRPr lang="zh-CN" altLang="en-US"/>
          </a:p>
        </p:txBody>
      </p:sp>
      <p:sp>
        <p:nvSpPr>
          <p:cNvPr id="6" name="椭圆 5">
            <a:extLst>
              <a:ext uri="{FF2B5EF4-FFF2-40B4-BE49-F238E27FC236}">
                <a16:creationId xmlns:a16="http://schemas.microsoft.com/office/drawing/2014/main" id="{39944E49-0E75-0567-741C-6A0F0B1076BF}"/>
              </a:ext>
            </a:extLst>
          </p:cNvPr>
          <p:cNvSpPr>
            <a:spLocks noChangeArrowheads="1"/>
          </p:cNvSpPr>
          <p:nvPr/>
        </p:nvSpPr>
        <p:spPr bwMode="auto">
          <a:xfrm>
            <a:off x="9741785" y="2468397"/>
            <a:ext cx="381000" cy="381000"/>
          </a:xfrm>
          <a:prstGeom prst="ellipse">
            <a:avLst/>
          </a:prstGeom>
          <a:solidFill>
            <a:srgbClr val="FFFF99"/>
          </a:solidFill>
          <a:ln w="28575" cap="sq">
            <a:solidFill>
              <a:srgbClr val="FF3300"/>
            </a:solidFill>
            <a:round/>
            <a:headEnd/>
            <a:tailEnd/>
          </a:ln>
        </p:spPr>
        <p:txBody>
          <a:bodyPr/>
          <a:lstStyle/>
          <a:p>
            <a:endParaRPr lang="zh-CN" altLang="en-US"/>
          </a:p>
        </p:txBody>
      </p:sp>
      <p:sp>
        <p:nvSpPr>
          <p:cNvPr id="7" name="椭圆 6">
            <a:extLst>
              <a:ext uri="{FF2B5EF4-FFF2-40B4-BE49-F238E27FC236}">
                <a16:creationId xmlns:a16="http://schemas.microsoft.com/office/drawing/2014/main" id="{729CBAD2-8BA5-8ED2-6605-E6044B09CF9B}"/>
              </a:ext>
            </a:extLst>
          </p:cNvPr>
          <p:cNvSpPr>
            <a:spLocks noChangeArrowheads="1"/>
          </p:cNvSpPr>
          <p:nvPr/>
        </p:nvSpPr>
        <p:spPr bwMode="auto">
          <a:xfrm>
            <a:off x="10846685" y="2014811"/>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8" name="椭圆 7">
            <a:extLst>
              <a:ext uri="{FF2B5EF4-FFF2-40B4-BE49-F238E27FC236}">
                <a16:creationId xmlns:a16="http://schemas.microsoft.com/office/drawing/2014/main" id="{D4AD4964-FC68-4BE9-2283-7E90A903E955}"/>
              </a:ext>
            </a:extLst>
          </p:cNvPr>
          <p:cNvSpPr>
            <a:spLocks noChangeArrowheads="1"/>
          </p:cNvSpPr>
          <p:nvPr/>
        </p:nvSpPr>
        <p:spPr bwMode="auto">
          <a:xfrm>
            <a:off x="10313285" y="2017986"/>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9" name="椭圆 8">
            <a:extLst>
              <a:ext uri="{FF2B5EF4-FFF2-40B4-BE49-F238E27FC236}">
                <a16:creationId xmlns:a16="http://schemas.microsoft.com/office/drawing/2014/main" id="{E1DF5D37-E81E-8794-7069-C8CD87100D46}"/>
              </a:ext>
            </a:extLst>
          </p:cNvPr>
          <p:cNvSpPr>
            <a:spLocks noChangeArrowheads="1"/>
          </p:cNvSpPr>
          <p:nvPr/>
        </p:nvSpPr>
        <p:spPr bwMode="auto">
          <a:xfrm>
            <a:off x="8763000" y="2166227"/>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10" name="椭圆 9">
            <a:extLst>
              <a:ext uri="{FF2B5EF4-FFF2-40B4-BE49-F238E27FC236}">
                <a16:creationId xmlns:a16="http://schemas.microsoft.com/office/drawing/2014/main" id="{BC6E17B3-391E-629D-C125-FE00A3962B80}"/>
              </a:ext>
            </a:extLst>
          </p:cNvPr>
          <p:cNvSpPr>
            <a:spLocks noChangeArrowheads="1"/>
          </p:cNvSpPr>
          <p:nvPr/>
        </p:nvSpPr>
        <p:spPr bwMode="auto">
          <a:xfrm>
            <a:off x="6926319" y="1329339"/>
            <a:ext cx="1639603" cy="1792233"/>
          </a:xfrm>
          <a:prstGeom prst="ellipse">
            <a:avLst/>
          </a:prstGeom>
          <a:solidFill>
            <a:srgbClr val="FBE2DF"/>
          </a:solidFill>
          <a:ln w="28575" cap="sq">
            <a:solidFill>
              <a:srgbClr val="CC6600"/>
            </a:solidFill>
            <a:round/>
            <a:headEnd/>
            <a:tailEnd/>
          </a:ln>
        </p:spPr>
        <p:txBody>
          <a:bodyPr/>
          <a:lstStyle/>
          <a:p>
            <a:endParaRPr lang="zh-CN" altLang="en-US"/>
          </a:p>
        </p:txBody>
      </p:sp>
      <p:sp>
        <p:nvSpPr>
          <p:cNvPr id="11" name="椭圆 10">
            <a:extLst>
              <a:ext uri="{FF2B5EF4-FFF2-40B4-BE49-F238E27FC236}">
                <a16:creationId xmlns:a16="http://schemas.microsoft.com/office/drawing/2014/main" id="{5C2FBD04-C11C-90C0-5E15-51F173C0149F}"/>
              </a:ext>
            </a:extLst>
          </p:cNvPr>
          <p:cNvSpPr>
            <a:spLocks noChangeArrowheads="1"/>
          </p:cNvSpPr>
          <p:nvPr/>
        </p:nvSpPr>
        <p:spPr bwMode="auto">
          <a:xfrm>
            <a:off x="8108069" y="1918465"/>
            <a:ext cx="381000" cy="381000"/>
          </a:xfrm>
          <a:prstGeom prst="ellipse">
            <a:avLst/>
          </a:prstGeom>
          <a:solidFill>
            <a:schemeClr val="folHlink"/>
          </a:solidFill>
          <a:ln w="28575" cap="sq">
            <a:solidFill>
              <a:srgbClr val="333399"/>
            </a:solidFill>
            <a:round/>
            <a:headEnd/>
            <a:tailEnd/>
          </a:ln>
        </p:spPr>
        <p:txBody>
          <a:bodyPr/>
          <a:lstStyle/>
          <a:p>
            <a:endParaRPr lang="zh-CN" altLang="en-US"/>
          </a:p>
        </p:txBody>
      </p:sp>
      <p:sp>
        <p:nvSpPr>
          <p:cNvPr id="12" name="椭圆 11">
            <a:extLst>
              <a:ext uri="{FF2B5EF4-FFF2-40B4-BE49-F238E27FC236}">
                <a16:creationId xmlns:a16="http://schemas.microsoft.com/office/drawing/2014/main" id="{B24FBF46-30F5-D69D-3E2A-94BCE7EA0CE3}"/>
              </a:ext>
            </a:extLst>
          </p:cNvPr>
          <p:cNvSpPr/>
          <p:nvPr/>
        </p:nvSpPr>
        <p:spPr>
          <a:xfrm>
            <a:off x="7117469" y="1875327"/>
            <a:ext cx="914400" cy="1150883"/>
          </a:xfrm>
          <a:prstGeom prst="ellipse">
            <a:avLst/>
          </a:prstGeom>
          <a:solidFill>
            <a:schemeClr val="folHlink"/>
          </a:solidFill>
          <a:ln w="28575" cap="sq" cmpd="sng">
            <a:solidFill>
              <a:srgbClr val="006666"/>
            </a:solidFill>
            <a:prstDash val="solid"/>
            <a:headEnd type="none" w="med" len="med"/>
            <a:tailEnd type="none" w="med" len="med"/>
          </a:ln>
        </p:spPr>
        <p:txBody>
          <a:bodyPr wrap="none" anchor="ctr"/>
          <a:lstStyle/>
          <a:p>
            <a:pPr algn="ctr"/>
            <a:endParaRPr sz="2400" noProof="1">
              <a:solidFill>
                <a:srgbClr val="333399"/>
              </a:solidFill>
              <a:effectLst>
                <a:outerShdw blurRad="38100" dist="38100" dir="2700000">
                  <a:srgbClr val="000000"/>
                </a:outerShdw>
              </a:effectLst>
              <a:ea typeface="楷体_GB2312" pitchFamily="49" charset="-122"/>
            </a:endParaRPr>
          </a:p>
        </p:txBody>
      </p:sp>
      <p:sp>
        <p:nvSpPr>
          <p:cNvPr id="13" name="椭圆 12">
            <a:extLst>
              <a:ext uri="{FF2B5EF4-FFF2-40B4-BE49-F238E27FC236}">
                <a16:creationId xmlns:a16="http://schemas.microsoft.com/office/drawing/2014/main" id="{86893C10-6E2A-61C9-53EA-5514907E16A6}"/>
              </a:ext>
            </a:extLst>
          </p:cNvPr>
          <p:cNvSpPr>
            <a:spLocks noChangeArrowheads="1"/>
          </p:cNvSpPr>
          <p:nvPr/>
        </p:nvSpPr>
        <p:spPr bwMode="auto">
          <a:xfrm>
            <a:off x="7155569" y="2443983"/>
            <a:ext cx="381000" cy="381000"/>
          </a:xfrm>
          <a:prstGeom prst="ellipse">
            <a:avLst/>
          </a:prstGeom>
          <a:solidFill>
            <a:srgbClr val="FFFF99"/>
          </a:solidFill>
          <a:ln w="28575" cap="sq">
            <a:solidFill>
              <a:srgbClr val="FF3300"/>
            </a:solidFill>
            <a:round/>
            <a:headEnd/>
            <a:tailEnd/>
          </a:ln>
        </p:spPr>
        <p:txBody>
          <a:bodyPr/>
          <a:lstStyle/>
          <a:p>
            <a:endParaRPr lang="zh-CN" altLang="en-US"/>
          </a:p>
        </p:txBody>
      </p:sp>
      <p:sp>
        <p:nvSpPr>
          <p:cNvPr id="14" name="椭圆 13">
            <a:extLst>
              <a:ext uri="{FF2B5EF4-FFF2-40B4-BE49-F238E27FC236}">
                <a16:creationId xmlns:a16="http://schemas.microsoft.com/office/drawing/2014/main" id="{ABA8B858-889B-8444-EAFA-8A664AB9EDFB}"/>
              </a:ext>
            </a:extLst>
          </p:cNvPr>
          <p:cNvSpPr>
            <a:spLocks noChangeArrowheads="1"/>
          </p:cNvSpPr>
          <p:nvPr/>
        </p:nvSpPr>
        <p:spPr bwMode="auto">
          <a:xfrm>
            <a:off x="7612769" y="2443983"/>
            <a:ext cx="381000" cy="381000"/>
          </a:xfrm>
          <a:prstGeom prst="ellipse">
            <a:avLst/>
          </a:prstGeom>
          <a:solidFill>
            <a:srgbClr val="FFFF99"/>
          </a:solidFill>
          <a:ln w="28575" cap="sq">
            <a:solidFill>
              <a:srgbClr val="FF3300"/>
            </a:solidFill>
            <a:round/>
            <a:headEnd/>
            <a:tailEnd/>
          </a:ln>
        </p:spPr>
        <p:txBody>
          <a:bodyPr/>
          <a:lstStyle/>
          <a:p>
            <a:endParaRPr lang="zh-CN" altLang="en-US"/>
          </a:p>
        </p:txBody>
      </p:sp>
      <p:grpSp>
        <p:nvGrpSpPr>
          <p:cNvPr id="15" name="组合 14">
            <a:extLst>
              <a:ext uri="{FF2B5EF4-FFF2-40B4-BE49-F238E27FC236}">
                <a16:creationId xmlns:a16="http://schemas.microsoft.com/office/drawing/2014/main" id="{3DE3AD0A-A8D6-211A-D4B5-9315D68EAC15}"/>
              </a:ext>
            </a:extLst>
          </p:cNvPr>
          <p:cNvGrpSpPr>
            <a:grpSpLocks/>
          </p:cNvGrpSpPr>
          <p:nvPr/>
        </p:nvGrpSpPr>
        <p:grpSpPr bwMode="auto">
          <a:xfrm>
            <a:off x="8953500" y="831139"/>
            <a:ext cx="304800" cy="384175"/>
            <a:chOff x="3456" y="1218"/>
            <a:chExt cx="192" cy="242"/>
          </a:xfrm>
        </p:grpSpPr>
        <p:sp>
          <p:nvSpPr>
            <p:cNvPr id="16" name="椭圆 246852">
              <a:extLst>
                <a:ext uri="{FF2B5EF4-FFF2-40B4-BE49-F238E27FC236}">
                  <a16:creationId xmlns:a16="http://schemas.microsoft.com/office/drawing/2014/main" id="{ACBBA7E5-4B45-737D-F012-218734242FE6}"/>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17" name="文本框 16">
              <a:extLst>
                <a:ext uri="{FF2B5EF4-FFF2-40B4-BE49-F238E27FC236}">
                  <a16:creationId xmlns:a16="http://schemas.microsoft.com/office/drawing/2014/main" id="{A9EA6E18-4445-DA97-5B37-8B91E37174AA}"/>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A</a:t>
              </a:r>
            </a:p>
          </p:txBody>
        </p:sp>
      </p:grpSp>
      <p:grpSp>
        <p:nvGrpSpPr>
          <p:cNvPr id="18" name="组合 17">
            <a:extLst>
              <a:ext uri="{FF2B5EF4-FFF2-40B4-BE49-F238E27FC236}">
                <a16:creationId xmlns:a16="http://schemas.microsoft.com/office/drawing/2014/main" id="{C6C3FF1E-BEFA-CBCB-6469-2BFA7B04F1FF}"/>
              </a:ext>
            </a:extLst>
          </p:cNvPr>
          <p:cNvGrpSpPr>
            <a:grpSpLocks/>
          </p:cNvGrpSpPr>
          <p:nvPr/>
        </p:nvGrpSpPr>
        <p:grpSpPr bwMode="auto">
          <a:xfrm>
            <a:off x="7619999" y="1416817"/>
            <a:ext cx="304800" cy="384175"/>
            <a:chOff x="3456" y="1218"/>
            <a:chExt cx="192" cy="242"/>
          </a:xfrm>
        </p:grpSpPr>
        <p:sp>
          <p:nvSpPr>
            <p:cNvPr id="19" name="椭圆 246855">
              <a:extLst>
                <a:ext uri="{FF2B5EF4-FFF2-40B4-BE49-F238E27FC236}">
                  <a16:creationId xmlns:a16="http://schemas.microsoft.com/office/drawing/2014/main" id="{9E85A2B9-69B2-C9F9-E5FC-EBB81A455E1B}"/>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0" name="文本框 19">
              <a:extLst>
                <a:ext uri="{FF2B5EF4-FFF2-40B4-BE49-F238E27FC236}">
                  <a16:creationId xmlns:a16="http://schemas.microsoft.com/office/drawing/2014/main" id="{8950EFD1-4723-55ED-4173-302BB1418119}"/>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B</a:t>
              </a:r>
            </a:p>
          </p:txBody>
        </p:sp>
      </p:grpSp>
      <p:grpSp>
        <p:nvGrpSpPr>
          <p:cNvPr id="21" name="组合 20">
            <a:extLst>
              <a:ext uri="{FF2B5EF4-FFF2-40B4-BE49-F238E27FC236}">
                <a16:creationId xmlns:a16="http://schemas.microsoft.com/office/drawing/2014/main" id="{F44B486D-1623-95AA-BE3A-18621AB84179}"/>
              </a:ext>
            </a:extLst>
          </p:cNvPr>
          <p:cNvGrpSpPr>
            <a:grpSpLocks/>
          </p:cNvGrpSpPr>
          <p:nvPr/>
        </p:nvGrpSpPr>
        <p:grpSpPr bwMode="auto">
          <a:xfrm>
            <a:off x="8763000" y="1561335"/>
            <a:ext cx="304800" cy="384175"/>
            <a:chOff x="3456" y="1218"/>
            <a:chExt cx="192" cy="242"/>
          </a:xfrm>
        </p:grpSpPr>
        <p:sp>
          <p:nvSpPr>
            <p:cNvPr id="22" name="椭圆 246858">
              <a:extLst>
                <a:ext uri="{FF2B5EF4-FFF2-40B4-BE49-F238E27FC236}">
                  <a16:creationId xmlns:a16="http://schemas.microsoft.com/office/drawing/2014/main" id="{139B631B-B51C-AA9D-F73D-4A34BA780284}"/>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3" name="文本框 22">
              <a:extLst>
                <a:ext uri="{FF2B5EF4-FFF2-40B4-BE49-F238E27FC236}">
                  <a16:creationId xmlns:a16="http://schemas.microsoft.com/office/drawing/2014/main" id="{8851D2C0-909C-FBA2-8B69-16A8CE304AD5}"/>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C</a:t>
              </a:r>
            </a:p>
          </p:txBody>
        </p:sp>
      </p:grpSp>
      <p:grpSp>
        <p:nvGrpSpPr>
          <p:cNvPr id="24" name="组合 23">
            <a:extLst>
              <a:ext uri="{FF2B5EF4-FFF2-40B4-BE49-F238E27FC236}">
                <a16:creationId xmlns:a16="http://schemas.microsoft.com/office/drawing/2014/main" id="{70D5E53D-A8C6-19C4-783A-434F650D3346}"/>
              </a:ext>
            </a:extLst>
          </p:cNvPr>
          <p:cNvGrpSpPr>
            <a:grpSpLocks/>
          </p:cNvGrpSpPr>
          <p:nvPr/>
        </p:nvGrpSpPr>
        <p:grpSpPr bwMode="auto">
          <a:xfrm>
            <a:off x="10229204" y="1427819"/>
            <a:ext cx="304800" cy="384175"/>
            <a:chOff x="3456" y="1218"/>
            <a:chExt cx="192" cy="242"/>
          </a:xfrm>
        </p:grpSpPr>
        <p:sp>
          <p:nvSpPr>
            <p:cNvPr id="25" name="椭圆 246861">
              <a:extLst>
                <a:ext uri="{FF2B5EF4-FFF2-40B4-BE49-F238E27FC236}">
                  <a16:creationId xmlns:a16="http://schemas.microsoft.com/office/drawing/2014/main" id="{E05F78D7-5294-218F-D784-8209D1D207E1}"/>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6" name="文本框 25">
              <a:extLst>
                <a:ext uri="{FF2B5EF4-FFF2-40B4-BE49-F238E27FC236}">
                  <a16:creationId xmlns:a16="http://schemas.microsoft.com/office/drawing/2014/main" id="{5568E518-B11A-5C96-67DF-87FBF26F7D10}"/>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D</a:t>
              </a:r>
            </a:p>
          </p:txBody>
        </p:sp>
      </p:grpSp>
      <p:grpSp>
        <p:nvGrpSpPr>
          <p:cNvPr id="27" name="组合 26">
            <a:extLst>
              <a:ext uri="{FF2B5EF4-FFF2-40B4-BE49-F238E27FC236}">
                <a16:creationId xmlns:a16="http://schemas.microsoft.com/office/drawing/2014/main" id="{9AD2D6A2-D9B6-F672-CD8B-07E7FBCE20B0}"/>
              </a:ext>
            </a:extLst>
          </p:cNvPr>
          <p:cNvGrpSpPr>
            <a:grpSpLocks/>
          </p:cNvGrpSpPr>
          <p:nvPr/>
        </p:nvGrpSpPr>
        <p:grpSpPr bwMode="auto">
          <a:xfrm>
            <a:off x="7346069" y="1915291"/>
            <a:ext cx="304800" cy="384175"/>
            <a:chOff x="3456" y="1218"/>
            <a:chExt cx="192" cy="242"/>
          </a:xfrm>
        </p:grpSpPr>
        <p:sp>
          <p:nvSpPr>
            <p:cNvPr id="28" name="椭圆 246864">
              <a:extLst>
                <a:ext uri="{FF2B5EF4-FFF2-40B4-BE49-F238E27FC236}">
                  <a16:creationId xmlns:a16="http://schemas.microsoft.com/office/drawing/2014/main" id="{3FF2AED9-A490-FA17-497D-9223A53CE6BB}"/>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29" name="文本框 28">
              <a:extLst>
                <a:ext uri="{FF2B5EF4-FFF2-40B4-BE49-F238E27FC236}">
                  <a16:creationId xmlns:a16="http://schemas.microsoft.com/office/drawing/2014/main" id="{A6C85862-F673-B7E1-446B-750D96B414F8}"/>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E</a:t>
              </a:r>
            </a:p>
          </p:txBody>
        </p:sp>
      </p:grpSp>
      <p:grpSp>
        <p:nvGrpSpPr>
          <p:cNvPr id="30" name="组合 29">
            <a:extLst>
              <a:ext uri="{FF2B5EF4-FFF2-40B4-BE49-F238E27FC236}">
                <a16:creationId xmlns:a16="http://schemas.microsoft.com/office/drawing/2014/main" id="{2ADEC3B8-B89C-28A1-B695-EAD2B3C12AA0}"/>
              </a:ext>
            </a:extLst>
          </p:cNvPr>
          <p:cNvGrpSpPr>
            <a:grpSpLocks/>
          </p:cNvGrpSpPr>
          <p:nvPr/>
        </p:nvGrpSpPr>
        <p:grpSpPr bwMode="auto">
          <a:xfrm>
            <a:off x="8108069" y="1918466"/>
            <a:ext cx="304800" cy="384175"/>
            <a:chOff x="3456" y="1218"/>
            <a:chExt cx="192" cy="242"/>
          </a:xfrm>
        </p:grpSpPr>
        <p:sp>
          <p:nvSpPr>
            <p:cNvPr id="31" name="椭圆 246867">
              <a:extLst>
                <a:ext uri="{FF2B5EF4-FFF2-40B4-BE49-F238E27FC236}">
                  <a16:creationId xmlns:a16="http://schemas.microsoft.com/office/drawing/2014/main" id="{766E2BBF-69A8-4B17-BF7F-0AE3A0799C23}"/>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32" name="文本框 31">
              <a:extLst>
                <a:ext uri="{FF2B5EF4-FFF2-40B4-BE49-F238E27FC236}">
                  <a16:creationId xmlns:a16="http://schemas.microsoft.com/office/drawing/2014/main" id="{DBF254F2-54B0-76AB-D66D-C001F90FADB1}"/>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F</a:t>
              </a:r>
            </a:p>
          </p:txBody>
        </p:sp>
      </p:grpSp>
      <p:grpSp>
        <p:nvGrpSpPr>
          <p:cNvPr id="33" name="组合 32">
            <a:extLst>
              <a:ext uri="{FF2B5EF4-FFF2-40B4-BE49-F238E27FC236}">
                <a16:creationId xmlns:a16="http://schemas.microsoft.com/office/drawing/2014/main" id="{867AFE49-40D1-B75A-85B2-168EB3FD9CFF}"/>
              </a:ext>
            </a:extLst>
          </p:cNvPr>
          <p:cNvGrpSpPr>
            <a:grpSpLocks/>
          </p:cNvGrpSpPr>
          <p:nvPr/>
        </p:nvGrpSpPr>
        <p:grpSpPr bwMode="auto">
          <a:xfrm>
            <a:off x="8763000" y="2166228"/>
            <a:ext cx="304800" cy="384175"/>
            <a:chOff x="3456" y="1218"/>
            <a:chExt cx="192" cy="242"/>
          </a:xfrm>
        </p:grpSpPr>
        <p:sp>
          <p:nvSpPr>
            <p:cNvPr id="34" name="椭圆 246870">
              <a:extLst>
                <a:ext uri="{FF2B5EF4-FFF2-40B4-BE49-F238E27FC236}">
                  <a16:creationId xmlns:a16="http://schemas.microsoft.com/office/drawing/2014/main" id="{E41086D2-F570-5642-7C82-1F9DA010223D}"/>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35" name="文本框 34">
              <a:extLst>
                <a:ext uri="{FF2B5EF4-FFF2-40B4-BE49-F238E27FC236}">
                  <a16:creationId xmlns:a16="http://schemas.microsoft.com/office/drawing/2014/main" id="{1FE10F56-D9B6-0678-2EC7-A59FF20C6200}"/>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G</a:t>
              </a:r>
            </a:p>
          </p:txBody>
        </p:sp>
      </p:grpSp>
      <p:grpSp>
        <p:nvGrpSpPr>
          <p:cNvPr id="36" name="组合 35">
            <a:extLst>
              <a:ext uri="{FF2B5EF4-FFF2-40B4-BE49-F238E27FC236}">
                <a16:creationId xmlns:a16="http://schemas.microsoft.com/office/drawing/2014/main" id="{91EC2B0C-F325-1492-304E-AADBC24C8D3C}"/>
              </a:ext>
            </a:extLst>
          </p:cNvPr>
          <p:cNvGrpSpPr>
            <a:grpSpLocks/>
          </p:cNvGrpSpPr>
          <p:nvPr/>
        </p:nvGrpSpPr>
        <p:grpSpPr bwMode="auto">
          <a:xfrm>
            <a:off x="9703685" y="1947042"/>
            <a:ext cx="304800" cy="384175"/>
            <a:chOff x="3456" y="1218"/>
            <a:chExt cx="192" cy="242"/>
          </a:xfrm>
        </p:grpSpPr>
        <p:sp>
          <p:nvSpPr>
            <p:cNvPr id="37" name="椭圆 246873">
              <a:extLst>
                <a:ext uri="{FF2B5EF4-FFF2-40B4-BE49-F238E27FC236}">
                  <a16:creationId xmlns:a16="http://schemas.microsoft.com/office/drawing/2014/main" id="{955E1E5A-7435-C235-F648-35A3F922E721}"/>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38" name="文本框 37">
              <a:extLst>
                <a:ext uri="{FF2B5EF4-FFF2-40B4-BE49-F238E27FC236}">
                  <a16:creationId xmlns:a16="http://schemas.microsoft.com/office/drawing/2014/main" id="{D63042DF-7AD6-4F6E-C79E-5218E4A6CA0F}"/>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H</a:t>
              </a:r>
            </a:p>
          </p:txBody>
        </p:sp>
      </p:grpSp>
      <p:grpSp>
        <p:nvGrpSpPr>
          <p:cNvPr id="39" name="组合 38">
            <a:extLst>
              <a:ext uri="{FF2B5EF4-FFF2-40B4-BE49-F238E27FC236}">
                <a16:creationId xmlns:a16="http://schemas.microsoft.com/office/drawing/2014/main" id="{408D10E1-59BF-2489-88AF-1FA4F009389A}"/>
              </a:ext>
            </a:extLst>
          </p:cNvPr>
          <p:cNvGrpSpPr>
            <a:grpSpLocks/>
          </p:cNvGrpSpPr>
          <p:nvPr/>
        </p:nvGrpSpPr>
        <p:grpSpPr bwMode="auto">
          <a:xfrm>
            <a:off x="10313285" y="2014812"/>
            <a:ext cx="304800" cy="384175"/>
            <a:chOff x="3456" y="1218"/>
            <a:chExt cx="192" cy="242"/>
          </a:xfrm>
        </p:grpSpPr>
        <p:sp>
          <p:nvSpPr>
            <p:cNvPr id="40" name="椭圆 246876">
              <a:extLst>
                <a:ext uri="{FF2B5EF4-FFF2-40B4-BE49-F238E27FC236}">
                  <a16:creationId xmlns:a16="http://schemas.microsoft.com/office/drawing/2014/main" id="{042A87D1-9D87-6D58-E2CF-D2EB0158844F}"/>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41" name="文本框 40">
              <a:extLst>
                <a:ext uri="{FF2B5EF4-FFF2-40B4-BE49-F238E27FC236}">
                  <a16:creationId xmlns:a16="http://schemas.microsoft.com/office/drawing/2014/main" id="{84241D45-A6C0-87C0-FBBD-3CC4F5D532F1}"/>
                </a:ext>
              </a:extLst>
            </p:cNvPr>
            <p:cNvSpPr txBox="1"/>
            <p:nvPr/>
          </p:nvSpPr>
          <p:spPr>
            <a:xfrm>
              <a:off x="3456" y="1218"/>
              <a:ext cx="192" cy="242"/>
            </a:xfrm>
            <a:prstGeom prst="rect">
              <a:avLst/>
            </a:prstGeom>
            <a:noFill/>
            <a:ln w="12700">
              <a:noFill/>
            </a:ln>
          </p:spPr>
          <p:txBody>
            <a:bodyPr anchor="b">
              <a:spAutoFit/>
            </a:bodyPr>
            <a:lstStyle/>
            <a:p>
              <a:pPr algn="r">
                <a:lnSpc>
                  <a:spcPct val="80000"/>
                </a:lnSpc>
              </a:pPr>
              <a:r>
                <a:rPr lang="en-US" altLang="zh-CN" sz="2400" noProof="1">
                  <a:effectLst>
                    <a:outerShdw blurRad="38100" dist="38100" dir="2700000">
                      <a:srgbClr val="000000"/>
                    </a:outerShdw>
                  </a:effectLst>
                  <a:ea typeface="楷体_GB2312" pitchFamily="49" charset="-122"/>
                </a:rPr>
                <a:t>I</a:t>
              </a:r>
            </a:p>
          </p:txBody>
        </p:sp>
      </p:grpSp>
      <p:grpSp>
        <p:nvGrpSpPr>
          <p:cNvPr id="42" name="组合 41">
            <a:extLst>
              <a:ext uri="{FF2B5EF4-FFF2-40B4-BE49-F238E27FC236}">
                <a16:creationId xmlns:a16="http://schemas.microsoft.com/office/drawing/2014/main" id="{3E9EDC0B-3FCE-CDB8-F346-E340D02B7D27}"/>
              </a:ext>
            </a:extLst>
          </p:cNvPr>
          <p:cNvGrpSpPr>
            <a:grpSpLocks/>
          </p:cNvGrpSpPr>
          <p:nvPr/>
        </p:nvGrpSpPr>
        <p:grpSpPr bwMode="auto">
          <a:xfrm>
            <a:off x="10846685" y="2014812"/>
            <a:ext cx="304800" cy="384175"/>
            <a:chOff x="3456" y="1218"/>
            <a:chExt cx="192" cy="242"/>
          </a:xfrm>
        </p:grpSpPr>
        <p:sp>
          <p:nvSpPr>
            <p:cNvPr id="43" name="椭圆 246879">
              <a:extLst>
                <a:ext uri="{FF2B5EF4-FFF2-40B4-BE49-F238E27FC236}">
                  <a16:creationId xmlns:a16="http://schemas.microsoft.com/office/drawing/2014/main" id="{3890F086-8CFA-64F0-06B0-3B22AA92D8AC}"/>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44" name="文本框 43">
              <a:extLst>
                <a:ext uri="{FF2B5EF4-FFF2-40B4-BE49-F238E27FC236}">
                  <a16:creationId xmlns:a16="http://schemas.microsoft.com/office/drawing/2014/main" id="{66B81801-7CF7-7EED-3A28-2B5B22BC2384}"/>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J</a:t>
              </a:r>
            </a:p>
          </p:txBody>
        </p:sp>
      </p:grpSp>
      <p:grpSp>
        <p:nvGrpSpPr>
          <p:cNvPr id="45" name="组合 44">
            <a:extLst>
              <a:ext uri="{FF2B5EF4-FFF2-40B4-BE49-F238E27FC236}">
                <a16:creationId xmlns:a16="http://schemas.microsoft.com/office/drawing/2014/main" id="{6A79A7FC-8470-6680-7120-10B19A279748}"/>
              </a:ext>
            </a:extLst>
          </p:cNvPr>
          <p:cNvGrpSpPr>
            <a:grpSpLocks/>
          </p:cNvGrpSpPr>
          <p:nvPr/>
        </p:nvGrpSpPr>
        <p:grpSpPr bwMode="auto">
          <a:xfrm>
            <a:off x="7155569" y="2440809"/>
            <a:ext cx="304800" cy="384175"/>
            <a:chOff x="3456" y="1218"/>
            <a:chExt cx="192" cy="242"/>
          </a:xfrm>
        </p:grpSpPr>
        <p:sp>
          <p:nvSpPr>
            <p:cNvPr id="46" name="椭圆 246882">
              <a:extLst>
                <a:ext uri="{FF2B5EF4-FFF2-40B4-BE49-F238E27FC236}">
                  <a16:creationId xmlns:a16="http://schemas.microsoft.com/office/drawing/2014/main" id="{377227AA-B669-8235-EEA3-A3A1A368107B}"/>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47" name="文本框 46">
              <a:extLst>
                <a:ext uri="{FF2B5EF4-FFF2-40B4-BE49-F238E27FC236}">
                  <a16:creationId xmlns:a16="http://schemas.microsoft.com/office/drawing/2014/main" id="{81891063-1E76-CB1E-4CEE-B0557000DE7D}"/>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K</a:t>
              </a:r>
            </a:p>
          </p:txBody>
        </p:sp>
      </p:grpSp>
      <p:grpSp>
        <p:nvGrpSpPr>
          <p:cNvPr id="48" name="组合 47">
            <a:extLst>
              <a:ext uri="{FF2B5EF4-FFF2-40B4-BE49-F238E27FC236}">
                <a16:creationId xmlns:a16="http://schemas.microsoft.com/office/drawing/2014/main" id="{73B8B16A-61D2-BCF7-68BE-DC5BDFF2676F}"/>
              </a:ext>
            </a:extLst>
          </p:cNvPr>
          <p:cNvGrpSpPr>
            <a:grpSpLocks/>
          </p:cNvGrpSpPr>
          <p:nvPr/>
        </p:nvGrpSpPr>
        <p:grpSpPr bwMode="auto">
          <a:xfrm>
            <a:off x="7612769" y="2440809"/>
            <a:ext cx="304800" cy="384175"/>
            <a:chOff x="3456" y="1218"/>
            <a:chExt cx="192" cy="242"/>
          </a:xfrm>
        </p:grpSpPr>
        <p:sp>
          <p:nvSpPr>
            <p:cNvPr id="49" name="椭圆 246885">
              <a:extLst>
                <a:ext uri="{FF2B5EF4-FFF2-40B4-BE49-F238E27FC236}">
                  <a16:creationId xmlns:a16="http://schemas.microsoft.com/office/drawing/2014/main" id="{764F5A85-74E0-2D3D-1405-0C319128B735}"/>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50" name="文本框 49">
              <a:extLst>
                <a:ext uri="{FF2B5EF4-FFF2-40B4-BE49-F238E27FC236}">
                  <a16:creationId xmlns:a16="http://schemas.microsoft.com/office/drawing/2014/main" id="{00E2000C-1A6C-4C7F-631C-1CD670878C5D}"/>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L</a:t>
              </a:r>
            </a:p>
          </p:txBody>
        </p:sp>
      </p:grpSp>
      <p:grpSp>
        <p:nvGrpSpPr>
          <p:cNvPr id="51" name="组合 50">
            <a:extLst>
              <a:ext uri="{FF2B5EF4-FFF2-40B4-BE49-F238E27FC236}">
                <a16:creationId xmlns:a16="http://schemas.microsoft.com/office/drawing/2014/main" id="{E13E9E52-1FC4-2C87-89A7-8D852DF15FC0}"/>
              </a:ext>
            </a:extLst>
          </p:cNvPr>
          <p:cNvGrpSpPr>
            <a:grpSpLocks/>
          </p:cNvGrpSpPr>
          <p:nvPr/>
        </p:nvGrpSpPr>
        <p:grpSpPr bwMode="auto">
          <a:xfrm>
            <a:off x="9703691" y="2454713"/>
            <a:ext cx="304800" cy="384175"/>
            <a:chOff x="3456" y="1218"/>
            <a:chExt cx="192" cy="242"/>
          </a:xfrm>
        </p:grpSpPr>
        <p:sp>
          <p:nvSpPr>
            <p:cNvPr id="52" name="椭圆 246888">
              <a:extLst>
                <a:ext uri="{FF2B5EF4-FFF2-40B4-BE49-F238E27FC236}">
                  <a16:creationId xmlns:a16="http://schemas.microsoft.com/office/drawing/2014/main" id="{262209C4-0996-316F-EEF3-D15037845762}"/>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53" name="文本框 52">
              <a:extLst>
                <a:ext uri="{FF2B5EF4-FFF2-40B4-BE49-F238E27FC236}">
                  <a16:creationId xmlns:a16="http://schemas.microsoft.com/office/drawing/2014/main" id="{CA04489A-7D15-120F-C3AA-D0912F42C1EA}"/>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M</a:t>
              </a:r>
            </a:p>
          </p:txBody>
        </p:sp>
      </p:grpSp>
      <p:sp>
        <p:nvSpPr>
          <p:cNvPr id="54" name="直接连接符 53">
            <a:extLst>
              <a:ext uri="{FF2B5EF4-FFF2-40B4-BE49-F238E27FC236}">
                <a16:creationId xmlns:a16="http://schemas.microsoft.com/office/drawing/2014/main" id="{07EB6A16-939C-8FC8-44D7-DE5833FE7625}"/>
              </a:ext>
            </a:extLst>
          </p:cNvPr>
          <p:cNvSpPr>
            <a:spLocks noChangeShapeType="1"/>
          </p:cNvSpPr>
          <p:nvPr/>
        </p:nvSpPr>
        <p:spPr bwMode="auto">
          <a:xfrm flipH="1">
            <a:off x="7885396" y="1138839"/>
            <a:ext cx="1185031" cy="381000"/>
          </a:xfrm>
          <a:prstGeom prst="line">
            <a:avLst/>
          </a:prstGeom>
          <a:noFill/>
          <a:ln w="38100" cap="sq">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直接连接符 54">
            <a:extLst>
              <a:ext uri="{FF2B5EF4-FFF2-40B4-BE49-F238E27FC236}">
                <a16:creationId xmlns:a16="http://schemas.microsoft.com/office/drawing/2014/main" id="{77089829-65B1-C64A-DCD2-58260FF1A2F6}"/>
              </a:ext>
            </a:extLst>
          </p:cNvPr>
          <p:cNvSpPr>
            <a:spLocks noChangeShapeType="1"/>
          </p:cNvSpPr>
          <p:nvPr/>
        </p:nvSpPr>
        <p:spPr bwMode="auto">
          <a:xfrm flipH="1">
            <a:off x="8952196" y="1175627"/>
            <a:ext cx="189162" cy="465082"/>
          </a:xfrm>
          <a:prstGeom prst="line">
            <a:avLst/>
          </a:prstGeom>
          <a:noFill/>
          <a:ln w="38100" cap="sq">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直接连接符 55">
            <a:extLst>
              <a:ext uri="{FF2B5EF4-FFF2-40B4-BE49-F238E27FC236}">
                <a16:creationId xmlns:a16="http://schemas.microsoft.com/office/drawing/2014/main" id="{5F04B4C7-3DDC-9DE0-4B5F-D0615163E062}"/>
              </a:ext>
            </a:extLst>
          </p:cNvPr>
          <p:cNvSpPr>
            <a:spLocks noChangeShapeType="1"/>
          </p:cNvSpPr>
          <p:nvPr/>
        </p:nvSpPr>
        <p:spPr bwMode="auto">
          <a:xfrm>
            <a:off x="9217572" y="1104681"/>
            <a:ext cx="1145628" cy="463442"/>
          </a:xfrm>
          <a:prstGeom prst="line">
            <a:avLst/>
          </a:prstGeom>
          <a:noFill/>
          <a:ln w="38100" cap="sq">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直接连接符 56">
            <a:extLst>
              <a:ext uri="{FF2B5EF4-FFF2-40B4-BE49-F238E27FC236}">
                <a16:creationId xmlns:a16="http://schemas.microsoft.com/office/drawing/2014/main" id="{8712D50B-9E9F-A06C-A6C3-C4D3FC3761ED}"/>
              </a:ext>
            </a:extLst>
          </p:cNvPr>
          <p:cNvSpPr>
            <a:spLocks noChangeShapeType="1"/>
          </p:cNvSpPr>
          <p:nvPr/>
        </p:nvSpPr>
        <p:spPr bwMode="auto">
          <a:xfrm>
            <a:off x="7848599" y="1724791"/>
            <a:ext cx="326483" cy="273049"/>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直接连接符 57">
            <a:extLst>
              <a:ext uri="{FF2B5EF4-FFF2-40B4-BE49-F238E27FC236}">
                <a16:creationId xmlns:a16="http://schemas.microsoft.com/office/drawing/2014/main" id="{5070ABA3-C21B-B13F-B17A-4EBB50A82160}"/>
              </a:ext>
            </a:extLst>
          </p:cNvPr>
          <p:cNvSpPr>
            <a:spLocks noChangeShapeType="1"/>
          </p:cNvSpPr>
          <p:nvPr/>
        </p:nvSpPr>
        <p:spPr bwMode="auto">
          <a:xfrm>
            <a:off x="8991596" y="1877191"/>
            <a:ext cx="4" cy="289036"/>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直接连接符 58">
            <a:extLst>
              <a:ext uri="{FF2B5EF4-FFF2-40B4-BE49-F238E27FC236}">
                <a16:creationId xmlns:a16="http://schemas.microsoft.com/office/drawing/2014/main" id="{E26C4ACE-83A3-8B03-86B8-351F0884BDA4}"/>
              </a:ext>
            </a:extLst>
          </p:cNvPr>
          <p:cNvSpPr>
            <a:spLocks noChangeShapeType="1"/>
          </p:cNvSpPr>
          <p:nvPr/>
        </p:nvSpPr>
        <p:spPr bwMode="auto">
          <a:xfrm flipH="1">
            <a:off x="9982200" y="1752600"/>
            <a:ext cx="396765" cy="262211"/>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直接连接符 59">
            <a:extLst>
              <a:ext uri="{FF2B5EF4-FFF2-40B4-BE49-F238E27FC236}">
                <a16:creationId xmlns:a16="http://schemas.microsoft.com/office/drawing/2014/main" id="{D0EE81E4-3D93-8D7C-FF2D-AA811CA53AB5}"/>
              </a:ext>
            </a:extLst>
          </p:cNvPr>
          <p:cNvSpPr>
            <a:spLocks noChangeShapeType="1"/>
          </p:cNvSpPr>
          <p:nvPr/>
        </p:nvSpPr>
        <p:spPr bwMode="auto">
          <a:xfrm>
            <a:off x="10427585" y="1781504"/>
            <a:ext cx="76200" cy="236482"/>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直接连接符 60">
            <a:extLst>
              <a:ext uri="{FF2B5EF4-FFF2-40B4-BE49-F238E27FC236}">
                <a16:creationId xmlns:a16="http://schemas.microsoft.com/office/drawing/2014/main" id="{64552327-FBC2-48F4-536F-EA6118995320}"/>
              </a:ext>
            </a:extLst>
          </p:cNvPr>
          <p:cNvSpPr>
            <a:spLocks noChangeShapeType="1"/>
          </p:cNvSpPr>
          <p:nvPr/>
        </p:nvSpPr>
        <p:spPr bwMode="auto">
          <a:xfrm>
            <a:off x="10493265" y="1752600"/>
            <a:ext cx="483482" cy="253343"/>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直接连接符 61">
            <a:extLst>
              <a:ext uri="{FF2B5EF4-FFF2-40B4-BE49-F238E27FC236}">
                <a16:creationId xmlns:a16="http://schemas.microsoft.com/office/drawing/2014/main" id="{738EAAA4-2123-538F-3977-DF38BE9C5D2B}"/>
              </a:ext>
            </a:extLst>
          </p:cNvPr>
          <p:cNvSpPr>
            <a:spLocks noChangeShapeType="1"/>
          </p:cNvSpPr>
          <p:nvPr/>
        </p:nvSpPr>
        <p:spPr bwMode="auto">
          <a:xfrm flipH="1">
            <a:off x="7384167" y="2223265"/>
            <a:ext cx="114301" cy="220718"/>
          </a:xfrm>
          <a:prstGeom prst="line">
            <a:avLst/>
          </a:prstGeom>
          <a:noFill/>
          <a:ln w="38100" cap="sq">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直接连接符 62">
            <a:extLst>
              <a:ext uri="{FF2B5EF4-FFF2-40B4-BE49-F238E27FC236}">
                <a16:creationId xmlns:a16="http://schemas.microsoft.com/office/drawing/2014/main" id="{35D13442-EAE4-1E0E-44FF-F0CC4AB24EB4}"/>
              </a:ext>
            </a:extLst>
          </p:cNvPr>
          <p:cNvSpPr>
            <a:spLocks noChangeShapeType="1"/>
          </p:cNvSpPr>
          <p:nvPr/>
        </p:nvSpPr>
        <p:spPr bwMode="auto">
          <a:xfrm>
            <a:off x="7574668" y="2223265"/>
            <a:ext cx="190499" cy="228600"/>
          </a:xfrm>
          <a:prstGeom prst="line">
            <a:avLst/>
          </a:prstGeom>
          <a:noFill/>
          <a:ln w="38100" cap="sq">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2" name="直接连接符 28671">
            <a:extLst>
              <a:ext uri="{FF2B5EF4-FFF2-40B4-BE49-F238E27FC236}">
                <a16:creationId xmlns:a16="http://schemas.microsoft.com/office/drawing/2014/main" id="{A53D06AD-4D2A-4091-4E76-A459CA9EC781}"/>
              </a:ext>
            </a:extLst>
          </p:cNvPr>
          <p:cNvSpPr>
            <a:spLocks noChangeShapeType="1"/>
          </p:cNvSpPr>
          <p:nvPr/>
        </p:nvSpPr>
        <p:spPr bwMode="auto">
          <a:xfrm>
            <a:off x="9909951" y="2308659"/>
            <a:ext cx="21020" cy="167075"/>
          </a:xfrm>
          <a:prstGeom prst="line">
            <a:avLst/>
          </a:prstGeom>
          <a:noFill/>
          <a:ln w="38100" cap="sq">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8673" name="组合 28672">
            <a:extLst>
              <a:ext uri="{FF2B5EF4-FFF2-40B4-BE49-F238E27FC236}">
                <a16:creationId xmlns:a16="http://schemas.microsoft.com/office/drawing/2014/main" id="{96E66B6F-CF2F-2394-2081-758782437589}"/>
              </a:ext>
            </a:extLst>
          </p:cNvPr>
          <p:cNvGrpSpPr/>
          <p:nvPr/>
        </p:nvGrpSpPr>
        <p:grpSpPr>
          <a:xfrm>
            <a:off x="7433761" y="3741684"/>
            <a:ext cx="3854048" cy="2274639"/>
            <a:chOff x="4758140" y="3875882"/>
            <a:chExt cx="3854048" cy="2274639"/>
          </a:xfrm>
        </p:grpSpPr>
        <p:sp>
          <p:nvSpPr>
            <p:cNvPr id="28674" name="直接连接符 246958">
              <a:extLst>
                <a:ext uri="{FF2B5EF4-FFF2-40B4-BE49-F238E27FC236}">
                  <a16:creationId xmlns:a16="http://schemas.microsoft.com/office/drawing/2014/main" id="{F563AF33-1D9D-5DE9-BEC1-555F7C4FE5F1}"/>
                </a:ext>
              </a:extLst>
            </p:cNvPr>
            <p:cNvSpPr>
              <a:spLocks noChangeShapeType="1"/>
            </p:cNvSpPr>
            <p:nvPr/>
          </p:nvSpPr>
          <p:spPr bwMode="auto">
            <a:xfrm flipH="1">
              <a:off x="4988991" y="5510651"/>
              <a:ext cx="152400" cy="304800"/>
            </a:xfrm>
            <a:prstGeom prst="line">
              <a:avLst/>
            </a:prstGeom>
            <a:noFill/>
            <a:ln w="38100" cap="sq">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8" name="直接连接符 246959">
              <a:extLst>
                <a:ext uri="{FF2B5EF4-FFF2-40B4-BE49-F238E27FC236}">
                  <a16:creationId xmlns:a16="http://schemas.microsoft.com/office/drawing/2014/main" id="{EDFE14DF-395D-C0E3-4A07-C1FDC9007365}"/>
                </a:ext>
              </a:extLst>
            </p:cNvPr>
            <p:cNvSpPr>
              <a:spLocks noChangeShapeType="1"/>
            </p:cNvSpPr>
            <p:nvPr/>
          </p:nvSpPr>
          <p:spPr bwMode="auto">
            <a:xfrm>
              <a:off x="5217591" y="5510651"/>
              <a:ext cx="152400" cy="304800"/>
            </a:xfrm>
            <a:prstGeom prst="line">
              <a:avLst/>
            </a:prstGeom>
            <a:noFill/>
            <a:ln w="38100" cap="sq">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0" name="直接连接符 246952">
              <a:extLst>
                <a:ext uri="{FF2B5EF4-FFF2-40B4-BE49-F238E27FC236}">
                  <a16:creationId xmlns:a16="http://schemas.microsoft.com/office/drawing/2014/main" id="{C15C202C-A127-21EB-C67B-A4946D89A166}"/>
                </a:ext>
              </a:extLst>
            </p:cNvPr>
            <p:cNvSpPr>
              <a:spLocks noChangeShapeType="1"/>
            </p:cNvSpPr>
            <p:nvPr/>
          </p:nvSpPr>
          <p:spPr bwMode="auto">
            <a:xfrm flipH="1">
              <a:off x="5166794" y="4803775"/>
              <a:ext cx="228600" cy="457200"/>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1" name="直接连接符 246953">
              <a:extLst>
                <a:ext uri="{FF2B5EF4-FFF2-40B4-BE49-F238E27FC236}">
                  <a16:creationId xmlns:a16="http://schemas.microsoft.com/office/drawing/2014/main" id="{93F77366-0970-6845-1A98-C8BC5880F380}"/>
                </a:ext>
              </a:extLst>
            </p:cNvPr>
            <p:cNvSpPr>
              <a:spLocks noChangeShapeType="1"/>
            </p:cNvSpPr>
            <p:nvPr/>
          </p:nvSpPr>
          <p:spPr bwMode="auto">
            <a:xfrm>
              <a:off x="5591038" y="4778157"/>
              <a:ext cx="304800" cy="457200"/>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2" name="直接连接符 246954">
              <a:extLst>
                <a:ext uri="{FF2B5EF4-FFF2-40B4-BE49-F238E27FC236}">
                  <a16:creationId xmlns:a16="http://schemas.microsoft.com/office/drawing/2014/main" id="{6A8F43AD-B8B8-CC07-C7B4-5D0C28B589A1}"/>
                </a:ext>
              </a:extLst>
            </p:cNvPr>
            <p:cNvSpPr>
              <a:spLocks noChangeShapeType="1"/>
            </p:cNvSpPr>
            <p:nvPr/>
          </p:nvSpPr>
          <p:spPr bwMode="auto">
            <a:xfrm>
              <a:off x="6644776" y="4835690"/>
              <a:ext cx="0" cy="457200"/>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3" name="直接连接符 246955">
              <a:extLst>
                <a:ext uri="{FF2B5EF4-FFF2-40B4-BE49-F238E27FC236}">
                  <a16:creationId xmlns:a16="http://schemas.microsoft.com/office/drawing/2014/main" id="{C456DF84-255A-FDFF-3949-E57EC7E811F4}"/>
                </a:ext>
              </a:extLst>
            </p:cNvPr>
            <p:cNvSpPr>
              <a:spLocks noChangeShapeType="1"/>
            </p:cNvSpPr>
            <p:nvPr/>
          </p:nvSpPr>
          <p:spPr bwMode="auto">
            <a:xfrm flipH="1">
              <a:off x="7317438" y="4765675"/>
              <a:ext cx="457200" cy="533400"/>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直接连接符 246956">
              <a:extLst>
                <a:ext uri="{FF2B5EF4-FFF2-40B4-BE49-F238E27FC236}">
                  <a16:creationId xmlns:a16="http://schemas.microsoft.com/office/drawing/2014/main" id="{F42D4851-FB86-7E2E-A0BE-785E0ADC8778}"/>
                </a:ext>
              </a:extLst>
            </p:cNvPr>
            <p:cNvSpPr>
              <a:spLocks noChangeShapeType="1"/>
            </p:cNvSpPr>
            <p:nvPr/>
          </p:nvSpPr>
          <p:spPr bwMode="auto">
            <a:xfrm flipH="1">
              <a:off x="7850188" y="4803775"/>
              <a:ext cx="0" cy="533400"/>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0" name="直接连接符 246957">
              <a:extLst>
                <a:ext uri="{FF2B5EF4-FFF2-40B4-BE49-F238E27FC236}">
                  <a16:creationId xmlns:a16="http://schemas.microsoft.com/office/drawing/2014/main" id="{4803097E-D01A-C28B-E48C-F128E6F0F812}"/>
                </a:ext>
              </a:extLst>
            </p:cNvPr>
            <p:cNvSpPr>
              <a:spLocks noChangeShapeType="1"/>
            </p:cNvSpPr>
            <p:nvPr/>
          </p:nvSpPr>
          <p:spPr bwMode="auto">
            <a:xfrm>
              <a:off x="7907338" y="4732585"/>
              <a:ext cx="457200" cy="533400"/>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3" name="直接连接符 246960">
              <a:extLst>
                <a:ext uri="{FF2B5EF4-FFF2-40B4-BE49-F238E27FC236}">
                  <a16:creationId xmlns:a16="http://schemas.microsoft.com/office/drawing/2014/main" id="{1A029DE3-8E75-2A95-BBA5-7ABA0D0B6F18}"/>
                </a:ext>
              </a:extLst>
            </p:cNvPr>
            <p:cNvSpPr>
              <a:spLocks noChangeShapeType="1"/>
            </p:cNvSpPr>
            <p:nvPr/>
          </p:nvSpPr>
          <p:spPr bwMode="auto">
            <a:xfrm flipH="1">
              <a:off x="7280002" y="5548586"/>
              <a:ext cx="0" cy="304800"/>
            </a:xfrm>
            <a:prstGeom prst="line">
              <a:avLst/>
            </a:prstGeom>
            <a:noFill/>
            <a:ln w="38100" cap="sq">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6" name="直接连接符 246949">
              <a:extLst>
                <a:ext uri="{FF2B5EF4-FFF2-40B4-BE49-F238E27FC236}">
                  <a16:creationId xmlns:a16="http://schemas.microsoft.com/office/drawing/2014/main" id="{712CB599-E595-EDFC-C3D2-34F4887A3F58}"/>
                </a:ext>
              </a:extLst>
            </p:cNvPr>
            <p:cNvSpPr>
              <a:spLocks noChangeShapeType="1"/>
            </p:cNvSpPr>
            <p:nvPr/>
          </p:nvSpPr>
          <p:spPr bwMode="auto">
            <a:xfrm flipH="1">
              <a:off x="5439238" y="4146715"/>
              <a:ext cx="1162050" cy="477838"/>
            </a:xfrm>
            <a:prstGeom prst="line">
              <a:avLst/>
            </a:prstGeom>
            <a:noFill/>
            <a:ln w="38100" cap="sq">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9" name="直接连接符 246950">
              <a:extLst>
                <a:ext uri="{FF2B5EF4-FFF2-40B4-BE49-F238E27FC236}">
                  <a16:creationId xmlns:a16="http://schemas.microsoft.com/office/drawing/2014/main" id="{91EE8C02-B0BE-6748-C8F3-5B5E0D861008}"/>
                </a:ext>
              </a:extLst>
            </p:cNvPr>
            <p:cNvSpPr>
              <a:spLocks noChangeShapeType="1"/>
            </p:cNvSpPr>
            <p:nvPr/>
          </p:nvSpPr>
          <p:spPr bwMode="auto">
            <a:xfrm flipH="1">
              <a:off x="6637800" y="4246563"/>
              <a:ext cx="0" cy="281152"/>
            </a:xfrm>
            <a:prstGeom prst="line">
              <a:avLst/>
            </a:prstGeom>
            <a:noFill/>
            <a:ln w="38100" cap="sq">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2" name="直接连接符 246951">
              <a:extLst>
                <a:ext uri="{FF2B5EF4-FFF2-40B4-BE49-F238E27FC236}">
                  <a16:creationId xmlns:a16="http://schemas.microsoft.com/office/drawing/2014/main" id="{A684EB05-DF8B-CE1B-5FCD-6D8075AD0077}"/>
                </a:ext>
              </a:extLst>
            </p:cNvPr>
            <p:cNvSpPr>
              <a:spLocks noChangeShapeType="1"/>
            </p:cNvSpPr>
            <p:nvPr/>
          </p:nvSpPr>
          <p:spPr bwMode="auto">
            <a:xfrm>
              <a:off x="6669088" y="4148138"/>
              <a:ext cx="1103313" cy="423863"/>
            </a:xfrm>
            <a:prstGeom prst="line">
              <a:avLst/>
            </a:prstGeom>
            <a:noFill/>
            <a:ln w="38100" cap="sq">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5" name="椭圆 246966">
              <a:extLst>
                <a:ext uri="{FF2B5EF4-FFF2-40B4-BE49-F238E27FC236}">
                  <a16:creationId xmlns:a16="http://schemas.microsoft.com/office/drawing/2014/main" id="{5F541F31-F59F-78B9-E876-08F09E127D42}"/>
                </a:ext>
              </a:extLst>
            </p:cNvPr>
            <p:cNvSpPr>
              <a:spLocks noChangeArrowheads="1"/>
            </p:cNvSpPr>
            <p:nvPr/>
          </p:nvSpPr>
          <p:spPr bwMode="auto">
            <a:xfrm>
              <a:off x="7088188" y="5170761"/>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28708" name="椭圆 246965">
              <a:extLst>
                <a:ext uri="{FF2B5EF4-FFF2-40B4-BE49-F238E27FC236}">
                  <a16:creationId xmlns:a16="http://schemas.microsoft.com/office/drawing/2014/main" id="{1A1AF1F5-4B4F-34BA-F224-44D88965EBF1}"/>
                </a:ext>
              </a:extLst>
            </p:cNvPr>
            <p:cNvSpPr>
              <a:spLocks noChangeArrowheads="1"/>
            </p:cNvSpPr>
            <p:nvPr/>
          </p:nvSpPr>
          <p:spPr bwMode="auto">
            <a:xfrm>
              <a:off x="4988991" y="5129651"/>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28711" name="椭圆 246964">
              <a:extLst>
                <a:ext uri="{FF2B5EF4-FFF2-40B4-BE49-F238E27FC236}">
                  <a16:creationId xmlns:a16="http://schemas.microsoft.com/office/drawing/2014/main" id="{E094BA6C-C3D5-DE0E-DDEC-7B4CE7DC244F}"/>
                </a:ext>
              </a:extLst>
            </p:cNvPr>
            <p:cNvSpPr>
              <a:spLocks noChangeArrowheads="1"/>
            </p:cNvSpPr>
            <p:nvPr/>
          </p:nvSpPr>
          <p:spPr bwMode="auto">
            <a:xfrm>
              <a:off x="6428813" y="3883820"/>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28714" name="椭圆 246963">
              <a:extLst>
                <a:ext uri="{FF2B5EF4-FFF2-40B4-BE49-F238E27FC236}">
                  <a16:creationId xmlns:a16="http://schemas.microsoft.com/office/drawing/2014/main" id="{EF4C98C2-6BD3-CAA6-62C7-DE13D7909CD9}"/>
                </a:ext>
              </a:extLst>
            </p:cNvPr>
            <p:cNvSpPr>
              <a:spLocks noChangeArrowheads="1"/>
            </p:cNvSpPr>
            <p:nvPr/>
          </p:nvSpPr>
          <p:spPr bwMode="auto">
            <a:xfrm>
              <a:off x="5293791" y="4457865"/>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28717" name="椭圆 246962">
              <a:extLst>
                <a:ext uri="{FF2B5EF4-FFF2-40B4-BE49-F238E27FC236}">
                  <a16:creationId xmlns:a16="http://schemas.microsoft.com/office/drawing/2014/main" id="{81C72973-ACB2-7EB8-455C-1C6D12C689B8}"/>
                </a:ext>
              </a:extLst>
            </p:cNvPr>
            <p:cNvSpPr>
              <a:spLocks noChangeArrowheads="1"/>
            </p:cNvSpPr>
            <p:nvPr/>
          </p:nvSpPr>
          <p:spPr bwMode="auto">
            <a:xfrm>
              <a:off x="7659688" y="4454690"/>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28720" name="椭圆 246961">
              <a:extLst>
                <a:ext uri="{FF2B5EF4-FFF2-40B4-BE49-F238E27FC236}">
                  <a16:creationId xmlns:a16="http://schemas.microsoft.com/office/drawing/2014/main" id="{C8C79B36-D9F9-93D4-0743-AF74EA6F35AD}"/>
                </a:ext>
              </a:extLst>
            </p:cNvPr>
            <p:cNvSpPr>
              <a:spLocks noChangeArrowheads="1"/>
            </p:cNvSpPr>
            <p:nvPr/>
          </p:nvSpPr>
          <p:spPr bwMode="auto">
            <a:xfrm>
              <a:off x="6441935" y="4457865"/>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28735" name="椭圆 246903">
              <a:extLst>
                <a:ext uri="{FF2B5EF4-FFF2-40B4-BE49-F238E27FC236}">
                  <a16:creationId xmlns:a16="http://schemas.microsoft.com/office/drawing/2014/main" id="{C18C5D59-A7AA-B7E5-C5E4-08778D49B5C4}"/>
                </a:ext>
              </a:extLst>
            </p:cNvPr>
            <p:cNvSpPr>
              <a:spLocks noChangeArrowheads="1"/>
            </p:cNvSpPr>
            <p:nvPr/>
          </p:nvSpPr>
          <p:spPr bwMode="auto">
            <a:xfrm>
              <a:off x="7098691" y="5769521"/>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7168" name="椭圆 246904">
              <a:extLst>
                <a:ext uri="{FF2B5EF4-FFF2-40B4-BE49-F238E27FC236}">
                  <a16:creationId xmlns:a16="http://schemas.microsoft.com/office/drawing/2014/main" id="{E4119DAE-5F8E-A79C-7091-961F3874533D}"/>
                </a:ext>
              </a:extLst>
            </p:cNvPr>
            <p:cNvSpPr>
              <a:spLocks noChangeArrowheads="1"/>
            </p:cNvSpPr>
            <p:nvPr/>
          </p:nvSpPr>
          <p:spPr bwMode="auto">
            <a:xfrm>
              <a:off x="8231188" y="5167586"/>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7171" name="椭圆 246905">
              <a:extLst>
                <a:ext uri="{FF2B5EF4-FFF2-40B4-BE49-F238E27FC236}">
                  <a16:creationId xmlns:a16="http://schemas.microsoft.com/office/drawing/2014/main" id="{17E4A66F-4291-0847-964A-A8B76E34D658}"/>
                </a:ext>
              </a:extLst>
            </p:cNvPr>
            <p:cNvSpPr>
              <a:spLocks noChangeArrowheads="1"/>
            </p:cNvSpPr>
            <p:nvPr/>
          </p:nvSpPr>
          <p:spPr bwMode="auto">
            <a:xfrm>
              <a:off x="7697788" y="5170761"/>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7172" name="椭圆 246906">
              <a:extLst>
                <a:ext uri="{FF2B5EF4-FFF2-40B4-BE49-F238E27FC236}">
                  <a16:creationId xmlns:a16="http://schemas.microsoft.com/office/drawing/2014/main" id="{2089AF28-A236-6EA0-E6FB-285F3CFEA6E2}"/>
                </a:ext>
              </a:extLst>
            </p:cNvPr>
            <p:cNvSpPr>
              <a:spLocks noChangeArrowheads="1"/>
            </p:cNvSpPr>
            <p:nvPr/>
          </p:nvSpPr>
          <p:spPr bwMode="auto">
            <a:xfrm>
              <a:off x="6441935" y="5126476"/>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7173" name="椭圆 246907">
              <a:extLst>
                <a:ext uri="{FF2B5EF4-FFF2-40B4-BE49-F238E27FC236}">
                  <a16:creationId xmlns:a16="http://schemas.microsoft.com/office/drawing/2014/main" id="{3B6B2AFF-EF63-3915-124B-EF5EC1E24911}"/>
                </a:ext>
              </a:extLst>
            </p:cNvPr>
            <p:cNvSpPr>
              <a:spLocks noChangeArrowheads="1"/>
            </p:cNvSpPr>
            <p:nvPr/>
          </p:nvSpPr>
          <p:spPr bwMode="auto">
            <a:xfrm>
              <a:off x="5750991" y="5129651"/>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7174" name="椭圆 246908">
              <a:extLst>
                <a:ext uri="{FF2B5EF4-FFF2-40B4-BE49-F238E27FC236}">
                  <a16:creationId xmlns:a16="http://schemas.microsoft.com/office/drawing/2014/main" id="{7DC16B9F-8B36-8E8B-899C-4F5CE96FD052}"/>
                </a:ext>
              </a:extLst>
            </p:cNvPr>
            <p:cNvSpPr>
              <a:spLocks noChangeArrowheads="1"/>
            </p:cNvSpPr>
            <p:nvPr/>
          </p:nvSpPr>
          <p:spPr bwMode="auto">
            <a:xfrm>
              <a:off x="4758140" y="5756440"/>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sp>
          <p:nvSpPr>
            <p:cNvPr id="7175" name="椭圆 246909">
              <a:extLst>
                <a:ext uri="{FF2B5EF4-FFF2-40B4-BE49-F238E27FC236}">
                  <a16:creationId xmlns:a16="http://schemas.microsoft.com/office/drawing/2014/main" id="{01BC9E52-9090-F196-683E-E5F602AED8F2}"/>
                </a:ext>
              </a:extLst>
            </p:cNvPr>
            <p:cNvSpPr>
              <a:spLocks noChangeArrowheads="1"/>
            </p:cNvSpPr>
            <p:nvPr/>
          </p:nvSpPr>
          <p:spPr bwMode="auto">
            <a:xfrm>
              <a:off x="5215340" y="5756440"/>
              <a:ext cx="381000" cy="381000"/>
            </a:xfrm>
            <a:prstGeom prst="ellipse">
              <a:avLst/>
            </a:prstGeom>
            <a:solidFill>
              <a:schemeClr val="hlink"/>
            </a:solidFill>
            <a:ln w="28575" cap="sq">
              <a:solidFill>
                <a:srgbClr val="333399"/>
              </a:solidFill>
              <a:round/>
              <a:headEnd/>
              <a:tailEnd/>
            </a:ln>
          </p:spPr>
          <p:txBody>
            <a:bodyPr/>
            <a:lstStyle/>
            <a:p>
              <a:endParaRPr lang="zh-CN" altLang="en-US"/>
            </a:p>
          </p:txBody>
        </p:sp>
        <p:grpSp>
          <p:nvGrpSpPr>
            <p:cNvPr id="7176" name="组合 246910">
              <a:extLst>
                <a:ext uri="{FF2B5EF4-FFF2-40B4-BE49-F238E27FC236}">
                  <a16:creationId xmlns:a16="http://schemas.microsoft.com/office/drawing/2014/main" id="{79588690-65AB-8885-039D-1061BD435AED}"/>
                </a:ext>
              </a:extLst>
            </p:cNvPr>
            <p:cNvGrpSpPr>
              <a:grpSpLocks/>
            </p:cNvGrpSpPr>
            <p:nvPr/>
          </p:nvGrpSpPr>
          <p:grpSpPr bwMode="auto">
            <a:xfrm>
              <a:off x="6444688" y="3875882"/>
              <a:ext cx="304800" cy="433388"/>
              <a:chOff x="3466" y="1296"/>
              <a:chExt cx="192" cy="273"/>
            </a:xfrm>
          </p:grpSpPr>
          <p:sp>
            <p:nvSpPr>
              <p:cNvPr id="7228" name="椭圆 246911">
                <a:extLst>
                  <a:ext uri="{FF2B5EF4-FFF2-40B4-BE49-F238E27FC236}">
                    <a16:creationId xmlns:a16="http://schemas.microsoft.com/office/drawing/2014/main" id="{DCA329F0-3E5E-D294-E376-B566C7C08B26}"/>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29" name="文本框 7228">
                <a:extLst>
                  <a:ext uri="{FF2B5EF4-FFF2-40B4-BE49-F238E27FC236}">
                    <a16:creationId xmlns:a16="http://schemas.microsoft.com/office/drawing/2014/main" id="{2B0ADA77-31EF-0F7D-650A-F05232954622}"/>
                  </a:ext>
                </a:extLst>
              </p:cNvPr>
              <p:cNvSpPr txBox="1"/>
              <p:nvPr/>
            </p:nvSpPr>
            <p:spPr>
              <a:xfrm>
                <a:off x="3466" y="1327"/>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A</a:t>
                </a:r>
              </a:p>
            </p:txBody>
          </p:sp>
        </p:grpSp>
        <p:grpSp>
          <p:nvGrpSpPr>
            <p:cNvPr id="7177" name="组合 246913">
              <a:extLst>
                <a:ext uri="{FF2B5EF4-FFF2-40B4-BE49-F238E27FC236}">
                  <a16:creationId xmlns:a16="http://schemas.microsoft.com/office/drawing/2014/main" id="{C8A81D4D-E74B-A7C5-6E82-18DC3E36F0F3}"/>
                </a:ext>
              </a:extLst>
            </p:cNvPr>
            <p:cNvGrpSpPr>
              <a:grpSpLocks/>
            </p:cNvGrpSpPr>
            <p:nvPr/>
          </p:nvGrpSpPr>
          <p:grpSpPr bwMode="auto">
            <a:xfrm>
              <a:off x="5293791" y="4454690"/>
              <a:ext cx="304800" cy="384175"/>
              <a:chOff x="3456" y="1218"/>
              <a:chExt cx="192" cy="242"/>
            </a:xfrm>
          </p:grpSpPr>
          <p:sp>
            <p:nvSpPr>
              <p:cNvPr id="7225" name="椭圆 246914">
                <a:extLst>
                  <a:ext uri="{FF2B5EF4-FFF2-40B4-BE49-F238E27FC236}">
                    <a16:creationId xmlns:a16="http://schemas.microsoft.com/office/drawing/2014/main" id="{1EE0DB56-C912-4D48-2ED0-A16D47C35A1C}"/>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26" name="文本框 7225">
                <a:extLst>
                  <a:ext uri="{FF2B5EF4-FFF2-40B4-BE49-F238E27FC236}">
                    <a16:creationId xmlns:a16="http://schemas.microsoft.com/office/drawing/2014/main" id="{33136E13-3BC8-1A50-DC39-162204B89A83}"/>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B</a:t>
                </a:r>
              </a:p>
            </p:txBody>
          </p:sp>
        </p:grpSp>
        <p:grpSp>
          <p:nvGrpSpPr>
            <p:cNvPr id="7178" name="组合 246916">
              <a:extLst>
                <a:ext uri="{FF2B5EF4-FFF2-40B4-BE49-F238E27FC236}">
                  <a16:creationId xmlns:a16="http://schemas.microsoft.com/office/drawing/2014/main" id="{1EBECDEF-506F-8A76-5388-2FBA54115C5E}"/>
                </a:ext>
              </a:extLst>
            </p:cNvPr>
            <p:cNvGrpSpPr>
              <a:grpSpLocks/>
            </p:cNvGrpSpPr>
            <p:nvPr/>
          </p:nvGrpSpPr>
          <p:grpSpPr bwMode="auto">
            <a:xfrm>
              <a:off x="6441935" y="4454690"/>
              <a:ext cx="304800" cy="384175"/>
              <a:chOff x="3456" y="1218"/>
              <a:chExt cx="192" cy="242"/>
            </a:xfrm>
          </p:grpSpPr>
          <p:sp>
            <p:nvSpPr>
              <p:cNvPr id="7222" name="椭圆 246917">
                <a:extLst>
                  <a:ext uri="{FF2B5EF4-FFF2-40B4-BE49-F238E27FC236}">
                    <a16:creationId xmlns:a16="http://schemas.microsoft.com/office/drawing/2014/main" id="{C9D89E26-2C7C-43BD-11B6-E1677AA63E40}"/>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23" name="文本框 7222">
                <a:extLst>
                  <a:ext uri="{FF2B5EF4-FFF2-40B4-BE49-F238E27FC236}">
                    <a16:creationId xmlns:a16="http://schemas.microsoft.com/office/drawing/2014/main" id="{E57462CC-8843-B104-07DA-BC609FA520B8}"/>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C</a:t>
                </a:r>
              </a:p>
            </p:txBody>
          </p:sp>
        </p:grpSp>
        <p:grpSp>
          <p:nvGrpSpPr>
            <p:cNvPr id="7179" name="组合 246919">
              <a:extLst>
                <a:ext uri="{FF2B5EF4-FFF2-40B4-BE49-F238E27FC236}">
                  <a16:creationId xmlns:a16="http://schemas.microsoft.com/office/drawing/2014/main" id="{F8E0B072-183E-3629-4B97-939971627E72}"/>
                </a:ext>
              </a:extLst>
            </p:cNvPr>
            <p:cNvGrpSpPr>
              <a:grpSpLocks/>
            </p:cNvGrpSpPr>
            <p:nvPr/>
          </p:nvGrpSpPr>
          <p:grpSpPr bwMode="auto">
            <a:xfrm>
              <a:off x="7659688" y="4483265"/>
              <a:ext cx="304800" cy="384175"/>
              <a:chOff x="3456" y="1218"/>
              <a:chExt cx="192" cy="242"/>
            </a:xfrm>
          </p:grpSpPr>
          <p:sp>
            <p:nvSpPr>
              <p:cNvPr id="7219" name="椭圆 246920">
                <a:extLst>
                  <a:ext uri="{FF2B5EF4-FFF2-40B4-BE49-F238E27FC236}">
                    <a16:creationId xmlns:a16="http://schemas.microsoft.com/office/drawing/2014/main" id="{9DC3B9D9-6114-E460-B38D-82C9738F5672}"/>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20" name="文本框 7219">
                <a:extLst>
                  <a:ext uri="{FF2B5EF4-FFF2-40B4-BE49-F238E27FC236}">
                    <a16:creationId xmlns:a16="http://schemas.microsoft.com/office/drawing/2014/main" id="{2094D14D-5A0E-D75F-1D84-D33656FB644C}"/>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D</a:t>
                </a:r>
              </a:p>
            </p:txBody>
          </p:sp>
        </p:grpSp>
        <p:grpSp>
          <p:nvGrpSpPr>
            <p:cNvPr id="7180" name="组合 246922">
              <a:extLst>
                <a:ext uri="{FF2B5EF4-FFF2-40B4-BE49-F238E27FC236}">
                  <a16:creationId xmlns:a16="http://schemas.microsoft.com/office/drawing/2014/main" id="{26B6166E-57CD-3FDF-094B-FFA8D36658E7}"/>
                </a:ext>
              </a:extLst>
            </p:cNvPr>
            <p:cNvGrpSpPr>
              <a:grpSpLocks/>
            </p:cNvGrpSpPr>
            <p:nvPr/>
          </p:nvGrpSpPr>
          <p:grpSpPr bwMode="auto">
            <a:xfrm>
              <a:off x="4988991" y="5126476"/>
              <a:ext cx="304800" cy="384175"/>
              <a:chOff x="3456" y="1218"/>
              <a:chExt cx="192" cy="242"/>
            </a:xfrm>
          </p:grpSpPr>
          <p:sp>
            <p:nvSpPr>
              <p:cNvPr id="7216" name="椭圆 246923">
                <a:extLst>
                  <a:ext uri="{FF2B5EF4-FFF2-40B4-BE49-F238E27FC236}">
                    <a16:creationId xmlns:a16="http://schemas.microsoft.com/office/drawing/2014/main" id="{68AB3E40-E95A-FD9C-6405-D11EF33B9AB0}"/>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17" name="文本框 7216">
                <a:extLst>
                  <a:ext uri="{FF2B5EF4-FFF2-40B4-BE49-F238E27FC236}">
                    <a16:creationId xmlns:a16="http://schemas.microsoft.com/office/drawing/2014/main" id="{8E4D6D83-5C8F-2AB1-6DB7-519C9F0A1796}"/>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E</a:t>
                </a:r>
              </a:p>
            </p:txBody>
          </p:sp>
        </p:grpSp>
        <p:grpSp>
          <p:nvGrpSpPr>
            <p:cNvPr id="7181" name="组合 246925">
              <a:extLst>
                <a:ext uri="{FF2B5EF4-FFF2-40B4-BE49-F238E27FC236}">
                  <a16:creationId xmlns:a16="http://schemas.microsoft.com/office/drawing/2014/main" id="{7E88C70B-4C78-8163-5245-7D7475310A21}"/>
                </a:ext>
              </a:extLst>
            </p:cNvPr>
            <p:cNvGrpSpPr>
              <a:grpSpLocks/>
            </p:cNvGrpSpPr>
            <p:nvPr/>
          </p:nvGrpSpPr>
          <p:grpSpPr bwMode="auto">
            <a:xfrm>
              <a:off x="5750991" y="5129651"/>
              <a:ext cx="304800" cy="384175"/>
              <a:chOff x="3456" y="1218"/>
              <a:chExt cx="192" cy="242"/>
            </a:xfrm>
          </p:grpSpPr>
          <p:sp>
            <p:nvSpPr>
              <p:cNvPr id="7213" name="椭圆 246926">
                <a:extLst>
                  <a:ext uri="{FF2B5EF4-FFF2-40B4-BE49-F238E27FC236}">
                    <a16:creationId xmlns:a16="http://schemas.microsoft.com/office/drawing/2014/main" id="{2AF4F193-C76B-C876-B2B4-43CEB6824C1E}"/>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14" name="文本框 7213">
                <a:extLst>
                  <a:ext uri="{FF2B5EF4-FFF2-40B4-BE49-F238E27FC236}">
                    <a16:creationId xmlns:a16="http://schemas.microsoft.com/office/drawing/2014/main" id="{74CC8F47-AC5A-634B-BCD4-2E1820601A02}"/>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F</a:t>
                </a:r>
              </a:p>
            </p:txBody>
          </p:sp>
        </p:grpSp>
        <p:grpSp>
          <p:nvGrpSpPr>
            <p:cNvPr id="7182" name="组合 246928">
              <a:extLst>
                <a:ext uri="{FF2B5EF4-FFF2-40B4-BE49-F238E27FC236}">
                  <a16:creationId xmlns:a16="http://schemas.microsoft.com/office/drawing/2014/main" id="{49152A85-3677-5B8A-A6A8-19CACBC11AB7}"/>
                </a:ext>
              </a:extLst>
            </p:cNvPr>
            <p:cNvGrpSpPr>
              <a:grpSpLocks/>
            </p:cNvGrpSpPr>
            <p:nvPr/>
          </p:nvGrpSpPr>
          <p:grpSpPr bwMode="auto">
            <a:xfrm>
              <a:off x="6441935" y="5126476"/>
              <a:ext cx="304800" cy="384175"/>
              <a:chOff x="3456" y="1218"/>
              <a:chExt cx="192" cy="242"/>
            </a:xfrm>
          </p:grpSpPr>
          <p:sp>
            <p:nvSpPr>
              <p:cNvPr id="7210" name="椭圆 246929">
                <a:extLst>
                  <a:ext uri="{FF2B5EF4-FFF2-40B4-BE49-F238E27FC236}">
                    <a16:creationId xmlns:a16="http://schemas.microsoft.com/office/drawing/2014/main" id="{330179B7-AF54-28F7-0AB1-62331DF5A7C9}"/>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11" name="文本框 7210">
                <a:extLst>
                  <a:ext uri="{FF2B5EF4-FFF2-40B4-BE49-F238E27FC236}">
                    <a16:creationId xmlns:a16="http://schemas.microsoft.com/office/drawing/2014/main" id="{F2263C9F-7DE2-A510-7EAA-01C11EFDCE1A}"/>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G</a:t>
                </a:r>
              </a:p>
            </p:txBody>
          </p:sp>
        </p:grpSp>
        <p:grpSp>
          <p:nvGrpSpPr>
            <p:cNvPr id="7183" name="组合 246931">
              <a:extLst>
                <a:ext uri="{FF2B5EF4-FFF2-40B4-BE49-F238E27FC236}">
                  <a16:creationId xmlns:a16="http://schemas.microsoft.com/office/drawing/2014/main" id="{1A5524A6-E82E-9B69-0B0C-5C6326B6E7A6}"/>
                </a:ext>
              </a:extLst>
            </p:cNvPr>
            <p:cNvGrpSpPr>
              <a:grpSpLocks/>
            </p:cNvGrpSpPr>
            <p:nvPr/>
          </p:nvGrpSpPr>
          <p:grpSpPr bwMode="auto">
            <a:xfrm>
              <a:off x="7088188" y="5167586"/>
              <a:ext cx="304800" cy="384175"/>
              <a:chOff x="3456" y="1218"/>
              <a:chExt cx="192" cy="242"/>
            </a:xfrm>
          </p:grpSpPr>
          <p:sp>
            <p:nvSpPr>
              <p:cNvPr id="7207" name="椭圆 246932">
                <a:extLst>
                  <a:ext uri="{FF2B5EF4-FFF2-40B4-BE49-F238E27FC236}">
                    <a16:creationId xmlns:a16="http://schemas.microsoft.com/office/drawing/2014/main" id="{0C144328-D34A-41E2-99F7-4B6A35A01D19}"/>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08" name="文本框 7207">
                <a:extLst>
                  <a:ext uri="{FF2B5EF4-FFF2-40B4-BE49-F238E27FC236}">
                    <a16:creationId xmlns:a16="http://schemas.microsoft.com/office/drawing/2014/main" id="{B989A639-2D4D-910C-31AB-2C86A5C84C33}"/>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H</a:t>
                </a:r>
              </a:p>
            </p:txBody>
          </p:sp>
        </p:grpSp>
        <p:grpSp>
          <p:nvGrpSpPr>
            <p:cNvPr id="7184" name="组合 246934">
              <a:extLst>
                <a:ext uri="{FF2B5EF4-FFF2-40B4-BE49-F238E27FC236}">
                  <a16:creationId xmlns:a16="http://schemas.microsoft.com/office/drawing/2014/main" id="{BBE4613E-D831-847F-92F5-1BA6352FD192}"/>
                </a:ext>
              </a:extLst>
            </p:cNvPr>
            <p:cNvGrpSpPr>
              <a:grpSpLocks/>
            </p:cNvGrpSpPr>
            <p:nvPr/>
          </p:nvGrpSpPr>
          <p:grpSpPr bwMode="auto">
            <a:xfrm>
              <a:off x="7697788" y="5167586"/>
              <a:ext cx="304800" cy="384175"/>
              <a:chOff x="3456" y="1218"/>
              <a:chExt cx="192" cy="242"/>
            </a:xfrm>
          </p:grpSpPr>
          <p:sp>
            <p:nvSpPr>
              <p:cNvPr id="7204" name="椭圆 246935">
                <a:extLst>
                  <a:ext uri="{FF2B5EF4-FFF2-40B4-BE49-F238E27FC236}">
                    <a16:creationId xmlns:a16="http://schemas.microsoft.com/office/drawing/2014/main" id="{5F1F3400-FC4D-FA60-FDA2-AA65638DB412}"/>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05" name="文本框 7204">
                <a:extLst>
                  <a:ext uri="{FF2B5EF4-FFF2-40B4-BE49-F238E27FC236}">
                    <a16:creationId xmlns:a16="http://schemas.microsoft.com/office/drawing/2014/main" id="{B05E6477-646E-F6BA-FADB-218E0A2DA251}"/>
                  </a:ext>
                </a:extLst>
              </p:cNvPr>
              <p:cNvSpPr txBox="1"/>
              <p:nvPr/>
            </p:nvSpPr>
            <p:spPr>
              <a:xfrm>
                <a:off x="3456" y="1218"/>
                <a:ext cx="192" cy="242"/>
              </a:xfrm>
              <a:prstGeom prst="rect">
                <a:avLst/>
              </a:prstGeom>
              <a:noFill/>
              <a:ln w="12700">
                <a:noFill/>
              </a:ln>
            </p:spPr>
            <p:txBody>
              <a:bodyPr anchor="b">
                <a:spAutoFit/>
              </a:bodyPr>
              <a:lstStyle/>
              <a:p>
                <a:pPr algn="r">
                  <a:lnSpc>
                    <a:spcPct val="80000"/>
                  </a:lnSpc>
                </a:pPr>
                <a:r>
                  <a:rPr lang="en-US" altLang="zh-CN" sz="2400" noProof="1">
                    <a:effectLst>
                      <a:outerShdw blurRad="38100" dist="38100" dir="2700000">
                        <a:srgbClr val="000000"/>
                      </a:outerShdw>
                    </a:effectLst>
                    <a:ea typeface="楷体_GB2312" pitchFamily="49" charset="-122"/>
                  </a:rPr>
                  <a:t>I</a:t>
                </a:r>
              </a:p>
            </p:txBody>
          </p:sp>
        </p:grpSp>
        <p:grpSp>
          <p:nvGrpSpPr>
            <p:cNvPr id="7185" name="组合 246937">
              <a:extLst>
                <a:ext uri="{FF2B5EF4-FFF2-40B4-BE49-F238E27FC236}">
                  <a16:creationId xmlns:a16="http://schemas.microsoft.com/office/drawing/2014/main" id="{32FDBEDF-7B1D-BAEB-D80B-1BA9B24DF87D}"/>
                </a:ext>
              </a:extLst>
            </p:cNvPr>
            <p:cNvGrpSpPr>
              <a:grpSpLocks/>
            </p:cNvGrpSpPr>
            <p:nvPr/>
          </p:nvGrpSpPr>
          <p:grpSpPr bwMode="auto">
            <a:xfrm>
              <a:off x="8231188" y="5167586"/>
              <a:ext cx="304800" cy="384175"/>
              <a:chOff x="3456" y="1218"/>
              <a:chExt cx="192" cy="242"/>
            </a:xfrm>
          </p:grpSpPr>
          <p:sp>
            <p:nvSpPr>
              <p:cNvPr id="7201" name="椭圆 246938">
                <a:extLst>
                  <a:ext uri="{FF2B5EF4-FFF2-40B4-BE49-F238E27FC236}">
                    <a16:creationId xmlns:a16="http://schemas.microsoft.com/office/drawing/2014/main" id="{5874EE1B-4F49-7E4C-8D67-429765A9C5E7}"/>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202" name="文本框 7201">
                <a:extLst>
                  <a:ext uri="{FF2B5EF4-FFF2-40B4-BE49-F238E27FC236}">
                    <a16:creationId xmlns:a16="http://schemas.microsoft.com/office/drawing/2014/main" id="{CC03F0C5-B30D-76E9-B027-2C4980BD39FB}"/>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J</a:t>
                </a:r>
              </a:p>
            </p:txBody>
          </p:sp>
        </p:grpSp>
        <p:grpSp>
          <p:nvGrpSpPr>
            <p:cNvPr id="7186" name="组合 246940">
              <a:extLst>
                <a:ext uri="{FF2B5EF4-FFF2-40B4-BE49-F238E27FC236}">
                  <a16:creationId xmlns:a16="http://schemas.microsoft.com/office/drawing/2014/main" id="{2A28B156-1B87-4C70-82BF-FCC85AB790EC}"/>
                </a:ext>
              </a:extLst>
            </p:cNvPr>
            <p:cNvGrpSpPr>
              <a:grpSpLocks/>
            </p:cNvGrpSpPr>
            <p:nvPr/>
          </p:nvGrpSpPr>
          <p:grpSpPr bwMode="auto">
            <a:xfrm>
              <a:off x="4758140" y="5753265"/>
              <a:ext cx="304800" cy="384175"/>
              <a:chOff x="3456" y="1218"/>
              <a:chExt cx="192" cy="242"/>
            </a:xfrm>
          </p:grpSpPr>
          <p:sp>
            <p:nvSpPr>
              <p:cNvPr id="7198" name="椭圆 246941">
                <a:extLst>
                  <a:ext uri="{FF2B5EF4-FFF2-40B4-BE49-F238E27FC236}">
                    <a16:creationId xmlns:a16="http://schemas.microsoft.com/office/drawing/2014/main" id="{95E89E5A-3AFB-1475-1314-1F0F13EF3387}"/>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199" name="文本框 7198">
                <a:extLst>
                  <a:ext uri="{FF2B5EF4-FFF2-40B4-BE49-F238E27FC236}">
                    <a16:creationId xmlns:a16="http://schemas.microsoft.com/office/drawing/2014/main" id="{233E38F5-1C68-B2E9-39AA-018B50CEB9A1}"/>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K</a:t>
                </a:r>
              </a:p>
            </p:txBody>
          </p:sp>
        </p:grpSp>
        <p:grpSp>
          <p:nvGrpSpPr>
            <p:cNvPr id="7187" name="组合 246943">
              <a:extLst>
                <a:ext uri="{FF2B5EF4-FFF2-40B4-BE49-F238E27FC236}">
                  <a16:creationId xmlns:a16="http://schemas.microsoft.com/office/drawing/2014/main" id="{EBAC269F-7A16-24A2-C859-2153188D9A46}"/>
                </a:ext>
              </a:extLst>
            </p:cNvPr>
            <p:cNvGrpSpPr>
              <a:grpSpLocks/>
            </p:cNvGrpSpPr>
            <p:nvPr/>
          </p:nvGrpSpPr>
          <p:grpSpPr bwMode="auto">
            <a:xfrm>
              <a:off x="5215340" y="5753265"/>
              <a:ext cx="304800" cy="384175"/>
              <a:chOff x="3456" y="1218"/>
              <a:chExt cx="192" cy="242"/>
            </a:xfrm>
          </p:grpSpPr>
          <p:sp>
            <p:nvSpPr>
              <p:cNvPr id="7195" name="椭圆 246944">
                <a:extLst>
                  <a:ext uri="{FF2B5EF4-FFF2-40B4-BE49-F238E27FC236}">
                    <a16:creationId xmlns:a16="http://schemas.microsoft.com/office/drawing/2014/main" id="{833A2C06-440C-3A07-F7CF-A19FC25C9CE3}"/>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196" name="文本框 7195">
                <a:extLst>
                  <a:ext uri="{FF2B5EF4-FFF2-40B4-BE49-F238E27FC236}">
                    <a16:creationId xmlns:a16="http://schemas.microsoft.com/office/drawing/2014/main" id="{E8AD5D61-6EB3-04EC-E050-5B96469D3229}"/>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L</a:t>
                </a:r>
              </a:p>
            </p:txBody>
          </p:sp>
        </p:grpSp>
        <p:grpSp>
          <p:nvGrpSpPr>
            <p:cNvPr id="7190" name="组合 246946">
              <a:extLst>
                <a:ext uri="{FF2B5EF4-FFF2-40B4-BE49-F238E27FC236}">
                  <a16:creationId xmlns:a16="http://schemas.microsoft.com/office/drawing/2014/main" id="{E76A6DE6-EBA3-438C-7C63-C3919E1CB0CB}"/>
                </a:ext>
              </a:extLst>
            </p:cNvPr>
            <p:cNvGrpSpPr>
              <a:grpSpLocks/>
            </p:cNvGrpSpPr>
            <p:nvPr/>
          </p:nvGrpSpPr>
          <p:grpSpPr bwMode="auto">
            <a:xfrm>
              <a:off x="7022491" y="5766346"/>
              <a:ext cx="304800" cy="384175"/>
              <a:chOff x="3456" y="1218"/>
              <a:chExt cx="192" cy="242"/>
            </a:xfrm>
          </p:grpSpPr>
          <p:sp>
            <p:nvSpPr>
              <p:cNvPr id="7192" name="椭圆 246947">
                <a:extLst>
                  <a:ext uri="{FF2B5EF4-FFF2-40B4-BE49-F238E27FC236}">
                    <a16:creationId xmlns:a16="http://schemas.microsoft.com/office/drawing/2014/main" id="{9324AC9D-2F0C-EE63-1D11-B60518227518}"/>
                  </a:ext>
                </a:extLst>
              </p:cNvPr>
              <p:cNvSpPr>
                <a:spLocks noChangeArrowheads="1"/>
              </p:cNvSpPr>
              <p:nvPr/>
            </p:nvSpPr>
            <p:spPr bwMode="auto">
              <a:xfrm>
                <a:off x="3504" y="1296"/>
                <a:ext cx="144" cy="144"/>
              </a:xfrm>
              <a:prstGeom prst="ellipse">
                <a:avLst/>
              </a:prstGeom>
              <a:solidFill>
                <a:schemeClr val="accent2"/>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193" name="文本框 7192">
                <a:extLst>
                  <a:ext uri="{FF2B5EF4-FFF2-40B4-BE49-F238E27FC236}">
                    <a16:creationId xmlns:a16="http://schemas.microsoft.com/office/drawing/2014/main" id="{B683D2A6-691B-81D6-3DE0-266357D967FE}"/>
                  </a:ext>
                </a:extLst>
              </p:cNvPr>
              <p:cNvSpPr txBox="1"/>
              <p:nvPr/>
            </p:nvSpPr>
            <p:spPr>
              <a:xfrm>
                <a:off x="3456" y="1218"/>
                <a:ext cx="192" cy="242"/>
              </a:xfrm>
              <a:prstGeom prst="rect">
                <a:avLst/>
              </a:prstGeom>
              <a:noFill/>
              <a:ln w="12700">
                <a:noFill/>
              </a:ln>
            </p:spPr>
            <p:txBody>
              <a:bodyPr anchor="b">
                <a:spAutoFit/>
              </a:bodyPr>
              <a:lstStyle/>
              <a:p>
                <a:pPr>
                  <a:lnSpc>
                    <a:spcPct val="80000"/>
                  </a:lnSpc>
                </a:pPr>
                <a:r>
                  <a:rPr lang="en-US" altLang="zh-CN" sz="2400" noProof="1">
                    <a:effectLst>
                      <a:outerShdw blurRad="38100" dist="38100" dir="2700000">
                        <a:srgbClr val="000000"/>
                      </a:outerShdw>
                    </a:effectLst>
                    <a:ea typeface="楷体_GB2312" pitchFamily="49" charset="-122"/>
                  </a:rPr>
                  <a:t>M</a:t>
                </a:r>
              </a:p>
            </p:txBody>
          </p:sp>
        </p:grpSp>
      </p:grpSp>
      <p:sp>
        <p:nvSpPr>
          <p:cNvPr id="7230" name="直接连接符 7229">
            <a:extLst>
              <a:ext uri="{FF2B5EF4-FFF2-40B4-BE49-F238E27FC236}">
                <a16:creationId xmlns:a16="http://schemas.microsoft.com/office/drawing/2014/main" id="{D4C6408B-702E-DC4B-341C-F88273DEB8E1}"/>
              </a:ext>
            </a:extLst>
          </p:cNvPr>
          <p:cNvSpPr>
            <a:spLocks noChangeShapeType="1"/>
          </p:cNvSpPr>
          <p:nvPr/>
        </p:nvSpPr>
        <p:spPr bwMode="auto">
          <a:xfrm flipH="1">
            <a:off x="7612768" y="1752601"/>
            <a:ext cx="159629" cy="189186"/>
          </a:xfrm>
          <a:prstGeom prst="line">
            <a:avLst/>
          </a:prstGeom>
          <a:noFill/>
          <a:ln w="38100" cap="sq">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6" name="文本框 28735">
            <a:extLst>
              <a:ext uri="{FF2B5EF4-FFF2-40B4-BE49-F238E27FC236}">
                <a16:creationId xmlns:a16="http://schemas.microsoft.com/office/drawing/2014/main" id="{6121721A-ED5E-5648-225E-BE82D08E64F5}"/>
              </a:ext>
            </a:extLst>
          </p:cNvPr>
          <p:cNvSpPr txBox="1"/>
          <p:nvPr/>
        </p:nvSpPr>
        <p:spPr>
          <a:xfrm>
            <a:off x="321468" y="922243"/>
            <a:ext cx="3161648" cy="523220"/>
          </a:xfrm>
          <a:prstGeom prst="rect">
            <a:avLst/>
          </a:prstGeom>
          <a:noFill/>
        </p:spPr>
        <p:txBody>
          <a:bodyPr wrap="square">
            <a:spAutoFit/>
          </a:bodyPr>
          <a:lstStyle/>
          <a:p>
            <a:r>
              <a:rPr lang="zh-CN" altLang="en-US" sz="28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树的</a:t>
            </a:r>
            <a:r>
              <a:rPr lang="zh-CN" altLang="zh-CN" sz="28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抽象数据类型</a:t>
            </a:r>
            <a:endParaRPr lang="zh-CN" altLang="en-US" sz="2800" b="1" dirty="0">
              <a:solidFill>
                <a:srgbClr val="C00000"/>
              </a:solidFill>
              <a:effectLst>
                <a:outerShdw blurRad="38100" dist="38100" dir="2700000" algn="tl">
                  <a:srgbClr val="000000">
                    <a:alpha val="43137"/>
                  </a:srgbClr>
                </a:outerShdw>
              </a:effectLst>
            </a:endParaRPr>
          </a:p>
        </p:txBody>
      </p:sp>
      <p:sp>
        <p:nvSpPr>
          <p:cNvPr id="28738" name="文本框 28737">
            <a:extLst>
              <a:ext uri="{FF2B5EF4-FFF2-40B4-BE49-F238E27FC236}">
                <a16:creationId xmlns:a16="http://schemas.microsoft.com/office/drawing/2014/main" id="{7A4AA420-FD6D-3896-76FC-6DB60CDF0DC9}"/>
              </a:ext>
            </a:extLst>
          </p:cNvPr>
          <p:cNvSpPr txBox="1"/>
          <p:nvPr/>
        </p:nvSpPr>
        <p:spPr>
          <a:xfrm>
            <a:off x="1282628" y="221675"/>
            <a:ext cx="4180503" cy="523220"/>
          </a:xfrm>
          <a:prstGeom prst="rect">
            <a:avLst/>
          </a:prstGeom>
          <a:noFill/>
        </p:spPr>
        <p:txBody>
          <a:bodyPr wrap="square">
            <a:spAutoFit/>
          </a:bodyPr>
          <a:lstStyle/>
          <a:p>
            <a:pPr>
              <a:spcBef>
                <a:spcPts val="1300"/>
              </a:spcBef>
              <a:spcAft>
                <a:spcPts val="1300"/>
              </a:spcAft>
              <a:buNone/>
            </a:pPr>
            <a:r>
              <a:rPr lang="en-US"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6.1  </a:t>
            </a:r>
            <a:r>
              <a:rPr lang="zh-CN"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树的定义和基本术语</a:t>
            </a:r>
            <a:endParaRPr lang="zh-CN" altLang="zh-CN" sz="2800" b="1" kern="100" dirty="0">
              <a:solidFill>
                <a:srgbClr val="041ABC"/>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wipe(left)">
                                      <p:cBhvr>
                                        <p:cTn id="7" dur="500"/>
                                        <p:tgtEl>
                                          <p:spTgt spid="28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strips(downLeft)">
                                      <p:cBhvr>
                                        <p:cTn id="12" dur="500"/>
                                        <p:tgtEl>
                                          <p:spTgt spid="286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8722"/>
                                        </p:tgtEl>
                                        <p:attrNameLst>
                                          <p:attrName>style.visibility</p:attrName>
                                        </p:attrNameLst>
                                      </p:cBhvr>
                                      <p:to>
                                        <p:strVal val="visible"/>
                                      </p:to>
                                    </p:set>
                                    <p:anim calcmode="lin" valueType="num">
                                      <p:cBhvr additive="base">
                                        <p:cTn id="17" dur="500" fill="hold"/>
                                        <p:tgtEl>
                                          <p:spTgt spid="28722"/>
                                        </p:tgtEl>
                                        <p:attrNameLst>
                                          <p:attrName>ppt_x</p:attrName>
                                        </p:attrNameLst>
                                      </p:cBhvr>
                                      <p:tavLst>
                                        <p:tav tm="0">
                                          <p:val>
                                            <p:strVal val="0-#ppt_w/2"/>
                                          </p:val>
                                        </p:tav>
                                        <p:tav tm="100000">
                                          <p:val>
                                            <p:strVal val="#ppt_x"/>
                                          </p:val>
                                        </p:tav>
                                      </p:tavLst>
                                    </p:anim>
                                    <p:anim calcmode="lin" valueType="num">
                                      <p:cBhvr additive="base">
                                        <p:cTn id="18" dur="500" fill="hold"/>
                                        <p:tgtEl>
                                          <p:spTgt spid="2872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2" presetClass="entr" presetSubtype="8" fill="hold" nodeType="afterEffect">
                                  <p:stCondLst>
                                    <p:cond delay="0"/>
                                  </p:stCondLst>
                                  <p:childTnLst>
                                    <p:set>
                                      <p:cBhvr>
                                        <p:cTn id="21" dur="1" fill="hold">
                                          <p:stCondLst>
                                            <p:cond delay="0"/>
                                          </p:stCondLst>
                                        </p:cTn>
                                        <p:tgtEl>
                                          <p:spTgt spid="28685"/>
                                        </p:tgtEl>
                                        <p:attrNameLst>
                                          <p:attrName>style.visibility</p:attrName>
                                        </p:attrNameLst>
                                      </p:cBhvr>
                                      <p:to>
                                        <p:strVal val="visible"/>
                                      </p:to>
                                    </p:set>
                                    <p:anim calcmode="lin" valueType="num">
                                      <p:cBhvr additive="base">
                                        <p:cTn id="22" dur="500" fill="hold"/>
                                        <p:tgtEl>
                                          <p:spTgt spid="28685"/>
                                        </p:tgtEl>
                                        <p:attrNameLst>
                                          <p:attrName>ppt_x</p:attrName>
                                        </p:attrNameLst>
                                      </p:cBhvr>
                                      <p:tavLst>
                                        <p:tav tm="0">
                                          <p:val>
                                            <p:strVal val="0-#ppt_w/2"/>
                                          </p:val>
                                        </p:tav>
                                        <p:tav tm="100000">
                                          <p:val>
                                            <p:strVal val="#ppt_x"/>
                                          </p:val>
                                        </p:tav>
                                      </p:tavLst>
                                    </p:anim>
                                    <p:anim calcmode="lin" valueType="num">
                                      <p:cBhvr additive="base">
                                        <p:cTn id="23" dur="500" fill="hold"/>
                                        <p:tgtEl>
                                          <p:spTgt spid="28685"/>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1000"/>
                            </p:stCondLst>
                            <p:childTnLst>
                              <p:par>
                                <p:cTn id="25" presetID="2" presetClass="entr" presetSubtype="8" fill="hold" nodeType="afterEffect">
                                  <p:stCondLst>
                                    <p:cond delay="0"/>
                                  </p:stCondLst>
                                  <p:childTnLst>
                                    <p:set>
                                      <p:cBhvr>
                                        <p:cTn id="26" dur="1" fill="hold">
                                          <p:stCondLst>
                                            <p:cond delay="0"/>
                                          </p:stCondLst>
                                        </p:cTn>
                                        <p:tgtEl>
                                          <p:spTgt spid="28686"/>
                                        </p:tgtEl>
                                        <p:attrNameLst>
                                          <p:attrName>style.visibility</p:attrName>
                                        </p:attrNameLst>
                                      </p:cBhvr>
                                      <p:to>
                                        <p:strVal val="visible"/>
                                      </p:to>
                                    </p:set>
                                    <p:anim calcmode="lin" valueType="num">
                                      <p:cBhvr additive="base">
                                        <p:cTn id="27" dur="500" fill="hold"/>
                                        <p:tgtEl>
                                          <p:spTgt spid="28686"/>
                                        </p:tgtEl>
                                        <p:attrNameLst>
                                          <p:attrName>ppt_x</p:attrName>
                                        </p:attrNameLst>
                                      </p:cBhvr>
                                      <p:tavLst>
                                        <p:tav tm="0">
                                          <p:val>
                                            <p:strVal val="0-#ppt_w/2"/>
                                          </p:val>
                                        </p:tav>
                                        <p:tav tm="100000">
                                          <p:val>
                                            <p:strVal val="#ppt_x"/>
                                          </p:val>
                                        </p:tav>
                                      </p:tavLst>
                                    </p:anim>
                                    <p:anim calcmode="lin" valueType="num">
                                      <p:cBhvr additive="base">
                                        <p:cTn id="28" dur="500" fill="hold"/>
                                        <p:tgtEl>
                                          <p:spTgt spid="28686"/>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1500"/>
                            </p:stCondLst>
                            <p:childTnLst>
                              <p:par>
                                <p:cTn id="30" presetID="2" presetClass="entr" presetSubtype="8" fill="hold" nodeType="afterEffect">
                                  <p:stCondLst>
                                    <p:cond delay="0"/>
                                  </p:stCondLst>
                                  <p:childTnLst>
                                    <p:set>
                                      <p:cBhvr>
                                        <p:cTn id="31" dur="1" fill="hold">
                                          <p:stCondLst>
                                            <p:cond delay="0"/>
                                          </p:stCondLst>
                                        </p:cTn>
                                        <p:tgtEl>
                                          <p:spTgt spid="28689"/>
                                        </p:tgtEl>
                                        <p:attrNameLst>
                                          <p:attrName>style.visibility</p:attrName>
                                        </p:attrNameLst>
                                      </p:cBhvr>
                                      <p:to>
                                        <p:strVal val="visible"/>
                                      </p:to>
                                    </p:set>
                                    <p:anim calcmode="lin" valueType="num">
                                      <p:cBhvr additive="base">
                                        <p:cTn id="32" dur="500" fill="hold"/>
                                        <p:tgtEl>
                                          <p:spTgt spid="28689"/>
                                        </p:tgtEl>
                                        <p:attrNameLst>
                                          <p:attrName>ppt_x</p:attrName>
                                        </p:attrNameLst>
                                      </p:cBhvr>
                                      <p:tavLst>
                                        <p:tav tm="0">
                                          <p:val>
                                            <p:strVal val="0-#ppt_w/2"/>
                                          </p:val>
                                        </p:tav>
                                        <p:tav tm="100000">
                                          <p:val>
                                            <p:strVal val="#ppt_x"/>
                                          </p:val>
                                        </p:tav>
                                      </p:tavLst>
                                    </p:anim>
                                    <p:anim calcmode="lin" valueType="num">
                                      <p:cBhvr additive="base">
                                        <p:cTn id="33" dur="500" fill="hold"/>
                                        <p:tgtEl>
                                          <p:spTgt spid="28689"/>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2000"/>
                            </p:stCondLst>
                            <p:childTnLst>
                              <p:par>
                                <p:cTn id="35" presetID="2" presetClass="entr" presetSubtype="8" fill="hold" nodeType="afterEffect">
                                  <p:stCondLst>
                                    <p:cond delay="0"/>
                                  </p:stCondLst>
                                  <p:childTnLst>
                                    <p:set>
                                      <p:cBhvr>
                                        <p:cTn id="36" dur="1" fill="hold">
                                          <p:stCondLst>
                                            <p:cond delay="0"/>
                                          </p:stCondLst>
                                        </p:cTn>
                                        <p:tgtEl>
                                          <p:spTgt spid="28692"/>
                                        </p:tgtEl>
                                        <p:attrNameLst>
                                          <p:attrName>style.visibility</p:attrName>
                                        </p:attrNameLst>
                                      </p:cBhvr>
                                      <p:to>
                                        <p:strVal val="visible"/>
                                      </p:to>
                                    </p:set>
                                    <p:anim calcmode="lin" valueType="num">
                                      <p:cBhvr additive="base">
                                        <p:cTn id="37" dur="500" fill="hold"/>
                                        <p:tgtEl>
                                          <p:spTgt spid="28692"/>
                                        </p:tgtEl>
                                        <p:attrNameLst>
                                          <p:attrName>ppt_x</p:attrName>
                                        </p:attrNameLst>
                                      </p:cBhvr>
                                      <p:tavLst>
                                        <p:tav tm="0">
                                          <p:val>
                                            <p:strVal val="0-#ppt_w/2"/>
                                          </p:val>
                                        </p:tav>
                                        <p:tav tm="100000">
                                          <p:val>
                                            <p:strVal val="#ppt_x"/>
                                          </p:val>
                                        </p:tav>
                                      </p:tavLst>
                                    </p:anim>
                                    <p:anim calcmode="lin" valueType="num">
                                      <p:cBhvr additive="base">
                                        <p:cTn id="38" dur="500" fill="hold"/>
                                        <p:tgtEl>
                                          <p:spTgt spid="28692"/>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2500"/>
                            </p:stCondLst>
                            <p:childTnLst>
                              <p:par>
                                <p:cTn id="40" presetID="2" presetClass="entr" presetSubtype="8" fill="hold" nodeType="afterEffect">
                                  <p:stCondLst>
                                    <p:cond delay="0"/>
                                  </p:stCondLst>
                                  <p:childTnLst>
                                    <p:set>
                                      <p:cBhvr>
                                        <p:cTn id="41" dur="1" fill="hold">
                                          <p:stCondLst>
                                            <p:cond delay="0"/>
                                          </p:stCondLst>
                                        </p:cTn>
                                        <p:tgtEl>
                                          <p:spTgt spid="28695"/>
                                        </p:tgtEl>
                                        <p:attrNameLst>
                                          <p:attrName>style.visibility</p:attrName>
                                        </p:attrNameLst>
                                      </p:cBhvr>
                                      <p:to>
                                        <p:strVal val="visible"/>
                                      </p:to>
                                    </p:set>
                                    <p:anim calcmode="lin" valueType="num">
                                      <p:cBhvr additive="base">
                                        <p:cTn id="42" dur="500" fill="hold"/>
                                        <p:tgtEl>
                                          <p:spTgt spid="28695"/>
                                        </p:tgtEl>
                                        <p:attrNameLst>
                                          <p:attrName>ppt_x</p:attrName>
                                        </p:attrNameLst>
                                      </p:cBhvr>
                                      <p:tavLst>
                                        <p:tav tm="0">
                                          <p:val>
                                            <p:strVal val="0-#ppt_w/2"/>
                                          </p:val>
                                        </p:tav>
                                        <p:tav tm="100000">
                                          <p:val>
                                            <p:strVal val="#ppt_x"/>
                                          </p:val>
                                        </p:tav>
                                      </p:tavLst>
                                    </p:anim>
                                    <p:anim calcmode="lin" valueType="num">
                                      <p:cBhvr additive="base">
                                        <p:cTn id="43" dur="500" fill="hold"/>
                                        <p:tgtEl>
                                          <p:spTgt spid="28695"/>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3000"/>
                            </p:stCondLst>
                            <p:childTnLst>
                              <p:par>
                                <p:cTn id="45" presetID="2" presetClass="entr" presetSubtype="8" fill="hold" nodeType="afterEffect">
                                  <p:stCondLst>
                                    <p:cond delay="0"/>
                                  </p:stCondLst>
                                  <p:childTnLst>
                                    <p:set>
                                      <p:cBhvr>
                                        <p:cTn id="46" dur="1" fill="hold">
                                          <p:stCondLst>
                                            <p:cond delay="0"/>
                                          </p:stCondLst>
                                        </p:cTn>
                                        <p:tgtEl>
                                          <p:spTgt spid="28698"/>
                                        </p:tgtEl>
                                        <p:attrNameLst>
                                          <p:attrName>style.visibility</p:attrName>
                                        </p:attrNameLst>
                                      </p:cBhvr>
                                      <p:to>
                                        <p:strVal val="visible"/>
                                      </p:to>
                                    </p:set>
                                    <p:anim calcmode="lin" valueType="num">
                                      <p:cBhvr additive="base">
                                        <p:cTn id="47" dur="500" fill="hold"/>
                                        <p:tgtEl>
                                          <p:spTgt spid="28698"/>
                                        </p:tgtEl>
                                        <p:attrNameLst>
                                          <p:attrName>ppt_x</p:attrName>
                                        </p:attrNameLst>
                                      </p:cBhvr>
                                      <p:tavLst>
                                        <p:tav tm="0">
                                          <p:val>
                                            <p:strVal val="0-#ppt_w/2"/>
                                          </p:val>
                                        </p:tav>
                                        <p:tav tm="100000">
                                          <p:val>
                                            <p:strVal val="#ppt_x"/>
                                          </p:val>
                                        </p:tav>
                                      </p:tavLst>
                                    </p:anim>
                                    <p:anim calcmode="lin" valueType="num">
                                      <p:cBhvr additive="base">
                                        <p:cTn id="48" dur="500" fill="hold"/>
                                        <p:tgtEl>
                                          <p:spTgt spid="28698"/>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3500"/>
                            </p:stCondLst>
                            <p:childTnLst>
                              <p:par>
                                <p:cTn id="50" presetID="2" presetClass="entr" presetSubtype="8" fill="hold" nodeType="afterEffect">
                                  <p:stCondLst>
                                    <p:cond delay="0"/>
                                  </p:stCondLst>
                                  <p:childTnLst>
                                    <p:set>
                                      <p:cBhvr>
                                        <p:cTn id="51" dur="1" fill="hold">
                                          <p:stCondLst>
                                            <p:cond delay="0"/>
                                          </p:stCondLst>
                                        </p:cTn>
                                        <p:tgtEl>
                                          <p:spTgt spid="28701"/>
                                        </p:tgtEl>
                                        <p:attrNameLst>
                                          <p:attrName>style.visibility</p:attrName>
                                        </p:attrNameLst>
                                      </p:cBhvr>
                                      <p:to>
                                        <p:strVal val="visible"/>
                                      </p:to>
                                    </p:set>
                                    <p:anim calcmode="lin" valueType="num">
                                      <p:cBhvr additive="base">
                                        <p:cTn id="52" dur="500" fill="hold"/>
                                        <p:tgtEl>
                                          <p:spTgt spid="28701"/>
                                        </p:tgtEl>
                                        <p:attrNameLst>
                                          <p:attrName>ppt_x</p:attrName>
                                        </p:attrNameLst>
                                      </p:cBhvr>
                                      <p:tavLst>
                                        <p:tav tm="0">
                                          <p:val>
                                            <p:strVal val="0-#ppt_w/2"/>
                                          </p:val>
                                        </p:tav>
                                        <p:tav tm="100000">
                                          <p:val>
                                            <p:strVal val="#ppt_x"/>
                                          </p:val>
                                        </p:tav>
                                      </p:tavLst>
                                    </p:anim>
                                    <p:anim calcmode="lin" valueType="num">
                                      <p:cBhvr additive="base">
                                        <p:cTn id="53" dur="500" fill="hold"/>
                                        <p:tgtEl>
                                          <p:spTgt spid="28701"/>
                                        </p:tgtEl>
                                        <p:attrNameLst>
                                          <p:attrName>ppt_y</p:attrName>
                                        </p:attrNameLst>
                                      </p:cBhvr>
                                      <p:tavLst>
                                        <p:tav tm="0">
                                          <p:val>
                                            <p:strVal val="#ppt_y"/>
                                          </p:val>
                                        </p:tav>
                                        <p:tav tm="100000">
                                          <p:val>
                                            <p:strVal val="#ppt_y"/>
                                          </p:val>
                                        </p:tav>
                                      </p:tavLst>
                                    </p:anim>
                                  </p:childTnLst>
                                </p:cTn>
                              </p:par>
                            </p:childTnLst>
                          </p:cTn>
                        </p:par>
                        <p:par>
                          <p:cTn id="54" fill="hold" nodeType="afterGroup">
                            <p:stCondLst>
                              <p:cond delay="4000"/>
                            </p:stCondLst>
                            <p:childTnLst>
                              <p:par>
                                <p:cTn id="55" presetID="2" presetClass="entr" presetSubtype="8" fill="hold" nodeType="afterEffect">
                                  <p:stCondLst>
                                    <p:cond delay="0"/>
                                  </p:stCondLst>
                                  <p:childTnLst>
                                    <p:set>
                                      <p:cBhvr>
                                        <p:cTn id="56" dur="1" fill="hold">
                                          <p:stCondLst>
                                            <p:cond delay="0"/>
                                          </p:stCondLst>
                                        </p:cTn>
                                        <p:tgtEl>
                                          <p:spTgt spid="28704"/>
                                        </p:tgtEl>
                                        <p:attrNameLst>
                                          <p:attrName>style.visibility</p:attrName>
                                        </p:attrNameLst>
                                      </p:cBhvr>
                                      <p:to>
                                        <p:strVal val="visible"/>
                                      </p:to>
                                    </p:set>
                                    <p:anim calcmode="lin" valueType="num">
                                      <p:cBhvr additive="base">
                                        <p:cTn id="57" dur="500" fill="hold"/>
                                        <p:tgtEl>
                                          <p:spTgt spid="28704"/>
                                        </p:tgtEl>
                                        <p:attrNameLst>
                                          <p:attrName>ppt_x</p:attrName>
                                        </p:attrNameLst>
                                      </p:cBhvr>
                                      <p:tavLst>
                                        <p:tav tm="0">
                                          <p:val>
                                            <p:strVal val="0-#ppt_w/2"/>
                                          </p:val>
                                        </p:tav>
                                        <p:tav tm="100000">
                                          <p:val>
                                            <p:strVal val="#ppt_x"/>
                                          </p:val>
                                        </p:tav>
                                      </p:tavLst>
                                    </p:anim>
                                    <p:anim calcmode="lin" valueType="num">
                                      <p:cBhvr additive="base">
                                        <p:cTn id="58" dur="500" fill="hold"/>
                                        <p:tgtEl>
                                          <p:spTgt spid="28704"/>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4500"/>
                            </p:stCondLst>
                            <p:childTnLst>
                              <p:par>
                                <p:cTn id="60" presetID="2" presetClass="entr" presetSubtype="8" fill="hold" nodeType="afterEffect">
                                  <p:stCondLst>
                                    <p:cond delay="0"/>
                                  </p:stCondLst>
                                  <p:childTnLst>
                                    <p:set>
                                      <p:cBhvr>
                                        <p:cTn id="61" dur="1" fill="hold">
                                          <p:stCondLst>
                                            <p:cond delay="0"/>
                                          </p:stCondLst>
                                        </p:cTn>
                                        <p:tgtEl>
                                          <p:spTgt spid="28707"/>
                                        </p:tgtEl>
                                        <p:attrNameLst>
                                          <p:attrName>style.visibility</p:attrName>
                                        </p:attrNameLst>
                                      </p:cBhvr>
                                      <p:to>
                                        <p:strVal val="visible"/>
                                      </p:to>
                                    </p:set>
                                    <p:anim calcmode="lin" valueType="num">
                                      <p:cBhvr additive="base">
                                        <p:cTn id="62" dur="500" fill="hold"/>
                                        <p:tgtEl>
                                          <p:spTgt spid="28707"/>
                                        </p:tgtEl>
                                        <p:attrNameLst>
                                          <p:attrName>ppt_x</p:attrName>
                                        </p:attrNameLst>
                                      </p:cBhvr>
                                      <p:tavLst>
                                        <p:tav tm="0">
                                          <p:val>
                                            <p:strVal val="0-#ppt_w/2"/>
                                          </p:val>
                                        </p:tav>
                                        <p:tav tm="100000">
                                          <p:val>
                                            <p:strVal val="#ppt_x"/>
                                          </p:val>
                                        </p:tav>
                                      </p:tavLst>
                                    </p:anim>
                                    <p:anim calcmode="lin" valueType="num">
                                      <p:cBhvr additive="base">
                                        <p:cTn id="63" dur="500" fill="hold"/>
                                        <p:tgtEl>
                                          <p:spTgt spid="28707"/>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5000"/>
                            </p:stCondLst>
                            <p:childTnLst>
                              <p:par>
                                <p:cTn id="65" presetID="2" presetClass="entr" presetSubtype="8" fill="hold" nodeType="afterEffect">
                                  <p:stCondLst>
                                    <p:cond delay="0"/>
                                  </p:stCondLst>
                                  <p:childTnLst>
                                    <p:set>
                                      <p:cBhvr>
                                        <p:cTn id="66" dur="1" fill="hold">
                                          <p:stCondLst>
                                            <p:cond delay="0"/>
                                          </p:stCondLst>
                                        </p:cTn>
                                        <p:tgtEl>
                                          <p:spTgt spid="28710"/>
                                        </p:tgtEl>
                                        <p:attrNameLst>
                                          <p:attrName>style.visibility</p:attrName>
                                        </p:attrNameLst>
                                      </p:cBhvr>
                                      <p:to>
                                        <p:strVal val="visible"/>
                                      </p:to>
                                    </p:set>
                                    <p:anim calcmode="lin" valueType="num">
                                      <p:cBhvr additive="base">
                                        <p:cTn id="67" dur="500" fill="hold"/>
                                        <p:tgtEl>
                                          <p:spTgt spid="28710"/>
                                        </p:tgtEl>
                                        <p:attrNameLst>
                                          <p:attrName>ppt_x</p:attrName>
                                        </p:attrNameLst>
                                      </p:cBhvr>
                                      <p:tavLst>
                                        <p:tav tm="0">
                                          <p:val>
                                            <p:strVal val="0-#ppt_w/2"/>
                                          </p:val>
                                        </p:tav>
                                        <p:tav tm="100000">
                                          <p:val>
                                            <p:strVal val="#ppt_x"/>
                                          </p:val>
                                        </p:tav>
                                      </p:tavLst>
                                    </p:anim>
                                    <p:anim calcmode="lin" valueType="num">
                                      <p:cBhvr additive="base">
                                        <p:cTn id="68" dur="500" fill="hold"/>
                                        <p:tgtEl>
                                          <p:spTgt spid="28710"/>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5500"/>
                            </p:stCondLst>
                            <p:childTnLst>
                              <p:par>
                                <p:cTn id="70" presetID="2" presetClass="entr" presetSubtype="8" fill="hold" nodeType="afterEffect">
                                  <p:stCondLst>
                                    <p:cond delay="0"/>
                                  </p:stCondLst>
                                  <p:childTnLst>
                                    <p:set>
                                      <p:cBhvr>
                                        <p:cTn id="71" dur="1" fill="hold">
                                          <p:stCondLst>
                                            <p:cond delay="0"/>
                                          </p:stCondLst>
                                        </p:cTn>
                                        <p:tgtEl>
                                          <p:spTgt spid="28713"/>
                                        </p:tgtEl>
                                        <p:attrNameLst>
                                          <p:attrName>style.visibility</p:attrName>
                                        </p:attrNameLst>
                                      </p:cBhvr>
                                      <p:to>
                                        <p:strVal val="visible"/>
                                      </p:to>
                                    </p:set>
                                    <p:anim calcmode="lin" valueType="num">
                                      <p:cBhvr additive="base">
                                        <p:cTn id="72" dur="500" fill="hold"/>
                                        <p:tgtEl>
                                          <p:spTgt spid="28713"/>
                                        </p:tgtEl>
                                        <p:attrNameLst>
                                          <p:attrName>ppt_x</p:attrName>
                                        </p:attrNameLst>
                                      </p:cBhvr>
                                      <p:tavLst>
                                        <p:tav tm="0">
                                          <p:val>
                                            <p:strVal val="0-#ppt_w/2"/>
                                          </p:val>
                                        </p:tav>
                                        <p:tav tm="100000">
                                          <p:val>
                                            <p:strVal val="#ppt_x"/>
                                          </p:val>
                                        </p:tav>
                                      </p:tavLst>
                                    </p:anim>
                                    <p:anim calcmode="lin" valueType="num">
                                      <p:cBhvr additive="base">
                                        <p:cTn id="73" dur="500" fill="hold"/>
                                        <p:tgtEl>
                                          <p:spTgt spid="28713"/>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6000"/>
                            </p:stCondLst>
                            <p:childTnLst>
                              <p:par>
                                <p:cTn id="75" presetID="2" presetClass="entr" presetSubtype="8" fill="hold" nodeType="afterEffect">
                                  <p:stCondLst>
                                    <p:cond delay="0"/>
                                  </p:stCondLst>
                                  <p:childTnLst>
                                    <p:set>
                                      <p:cBhvr>
                                        <p:cTn id="76" dur="1" fill="hold">
                                          <p:stCondLst>
                                            <p:cond delay="0"/>
                                          </p:stCondLst>
                                        </p:cTn>
                                        <p:tgtEl>
                                          <p:spTgt spid="28716"/>
                                        </p:tgtEl>
                                        <p:attrNameLst>
                                          <p:attrName>style.visibility</p:attrName>
                                        </p:attrNameLst>
                                      </p:cBhvr>
                                      <p:to>
                                        <p:strVal val="visible"/>
                                      </p:to>
                                    </p:set>
                                    <p:anim calcmode="lin" valueType="num">
                                      <p:cBhvr additive="base">
                                        <p:cTn id="77" dur="500" fill="hold"/>
                                        <p:tgtEl>
                                          <p:spTgt spid="28716"/>
                                        </p:tgtEl>
                                        <p:attrNameLst>
                                          <p:attrName>ppt_x</p:attrName>
                                        </p:attrNameLst>
                                      </p:cBhvr>
                                      <p:tavLst>
                                        <p:tav tm="0">
                                          <p:val>
                                            <p:strVal val="0-#ppt_w/2"/>
                                          </p:val>
                                        </p:tav>
                                        <p:tav tm="100000">
                                          <p:val>
                                            <p:strVal val="#ppt_x"/>
                                          </p:val>
                                        </p:tav>
                                      </p:tavLst>
                                    </p:anim>
                                    <p:anim calcmode="lin" valueType="num">
                                      <p:cBhvr additive="base">
                                        <p:cTn id="78" dur="500" fill="hold"/>
                                        <p:tgtEl>
                                          <p:spTgt spid="28716"/>
                                        </p:tgtEl>
                                        <p:attrNameLst>
                                          <p:attrName>ppt_y</p:attrName>
                                        </p:attrNameLst>
                                      </p:cBhvr>
                                      <p:tavLst>
                                        <p:tav tm="0">
                                          <p:val>
                                            <p:strVal val="#ppt_y"/>
                                          </p:val>
                                        </p:tav>
                                        <p:tav tm="100000">
                                          <p:val>
                                            <p:strVal val="#ppt_y"/>
                                          </p:val>
                                        </p:tav>
                                      </p:tavLst>
                                    </p:anim>
                                  </p:childTnLst>
                                </p:cTn>
                              </p:par>
                            </p:childTnLst>
                          </p:cTn>
                        </p:par>
                        <p:par>
                          <p:cTn id="79" fill="hold" nodeType="afterGroup">
                            <p:stCondLst>
                              <p:cond delay="6500"/>
                            </p:stCondLst>
                            <p:childTnLst>
                              <p:par>
                                <p:cTn id="80" presetID="2" presetClass="entr" presetSubtype="8" fill="hold" nodeType="afterEffect">
                                  <p:stCondLst>
                                    <p:cond delay="0"/>
                                  </p:stCondLst>
                                  <p:childTnLst>
                                    <p:set>
                                      <p:cBhvr>
                                        <p:cTn id="81" dur="1" fill="hold">
                                          <p:stCondLst>
                                            <p:cond delay="0"/>
                                          </p:stCondLst>
                                        </p:cTn>
                                        <p:tgtEl>
                                          <p:spTgt spid="28719"/>
                                        </p:tgtEl>
                                        <p:attrNameLst>
                                          <p:attrName>style.visibility</p:attrName>
                                        </p:attrNameLst>
                                      </p:cBhvr>
                                      <p:to>
                                        <p:strVal val="visible"/>
                                      </p:to>
                                    </p:set>
                                    <p:anim calcmode="lin" valueType="num">
                                      <p:cBhvr additive="base">
                                        <p:cTn id="82" dur="500" fill="hold"/>
                                        <p:tgtEl>
                                          <p:spTgt spid="28719"/>
                                        </p:tgtEl>
                                        <p:attrNameLst>
                                          <p:attrName>ppt_x</p:attrName>
                                        </p:attrNameLst>
                                      </p:cBhvr>
                                      <p:tavLst>
                                        <p:tav tm="0">
                                          <p:val>
                                            <p:strVal val="0-#ppt_w/2"/>
                                          </p:val>
                                        </p:tav>
                                        <p:tav tm="100000">
                                          <p:val>
                                            <p:strVal val="#ppt_x"/>
                                          </p:val>
                                        </p:tav>
                                      </p:tavLst>
                                    </p:anim>
                                    <p:anim calcmode="lin" valueType="num">
                                      <p:cBhvr additive="base">
                                        <p:cTn id="83" dur="500" fill="hold"/>
                                        <p:tgtEl>
                                          <p:spTgt spid="28719"/>
                                        </p:tgtEl>
                                        <p:attrNameLst>
                                          <p:attrName>ppt_y</p:attrName>
                                        </p:attrNameLst>
                                      </p:cBhvr>
                                      <p:tavLst>
                                        <p:tav tm="0">
                                          <p:val>
                                            <p:strVal val="#ppt_y"/>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8" fill="hold" nodeType="clickEffect">
                                  <p:stCondLst>
                                    <p:cond delay="0"/>
                                  </p:stCondLst>
                                  <p:childTnLst>
                                    <p:set>
                                      <p:cBhvr>
                                        <p:cTn id="87" dur="1" fill="hold">
                                          <p:stCondLst>
                                            <p:cond delay="0"/>
                                          </p:stCondLst>
                                        </p:cTn>
                                        <p:tgtEl>
                                          <p:spTgt spid="28723"/>
                                        </p:tgtEl>
                                        <p:attrNameLst>
                                          <p:attrName>style.visibility</p:attrName>
                                        </p:attrNameLst>
                                      </p:cBhvr>
                                      <p:to>
                                        <p:strVal val="visible"/>
                                      </p:to>
                                    </p:set>
                                    <p:anim calcmode="lin" valueType="num">
                                      <p:cBhvr additive="base">
                                        <p:cTn id="88" dur="500" fill="hold"/>
                                        <p:tgtEl>
                                          <p:spTgt spid="28723"/>
                                        </p:tgtEl>
                                        <p:attrNameLst>
                                          <p:attrName>ppt_x</p:attrName>
                                        </p:attrNameLst>
                                      </p:cBhvr>
                                      <p:tavLst>
                                        <p:tav tm="0">
                                          <p:val>
                                            <p:strVal val="0-#ppt_w/2"/>
                                          </p:val>
                                        </p:tav>
                                        <p:tav tm="100000">
                                          <p:val>
                                            <p:strVal val="#ppt_x"/>
                                          </p:val>
                                        </p:tav>
                                      </p:tavLst>
                                    </p:anim>
                                    <p:anim calcmode="lin" valueType="num">
                                      <p:cBhvr additive="base">
                                        <p:cTn id="89" dur="500" fill="hold"/>
                                        <p:tgtEl>
                                          <p:spTgt spid="28723"/>
                                        </p:tgtEl>
                                        <p:attrNameLst>
                                          <p:attrName>ppt_y</p:attrName>
                                        </p:attrNameLst>
                                      </p:cBhvr>
                                      <p:tavLst>
                                        <p:tav tm="0">
                                          <p:val>
                                            <p:strVal val="#ppt_y"/>
                                          </p:val>
                                        </p:tav>
                                        <p:tav tm="100000">
                                          <p:val>
                                            <p:strVal val="#ppt_y"/>
                                          </p:val>
                                        </p:tav>
                                      </p:tavLst>
                                    </p:anim>
                                  </p:childTnLst>
                                </p:cTn>
                              </p:par>
                            </p:childTnLst>
                          </p:cTn>
                        </p:par>
                        <p:par>
                          <p:cTn id="90" fill="hold" nodeType="afterGroup">
                            <p:stCondLst>
                              <p:cond delay="500"/>
                            </p:stCondLst>
                            <p:childTnLst>
                              <p:par>
                                <p:cTn id="91" presetID="2" presetClass="entr" presetSubtype="8" fill="hold" nodeType="afterEffect">
                                  <p:stCondLst>
                                    <p:cond delay="0"/>
                                  </p:stCondLst>
                                  <p:childTnLst>
                                    <p:set>
                                      <p:cBhvr>
                                        <p:cTn id="92" dur="1" fill="hold">
                                          <p:stCondLst>
                                            <p:cond delay="0"/>
                                          </p:stCondLst>
                                        </p:cTn>
                                        <p:tgtEl>
                                          <p:spTgt spid="28732"/>
                                        </p:tgtEl>
                                        <p:attrNameLst>
                                          <p:attrName>style.visibility</p:attrName>
                                        </p:attrNameLst>
                                      </p:cBhvr>
                                      <p:to>
                                        <p:strVal val="visible"/>
                                      </p:to>
                                    </p:set>
                                    <p:anim calcmode="lin" valueType="num">
                                      <p:cBhvr additive="base">
                                        <p:cTn id="93" dur="500" fill="hold"/>
                                        <p:tgtEl>
                                          <p:spTgt spid="28732"/>
                                        </p:tgtEl>
                                        <p:attrNameLst>
                                          <p:attrName>ppt_x</p:attrName>
                                        </p:attrNameLst>
                                      </p:cBhvr>
                                      <p:tavLst>
                                        <p:tav tm="0">
                                          <p:val>
                                            <p:strVal val="0-#ppt_w/2"/>
                                          </p:val>
                                        </p:tav>
                                        <p:tav tm="100000">
                                          <p:val>
                                            <p:strVal val="#ppt_x"/>
                                          </p:val>
                                        </p:tav>
                                      </p:tavLst>
                                    </p:anim>
                                    <p:anim calcmode="lin" valueType="num">
                                      <p:cBhvr additive="base">
                                        <p:cTn id="94" dur="500" fill="hold"/>
                                        <p:tgtEl>
                                          <p:spTgt spid="28732"/>
                                        </p:tgtEl>
                                        <p:attrNameLst>
                                          <p:attrName>ppt_y</p:attrName>
                                        </p:attrNameLst>
                                      </p:cBhvr>
                                      <p:tavLst>
                                        <p:tav tm="0">
                                          <p:val>
                                            <p:strVal val="#ppt_y"/>
                                          </p:val>
                                        </p:tav>
                                        <p:tav tm="100000">
                                          <p:val>
                                            <p:strVal val="#ppt_y"/>
                                          </p:val>
                                        </p:tav>
                                      </p:tavLst>
                                    </p:anim>
                                  </p:childTnLst>
                                </p:cTn>
                              </p:par>
                            </p:childTnLst>
                          </p:cTn>
                        </p:par>
                        <p:par>
                          <p:cTn id="95" fill="hold" nodeType="afterGroup">
                            <p:stCondLst>
                              <p:cond delay="1000"/>
                            </p:stCondLst>
                            <p:childTnLst>
                              <p:par>
                                <p:cTn id="96" presetID="2" presetClass="entr" presetSubtype="8" fill="hold" nodeType="afterEffect">
                                  <p:stCondLst>
                                    <p:cond delay="0"/>
                                  </p:stCondLst>
                                  <p:childTnLst>
                                    <p:set>
                                      <p:cBhvr>
                                        <p:cTn id="97" dur="1" fill="hold">
                                          <p:stCondLst>
                                            <p:cond delay="0"/>
                                          </p:stCondLst>
                                        </p:cTn>
                                        <p:tgtEl>
                                          <p:spTgt spid="28734"/>
                                        </p:tgtEl>
                                        <p:attrNameLst>
                                          <p:attrName>style.visibility</p:attrName>
                                        </p:attrNameLst>
                                      </p:cBhvr>
                                      <p:to>
                                        <p:strVal val="visible"/>
                                      </p:to>
                                    </p:set>
                                    <p:anim calcmode="lin" valueType="num">
                                      <p:cBhvr additive="base">
                                        <p:cTn id="98" dur="500" fill="hold"/>
                                        <p:tgtEl>
                                          <p:spTgt spid="28734"/>
                                        </p:tgtEl>
                                        <p:attrNameLst>
                                          <p:attrName>ppt_x</p:attrName>
                                        </p:attrNameLst>
                                      </p:cBhvr>
                                      <p:tavLst>
                                        <p:tav tm="0">
                                          <p:val>
                                            <p:strVal val="0-#ppt_w/2"/>
                                          </p:val>
                                        </p:tav>
                                        <p:tav tm="100000">
                                          <p:val>
                                            <p:strVal val="#ppt_x"/>
                                          </p:val>
                                        </p:tav>
                                      </p:tavLst>
                                    </p:anim>
                                    <p:anim calcmode="lin" valueType="num">
                                      <p:cBhvr additive="base">
                                        <p:cTn id="99" dur="500" fill="hold"/>
                                        <p:tgtEl>
                                          <p:spTgt spid="28734"/>
                                        </p:tgtEl>
                                        <p:attrNameLst>
                                          <p:attrName>ppt_y</p:attrName>
                                        </p:attrNameLst>
                                      </p:cBhvr>
                                      <p:tavLst>
                                        <p:tav tm="0">
                                          <p:val>
                                            <p:strVal val="#ppt_y"/>
                                          </p:val>
                                        </p:tav>
                                        <p:tav tm="100000">
                                          <p:val>
                                            <p:strVal val="#ppt_y"/>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 presetClass="entr" presetSubtype="8" fill="hold" grpId="0" nodeType="clickEffect">
                                  <p:stCondLst>
                                    <p:cond delay="0"/>
                                  </p:stCondLst>
                                  <p:childTnLst>
                                    <p:set>
                                      <p:cBhvr>
                                        <p:cTn id="103" dur="1" fill="hold">
                                          <p:stCondLst>
                                            <p:cond delay="0"/>
                                          </p:stCondLst>
                                        </p:cTn>
                                        <p:tgtEl>
                                          <p:spTgt spid="28724"/>
                                        </p:tgtEl>
                                        <p:attrNameLst>
                                          <p:attrName>style.visibility</p:attrName>
                                        </p:attrNameLst>
                                      </p:cBhvr>
                                      <p:to>
                                        <p:strVal val="visible"/>
                                      </p:to>
                                    </p:set>
                                    <p:anim calcmode="lin" valueType="num">
                                      <p:cBhvr additive="base">
                                        <p:cTn id="104" dur="500" fill="hold"/>
                                        <p:tgtEl>
                                          <p:spTgt spid="28724"/>
                                        </p:tgtEl>
                                        <p:attrNameLst>
                                          <p:attrName>ppt_x</p:attrName>
                                        </p:attrNameLst>
                                      </p:cBhvr>
                                      <p:tavLst>
                                        <p:tav tm="0">
                                          <p:val>
                                            <p:strVal val="0-#ppt_w/2"/>
                                          </p:val>
                                        </p:tav>
                                        <p:tav tm="100000">
                                          <p:val>
                                            <p:strVal val="#ppt_x"/>
                                          </p:val>
                                        </p:tav>
                                      </p:tavLst>
                                    </p:anim>
                                    <p:anim calcmode="lin" valueType="num">
                                      <p:cBhvr additive="base">
                                        <p:cTn id="105" dur="500" fill="hold"/>
                                        <p:tgtEl>
                                          <p:spTgt spid="28724"/>
                                        </p:tgtEl>
                                        <p:attrNameLst>
                                          <p:attrName>ppt_y</p:attrName>
                                        </p:attrNameLst>
                                      </p:cBhvr>
                                      <p:tavLst>
                                        <p:tav tm="0">
                                          <p:val>
                                            <p:strVal val="#ppt_y"/>
                                          </p:val>
                                        </p:tav>
                                        <p:tav tm="100000">
                                          <p:val>
                                            <p:strVal val="#ppt_y"/>
                                          </p:val>
                                        </p:tav>
                                      </p:tavLst>
                                    </p:anim>
                                  </p:childTnLst>
                                </p:cTn>
                              </p:par>
                            </p:childTnLst>
                          </p:cTn>
                        </p:par>
                        <p:par>
                          <p:cTn id="106" fill="hold" nodeType="afterGroup">
                            <p:stCondLst>
                              <p:cond delay="500"/>
                            </p:stCondLst>
                            <p:childTnLst>
                              <p:par>
                                <p:cTn id="107" presetID="2" presetClass="entr" presetSubtype="8" fill="hold" nodeType="afterEffect">
                                  <p:stCondLst>
                                    <p:cond delay="0"/>
                                  </p:stCondLst>
                                  <p:childTnLst>
                                    <p:set>
                                      <p:cBhvr>
                                        <p:cTn id="108" dur="1" fill="hold">
                                          <p:stCondLst>
                                            <p:cond delay="0"/>
                                          </p:stCondLst>
                                        </p:cTn>
                                        <p:tgtEl>
                                          <p:spTgt spid="28728"/>
                                        </p:tgtEl>
                                        <p:attrNameLst>
                                          <p:attrName>style.visibility</p:attrName>
                                        </p:attrNameLst>
                                      </p:cBhvr>
                                      <p:to>
                                        <p:strVal val="visible"/>
                                      </p:to>
                                    </p:set>
                                    <p:anim calcmode="lin" valueType="num">
                                      <p:cBhvr additive="base">
                                        <p:cTn id="109" dur="500" fill="hold"/>
                                        <p:tgtEl>
                                          <p:spTgt spid="28728"/>
                                        </p:tgtEl>
                                        <p:attrNameLst>
                                          <p:attrName>ppt_x</p:attrName>
                                        </p:attrNameLst>
                                      </p:cBhvr>
                                      <p:tavLst>
                                        <p:tav tm="0">
                                          <p:val>
                                            <p:strVal val="0-#ppt_w/2"/>
                                          </p:val>
                                        </p:tav>
                                        <p:tav tm="100000">
                                          <p:val>
                                            <p:strVal val="#ppt_x"/>
                                          </p:val>
                                        </p:tav>
                                      </p:tavLst>
                                    </p:anim>
                                    <p:anim calcmode="lin" valueType="num">
                                      <p:cBhvr additive="base">
                                        <p:cTn id="110" dur="500" fill="hold"/>
                                        <p:tgtEl>
                                          <p:spTgt spid="28728"/>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nodeType="clickEffect">
                                  <p:stCondLst>
                                    <p:cond delay="0"/>
                                  </p:stCondLst>
                                  <p:childTnLst>
                                    <p:set>
                                      <p:cBhvr>
                                        <p:cTn id="114" dur="1" fill="hold">
                                          <p:stCondLst>
                                            <p:cond delay="0"/>
                                          </p:stCondLst>
                                        </p:cTn>
                                        <p:tgtEl>
                                          <p:spTgt spid="28725"/>
                                        </p:tgtEl>
                                        <p:attrNameLst>
                                          <p:attrName>style.visibility</p:attrName>
                                        </p:attrNameLst>
                                      </p:cBhvr>
                                      <p:to>
                                        <p:strVal val="visible"/>
                                      </p:to>
                                    </p:set>
                                    <p:anim calcmode="lin" valueType="num">
                                      <p:cBhvr additive="base">
                                        <p:cTn id="115" dur="500" fill="hold"/>
                                        <p:tgtEl>
                                          <p:spTgt spid="28725"/>
                                        </p:tgtEl>
                                        <p:attrNameLst>
                                          <p:attrName>ppt_x</p:attrName>
                                        </p:attrNameLst>
                                      </p:cBhvr>
                                      <p:tavLst>
                                        <p:tav tm="0">
                                          <p:val>
                                            <p:strVal val="0-#ppt_w/2"/>
                                          </p:val>
                                        </p:tav>
                                        <p:tav tm="100000">
                                          <p:val>
                                            <p:strVal val="#ppt_x"/>
                                          </p:val>
                                        </p:tav>
                                      </p:tavLst>
                                    </p:anim>
                                    <p:anim calcmode="lin" valueType="num">
                                      <p:cBhvr additive="base">
                                        <p:cTn id="116" dur="500" fill="hold"/>
                                        <p:tgtEl>
                                          <p:spTgt spid="28725"/>
                                        </p:tgtEl>
                                        <p:attrNameLst>
                                          <p:attrName>ppt_y</p:attrName>
                                        </p:attrNameLst>
                                      </p:cBhvr>
                                      <p:tavLst>
                                        <p:tav tm="0">
                                          <p:val>
                                            <p:strVal val="#ppt_y"/>
                                          </p:val>
                                        </p:tav>
                                        <p:tav tm="100000">
                                          <p:val>
                                            <p:strVal val="#ppt_y"/>
                                          </p:val>
                                        </p:tav>
                                      </p:tavLst>
                                    </p:anim>
                                  </p:childTnLst>
                                </p:cTn>
                              </p:par>
                            </p:childTnLst>
                          </p:cTn>
                        </p:par>
                        <p:par>
                          <p:cTn id="117" fill="hold" nodeType="afterGroup">
                            <p:stCondLst>
                              <p:cond delay="500"/>
                            </p:stCondLst>
                            <p:childTnLst>
                              <p:par>
                                <p:cTn id="118" presetID="2" presetClass="entr" presetSubtype="8" fill="hold" nodeType="afterEffect">
                                  <p:stCondLst>
                                    <p:cond delay="0"/>
                                  </p:stCondLst>
                                  <p:childTnLst>
                                    <p:set>
                                      <p:cBhvr>
                                        <p:cTn id="119" dur="1" fill="hold">
                                          <p:stCondLst>
                                            <p:cond delay="0"/>
                                          </p:stCondLst>
                                        </p:cTn>
                                        <p:tgtEl>
                                          <p:spTgt spid="28726"/>
                                        </p:tgtEl>
                                        <p:attrNameLst>
                                          <p:attrName>style.visibility</p:attrName>
                                        </p:attrNameLst>
                                      </p:cBhvr>
                                      <p:to>
                                        <p:strVal val="visible"/>
                                      </p:to>
                                    </p:set>
                                    <p:anim calcmode="lin" valueType="num">
                                      <p:cBhvr additive="base">
                                        <p:cTn id="120" dur="500" fill="hold"/>
                                        <p:tgtEl>
                                          <p:spTgt spid="28726"/>
                                        </p:tgtEl>
                                        <p:attrNameLst>
                                          <p:attrName>ppt_x</p:attrName>
                                        </p:attrNameLst>
                                      </p:cBhvr>
                                      <p:tavLst>
                                        <p:tav tm="0">
                                          <p:val>
                                            <p:strVal val="0-#ppt_w/2"/>
                                          </p:val>
                                        </p:tav>
                                        <p:tav tm="100000">
                                          <p:val>
                                            <p:strVal val="#ppt_x"/>
                                          </p:val>
                                        </p:tav>
                                      </p:tavLst>
                                    </p:anim>
                                    <p:anim calcmode="lin" valueType="num">
                                      <p:cBhvr additive="base">
                                        <p:cTn id="121" dur="500" fill="hold"/>
                                        <p:tgtEl>
                                          <p:spTgt spid="28726"/>
                                        </p:tgtEl>
                                        <p:attrNameLst>
                                          <p:attrName>ppt_y</p:attrName>
                                        </p:attrNameLst>
                                      </p:cBhvr>
                                      <p:tavLst>
                                        <p:tav tm="0">
                                          <p:val>
                                            <p:strVal val="#ppt_y"/>
                                          </p:val>
                                        </p:tav>
                                        <p:tav tm="100000">
                                          <p:val>
                                            <p:strVal val="#ppt_y"/>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 presetClass="entr" presetSubtype="8" fill="hold" nodeType="clickEffect">
                                  <p:stCondLst>
                                    <p:cond delay="0"/>
                                  </p:stCondLst>
                                  <p:childTnLst>
                                    <p:set>
                                      <p:cBhvr>
                                        <p:cTn id="125" dur="1" fill="hold">
                                          <p:stCondLst>
                                            <p:cond delay="0"/>
                                          </p:stCondLst>
                                        </p:cTn>
                                        <p:tgtEl>
                                          <p:spTgt spid="28727"/>
                                        </p:tgtEl>
                                        <p:attrNameLst>
                                          <p:attrName>style.visibility</p:attrName>
                                        </p:attrNameLst>
                                      </p:cBhvr>
                                      <p:to>
                                        <p:strVal val="visible"/>
                                      </p:to>
                                    </p:set>
                                    <p:anim calcmode="lin" valueType="num">
                                      <p:cBhvr additive="base">
                                        <p:cTn id="126" dur="500" fill="hold"/>
                                        <p:tgtEl>
                                          <p:spTgt spid="28727"/>
                                        </p:tgtEl>
                                        <p:attrNameLst>
                                          <p:attrName>ppt_x</p:attrName>
                                        </p:attrNameLst>
                                      </p:cBhvr>
                                      <p:tavLst>
                                        <p:tav tm="0">
                                          <p:val>
                                            <p:strVal val="0-#ppt_w/2"/>
                                          </p:val>
                                        </p:tav>
                                        <p:tav tm="100000">
                                          <p:val>
                                            <p:strVal val="#ppt_x"/>
                                          </p:val>
                                        </p:tav>
                                      </p:tavLst>
                                    </p:anim>
                                    <p:anim calcmode="lin" valueType="num">
                                      <p:cBhvr additive="base">
                                        <p:cTn id="127" dur="500" fill="hold"/>
                                        <p:tgtEl>
                                          <p:spTgt spid="28727"/>
                                        </p:tgtEl>
                                        <p:attrNameLst>
                                          <p:attrName>ppt_y</p:attrName>
                                        </p:attrNameLst>
                                      </p:cBhvr>
                                      <p:tavLst>
                                        <p:tav tm="0">
                                          <p:val>
                                            <p:strVal val="#ppt_y"/>
                                          </p:val>
                                        </p:tav>
                                        <p:tav tm="100000">
                                          <p:val>
                                            <p:strVal val="#ppt_y"/>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 presetClass="entr" presetSubtype="8" fill="hold" nodeType="clickEffect">
                                  <p:stCondLst>
                                    <p:cond delay="0"/>
                                  </p:stCondLst>
                                  <p:childTnLst>
                                    <p:set>
                                      <p:cBhvr>
                                        <p:cTn id="131" dur="1" fill="hold">
                                          <p:stCondLst>
                                            <p:cond delay="0"/>
                                          </p:stCondLst>
                                        </p:cTn>
                                        <p:tgtEl>
                                          <p:spTgt spid="28733"/>
                                        </p:tgtEl>
                                        <p:attrNameLst>
                                          <p:attrName>style.visibility</p:attrName>
                                        </p:attrNameLst>
                                      </p:cBhvr>
                                      <p:to>
                                        <p:strVal val="visible"/>
                                      </p:to>
                                    </p:set>
                                    <p:anim calcmode="lin" valueType="num">
                                      <p:cBhvr additive="base">
                                        <p:cTn id="132" dur="500" fill="hold"/>
                                        <p:tgtEl>
                                          <p:spTgt spid="28733"/>
                                        </p:tgtEl>
                                        <p:attrNameLst>
                                          <p:attrName>ppt_x</p:attrName>
                                        </p:attrNameLst>
                                      </p:cBhvr>
                                      <p:tavLst>
                                        <p:tav tm="0">
                                          <p:val>
                                            <p:strVal val="0-#ppt_w/2"/>
                                          </p:val>
                                        </p:tav>
                                        <p:tav tm="100000">
                                          <p:val>
                                            <p:strVal val="#ppt_x"/>
                                          </p:val>
                                        </p:tav>
                                      </p:tavLst>
                                    </p:anim>
                                    <p:anim calcmode="lin" valueType="num">
                                      <p:cBhvr additive="base">
                                        <p:cTn id="133" dur="500" fill="hold"/>
                                        <p:tgtEl>
                                          <p:spTgt spid="28733"/>
                                        </p:tgtEl>
                                        <p:attrNameLst>
                                          <p:attrName>ppt_y</p:attrName>
                                        </p:attrNameLst>
                                      </p:cBhvr>
                                      <p:tavLst>
                                        <p:tav tm="0">
                                          <p:val>
                                            <p:strVal val="#ppt_y"/>
                                          </p:val>
                                        </p:tav>
                                        <p:tav tm="100000">
                                          <p:val>
                                            <p:strVal val="#ppt_y"/>
                                          </p:val>
                                        </p:tav>
                                      </p:tavLst>
                                    </p:anim>
                                  </p:childTnLst>
                                </p:cTn>
                              </p:par>
                            </p:childTnLst>
                          </p:cTn>
                        </p:par>
                        <p:par>
                          <p:cTn id="134" fill="hold" nodeType="afterGroup">
                            <p:stCondLst>
                              <p:cond delay="500"/>
                            </p:stCondLst>
                            <p:childTnLst>
                              <p:par>
                                <p:cTn id="135" presetID="2" presetClass="entr" presetSubtype="8" fill="hold" nodeType="afterEffect">
                                  <p:stCondLst>
                                    <p:cond delay="0"/>
                                  </p:stCondLst>
                                  <p:childTnLst>
                                    <p:set>
                                      <p:cBhvr>
                                        <p:cTn id="136" dur="1" fill="hold">
                                          <p:stCondLst>
                                            <p:cond delay="0"/>
                                          </p:stCondLst>
                                        </p:cTn>
                                        <p:tgtEl>
                                          <p:spTgt spid="28730"/>
                                        </p:tgtEl>
                                        <p:attrNameLst>
                                          <p:attrName>style.visibility</p:attrName>
                                        </p:attrNameLst>
                                      </p:cBhvr>
                                      <p:to>
                                        <p:strVal val="visible"/>
                                      </p:to>
                                    </p:set>
                                    <p:anim calcmode="lin" valueType="num">
                                      <p:cBhvr additive="base">
                                        <p:cTn id="137" dur="500" fill="hold"/>
                                        <p:tgtEl>
                                          <p:spTgt spid="28730"/>
                                        </p:tgtEl>
                                        <p:attrNameLst>
                                          <p:attrName>ppt_x</p:attrName>
                                        </p:attrNameLst>
                                      </p:cBhvr>
                                      <p:tavLst>
                                        <p:tav tm="0">
                                          <p:val>
                                            <p:strVal val="0-#ppt_w/2"/>
                                          </p:val>
                                        </p:tav>
                                        <p:tav tm="100000">
                                          <p:val>
                                            <p:strVal val="#ppt_x"/>
                                          </p:val>
                                        </p:tav>
                                      </p:tavLst>
                                    </p:anim>
                                    <p:anim calcmode="lin" valueType="num">
                                      <p:cBhvr additive="base">
                                        <p:cTn id="138" dur="500" fill="hold"/>
                                        <p:tgtEl>
                                          <p:spTgt spid="28730"/>
                                        </p:tgtEl>
                                        <p:attrNameLst>
                                          <p:attrName>ppt_y</p:attrName>
                                        </p:attrNameLst>
                                      </p:cBhvr>
                                      <p:tavLst>
                                        <p:tav tm="0">
                                          <p:val>
                                            <p:strVal val="#ppt_y"/>
                                          </p:val>
                                        </p:tav>
                                        <p:tav tm="100000">
                                          <p:val>
                                            <p:strVal val="#ppt_y"/>
                                          </p:val>
                                        </p:tav>
                                      </p:tavLst>
                                    </p:anim>
                                  </p:childTnLst>
                                </p:cTn>
                              </p:par>
                            </p:childTnLst>
                          </p:cTn>
                        </p:par>
                        <p:par>
                          <p:cTn id="139" fill="hold" nodeType="afterGroup">
                            <p:stCondLst>
                              <p:cond delay="1000"/>
                            </p:stCondLst>
                            <p:childTnLst>
                              <p:par>
                                <p:cTn id="140" presetID="2" presetClass="entr" presetSubtype="8" fill="hold" nodeType="afterEffect">
                                  <p:stCondLst>
                                    <p:cond delay="0"/>
                                  </p:stCondLst>
                                  <p:childTnLst>
                                    <p:set>
                                      <p:cBhvr>
                                        <p:cTn id="141" dur="1" fill="hold">
                                          <p:stCondLst>
                                            <p:cond delay="0"/>
                                          </p:stCondLst>
                                        </p:cTn>
                                        <p:tgtEl>
                                          <p:spTgt spid="28729"/>
                                        </p:tgtEl>
                                        <p:attrNameLst>
                                          <p:attrName>style.visibility</p:attrName>
                                        </p:attrNameLst>
                                      </p:cBhvr>
                                      <p:to>
                                        <p:strVal val="visible"/>
                                      </p:to>
                                    </p:set>
                                    <p:anim calcmode="lin" valueType="num">
                                      <p:cBhvr additive="base">
                                        <p:cTn id="142" dur="500" fill="hold"/>
                                        <p:tgtEl>
                                          <p:spTgt spid="28729"/>
                                        </p:tgtEl>
                                        <p:attrNameLst>
                                          <p:attrName>ppt_x</p:attrName>
                                        </p:attrNameLst>
                                      </p:cBhvr>
                                      <p:tavLst>
                                        <p:tav tm="0">
                                          <p:val>
                                            <p:strVal val="0-#ppt_w/2"/>
                                          </p:val>
                                        </p:tav>
                                        <p:tav tm="100000">
                                          <p:val>
                                            <p:strVal val="#ppt_x"/>
                                          </p:val>
                                        </p:tav>
                                      </p:tavLst>
                                    </p:anim>
                                    <p:anim calcmode="lin" valueType="num">
                                      <p:cBhvr additive="base">
                                        <p:cTn id="143" dur="500" fill="hold"/>
                                        <p:tgtEl>
                                          <p:spTgt spid="28729"/>
                                        </p:tgtEl>
                                        <p:attrNameLst>
                                          <p:attrName>ppt_y</p:attrName>
                                        </p:attrNameLst>
                                      </p:cBhvr>
                                      <p:tavLst>
                                        <p:tav tm="0">
                                          <p:val>
                                            <p:strVal val="#ppt_y"/>
                                          </p:val>
                                        </p:tav>
                                        <p:tav tm="100000">
                                          <p:val>
                                            <p:strVal val="#ppt_y"/>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 presetClass="entr" presetSubtype="8" fill="hold" nodeType="clickEffect">
                                  <p:stCondLst>
                                    <p:cond delay="0"/>
                                  </p:stCondLst>
                                  <p:childTnLst>
                                    <p:set>
                                      <p:cBhvr>
                                        <p:cTn id="147" dur="1" fill="hold">
                                          <p:stCondLst>
                                            <p:cond delay="0"/>
                                          </p:stCondLst>
                                        </p:cTn>
                                        <p:tgtEl>
                                          <p:spTgt spid="28731"/>
                                        </p:tgtEl>
                                        <p:attrNameLst>
                                          <p:attrName>style.visibility</p:attrName>
                                        </p:attrNameLst>
                                      </p:cBhvr>
                                      <p:to>
                                        <p:strVal val="visible"/>
                                      </p:to>
                                    </p:set>
                                    <p:anim calcmode="lin" valueType="num">
                                      <p:cBhvr additive="base">
                                        <p:cTn id="148" dur="500" fill="hold"/>
                                        <p:tgtEl>
                                          <p:spTgt spid="28731"/>
                                        </p:tgtEl>
                                        <p:attrNameLst>
                                          <p:attrName>ppt_x</p:attrName>
                                        </p:attrNameLst>
                                      </p:cBhvr>
                                      <p:tavLst>
                                        <p:tav tm="0">
                                          <p:val>
                                            <p:strVal val="0-#ppt_w/2"/>
                                          </p:val>
                                        </p:tav>
                                        <p:tav tm="100000">
                                          <p:val>
                                            <p:strVal val="#ppt_x"/>
                                          </p:val>
                                        </p:tav>
                                      </p:tavLst>
                                    </p:anim>
                                    <p:anim calcmode="lin" valueType="num">
                                      <p:cBhvr additive="base">
                                        <p:cTn id="149" dur="500" fill="hold"/>
                                        <p:tgtEl>
                                          <p:spTgt spid="28731"/>
                                        </p:tgtEl>
                                        <p:attrNameLst>
                                          <p:attrName>ppt_y</p:attrName>
                                        </p:attrNameLst>
                                      </p:cBhvr>
                                      <p:tavLst>
                                        <p:tav tm="0">
                                          <p:val>
                                            <p:strVal val="#ppt_y"/>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8" fill="hold" nodeType="clickEffect">
                                  <p:stCondLst>
                                    <p:cond delay="0"/>
                                  </p:stCondLst>
                                  <p:childTnLst>
                                    <p:set>
                                      <p:cBhvr>
                                        <p:cTn id="153" dur="1" fill="hold">
                                          <p:stCondLst>
                                            <p:cond delay="0"/>
                                          </p:stCondLst>
                                        </p:cTn>
                                        <p:tgtEl>
                                          <p:spTgt spid="2"/>
                                        </p:tgtEl>
                                        <p:attrNameLst>
                                          <p:attrName>style.visibility</p:attrName>
                                        </p:attrNameLst>
                                      </p:cBhvr>
                                      <p:to>
                                        <p:strVal val="visible"/>
                                      </p:to>
                                    </p:set>
                                    <p:anim calcmode="lin" valueType="num">
                                      <p:cBhvr additive="base">
                                        <p:cTn id="154" dur="500" fill="hold"/>
                                        <p:tgtEl>
                                          <p:spTgt spid="2"/>
                                        </p:tgtEl>
                                        <p:attrNameLst>
                                          <p:attrName>ppt_x</p:attrName>
                                        </p:attrNameLst>
                                      </p:cBhvr>
                                      <p:tavLst>
                                        <p:tav tm="0">
                                          <p:val>
                                            <p:strVal val="0-#ppt_w/2"/>
                                          </p:val>
                                        </p:tav>
                                        <p:tav tm="100000">
                                          <p:val>
                                            <p:strVal val="#ppt_x"/>
                                          </p:val>
                                        </p:tav>
                                      </p:tavLst>
                                    </p:anim>
                                    <p:anim calcmode="lin" valueType="num">
                                      <p:cBhvr additive="base">
                                        <p:cTn id="155" dur="500" fill="hold"/>
                                        <p:tgtEl>
                                          <p:spTgt spid="2"/>
                                        </p:tgtEl>
                                        <p:attrNameLst>
                                          <p:attrName>ppt_y</p:attrName>
                                        </p:attrNameLst>
                                      </p:cBhvr>
                                      <p:tavLst>
                                        <p:tav tm="0">
                                          <p:val>
                                            <p:strVal val="#ppt_y"/>
                                          </p:val>
                                        </p:tav>
                                        <p:tav tm="100000">
                                          <p:val>
                                            <p:strVal val="#ppt_y"/>
                                          </p:val>
                                        </p:tav>
                                      </p:tavLst>
                                    </p:anim>
                                  </p:childTnLst>
                                </p:cTn>
                              </p:par>
                            </p:childTnLst>
                          </p:cTn>
                        </p:par>
                        <p:par>
                          <p:cTn id="156" fill="hold">
                            <p:stCondLst>
                              <p:cond delay="500"/>
                            </p:stCondLst>
                            <p:childTnLst>
                              <p:par>
                                <p:cTn id="157" presetID="2" presetClass="entr" presetSubtype="8" fill="hold" nodeType="afterEffect">
                                  <p:stCondLst>
                                    <p:cond delay="0"/>
                                  </p:stCondLst>
                                  <p:childTnLst>
                                    <p:set>
                                      <p:cBhvr>
                                        <p:cTn id="158" dur="1" fill="hold">
                                          <p:stCondLst>
                                            <p:cond delay="0"/>
                                          </p:stCondLst>
                                        </p:cTn>
                                        <p:tgtEl>
                                          <p:spTgt spid="15"/>
                                        </p:tgtEl>
                                        <p:attrNameLst>
                                          <p:attrName>style.visibility</p:attrName>
                                        </p:attrNameLst>
                                      </p:cBhvr>
                                      <p:to>
                                        <p:strVal val="visible"/>
                                      </p:to>
                                    </p:set>
                                    <p:anim calcmode="lin" valueType="num">
                                      <p:cBhvr additive="base">
                                        <p:cTn id="159" dur="500" fill="hold"/>
                                        <p:tgtEl>
                                          <p:spTgt spid="15"/>
                                        </p:tgtEl>
                                        <p:attrNameLst>
                                          <p:attrName>ppt_x</p:attrName>
                                        </p:attrNameLst>
                                      </p:cBhvr>
                                      <p:tavLst>
                                        <p:tav tm="0">
                                          <p:val>
                                            <p:strVal val="0-#ppt_w/2"/>
                                          </p:val>
                                        </p:tav>
                                        <p:tav tm="100000">
                                          <p:val>
                                            <p:strVal val="#ppt_x"/>
                                          </p:val>
                                        </p:tav>
                                      </p:tavLst>
                                    </p:anim>
                                    <p:anim calcmode="lin" valueType="num">
                                      <p:cBhvr additive="base">
                                        <p:cTn id="160" dur="500" fill="hold"/>
                                        <p:tgtEl>
                                          <p:spTgt spid="15"/>
                                        </p:tgtEl>
                                        <p:attrNameLst>
                                          <p:attrName>ppt_y</p:attrName>
                                        </p:attrNameLst>
                                      </p:cBhvr>
                                      <p:tavLst>
                                        <p:tav tm="0">
                                          <p:val>
                                            <p:strVal val="#ppt_y"/>
                                          </p:val>
                                        </p:tav>
                                        <p:tav tm="100000">
                                          <p:val>
                                            <p:strVal val="#ppt_y"/>
                                          </p:val>
                                        </p:tav>
                                      </p:tavLst>
                                    </p:anim>
                                  </p:childTnLst>
                                </p:cTn>
                              </p:par>
                            </p:childTnLst>
                          </p:cTn>
                        </p:par>
                        <p:par>
                          <p:cTn id="161" fill="hold">
                            <p:stCondLst>
                              <p:cond delay="1000"/>
                            </p:stCondLst>
                            <p:childTnLst>
                              <p:par>
                                <p:cTn id="162" presetID="2" presetClass="entr" presetSubtype="8" fill="hold" nodeType="afterEffect">
                                  <p:stCondLst>
                                    <p:cond delay="0"/>
                                  </p:stCondLst>
                                  <p:childTnLst>
                                    <p:set>
                                      <p:cBhvr>
                                        <p:cTn id="163" dur="1" fill="hold">
                                          <p:stCondLst>
                                            <p:cond delay="0"/>
                                          </p:stCondLst>
                                        </p:cTn>
                                        <p:tgtEl>
                                          <p:spTgt spid="18"/>
                                        </p:tgtEl>
                                        <p:attrNameLst>
                                          <p:attrName>style.visibility</p:attrName>
                                        </p:attrNameLst>
                                      </p:cBhvr>
                                      <p:to>
                                        <p:strVal val="visible"/>
                                      </p:to>
                                    </p:set>
                                    <p:anim calcmode="lin" valueType="num">
                                      <p:cBhvr additive="base">
                                        <p:cTn id="164" dur="500" fill="hold"/>
                                        <p:tgtEl>
                                          <p:spTgt spid="18"/>
                                        </p:tgtEl>
                                        <p:attrNameLst>
                                          <p:attrName>ppt_x</p:attrName>
                                        </p:attrNameLst>
                                      </p:cBhvr>
                                      <p:tavLst>
                                        <p:tav tm="0">
                                          <p:val>
                                            <p:strVal val="0-#ppt_w/2"/>
                                          </p:val>
                                        </p:tav>
                                        <p:tav tm="100000">
                                          <p:val>
                                            <p:strVal val="#ppt_x"/>
                                          </p:val>
                                        </p:tav>
                                      </p:tavLst>
                                    </p:anim>
                                    <p:anim calcmode="lin" valueType="num">
                                      <p:cBhvr additive="base">
                                        <p:cTn id="165" dur="500" fill="hold"/>
                                        <p:tgtEl>
                                          <p:spTgt spid="18"/>
                                        </p:tgtEl>
                                        <p:attrNameLst>
                                          <p:attrName>ppt_y</p:attrName>
                                        </p:attrNameLst>
                                      </p:cBhvr>
                                      <p:tavLst>
                                        <p:tav tm="0">
                                          <p:val>
                                            <p:strVal val="#ppt_y"/>
                                          </p:val>
                                        </p:tav>
                                        <p:tav tm="100000">
                                          <p:val>
                                            <p:strVal val="#ppt_y"/>
                                          </p:val>
                                        </p:tav>
                                      </p:tavLst>
                                    </p:anim>
                                  </p:childTnLst>
                                </p:cTn>
                              </p:par>
                            </p:childTnLst>
                          </p:cTn>
                        </p:par>
                        <p:par>
                          <p:cTn id="166" fill="hold">
                            <p:stCondLst>
                              <p:cond delay="1500"/>
                            </p:stCondLst>
                            <p:childTnLst>
                              <p:par>
                                <p:cTn id="167" presetID="2" presetClass="entr" presetSubtype="8" fill="hold" nodeType="afterEffect">
                                  <p:stCondLst>
                                    <p:cond delay="0"/>
                                  </p:stCondLst>
                                  <p:childTnLst>
                                    <p:set>
                                      <p:cBhvr>
                                        <p:cTn id="168" dur="1" fill="hold">
                                          <p:stCondLst>
                                            <p:cond delay="0"/>
                                          </p:stCondLst>
                                        </p:cTn>
                                        <p:tgtEl>
                                          <p:spTgt spid="21"/>
                                        </p:tgtEl>
                                        <p:attrNameLst>
                                          <p:attrName>style.visibility</p:attrName>
                                        </p:attrNameLst>
                                      </p:cBhvr>
                                      <p:to>
                                        <p:strVal val="visible"/>
                                      </p:to>
                                    </p:set>
                                    <p:anim calcmode="lin" valueType="num">
                                      <p:cBhvr additive="base">
                                        <p:cTn id="169" dur="500" fill="hold"/>
                                        <p:tgtEl>
                                          <p:spTgt spid="21"/>
                                        </p:tgtEl>
                                        <p:attrNameLst>
                                          <p:attrName>ppt_x</p:attrName>
                                        </p:attrNameLst>
                                      </p:cBhvr>
                                      <p:tavLst>
                                        <p:tav tm="0">
                                          <p:val>
                                            <p:strVal val="0-#ppt_w/2"/>
                                          </p:val>
                                        </p:tav>
                                        <p:tav tm="100000">
                                          <p:val>
                                            <p:strVal val="#ppt_x"/>
                                          </p:val>
                                        </p:tav>
                                      </p:tavLst>
                                    </p:anim>
                                    <p:anim calcmode="lin" valueType="num">
                                      <p:cBhvr additive="base">
                                        <p:cTn id="170" dur="500" fill="hold"/>
                                        <p:tgtEl>
                                          <p:spTgt spid="21"/>
                                        </p:tgtEl>
                                        <p:attrNameLst>
                                          <p:attrName>ppt_y</p:attrName>
                                        </p:attrNameLst>
                                      </p:cBhvr>
                                      <p:tavLst>
                                        <p:tav tm="0">
                                          <p:val>
                                            <p:strVal val="#ppt_y"/>
                                          </p:val>
                                        </p:tav>
                                        <p:tav tm="100000">
                                          <p:val>
                                            <p:strVal val="#ppt_y"/>
                                          </p:val>
                                        </p:tav>
                                      </p:tavLst>
                                    </p:anim>
                                  </p:childTnLst>
                                </p:cTn>
                              </p:par>
                            </p:childTnLst>
                          </p:cTn>
                        </p:par>
                        <p:par>
                          <p:cTn id="171" fill="hold">
                            <p:stCondLst>
                              <p:cond delay="2000"/>
                            </p:stCondLst>
                            <p:childTnLst>
                              <p:par>
                                <p:cTn id="172" presetID="2" presetClass="entr" presetSubtype="8" fill="hold" nodeType="afterEffect">
                                  <p:stCondLst>
                                    <p:cond delay="0"/>
                                  </p:stCondLst>
                                  <p:childTnLst>
                                    <p:set>
                                      <p:cBhvr>
                                        <p:cTn id="173" dur="1" fill="hold">
                                          <p:stCondLst>
                                            <p:cond delay="0"/>
                                          </p:stCondLst>
                                        </p:cTn>
                                        <p:tgtEl>
                                          <p:spTgt spid="24"/>
                                        </p:tgtEl>
                                        <p:attrNameLst>
                                          <p:attrName>style.visibility</p:attrName>
                                        </p:attrNameLst>
                                      </p:cBhvr>
                                      <p:to>
                                        <p:strVal val="visible"/>
                                      </p:to>
                                    </p:set>
                                    <p:anim calcmode="lin" valueType="num">
                                      <p:cBhvr additive="base">
                                        <p:cTn id="174" dur="500" fill="hold"/>
                                        <p:tgtEl>
                                          <p:spTgt spid="24"/>
                                        </p:tgtEl>
                                        <p:attrNameLst>
                                          <p:attrName>ppt_x</p:attrName>
                                        </p:attrNameLst>
                                      </p:cBhvr>
                                      <p:tavLst>
                                        <p:tav tm="0">
                                          <p:val>
                                            <p:strVal val="0-#ppt_w/2"/>
                                          </p:val>
                                        </p:tav>
                                        <p:tav tm="100000">
                                          <p:val>
                                            <p:strVal val="#ppt_x"/>
                                          </p:val>
                                        </p:tav>
                                      </p:tavLst>
                                    </p:anim>
                                    <p:anim calcmode="lin" valueType="num">
                                      <p:cBhvr additive="base">
                                        <p:cTn id="175" dur="500" fill="hold"/>
                                        <p:tgtEl>
                                          <p:spTgt spid="24"/>
                                        </p:tgtEl>
                                        <p:attrNameLst>
                                          <p:attrName>ppt_y</p:attrName>
                                        </p:attrNameLst>
                                      </p:cBhvr>
                                      <p:tavLst>
                                        <p:tav tm="0">
                                          <p:val>
                                            <p:strVal val="#ppt_y"/>
                                          </p:val>
                                        </p:tav>
                                        <p:tav tm="100000">
                                          <p:val>
                                            <p:strVal val="#ppt_y"/>
                                          </p:val>
                                        </p:tav>
                                      </p:tavLst>
                                    </p:anim>
                                  </p:childTnLst>
                                </p:cTn>
                              </p:par>
                            </p:childTnLst>
                          </p:cTn>
                        </p:par>
                        <p:par>
                          <p:cTn id="176" fill="hold">
                            <p:stCondLst>
                              <p:cond delay="2500"/>
                            </p:stCondLst>
                            <p:childTnLst>
                              <p:par>
                                <p:cTn id="177" presetID="2" presetClass="entr" presetSubtype="8" fill="hold" nodeType="afterEffect">
                                  <p:stCondLst>
                                    <p:cond delay="0"/>
                                  </p:stCondLst>
                                  <p:childTnLst>
                                    <p:set>
                                      <p:cBhvr>
                                        <p:cTn id="178" dur="1" fill="hold">
                                          <p:stCondLst>
                                            <p:cond delay="0"/>
                                          </p:stCondLst>
                                        </p:cTn>
                                        <p:tgtEl>
                                          <p:spTgt spid="27"/>
                                        </p:tgtEl>
                                        <p:attrNameLst>
                                          <p:attrName>style.visibility</p:attrName>
                                        </p:attrNameLst>
                                      </p:cBhvr>
                                      <p:to>
                                        <p:strVal val="visible"/>
                                      </p:to>
                                    </p:set>
                                    <p:anim calcmode="lin" valueType="num">
                                      <p:cBhvr additive="base">
                                        <p:cTn id="179" dur="500" fill="hold"/>
                                        <p:tgtEl>
                                          <p:spTgt spid="27"/>
                                        </p:tgtEl>
                                        <p:attrNameLst>
                                          <p:attrName>ppt_x</p:attrName>
                                        </p:attrNameLst>
                                      </p:cBhvr>
                                      <p:tavLst>
                                        <p:tav tm="0">
                                          <p:val>
                                            <p:strVal val="0-#ppt_w/2"/>
                                          </p:val>
                                        </p:tav>
                                        <p:tav tm="100000">
                                          <p:val>
                                            <p:strVal val="#ppt_x"/>
                                          </p:val>
                                        </p:tav>
                                      </p:tavLst>
                                    </p:anim>
                                    <p:anim calcmode="lin" valueType="num">
                                      <p:cBhvr additive="base">
                                        <p:cTn id="180" dur="500" fill="hold"/>
                                        <p:tgtEl>
                                          <p:spTgt spid="27"/>
                                        </p:tgtEl>
                                        <p:attrNameLst>
                                          <p:attrName>ppt_y</p:attrName>
                                        </p:attrNameLst>
                                      </p:cBhvr>
                                      <p:tavLst>
                                        <p:tav tm="0">
                                          <p:val>
                                            <p:strVal val="#ppt_y"/>
                                          </p:val>
                                        </p:tav>
                                        <p:tav tm="100000">
                                          <p:val>
                                            <p:strVal val="#ppt_y"/>
                                          </p:val>
                                        </p:tav>
                                      </p:tavLst>
                                    </p:anim>
                                  </p:childTnLst>
                                </p:cTn>
                              </p:par>
                            </p:childTnLst>
                          </p:cTn>
                        </p:par>
                        <p:par>
                          <p:cTn id="181" fill="hold">
                            <p:stCondLst>
                              <p:cond delay="3000"/>
                            </p:stCondLst>
                            <p:childTnLst>
                              <p:par>
                                <p:cTn id="182" presetID="2" presetClass="entr" presetSubtype="8" fill="hold" nodeType="afterEffect">
                                  <p:stCondLst>
                                    <p:cond delay="0"/>
                                  </p:stCondLst>
                                  <p:childTnLst>
                                    <p:set>
                                      <p:cBhvr>
                                        <p:cTn id="183" dur="1" fill="hold">
                                          <p:stCondLst>
                                            <p:cond delay="0"/>
                                          </p:stCondLst>
                                        </p:cTn>
                                        <p:tgtEl>
                                          <p:spTgt spid="30"/>
                                        </p:tgtEl>
                                        <p:attrNameLst>
                                          <p:attrName>style.visibility</p:attrName>
                                        </p:attrNameLst>
                                      </p:cBhvr>
                                      <p:to>
                                        <p:strVal val="visible"/>
                                      </p:to>
                                    </p:set>
                                    <p:anim calcmode="lin" valueType="num">
                                      <p:cBhvr additive="base">
                                        <p:cTn id="184" dur="500" fill="hold"/>
                                        <p:tgtEl>
                                          <p:spTgt spid="30"/>
                                        </p:tgtEl>
                                        <p:attrNameLst>
                                          <p:attrName>ppt_x</p:attrName>
                                        </p:attrNameLst>
                                      </p:cBhvr>
                                      <p:tavLst>
                                        <p:tav tm="0">
                                          <p:val>
                                            <p:strVal val="0-#ppt_w/2"/>
                                          </p:val>
                                        </p:tav>
                                        <p:tav tm="100000">
                                          <p:val>
                                            <p:strVal val="#ppt_x"/>
                                          </p:val>
                                        </p:tav>
                                      </p:tavLst>
                                    </p:anim>
                                    <p:anim calcmode="lin" valueType="num">
                                      <p:cBhvr additive="base">
                                        <p:cTn id="185" dur="500" fill="hold"/>
                                        <p:tgtEl>
                                          <p:spTgt spid="30"/>
                                        </p:tgtEl>
                                        <p:attrNameLst>
                                          <p:attrName>ppt_y</p:attrName>
                                        </p:attrNameLst>
                                      </p:cBhvr>
                                      <p:tavLst>
                                        <p:tav tm="0">
                                          <p:val>
                                            <p:strVal val="#ppt_y"/>
                                          </p:val>
                                        </p:tav>
                                        <p:tav tm="100000">
                                          <p:val>
                                            <p:strVal val="#ppt_y"/>
                                          </p:val>
                                        </p:tav>
                                      </p:tavLst>
                                    </p:anim>
                                  </p:childTnLst>
                                </p:cTn>
                              </p:par>
                            </p:childTnLst>
                          </p:cTn>
                        </p:par>
                        <p:par>
                          <p:cTn id="186" fill="hold">
                            <p:stCondLst>
                              <p:cond delay="3500"/>
                            </p:stCondLst>
                            <p:childTnLst>
                              <p:par>
                                <p:cTn id="187" presetID="2" presetClass="entr" presetSubtype="8" fill="hold" nodeType="afterEffect">
                                  <p:stCondLst>
                                    <p:cond delay="0"/>
                                  </p:stCondLst>
                                  <p:childTnLst>
                                    <p:set>
                                      <p:cBhvr>
                                        <p:cTn id="188" dur="1" fill="hold">
                                          <p:stCondLst>
                                            <p:cond delay="0"/>
                                          </p:stCondLst>
                                        </p:cTn>
                                        <p:tgtEl>
                                          <p:spTgt spid="33"/>
                                        </p:tgtEl>
                                        <p:attrNameLst>
                                          <p:attrName>style.visibility</p:attrName>
                                        </p:attrNameLst>
                                      </p:cBhvr>
                                      <p:to>
                                        <p:strVal val="visible"/>
                                      </p:to>
                                    </p:set>
                                    <p:anim calcmode="lin" valueType="num">
                                      <p:cBhvr additive="base">
                                        <p:cTn id="189" dur="500" fill="hold"/>
                                        <p:tgtEl>
                                          <p:spTgt spid="33"/>
                                        </p:tgtEl>
                                        <p:attrNameLst>
                                          <p:attrName>ppt_x</p:attrName>
                                        </p:attrNameLst>
                                      </p:cBhvr>
                                      <p:tavLst>
                                        <p:tav tm="0">
                                          <p:val>
                                            <p:strVal val="0-#ppt_w/2"/>
                                          </p:val>
                                        </p:tav>
                                        <p:tav tm="100000">
                                          <p:val>
                                            <p:strVal val="#ppt_x"/>
                                          </p:val>
                                        </p:tav>
                                      </p:tavLst>
                                    </p:anim>
                                    <p:anim calcmode="lin" valueType="num">
                                      <p:cBhvr additive="base">
                                        <p:cTn id="190" dur="500" fill="hold"/>
                                        <p:tgtEl>
                                          <p:spTgt spid="33"/>
                                        </p:tgtEl>
                                        <p:attrNameLst>
                                          <p:attrName>ppt_y</p:attrName>
                                        </p:attrNameLst>
                                      </p:cBhvr>
                                      <p:tavLst>
                                        <p:tav tm="0">
                                          <p:val>
                                            <p:strVal val="#ppt_y"/>
                                          </p:val>
                                        </p:tav>
                                        <p:tav tm="100000">
                                          <p:val>
                                            <p:strVal val="#ppt_y"/>
                                          </p:val>
                                        </p:tav>
                                      </p:tavLst>
                                    </p:anim>
                                  </p:childTnLst>
                                </p:cTn>
                              </p:par>
                            </p:childTnLst>
                          </p:cTn>
                        </p:par>
                        <p:par>
                          <p:cTn id="191" fill="hold">
                            <p:stCondLst>
                              <p:cond delay="4000"/>
                            </p:stCondLst>
                            <p:childTnLst>
                              <p:par>
                                <p:cTn id="192" presetID="2" presetClass="entr" presetSubtype="8" fill="hold" nodeType="afterEffect">
                                  <p:stCondLst>
                                    <p:cond delay="0"/>
                                  </p:stCondLst>
                                  <p:childTnLst>
                                    <p:set>
                                      <p:cBhvr>
                                        <p:cTn id="193" dur="1" fill="hold">
                                          <p:stCondLst>
                                            <p:cond delay="0"/>
                                          </p:stCondLst>
                                        </p:cTn>
                                        <p:tgtEl>
                                          <p:spTgt spid="36"/>
                                        </p:tgtEl>
                                        <p:attrNameLst>
                                          <p:attrName>style.visibility</p:attrName>
                                        </p:attrNameLst>
                                      </p:cBhvr>
                                      <p:to>
                                        <p:strVal val="visible"/>
                                      </p:to>
                                    </p:set>
                                    <p:anim calcmode="lin" valueType="num">
                                      <p:cBhvr additive="base">
                                        <p:cTn id="194" dur="500" fill="hold"/>
                                        <p:tgtEl>
                                          <p:spTgt spid="36"/>
                                        </p:tgtEl>
                                        <p:attrNameLst>
                                          <p:attrName>ppt_x</p:attrName>
                                        </p:attrNameLst>
                                      </p:cBhvr>
                                      <p:tavLst>
                                        <p:tav tm="0">
                                          <p:val>
                                            <p:strVal val="0-#ppt_w/2"/>
                                          </p:val>
                                        </p:tav>
                                        <p:tav tm="100000">
                                          <p:val>
                                            <p:strVal val="#ppt_x"/>
                                          </p:val>
                                        </p:tav>
                                      </p:tavLst>
                                    </p:anim>
                                    <p:anim calcmode="lin" valueType="num">
                                      <p:cBhvr additive="base">
                                        <p:cTn id="195" dur="500" fill="hold"/>
                                        <p:tgtEl>
                                          <p:spTgt spid="36"/>
                                        </p:tgtEl>
                                        <p:attrNameLst>
                                          <p:attrName>ppt_y</p:attrName>
                                        </p:attrNameLst>
                                      </p:cBhvr>
                                      <p:tavLst>
                                        <p:tav tm="0">
                                          <p:val>
                                            <p:strVal val="#ppt_y"/>
                                          </p:val>
                                        </p:tav>
                                        <p:tav tm="100000">
                                          <p:val>
                                            <p:strVal val="#ppt_y"/>
                                          </p:val>
                                        </p:tav>
                                      </p:tavLst>
                                    </p:anim>
                                  </p:childTnLst>
                                </p:cTn>
                              </p:par>
                            </p:childTnLst>
                          </p:cTn>
                        </p:par>
                        <p:par>
                          <p:cTn id="196" fill="hold">
                            <p:stCondLst>
                              <p:cond delay="4500"/>
                            </p:stCondLst>
                            <p:childTnLst>
                              <p:par>
                                <p:cTn id="197" presetID="2" presetClass="entr" presetSubtype="8" fill="hold" nodeType="afterEffect">
                                  <p:stCondLst>
                                    <p:cond delay="0"/>
                                  </p:stCondLst>
                                  <p:childTnLst>
                                    <p:set>
                                      <p:cBhvr>
                                        <p:cTn id="198" dur="1" fill="hold">
                                          <p:stCondLst>
                                            <p:cond delay="0"/>
                                          </p:stCondLst>
                                        </p:cTn>
                                        <p:tgtEl>
                                          <p:spTgt spid="39"/>
                                        </p:tgtEl>
                                        <p:attrNameLst>
                                          <p:attrName>style.visibility</p:attrName>
                                        </p:attrNameLst>
                                      </p:cBhvr>
                                      <p:to>
                                        <p:strVal val="visible"/>
                                      </p:to>
                                    </p:set>
                                    <p:anim calcmode="lin" valueType="num">
                                      <p:cBhvr additive="base">
                                        <p:cTn id="199" dur="500" fill="hold"/>
                                        <p:tgtEl>
                                          <p:spTgt spid="39"/>
                                        </p:tgtEl>
                                        <p:attrNameLst>
                                          <p:attrName>ppt_x</p:attrName>
                                        </p:attrNameLst>
                                      </p:cBhvr>
                                      <p:tavLst>
                                        <p:tav tm="0">
                                          <p:val>
                                            <p:strVal val="0-#ppt_w/2"/>
                                          </p:val>
                                        </p:tav>
                                        <p:tav tm="100000">
                                          <p:val>
                                            <p:strVal val="#ppt_x"/>
                                          </p:val>
                                        </p:tav>
                                      </p:tavLst>
                                    </p:anim>
                                    <p:anim calcmode="lin" valueType="num">
                                      <p:cBhvr additive="base">
                                        <p:cTn id="200" dur="500" fill="hold"/>
                                        <p:tgtEl>
                                          <p:spTgt spid="39"/>
                                        </p:tgtEl>
                                        <p:attrNameLst>
                                          <p:attrName>ppt_y</p:attrName>
                                        </p:attrNameLst>
                                      </p:cBhvr>
                                      <p:tavLst>
                                        <p:tav tm="0">
                                          <p:val>
                                            <p:strVal val="#ppt_y"/>
                                          </p:val>
                                        </p:tav>
                                        <p:tav tm="100000">
                                          <p:val>
                                            <p:strVal val="#ppt_y"/>
                                          </p:val>
                                        </p:tav>
                                      </p:tavLst>
                                    </p:anim>
                                  </p:childTnLst>
                                </p:cTn>
                              </p:par>
                            </p:childTnLst>
                          </p:cTn>
                        </p:par>
                        <p:par>
                          <p:cTn id="201" fill="hold">
                            <p:stCondLst>
                              <p:cond delay="5000"/>
                            </p:stCondLst>
                            <p:childTnLst>
                              <p:par>
                                <p:cTn id="202" presetID="2" presetClass="entr" presetSubtype="8" fill="hold" nodeType="afterEffect">
                                  <p:stCondLst>
                                    <p:cond delay="0"/>
                                  </p:stCondLst>
                                  <p:childTnLst>
                                    <p:set>
                                      <p:cBhvr>
                                        <p:cTn id="203" dur="1" fill="hold">
                                          <p:stCondLst>
                                            <p:cond delay="0"/>
                                          </p:stCondLst>
                                        </p:cTn>
                                        <p:tgtEl>
                                          <p:spTgt spid="42"/>
                                        </p:tgtEl>
                                        <p:attrNameLst>
                                          <p:attrName>style.visibility</p:attrName>
                                        </p:attrNameLst>
                                      </p:cBhvr>
                                      <p:to>
                                        <p:strVal val="visible"/>
                                      </p:to>
                                    </p:set>
                                    <p:anim calcmode="lin" valueType="num">
                                      <p:cBhvr additive="base">
                                        <p:cTn id="204" dur="500" fill="hold"/>
                                        <p:tgtEl>
                                          <p:spTgt spid="42"/>
                                        </p:tgtEl>
                                        <p:attrNameLst>
                                          <p:attrName>ppt_x</p:attrName>
                                        </p:attrNameLst>
                                      </p:cBhvr>
                                      <p:tavLst>
                                        <p:tav tm="0">
                                          <p:val>
                                            <p:strVal val="0-#ppt_w/2"/>
                                          </p:val>
                                        </p:tav>
                                        <p:tav tm="100000">
                                          <p:val>
                                            <p:strVal val="#ppt_x"/>
                                          </p:val>
                                        </p:tav>
                                      </p:tavLst>
                                    </p:anim>
                                    <p:anim calcmode="lin" valueType="num">
                                      <p:cBhvr additive="base">
                                        <p:cTn id="205" dur="500" fill="hold"/>
                                        <p:tgtEl>
                                          <p:spTgt spid="42"/>
                                        </p:tgtEl>
                                        <p:attrNameLst>
                                          <p:attrName>ppt_y</p:attrName>
                                        </p:attrNameLst>
                                      </p:cBhvr>
                                      <p:tavLst>
                                        <p:tav tm="0">
                                          <p:val>
                                            <p:strVal val="#ppt_y"/>
                                          </p:val>
                                        </p:tav>
                                        <p:tav tm="100000">
                                          <p:val>
                                            <p:strVal val="#ppt_y"/>
                                          </p:val>
                                        </p:tav>
                                      </p:tavLst>
                                    </p:anim>
                                  </p:childTnLst>
                                </p:cTn>
                              </p:par>
                            </p:childTnLst>
                          </p:cTn>
                        </p:par>
                        <p:par>
                          <p:cTn id="206" fill="hold">
                            <p:stCondLst>
                              <p:cond delay="5500"/>
                            </p:stCondLst>
                            <p:childTnLst>
                              <p:par>
                                <p:cTn id="207" presetID="2" presetClass="entr" presetSubtype="8" fill="hold" nodeType="afterEffect">
                                  <p:stCondLst>
                                    <p:cond delay="0"/>
                                  </p:stCondLst>
                                  <p:childTnLst>
                                    <p:set>
                                      <p:cBhvr>
                                        <p:cTn id="208" dur="1" fill="hold">
                                          <p:stCondLst>
                                            <p:cond delay="0"/>
                                          </p:stCondLst>
                                        </p:cTn>
                                        <p:tgtEl>
                                          <p:spTgt spid="45"/>
                                        </p:tgtEl>
                                        <p:attrNameLst>
                                          <p:attrName>style.visibility</p:attrName>
                                        </p:attrNameLst>
                                      </p:cBhvr>
                                      <p:to>
                                        <p:strVal val="visible"/>
                                      </p:to>
                                    </p:set>
                                    <p:anim calcmode="lin" valueType="num">
                                      <p:cBhvr additive="base">
                                        <p:cTn id="209" dur="500" fill="hold"/>
                                        <p:tgtEl>
                                          <p:spTgt spid="45"/>
                                        </p:tgtEl>
                                        <p:attrNameLst>
                                          <p:attrName>ppt_x</p:attrName>
                                        </p:attrNameLst>
                                      </p:cBhvr>
                                      <p:tavLst>
                                        <p:tav tm="0">
                                          <p:val>
                                            <p:strVal val="0-#ppt_w/2"/>
                                          </p:val>
                                        </p:tav>
                                        <p:tav tm="100000">
                                          <p:val>
                                            <p:strVal val="#ppt_x"/>
                                          </p:val>
                                        </p:tav>
                                      </p:tavLst>
                                    </p:anim>
                                    <p:anim calcmode="lin" valueType="num">
                                      <p:cBhvr additive="base">
                                        <p:cTn id="210" dur="500" fill="hold"/>
                                        <p:tgtEl>
                                          <p:spTgt spid="45"/>
                                        </p:tgtEl>
                                        <p:attrNameLst>
                                          <p:attrName>ppt_y</p:attrName>
                                        </p:attrNameLst>
                                      </p:cBhvr>
                                      <p:tavLst>
                                        <p:tav tm="0">
                                          <p:val>
                                            <p:strVal val="#ppt_y"/>
                                          </p:val>
                                        </p:tav>
                                        <p:tav tm="100000">
                                          <p:val>
                                            <p:strVal val="#ppt_y"/>
                                          </p:val>
                                        </p:tav>
                                      </p:tavLst>
                                    </p:anim>
                                  </p:childTnLst>
                                </p:cTn>
                              </p:par>
                            </p:childTnLst>
                          </p:cTn>
                        </p:par>
                        <p:par>
                          <p:cTn id="211" fill="hold">
                            <p:stCondLst>
                              <p:cond delay="6000"/>
                            </p:stCondLst>
                            <p:childTnLst>
                              <p:par>
                                <p:cTn id="212" presetID="2" presetClass="entr" presetSubtype="8" fill="hold" nodeType="afterEffect">
                                  <p:stCondLst>
                                    <p:cond delay="0"/>
                                  </p:stCondLst>
                                  <p:childTnLst>
                                    <p:set>
                                      <p:cBhvr>
                                        <p:cTn id="213" dur="1" fill="hold">
                                          <p:stCondLst>
                                            <p:cond delay="0"/>
                                          </p:stCondLst>
                                        </p:cTn>
                                        <p:tgtEl>
                                          <p:spTgt spid="48"/>
                                        </p:tgtEl>
                                        <p:attrNameLst>
                                          <p:attrName>style.visibility</p:attrName>
                                        </p:attrNameLst>
                                      </p:cBhvr>
                                      <p:to>
                                        <p:strVal val="visible"/>
                                      </p:to>
                                    </p:set>
                                    <p:anim calcmode="lin" valueType="num">
                                      <p:cBhvr additive="base">
                                        <p:cTn id="214" dur="500" fill="hold"/>
                                        <p:tgtEl>
                                          <p:spTgt spid="48"/>
                                        </p:tgtEl>
                                        <p:attrNameLst>
                                          <p:attrName>ppt_x</p:attrName>
                                        </p:attrNameLst>
                                      </p:cBhvr>
                                      <p:tavLst>
                                        <p:tav tm="0">
                                          <p:val>
                                            <p:strVal val="0-#ppt_w/2"/>
                                          </p:val>
                                        </p:tav>
                                        <p:tav tm="100000">
                                          <p:val>
                                            <p:strVal val="#ppt_x"/>
                                          </p:val>
                                        </p:tav>
                                      </p:tavLst>
                                    </p:anim>
                                    <p:anim calcmode="lin" valueType="num">
                                      <p:cBhvr additive="base">
                                        <p:cTn id="215" dur="500" fill="hold"/>
                                        <p:tgtEl>
                                          <p:spTgt spid="48"/>
                                        </p:tgtEl>
                                        <p:attrNameLst>
                                          <p:attrName>ppt_y</p:attrName>
                                        </p:attrNameLst>
                                      </p:cBhvr>
                                      <p:tavLst>
                                        <p:tav tm="0">
                                          <p:val>
                                            <p:strVal val="#ppt_y"/>
                                          </p:val>
                                        </p:tav>
                                        <p:tav tm="100000">
                                          <p:val>
                                            <p:strVal val="#ppt_y"/>
                                          </p:val>
                                        </p:tav>
                                      </p:tavLst>
                                    </p:anim>
                                  </p:childTnLst>
                                </p:cTn>
                              </p:par>
                            </p:childTnLst>
                          </p:cTn>
                        </p:par>
                        <p:par>
                          <p:cTn id="216" fill="hold">
                            <p:stCondLst>
                              <p:cond delay="6500"/>
                            </p:stCondLst>
                            <p:childTnLst>
                              <p:par>
                                <p:cTn id="217" presetID="2" presetClass="entr" presetSubtype="8" fill="hold" nodeType="afterEffect">
                                  <p:stCondLst>
                                    <p:cond delay="0"/>
                                  </p:stCondLst>
                                  <p:childTnLst>
                                    <p:set>
                                      <p:cBhvr>
                                        <p:cTn id="218" dur="1" fill="hold">
                                          <p:stCondLst>
                                            <p:cond delay="0"/>
                                          </p:stCondLst>
                                        </p:cTn>
                                        <p:tgtEl>
                                          <p:spTgt spid="51"/>
                                        </p:tgtEl>
                                        <p:attrNameLst>
                                          <p:attrName>style.visibility</p:attrName>
                                        </p:attrNameLst>
                                      </p:cBhvr>
                                      <p:to>
                                        <p:strVal val="visible"/>
                                      </p:to>
                                    </p:set>
                                    <p:anim calcmode="lin" valueType="num">
                                      <p:cBhvr additive="base">
                                        <p:cTn id="219" dur="500" fill="hold"/>
                                        <p:tgtEl>
                                          <p:spTgt spid="51"/>
                                        </p:tgtEl>
                                        <p:attrNameLst>
                                          <p:attrName>ppt_x</p:attrName>
                                        </p:attrNameLst>
                                      </p:cBhvr>
                                      <p:tavLst>
                                        <p:tav tm="0">
                                          <p:val>
                                            <p:strVal val="0-#ppt_w/2"/>
                                          </p:val>
                                        </p:tav>
                                        <p:tav tm="100000">
                                          <p:val>
                                            <p:strVal val="#ppt_x"/>
                                          </p:val>
                                        </p:tav>
                                      </p:tavLst>
                                    </p:anim>
                                    <p:anim calcmode="lin" valueType="num">
                                      <p:cBhvr additive="base">
                                        <p:cTn id="220" dur="500" fill="hold"/>
                                        <p:tgtEl>
                                          <p:spTgt spid="51"/>
                                        </p:tgtEl>
                                        <p:attrNameLst>
                                          <p:attrName>ppt_y</p:attrName>
                                        </p:attrNameLst>
                                      </p:cBhvr>
                                      <p:tavLst>
                                        <p:tav tm="0">
                                          <p:val>
                                            <p:strVal val="#ppt_y"/>
                                          </p:val>
                                        </p:tav>
                                        <p:tav tm="100000">
                                          <p:val>
                                            <p:strVal val="#ppt_y"/>
                                          </p:val>
                                        </p:tav>
                                      </p:tavLst>
                                    </p:anim>
                                  </p:childTnLst>
                                </p:cTn>
                              </p:par>
                            </p:childTnLst>
                          </p:cTn>
                        </p:par>
                        <p:par>
                          <p:cTn id="221" fill="hold">
                            <p:stCondLst>
                              <p:cond delay="7000"/>
                            </p:stCondLst>
                            <p:childTnLst>
                              <p:par>
                                <p:cTn id="222" presetID="2" presetClass="entr" presetSubtype="8" fill="hold" nodeType="afterEffect">
                                  <p:stCondLst>
                                    <p:cond delay="0"/>
                                  </p:stCondLst>
                                  <p:childTnLst>
                                    <p:set>
                                      <p:cBhvr>
                                        <p:cTn id="223" dur="1" fill="hold">
                                          <p:stCondLst>
                                            <p:cond delay="0"/>
                                          </p:stCondLst>
                                        </p:cTn>
                                        <p:tgtEl>
                                          <p:spTgt spid="10"/>
                                        </p:tgtEl>
                                        <p:attrNameLst>
                                          <p:attrName>style.visibility</p:attrName>
                                        </p:attrNameLst>
                                      </p:cBhvr>
                                      <p:to>
                                        <p:strVal val="visible"/>
                                      </p:to>
                                    </p:set>
                                    <p:anim calcmode="lin" valueType="num">
                                      <p:cBhvr additive="base">
                                        <p:cTn id="224" dur="500" fill="hold"/>
                                        <p:tgtEl>
                                          <p:spTgt spid="10"/>
                                        </p:tgtEl>
                                        <p:attrNameLst>
                                          <p:attrName>ppt_x</p:attrName>
                                        </p:attrNameLst>
                                      </p:cBhvr>
                                      <p:tavLst>
                                        <p:tav tm="0">
                                          <p:val>
                                            <p:strVal val="0-#ppt_w/2"/>
                                          </p:val>
                                        </p:tav>
                                        <p:tav tm="100000">
                                          <p:val>
                                            <p:strVal val="#ppt_x"/>
                                          </p:val>
                                        </p:tav>
                                      </p:tavLst>
                                    </p:anim>
                                    <p:anim calcmode="lin" valueType="num">
                                      <p:cBhvr additive="base">
                                        <p:cTn id="225" dur="500" fill="hold"/>
                                        <p:tgtEl>
                                          <p:spTgt spid="10"/>
                                        </p:tgtEl>
                                        <p:attrNameLst>
                                          <p:attrName>ppt_y</p:attrName>
                                        </p:attrNameLst>
                                      </p:cBhvr>
                                      <p:tavLst>
                                        <p:tav tm="0">
                                          <p:val>
                                            <p:strVal val="#ppt_y"/>
                                          </p:val>
                                        </p:tav>
                                        <p:tav tm="100000">
                                          <p:val>
                                            <p:strVal val="#ppt_y"/>
                                          </p:val>
                                        </p:tav>
                                      </p:tavLst>
                                    </p:anim>
                                  </p:childTnLst>
                                </p:cTn>
                              </p:par>
                            </p:childTnLst>
                          </p:cTn>
                        </p:par>
                        <p:par>
                          <p:cTn id="226" fill="hold">
                            <p:stCondLst>
                              <p:cond delay="7500"/>
                            </p:stCondLst>
                            <p:childTnLst>
                              <p:par>
                                <p:cTn id="227" presetID="2" presetClass="entr" presetSubtype="8" fill="hold" grpId="0" nodeType="afterEffect">
                                  <p:stCondLst>
                                    <p:cond delay="0"/>
                                  </p:stCondLst>
                                  <p:childTnLst>
                                    <p:set>
                                      <p:cBhvr>
                                        <p:cTn id="228" dur="1" fill="hold">
                                          <p:stCondLst>
                                            <p:cond delay="0"/>
                                          </p:stCondLst>
                                        </p:cTn>
                                        <p:tgtEl>
                                          <p:spTgt spid="12"/>
                                        </p:tgtEl>
                                        <p:attrNameLst>
                                          <p:attrName>style.visibility</p:attrName>
                                        </p:attrNameLst>
                                      </p:cBhvr>
                                      <p:to>
                                        <p:strVal val="visible"/>
                                      </p:to>
                                    </p:set>
                                    <p:anim calcmode="lin" valueType="num">
                                      <p:cBhvr additive="base">
                                        <p:cTn id="229" dur="500" fill="hold"/>
                                        <p:tgtEl>
                                          <p:spTgt spid="12"/>
                                        </p:tgtEl>
                                        <p:attrNameLst>
                                          <p:attrName>ppt_x</p:attrName>
                                        </p:attrNameLst>
                                      </p:cBhvr>
                                      <p:tavLst>
                                        <p:tav tm="0">
                                          <p:val>
                                            <p:strVal val="0-#ppt_w/2"/>
                                          </p:val>
                                        </p:tav>
                                        <p:tav tm="100000">
                                          <p:val>
                                            <p:strVal val="#ppt_x"/>
                                          </p:val>
                                        </p:tav>
                                      </p:tavLst>
                                    </p:anim>
                                    <p:anim calcmode="lin" valueType="num">
                                      <p:cBhvr additive="base">
                                        <p:cTn id="230" dur="500" fill="hold"/>
                                        <p:tgtEl>
                                          <p:spTgt spid="12"/>
                                        </p:tgtEl>
                                        <p:attrNameLst>
                                          <p:attrName>ppt_y</p:attrName>
                                        </p:attrNameLst>
                                      </p:cBhvr>
                                      <p:tavLst>
                                        <p:tav tm="0">
                                          <p:val>
                                            <p:strVal val="#ppt_y"/>
                                          </p:val>
                                        </p:tav>
                                        <p:tav tm="100000">
                                          <p:val>
                                            <p:strVal val="#ppt_y"/>
                                          </p:val>
                                        </p:tav>
                                      </p:tavLst>
                                    </p:anim>
                                  </p:childTnLst>
                                </p:cTn>
                              </p:par>
                            </p:childTnLst>
                          </p:cTn>
                        </p:par>
                        <p:par>
                          <p:cTn id="231" fill="hold">
                            <p:stCondLst>
                              <p:cond delay="8000"/>
                            </p:stCondLst>
                            <p:childTnLst>
                              <p:par>
                                <p:cTn id="232" presetID="2" presetClass="entr" presetSubtype="8" fill="hold" nodeType="afterEffect">
                                  <p:stCondLst>
                                    <p:cond delay="0"/>
                                  </p:stCondLst>
                                  <p:childTnLst>
                                    <p:set>
                                      <p:cBhvr>
                                        <p:cTn id="233" dur="1" fill="hold">
                                          <p:stCondLst>
                                            <p:cond delay="0"/>
                                          </p:stCondLst>
                                        </p:cTn>
                                        <p:tgtEl>
                                          <p:spTgt spid="11"/>
                                        </p:tgtEl>
                                        <p:attrNameLst>
                                          <p:attrName>style.visibility</p:attrName>
                                        </p:attrNameLst>
                                      </p:cBhvr>
                                      <p:to>
                                        <p:strVal val="visible"/>
                                      </p:to>
                                    </p:set>
                                    <p:anim calcmode="lin" valueType="num">
                                      <p:cBhvr additive="base">
                                        <p:cTn id="234" dur="500" fill="hold"/>
                                        <p:tgtEl>
                                          <p:spTgt spid="11"/>
                                        </p:tgtEl>
                                        <p:attrNameLst>
                                          <p:attrName>ppt_x</p:attrName>
                                        </p:attrNameLst>
                                      </p:cBhvr>
                                      <p:tavLst>
                                        <p:tav tm="0">
                                          <p:val>
                                            <p:strVal val="0-#ppt_w/2"/>
                                          </p:val>
                                        </p:tav>
                                        <p:tav tm="100000">
                                          <p:val>
                                            <p:strVal val="#ppt_x"/>
                                          </p:val>
                                        </p:tav>
                                      </p:tavLst>
                                    </p:anim>
                                    <p:anim calcmode="lin" valueType="num">
                                      <p:cBhvr additive="base">
                                        <p:cTn id="235" dur="500" fill="hold"/>
                                        <p:tgtEl>
                                          <p:spTgt spid="11"/>
                                        </p:tgtEl>
                                        <p:attrNameLst>
                                          <p:attrName>ppt_y</p:attrName>
                                        </p:attrNameLst>
                                      </p:cBhvr>
                                      <p:tavLst>
                                        <p:tav tm="0">
                                          <p:val>
                                            <p:strVal val="#ppt_y"/>
                                          </p:val>
                                        </p:tav>
                                        <p:tav tm="100000">
                                          <p:val>
                                            <p:strVal val="#ppt_y"/>
                                          </p:val>
                                        </p:tav>
                                      </p:tavLst>
                                    </p:anim>
                                  </p:childTnLst>
                                </p:cTn>
                              </p:par>
                            </p:childTnLst>
                          </p:cTn>
                        </p:par>
                        <p:par>
                          <p:cTn id="236" fill="hold">
                            <p:stCondLst>
                              <p:cond delay="8500"/>
                            </p:stCondLst>
                            <p:childTnLst>
                              <p:par>
                                <p:cTn id="237" presetID="2" presetClass="entr" presetSubtype="8" fill="hold" nodeType="afterEffect">
                                  <p:stCondLst>
                                    <p:cond delay="0"/>
                                  </p:stCondLst>
                                  <p:childTnLst>
                                    <p:set>
                                      <p:cBhvr>
                                        <p:cTn id="238" dur="1" fill="hold">
                                          <p:stCondLst>
                                            <p:cond delay="0"/>
                                          </p:stCondLst>
                                        </p:cTn>
                                        <p:tgtEl>
                                          <p:spTgt spid="13"/>
                                        </p:tgtEl>
                                        <p:attrNameLst>
                                          <p:attrName>style.visibility</p:attrName>
                                        </p:attrNameLst>
                                      </p:cBhvr>
                                      <p:to>
                                        <p:strVal val="visible"/>
                                      </p:to>
                                    </p:set>
                                    <p:anim calcmode="lin" valueType="num">
                                      <p:cBhvr additive="base">
                                        <p:cTn id="239" dur="500" fill="hold"/>
                                        <p:tgtEl>
                                          <p:spTgt spid="13"/>
                                        </p:tgtEl>
                                        <p:attrNameLst>
                                          <p:attrName>ppt_x</p:attrName>
                                        </p:attrNameLst>
                                      </p:cBhvr>
                                      <p:tavLst>
                                        <p:tav tm="0">
                                          <p:val>
                                            <p:strVal val="0-#ppt_w/2"/>
                                          </p:val>
                                        </p:tav>
                                        <p:tav tm="100000">
                                          <p:val>
                                            <p:strVal val="#ppt_x"/>
                                          </p:val>
                                        </p:tav>
                                      </p:tavLst>
                                    </p:anim>
                                    <p:anim calcmode="lin" valueType="num">
                                      <p:cBhvr additive="base">
                                        <p:cTn id="240" dur="500" fill="hold"/>
                                        <p:tgtEl>
                                          <p:spTgt spid="13"/>
                                        </p:tgtEl>
                                        <p:attrNameLst>
                                          <p:attrName>ppt_y</p:attrName>
                                        </p:attrNameLst>
                                      </p:cBhvr>
                                      <p:tavLst>
                                        <p:tav tm="0">
                                          <p:val>
                                            <p:strVal val="#ppt_y"/>
                                          </p:val>
                                        </p:tav>
                                        <p:tav tm="100000">
                                          <p:val>
                                            <p:strVal val="#ppt_y"/>
                                          </p:val>
                                        </p:tav>
                                      </p:tavLst>
                                    </p:anim>
                                  </p:childTnLst>
                                </p:cTn>
                              </p:par>
                            </p:childTnLst>
                          </p:cTn>
                        </p:par>
                        <p:par>
                          <p:cTn id="241" fill="hold">
                            <p:stCondLst>
                              <p:cond delay="9000"/>
                            </p:stCondLst>
                            <p:childTnLst>
                              <p:par>
                                <p:cTn id="242" presetID="2" presetClass="entr" presetSubtype="8" fill="hold" nodeType="afterEffect">
                                  <p:stCondLst>
                                    <p:cond delay="0"/>
                                  </p:stCondLst>
                                  <p:childTnLst>
                                    <p:set>
                                      <p:cBhvr>
                                        <p:cTn id="243" dur="1" fill="hold">
                                          <p:stCondLst>
                                            <p:cond delay="0"/>
                                          </p:stCondLst>
                                        </p:cTn>
                                        <p:tgtEl>
                                          <p:spTgt spid="14"/>
                                        </p:tgtEl>
                                        <p:attrNameLst>
                                          <p:attrName>style.visibility</p:attrName>
                                        </p:attrNameLst>
                                      </p:cBhvr>
                                      <p:to>
                                        <p:strVal val="visible"/>
                                      </p:to>
                                    </p:set>
                                    <p:anim calcmode="lin" valueType="num">
                                      <p:cBhvr additive="base">
                                        <p:cTn id="244" dur="500" fill="hold"/>
                                        <p:tgtEl>
                                          <p:spTgt spid="14"/>
                                        </p:tgtEl>
                                        <p:attrNameLst>
                                          <p:attrName>ppt_x</p:attrName>
                                        </p:attrNameLst>
                                      </p:cBhvr>
                                      <p:tavLst>
                                        <p:tav tm="0">
                                          <p:val>
                                            <p:strVal val="0-#ppt_w/2"/>
                                          </p:val>
                                        </p:tav>
                                        <p:tav tm="100000">
                                          <p:val>
                                            <p:strVal val="#ppt_x"/>
                                          </p:val>
                                        </p:tav>
                                      </p:tavLst>
                                    </p:anim>
                                    <p:anim calcmode="lin" valueType="num">
                                      <p:cBhvr additive="base">
                                        <p:cTn id="245" dur="500" fill="hold"/>
                                        <p:tgtEl>
                                          <p:spTgt spid="14"/>
                                        </p:tgtEl>
                                        <p:attrNameLst>
                                          <p:attrName>ppt_y</p:attrName>
                                        </p:attrNameLst>
                                      </p:cBhvr>
                                      <p:tavLst>
                                        <p:tav tm="0">
                                          <p:val>
                                            <p:strVal val="#ppt_y"/>
                                          </p:val>
                                        </p:tav>
                                        <p:tav tm="100000">
                                          <p:val>
                                            <p:strVal val="#ppt_y"/>
                                          </p:val>
                                        </p:tav>
                                      </p:tavLst>
                                    </p:anim>
                                  </p:childTnLst>
                                </p:cTn>
                              </p:par>
                            </p:childTnLst>
                          </p:cTn>
                        </p:par>
                        <p:par>
                          <p:cTn id="246" fill="hold">
                            <p:stCondLst>
                              <p:cond delay="9500"/>
                            </p:stCondLst>
                            <p:childTnLst>
                              <p:par>
                                <p:cTn id="247" presetID="2" presetClass="entr" presetSubtype="8" fill="hold" nodeType="afterEffect">
                                  <p:stCondLst>
                                    <p:cond delay="0"/>
                                  </p:stCondLst>
                                  <p:childTnLst>
                                    <p:set>
                                      <p:cBhvr>
                                        <p:cTn id="248" dur="1" fill="hold">
                                          <p:stCondLst>
                                            <p:cond delay="0"/>
                                          </p:stCondLst>
                                        </p:cTn>
                                        <p:tgtEl>
                                          <p:spTgt spid="9"/>
                                        </p:tgtEl>
                                        <p:attrNameLst>
                                          <p:attrName>style.visibility</p:attrName>
                                        </p:attrNameLst>
                                      </p:cBhvr>
                                      <p:to>
                                        <p:strVal val="visible"/>
                                      </p:to>
                                    </p:set>
                                    <p:anim calcmode="lin" valueType="num">
                                      <p:cBhvr additive="base">
                                        <p:cTn id="249" dur="500" fill="hold"/>
                                        <p:tgtEl>
                                          <p:spTgt spid="9"/>
                                        </p:tgtEl>
                                        <p:attrNameLst>
                                          <p:attrName>ppt_x</p:attrName>
                                        </p:attrNameLst>
                                      </p:cBhvr>
                                      <p:tavLst>
                                        <p:tav tm="0">
                                          <p:val>
                                            <p:strVal val="0-#ppt_w/2"/>
                                          </p:val>
                                        </p:tav>
                                        <p:tav tm="100000">
                                          <p:val>
                                            <p:strVal val="#ppt_x"/>
                                          </p:val>
                                        </p:tav>
                                      </p:tavLst>
                                    </p:anim>
                                    <p:anim calcmode="lin" valueType="num">
                                      <p:cBhvr additive="base">
                                        <p:cTn id="250" dur="500" fill="hold"/>
                                        <p:tgtEl>
                                          <p:spTgt spid="9"/>
                                        </p:tgtEl>
                                        <p:attrNameLst>
                                          <p:attrName>ppt_y</p:attrName>
                                        </p:attrNameLst>
                                      </p:cBhvr>
                                      <p:tavLst>
                                        <p:tav tm="0">
                                          <p:val>
                                            <p:strVal val="#ppt_y"/>
                                          </p:val>
                                        </p:tav>
                                        <p:tav tm="100000">
                                          <p:val>
                                            <p:strVal val="#ppt_y"/>
                                          </p:val>
                                        </p:tav>
                                      </p:tavLst>
                                    </p:anim>
                                  </p:childTnLst>
                                </p:cTn>
                              </p:par>
                            </p:childTnLst>
                          </p:cTn>
                        </p:par>
                        <p:par>
                          <p:cTn id="251" fill="hold">
                            <p:stCondLst>
                              <p:cond delay="10000"/>
                            </p:stCondLst>
                            <p:childTnLst>
                              <p:par>
                                <p:cTn id="252" presetID="2" presetClass="entr" presetSubtype="8" fill="hold" nodeType="afterEffect">
                                  <p:stCondLst>
                                    <p:cond delay="0"/>
                                  </p:stCondLst>
                                  <p:childTnLst>
                                    <p:set>
                                      <p:cBhvr>
                                        <p:cTn id="253" dur="1" fill="hold">
                                          <p:stCondLst>
                                            <p:cond delay="0"/>
                                          </p:stCondLst>
                                        </p:cTn>
                                        <p:tgtEl>
                                          <p:spTgt spid="3"/>
                                        </p:tgtEl>
                                        <p:attrNameLst>
                                          <p:attrName>style.visibility</p:attrName>
                                        </p:attrNameLst>
                                      </p:cBhvr>
                                      <p:to>
                                        <p:strVal val="visible"/>
                                      </p:to>
                                    </p:set>
                                    <p:anim calcmode="lin" valueType="num">
                                      <p:cBhvr additive="base">
                                        <p:cTn id="254" dur="500" fill="hold"/>
                                        <p:tgtEl>
                                          <p:spTgt spid="3"/>
                                        </p:tgtEl>
                                        <p:attrNameLst>
                                          <p:attrName>ppt_x</p:attrName>
                                        </p:attrNameLst>
                                      </p:cBhvr>
                                      <p:tavLst>
                                        <p:tav tm="0">
                                          <p:val>
                                            <p:strVal val="0-#ppt_w/2"/>
                                          </p:val>
                                        </p:tav>
                                        <p:tav tm="100000">
                                          <p:val>
                                            <p:strVal val="#ppt_x"/>
                                          </p:val>
                                        </p:tav>
                                      </p:tavLst>
                                    </p:anim>
                                    <p:anim calcmode="lin" valueType="num">
                                      <p:cBhvr additive="base">
                                        <p:cTn id="255" dur="500" fill="hold"/>
                                        <p:tgtEl>
                                          <p:spTgt spid="3"/>
                                        </p:tgtEl>
                                        <p:attrNameLst>
                                          <p:attrName>ppt_y</p:attrName>
                                        </p:attrNameLst>
                                      </p:cBhvr>
                                      <p:tavLst>
                                        <p:tav tm="0">
                                          <p:val>
                                            <p:strVal val="#ppt_y"/>
                                          </p:val>
                                        </p:tav>
                                        <p:tav tm="100000">
                                          <p:val>
                                            <p:strVal val="#ppt_y"/>
                                          </p:val>
                                        </p:tav>
                                      </p:tavLst>
                                    </p:anim>
                                  </p:childTnLst>
                                </p:cTn>
                              </p:par>
                            </p:childTnLst>
                          </p:cTn>
                        </p:par>
                        <p:par>
                          <p:cTn id="256" fill="hold">
                            <p:stCondLst>
                              <p:cond delay="10500"/>
                            </p:stCondLst>
                            <p:childTnLst>
                              <p:par>
                                <p:cTn id="257" presetID="2" presetClass="entr" presetSubtype="8" fill="hold" nodeType="afterEffect">
                                  <p:stCondLst>
                                    <p:cond delay="0"/>
                                  </p:stCondLst>
                                  <p:childTnLst>
                                    <p:set>
                                      <p:cBhvr>
                                        <p:cTn id="258" dur="1" fill="hold">
                                          <p:stCondLst>
                                            <p:cond delay="0"/>
                                          </p:stCondLst>
                                        </p:cTn>
                                        <p:tgtEl>
                                          <p:spTgt spid="4"/>
                                        </p:tgtEl>
                                        <p:attrNameLst>
                                          <p:attrName>style.visibility</p:attrName>
                                        </p:attrNameLst>
                                      </p:cBhvr>
                                      <p:to>
                                        <p:strVal val="visible"/>
                                      </p:to>
                                    </p:set>
                                    <p:anim calcmode="lin" valueType="num">
                                      <p:cBhvr additive="base">
                                        <p:cTn id="259" dur="500" fill="hold"/>
                                        <p:tgtEl>
                                          <p:spTgt spid="4"/>
                                        </p:tgtEl>
                                        <p:attrNameLst>
                                          <p:attrName>ppt_x</p:attrName>
                                        </p:attrNameLst>
                                      </p:cBhvr>
                                      <p:tavLst>
                                        <p:tav tm="0">
                                          <p:val>
                                            <p:strVal val="0-#ppt_w/2"/>
                                          </p:val>
                                        </p:tav>
                                        <p:tav tm="100000">
                                          <p:val>
                                            <p:strVal val="#ppt_x"/>
                                          </p:val>
                                        </p:tav>
                                      </p:tavLst>
                                    </p:anim>
                                    <p:anim calcmode="lin" valueType="num">
                                      <p:cBhvr additive="base">
                                        <p:cTn id="260" dur="500" fill="hold"/>
                                        <p:tgtEl>
                                          <p:spTgt spid="4"/>
                                        </p:tgtEl>
                                        <p:attrNameLst>
                                          <p:attrName>ppt_y</p:attrName>
                                        </p:attrNameLst>
                                      </p:cBhvr>
                                      <p:tavLst>
                                        <p:tav tm="0">
                                          <p:val>
                                            <p:strVal val="#ppt_y"/>
                                          </p:val>
                                        </p:tav>
                                        <p:tav tm="100000">
                                          <p:val>
                                            <p:strVal val="#ppt_y"/>
                                          </p:val>
                                        </p:tav>
                                      </p:tavLst>
                                    </p:anim>
                                  </p:childTnLst>
                                </p:cTn>
                              </p:par>
                            </p:childTnLst>
                          </p:cTn>
                        </p:par>
                        <p:par>
                          <p:cTn id="261" fill="hold">
                            <p:stCondLst>
                              <p:cond delay="11000"/>
                            </p:stCondLst>
                            <p:childTnLst>
                              <p:par>
                                <p:cTn id="262" presetID="2" presetClass="entr" presetSubtype="8" fill="hold" nodeType="afterEffect">
                                  <p:stCondLst>
                                    <p:cond delay="0"/>
                                  </p:stCondLst>
                                  <p:childTnLst>
                                    <p:set>
                                      <p:cBhvr>
                                        <p:cTn id="263" dur="1" fill="hold">
                                          <p:stCondLst>
                                            <p:cond delay="0"/>
                                          </p:stCondLst>
                                        </p:cTn>
                                        <p:tgtEl>
                                          <p:spTgt spid="5"/>
                                        </p:tgtEl>
                                        <p:attrNameLst>
                                          <p:attrName>style.visibility</p:attrName>
                                        </p:attrNameLst>
                                      </p:cBhvr>
                                      <p:to>
                                        <p:strVal val="visible"/>
                                      </p:to>
                                    </p:set>
                                    <p:anim calcmode="lin" valueType="num">
                                      <p:cBhvr additive="base">
                                        <p:cTn id="264" dur="500" fill="hold"/>
                                        <p:tgtEl>
                                          <p:spTgt spid="5"/>
                                        </p:tgtEl>
                                        <p:attrNameLst>
                                          <p:attrName>ppt_x</p:attrName>
                                        </p:attrNameLst>
                                      </p:cBhvr>
                                      <p:tavLst>
                                        <p:tav tm="0">
                                          <p:val>
                                            <p:strVal val="0-#ppt_w/2"/>
                                          </p:val>
                                        </p:tav>
                                        <p:tav tm="100000">
                                          <p:val>
                                            <p:strVal val="#ppt_x"/>
                                          </p:val>
                                        </p:tav>
                                      </p:tavLst>
                                    </p:anim>
                                    <p:anim calcmode="lin" valueType="num">
                                      <p:cBhvr additive="base">
                                        <p:cTn id="265" dur="500" fill="hold"/>
                                        <p:tgtEl>
                                          <p:spTgt spid="5"/>
                                        </p:tgtEl>
                                        <p:attrNameLst>
                                          <p:attrName>ppt_y</p:attrName>
                                        </p:attrNameLst>
                                      </p:cBhvr>
                                      <p:tavLst>
                                        <p:tav tm="0">
                                          <p:val>
                                            <p:strVal val="#ppt_y"/>
                                          </p:val>
                                        </p:tav>
                                        <p:tav tm="100000">
                                          <p:val>
                                            <p:strVal val="#ppt_y"/>
                                          </p:val>
                                        </p:tav>
                                      </p:tavLst>
                                    </p:anim>
                                  </p:childTnLst>
                                </p:cTn>
                              </p:par>
                            </p:childTnLst>
                          </p:cTn>
                        </p:par>
                        <p:par>
                          <p:cTn id="266" fill="hold">
                            <p:stCondLst>
                              <p:cond delay="11500"/>
                            </p:stCondLst>
                            <p:childTnLst>
                              <p:par>
                                <p:cTn id="267" presetID="2" presetClass="entr" presetSubtype="8" fill="hold" nodeType="afterEffect">
                                  <p:stCondLst>
                                    <p:cond delay="0"/>
                                  </p:stCondLst>
                                  <p:childTnLst>
                                    <p:set>
                                      <p:cBhvr>
                                        <p:cTn id="268" dur="1" fill="hold">
                                          <p:stCondLst>
                                            <p:cond delay="0"/>
                                          </p:stCondLst>
                                        </p:cTn>
                                        <p:tgtEl>
                                          <p:spTgt spid="6"/>
                                        </p:tgtEl>
                                        <p:attrNameLst>
                                          <p:attrName>style.visibility</p:attrName>
                                        </p:attrNameLst>
                                      </p:cBhvr>
                                      <p:to>
                                        <p:strVal val="visible"/>
                                      </p:to>
                                    </p:set>
                                    <p:anim calcmode="lin" valueType="num">
                                      <p:cBhvr additive="base">
                                        <p:cTn id="269" dur="500" fill="hold"/>
                                        <p:tgtEl>
                                          <p:spTgt spid="6"/>
                                        </p:tgtEl>
                                        <p:attrNameLst>
                                          <p:attrName>ppt_x</p:attrName>
                                        </p:attrNameLst>
                                      </p:cBhvr>
                                      <p:tavLst>
                                        <p:tav tm="0">
                                          <p:val>
                                            <p:strVal val="0-#ppt_w/2"/>
                                          </p:val>
                                        </p:tav>
                                        <p:tav tm="100000">
                                          <p:val>
                                            <p:strVal val="#ppt_x"/>
                                          </p:val>
                                        </p:tav>
                                      </p:tavLst>
                                    </p:anim>
                                    <p:anim calcmode="lin" valueType="num">
                                      <p:cBhvr additive="base">
                                        <p:cTn id="270" dur="500" fill="hold"/>
                                        <p:tgtEl>
                                          <p:spTgt spid="6"/>
                                        </p:tgtEl>
                                        <p:attrNameLst>
                                          <p:attrName>ppt_y</p:attrName>
                                        </p:attrNameLst>
                                      </p:cBhvr>
                                      <p:tavLst>
                                        <p:tav tm="0">
                                          <p:val>
                                            <p:strVal val="#ppt_y"/>
                                          </p:val>
                                        </p:tav>
                                        <p:tav tm="100000">
                                          <p:val>
                                            <p:strVal val="#ppt_y"/>
                                          </p:val>
                                        </p:tav>
                                      </p:tavLst>
                                    </p:anim>
                                  </p:childTnLst>
                                </p:cTn>
                              </p:par>
                            </p:childTnLst>
                          </p:cTn>
                        </p:par>
                        <p:par>
                          <p:cTn id="271" fill="hold">
                            <p:stCondLst>
                              <p:cond delay="12000"/>
                            </p:stCondLst>
                            <p:childTnLst>
                              <p:par>
                                <p:cTn id="272" presetID="2" presetClass="entr" presetSubtype="8" fill="hold" nodeType="afterEffect">
                                  <p:stCondLst>
                                    <p:cond delay="0"/>
                                  </p:stCondLst>
                                  <p:childTnLst>
                                    <p:set>
                                      <p:cBhvr>
                                        <p:cTn id="273" dur="1" fill="hold">
                                          <p:stCondLst>
                                            <p:cond delay="0"/>
                                          </p:stCondLst>
                                        </p:cTn>
                                        <p:tgtEl>
                                          <p:spTgt spid="7"/>
                                        </p:tgtEl>
                                        <p:attrNameLst>
                                          <p:attrName>style.visibility</p:attrName>
                                        </p:attrNameLst>
                                      </p:cBhvr>
                                      <p:to>
                                        <p:strVal val="visible"/>
                                      </p:to>
                                    </p:set>
                                    <p:anim calcmode="lin" valueType="num">
                                      <p:cBhvr additive="base">
                                        <p:cTn id="274" dur="500" fill="hold"/>
                                        <p:tgtEl>
                                          <p:spTgt spid="7"/>
                                        </p:tgtEl>
                                        <p:attrNameLst>
                                          <p:attrName>ppt_x</p:attrName>
                                        </p:attrNameLst>
                                      </p:cBhvr>
                                      <p:tavLst>
                                        <p:tav tm="0">
                                          <p:val>
                                            <p:strVal val="0-#ppt_w/2"/>
                                          </p:val>
                                        </p:tav>
                                        <p:tav tm="100000">
                                          <p:val>
                                            <p:strVal val="#ppt_x"/>
                                          </p:val>
                                        </p:tav>
                                      </p:tavLst>
                                    </p:anim>
                                    <p:anim calcmode="lin" valueType="num">
                                      <p:cBhvr additive="base">
                                        <p:cTn id="275" dur="500" fill="hold"/>
                                        <p:tgtEl>
                                          <p:spTgt spid="7"/>
                                        </p:tgtEl>
                                        <p:attrNameLst>
                                          <p:attrName>ppt_y</p:attrName>
                                        </p:attrNameLst>
                                      </p:cBhvr>
                                      <p:tavLst>
                                        <p:tav tm="0">
                                          <p:val>
                                            <p:strVal val="#ppt_y"/>
                                          </p:val>
                                        </p:tav>
                                        <p:tav tm="100000">
                                          <p:val>
                                            <p:strVal val="#ppt_y"/>
                                          </p:val>
                                        </p:tav>
                                      </p:tavLst>
                                    </p:anim>
                                  </p:childTnLst>
                                </p:cTn>
                              </p:par>
                            </p:childTnLst>
                          </p:cTn>
                        </p:par>
                        <p:par>
                          <p:cTn id="276" fill="hold">
                            <p:stCondLst>
                              <p:cond delay="12500"/>
                            </p:stCondLst>
                            <p:childTnLst>
                              <p:par>
                                <p:cTn id="277" presetID="2" presetClass="entr" presetSubtype="8" fill="hold" nodeType="afterEffect">
                                  <p:stCondLst>
                                    <p:cond delay="0"/>
                                  </p:stCondLst>
                                  <p:childTnLst>
                                    <p:set>
                                      <p:cBhvr>
                                        <p:cTn id="278" dur="1" fill="hold">
                                          <p:stCondLst>
                                            <p:cond delay="0"/>
                                          </p:stCondLst>
                                        </p:cTn>
                                        <p:tgtEl>
                                          <p:spTgt spid="8"/>
                                        </p:tgtEl>
                                        <p:attrNameLst>
                                          <p:attrName>style.visibility</p:attrName>
                                        </p:attrNameLst>
                                      </p:cBhvr>
                                      <p:to>
                                        <p:strVal val="visible"/>
                                      </p:to>
                                    </p:set>
                                    <p:anim calcmode="lin" valueType="num">
                                      <p:cBhvr additive="base">
                                        <p:cTn id="279" dur="500" fill="hold"/>
                                        <p:tgtEl>
                                          <p:spTgt spid="8"/>
                                        </p:tgtEl>
                                        <p:attrNameLst>
                                          <p:attrName>ppt_x</p:attrName>
                                        </p:attrNameLst>
                                      </p:cBhvr>
                                      <p:tavLst>
                                        <p:tav tm="0">
                                          <p:val>
                                            <p:strVal val="0-#ppt_w/2"/>
                                          </p:val>
                                        </p:tav>
                                        <p:tav tm="100000">
                                          <p:val>
                                            <p:strVal val="#ppt_x"/>
                                          </p:val>
                                        </p:tav>
                                      </p:tavLst>
                                    </p:anim>
                                    <p:anim calcmode="lin" valueType="num">
                                      <p:cBhvr additive="base">
                                        <p:cTn id="28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81" fill="hold">
                      <p:stCondLst>
                        <p:cond delay="indefinite"/>
                      </p:stCondLst>
                      <p:childTnLst>
                        <p:par>
                          <p:cTn id="282" fill="hold">
                            <p:stCondLst>
                              <p:cond delay="0"/>
                            </p:stCondLst>
                            <p:childTnLst>
                              <p:par>
                                <p:cTn id="283" presetID="2" presetClass="entr" presetSubtype="8" fill="hold" nodeType="clickEffect">
                                  <p:stCondLst>
                                    <p:cond delay="0"/>
                                  </p:stCondLst>
                                  <p:childTnLst>
                                    <p:set>
                                      <p:cBhvr>
                                        <p:cTn id="284" dur="1" fill="hold">
                                          <p:stCondLst>
                                            <p:cond delay="0"/>
                                          </p:stCondLst>
                                        </p:cTn>
                                        <p:tgtEl>
                                          <p:spTgt spid="54"/>
                                        </p:tgtEl>
                                        <p:attrNameLst>
                                          <p:attrName>style.visibility</p:attrName>
                                        </p:attrNameLst>
                                      </p:cBhvr>
                                      <p:to>
                                        <p:strVal val="visible"/>
                                      </p:to>
                                    </p:set>
                                    <p:anim calcmode="lin" valueType="num">
                                      <p:cBhvr additive="base">
                                        <p:cTn id="285" dur="500" fill="hold"/>
                                        <p:tgtEl>
                                          <p:spTgt spid="54"/>
                                        </p:tgtEl>
                                        <p:attrNameLst>
                                          <p:attrName>ppt_x</p:attrName>
                                        </p:attrNameLst>
                                      </p:cBhvr>
                                      <p:tavLst>
                                        <p:tav tm="0">
                                          <p:val>
                                            <p:strVal val="0-#ppt_w/2"/>
                                          </p:val>
                                        </p:tav>
                                        <p:tav tm="100000">
                                          <p:val>
                                            <p:strVal val="#ppt_x"/>
                                          </p:val>
                                        </p:tav>
                                      </p:tavLst>
                                    </p:anim>
                                    <p:anim calcmode="lin" valueType="num">
                                      <p:cBhvr additive="base">
                                        <p:cTn id="286"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287" fill="hold">
                      <p:stCondLst>
                        <p:cond delay="indefinite"/>
                      </p:stCondLst>
                      <p:childTnLst>
                        <p:par>
                          <p:cTn id="288" fill="hold">
                            <p:stCondLst>
                              <p:cond delay="0"/>
                            </p:stCondLst>
                            <p:childTnLst>
                              <p:par>
                                <p:cTn id="289" presetID="2" presetClass="entr" presetSubtype="8" fill="hold" nodeType="clickEffect">
                                  <p:stCondLst>
                                    <p:cond delay="0"/>
                                  </p:stCondLst>
                                  <p:childTnLst>
                                    <p:set>
                                      <p:cBhvr>
                                        <p:cTn id="290" dur="1" fill="hold">
                                          <p:stCondLst>
                                            <p:cond delay="0"/>
                                          </p:stCondLst>
                                        </p:cTn>
                                        <p:tgtEl>
                                          <p:spTgt spid="55"/>
                                        </p:tgtEl>
                                        <p:attrNameLst>
                                          <p:attrName>style.visibility</p:attrName>
                                        </p:attrNameLst>
                                      </p:cBhvr>
                                      <p:to>
                                        <p:strVal val="visible"/>
                                      </p:to>
                                    </p:set>
                                    <p:anim calcmode="lin" valueType="num">
                                      <p:cBhvr additive="base">
                                        <p:cTn id="291" dur="500" fill="hold"/>
                                        <p:tgtEl>
                                          <p:spTgt spid="55"/>
                                        </p:tgtEl>
                                        <p:attrNameLst>
                                          <p:attrName>ppt_x</p:attrName>
                                        </p:attrNameLst>
                                      </p:cBhvr>
                                      <p:tavLst>
                                        <p:tav tm="0">
                                          <p:val>
                                            <p:strVal val="0-#ppt_w/2"/>
                                          </p:val>
                                        </p:tav>
                                        <p:tav tm="100000">
                                          <p:val>
                                            <p:strVal val="#ppt_x"/>
                                          </p:val>
                                        </p:tav>
                                      </p:tavLst>
                                    </p:anim>
                                    <p:anim calcmode="lin" valueType="num">
                                      <p:cBhvr additive="base">
                                        <p:cTn id="292"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293" fill="hold">
                      <p:stCondLst>
                        <p:cond delay="indefinite"/>
                      </p:stCondLst>
                      <p:childTnLst>
                        <p:par>
                          <p:cTn id="294" fill="hold">
                            <p:stCondLst>
                              <p:cond delay="0"/>
                            </p:stCondLst>
                            <p:childTnLst>
                              <p:par>
                                <p:cTn id="295" presetID="2" presetClass="entr" presetSubtype="8" fill="hold" nodeType="clickEffect">
                                  <p:stCondLst>
                                    <p:cond delay="0"/>
                                  </p:stCondLst>
                                  <p:childTnLst>
                                    <p:set>
                                      <p:cBhvr>
                                        <p:cTn id="296" dur="1" fill="hold">
                                          <p:stCondLst>
                                            <p:cond delay="0"/>
                                          </p:stCondLst>
                                        </p:cTn>
                                        <p:tgtEl>
                                          <p:spTgt spid="56"/>
                                        </p:tgtEl>
                                        <p:attrNameLst>
                                          <p:attrName>style.visibility</p:attrName>
                                        </p:attrNameLst>
                                      </p:cBhvr>
                                      <p:to>
                                        <p:strVal val="visible"/>
                                      </p:to>
                                    </p:set>
                                    <p:anim calcmode="lin" valueType="num">
                                      <p:cBhvr additive="base">
                                        <p:cTn id="297" dur="500" fill="hold"/>
                                        <p:tgtEl>
                                          <p:spTgt spid="56"/>
                                        </p:tgtEl>
                                        <p:attrNameLst>
                                          <p:attrName>ppt_x</p:attrName>
                                        </p:attrNameLst>
                                      </p:cBhvr>
                                      <p:tavLst>
                                        <p:tav tm="0">
                                          <p:val>
                                            <p:strVal val="0-#ppt_w/2"/>
                                          </p:val>
                                        </p:tav>
                                        <p:tav tm="100000">
                                          <p:val>
                                            <p:strVal val="#ppt_x"/>
                                          </p:val>
                                        </p:tav>
                                      </p:tavLst>
                                    </p:anim>
                                    <p:anim calcmode="lin" valueType="num">
                                      <p:cBhvr additive="base">
                                        <p:cTn id="298"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299" fill="hold">
                      <p:stCondLst>
                        <p:cond delay="indefinite"/>
                      </p:stCondLst>
                      <p:childTnLst>
                        <p:par>
                          <p:cTn id="300" fill="hold">
                            <p:stCondLst>
                              <p:cond delay="0"/>
                            </p:stCondLst>
                            <p:childTnLst>
                              <p:par>
                                <p:cTn id="301" presetID="2" presetClass="entr" presetSubtype="8" fill="hold" nodeType="clickEffect">
                                  <p:stCondLst>
                                    <p:cond delay="0"/>
                                  </p:stCondLst>
                                  <p:childTnLst>
                                    <p:set>
                                      <p:cBhvr>
                                        <p:cTn id="302" dur="1" fill="hold">
                                          <p:stCondLst>
                                            <p:cond delay="0"/>
                                          </p:stCondLst>
                                        </p:cTn>
                                        <p:tgtEl>
                                          <p:spTgt spid="7230"/>
                                        </p:tgtEl>
                                        <p:attrNameLst>
                                          <p:attrName>style.visibility</p:attrName>
                                        </p:attrNameLst>
                                      </p:cBhvr>
                                      <p:to>
                                        <p:strVal val="visible"/>
                                      </p:to>
                                    </p:set>
                                    <p:anim calcmode="lin" valueType="num">
                                      <p:cBhvr additive="base">
                                        <p:cTn id="303" dur="500" fill="hold"/>
                                        <p:tgtEl>
                                          <p:spTgt spid="7230"/>
                                        </p:tgtEl>
                                        <p:attrNameLst>
                                          <p:attrName>ppt_x</p:attrName>
                                        </p:attrNameLst>
                                      </p:cBhvr>
                                      <p:tavLst>
                                        <p:tav tm="0">
                                          <p:val>
                                            <p:strVal val="0-#ppt_w/2"/>
                                          </p:val>
                                        </p:tav>
                                        <p:tav tm="100000">
                                          <p:val>
                                            <p:strVal val="#ppt_x"/>
                                          </p:val>
                                        </p:tav>
                                      </p:tavLst>
                                    </p:anim>
                                    <p:anim calcmode="lin" valueType="num">
                                      <p:cBhvr additive="base">
                                        <p:cTn id="304" dur="500" fill="hold"/>
                                        <p:tgtEl>
                                          <p:spTgt spid="7230"/>
                                        </p:tgtEl>
                                        <p:attrNameLst>
                                          <p:attrName>ppt_y</p:attrName>
                                        </p:attrNameLst>
                                      </p:cBhvr>
                                      <p:tavLst>
                                        <p:tav tm="0">
                                          <p:val>
                                            <p:strVal val="#ppt_y"/>
                                          </p:val>
                                        </p:tav>
                                        <p:tav tm="100000">
                                          <p:val>
                                            <p:strVal val="#ppt_y"/>
                                          </p:val>
                                        </p:tav>
                                      </p:tavLst>
                                    </p:anim>
                                  </p:childTnLst>
                                </p:cTn>
                              </p:par>
                            </p:childTnLst>
                          </p:cTn>
                        </p:par>
                      </p:childTnLst>
                    </p:cTn>
                  </p:par>
                  <p:par>
                    <p:cTn id="305" fill="hold">
                      <p:stCondLst>
                        <p:cond delay="indefinite"/>
                      </p:stCondLst>
                      <p:childTnLst>
                        <p:par>
                          <p:cTn id="306" fill="hold">
                            <p:stCondLst>
                              <p:cond delay="0"/>
                            </p:stCondLst>
                            <p:childTnLst>
                              <p:par>
                                <p:cTn id="307" presetID="2" presetClass="entr" presetSubtype="8" fill="hold" nodeType="clickEffect">
                                  <p:stCondLst>
                                    <p:cond delay="0"/>
                                  </p:stCondLst>
                                  <p:childTnLst>
                                    <p:set>
                                      <p:cBhvr>
                                        <p:cTn id="308" dur="1" fill="hold">
                                          <p:stCondLst>
                                            <p:cond delay="0"/>
                                          </p:stCondLst>
                                        </p:cTn>
                                        <p:tgtEl>
                                          <p:spTgt spid="57"/>
                                        </p:tgtEl>
                                        <p:attrNameLst>
                                          <p:attrName>style.visibility</p:attrName>
                                        </p:attrNameLst>
                                      </p:cBhvr>
                                      <p:to>
                                        <p:strVal val="visible"/>
                                      </p:to>
                                    </p:set>
                                    <p:anim calcmode="lin" valueType="num">
                                      <p:cBhvr additive="base">
                                        <p:cTn id="309" dur="500" fill="hold"/>
                                        <p:tgtEl>
                                          <p:spTgt spid="57"/>
                                        </p:tgtEl>
                                        <p:attrNameLst>
                                          <p:attrName>ppt_x</p:attrName>
                                        </p:attrNameLst>
                                      </p:cBhvr>
                                      <p:tavLst>
                                        <p:tav tm="0">
                                          <p:val>
                                            <p:strVal val="0-#ppt_w/2"/>
                                          </p:val>
                                        </p:tav>
                                        <p:tav tm="100000">
                                          <p:val>
                                            <p:strVal val="#ppt_x"/>
                                          </p:val>
                                        </p:tav>
                                      </p:tavLst>
                                    </p:anim>
                                    <p:anim calcmode="lin" valueType="num">
                                      <p:cBhvr additive="base">
                                        <p:cTn id="310"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311" fill="hold">
                      <p:stCondLst>
                        <p:cond delay="indefinite"/>
                      </p:stCondLst>
                      <p:childTnLst>
                        <p:par>
                          <p:cTn id="312" fill="hold">
                            <p:stCondLst>
                              <p:cond delay="0"/>
                            </p:stCondLst>
                            <p:childTnLst>
                              <p:par>
                                <p:cTn id="313" presetID="2" presetClass="entr" presetSubtype="8" fill="hold" nodeType="clickEffect">
                                  <p:stCondLst>
                                    <p:cond delay="0"/>
                                  </p:stCondLst>
                                  <p:childTnLst>
                                    <p:set>
                                      <p:cBhvr>
                                        <p:cTn id="314" dur="1" fill="hold">
                                          <p:stCondLst>
                                            <p:cond delay="0"/>
                                          </p:stCondLst>
                                        </p:cTn>
                                        <p:tgtEl>
                                          <p:spTgt spid="58"/>
                                        </p:tgtEl>
                                        <p:attrNameLst>
                                          <p:attrName>style.visibility</p:attrName>
                                        </p:attrNameLst>
                                      </p:cBhvr>
                                      <p:to>
                                        <p:strVal val="visible"/>
                                      </p:to>
                                    </p:set>
                                    <p:anim calcmode="lin" valueType="num">
                                      <p:cBhvr additive="base">
                                        <p:cTn id="315" dur="500" fill="hold"/>
                                        <p:tgtEl>
                                          <p:spTgt spid="58"/>
                                        </p:tgtEl>
                                        <p:attrNameLst>
                                          <p:attrName>ppt_x</p:attrName>
                                        </p:attrNameLst>
                                      </p:cBhvr>
                                      <p:tavLst>
                                        <p:tav tm="0">
                                          <p:val>
                                            <p:strVal val="0-#ppt_w/2"/>
                                          </p:val>
                                        </p:tav>
                                        <p:tav tm="100000">
                                          <p:val>
                                            <p:strVal val="#ppt_x"/>
                                          </p:val>
                                        </p:tav>
                                      </p:tavLst>
                                    </p:anim>
                                    <p:anim calcmode="lin" valueType="num">
                                      <p:cBhvr additive="base">
                                        <p:cTn id="316"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317" fill="hold">
                      <p:stCondLst>
                        <p:cond delay="indefinite"/>
                      </p:stCondLst>
                      <p:childTnLst>
                        <p:par>
                          <p:cTn id="318" fill="hold">
                            <p:stCondLst>
                              <p:cond delay="0"/>
                            </p:stCondLst>
                            <p:childTnLst>
                              <p:par>
                                <p:cTn id="319" presetID="2" presetClass="entr" presetSubtype="8" fill="hold" nodeType="clickEffect">
                                  <p:stCondLst>
                                    <p:cond delay="0"/>
                                  </p:stCondLst>
                                  <p:childTnLst>
                                    <p:set>
                                      <p:cBhvr>
                                        <p:cTn id="320" dur="1" fill="hold">
                                          <p:stCondLst>
                                            <p:cond delay="0"/>
                                          </p:stCondLst>
                                        </p:cTn>
                                        <p:tgtEl>
                                          <p:spTgt spid="59"/>
                                        </p:tgtEl>
                                        <p:attrNameLst>
                                          <p:attrName>style.visibility</p:attrName>
                                        </p:attrNameLst>
                                      </p:cBhvr>
                                      <p:to>
                                        <p:strVal val="visible"/>
                                      </p:to>
                                    </p:set>
                                    <p:anim calcmode="lin" valueType="num">
                                      <p:cBhvr additive="base">
                                        <p:cTn id="321" dur="500" fill="hold"/>
                                        <p:tgtEl>
                                          <p:spTgt spid="59"/>
                                        </p:tgtEl>
                                        <p:attrNameLst>
                                          <p:attrName>ppt_x</p:attrName>
                                        </p:attrNameLst>
                                      </p:cBhvr>
                                      <p:tavLst>
                                        <p:tav tm="0">
                                          <p:val>
                                            <p:strVal val="0-#ppt_w/2"/>
                                          </p:val>
                                        </p:tav>
                                        <p:tav tm="100000">
                                          <p:val>
                                            <p:strVal val="#ppt_x"/>
                                          </p:val>
                                        </p:tav>
                                      </p:tavLst>
                                    </p:anim>
                                    <p:anim calcmode="lin" valueType="num">
                                      <p:cBhvr additive="base">
                                        <p:cTn id="322"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323" fill="hold">
                      <p:stCondLst>
                        <p:cond delay="indefinite"/>
                      </p:stCondLst>
                      <p:childTnLst>
                        <p:par>
                          <p:cTn id="324" fill="hold">
                            <p:stCondLst>
                              <p:cond delay="0"/>
                            </p:stCondLst>
                            <p:childTnLst>
                              <p:par>
                                <p:cTn id="325" presetID="2" presetClass="entr" presetSubtype="8" fill="hold" nodeType="clickEffect">
                                  <p:stCondLst>
                                    <p:cond delay="0"/>
                                  </p:stCondLst>
                                  <p:childTnLst>
                                    <p:set>
                                      <p:cBhvr>
                                        <p:cTn id="326" dur="1" fill="hold">
                                          <p:stCondLst>
                                            <p:cond delay="0"/>
                                          </p:stCondLst>
                                        </p:cTn>
                                        <p:tgtEl>
                                          <p:spTgt spid="60"/>
                                        </p:tgtEl>
                                        <p:attrNameLst>
                                          <p:attrName>style.visibility</p:attrName>
                                        </p:attrNameLst>
                                      </p:cBhvr>
                                      <p:to>
                                        <p:strVal val="visible"/>
                                      </p:to>
                                    </p:set>
                                    <p:anim calcmode="lin" valueType="num">
                                      <p:cBhvr additive="base">
                                        <p:cTn id="327" dur="500" fill="hold"/>
                                        <p:tgtEl>
                                          <p:spTgt spid="60"/>
                                        </p:tgtEl>
                                        <p:attrNameLst>
                                          <p:attrName>ppt_x</p:attrName>
                                        </p:attrNameLst>
                                      </p:cBhvr>
                                      <p:tavLst>
                                        <p:tav tm="0">
                                          <p:val>
                                            <p:strVal val="0-#ppt_w/2"/>
                                          </p:val>
                                        </p:tav>
                                        <p:tav tm="100000">
                                          <p:val>
                                            <p:strVal val="#ppt_x"/>
                                          </p:val>
                                        </p:tav>
                                      </p:tavLst>
                                    </p:anim>
                                    <p:anim calcmode="lin" valueType="num">
                                      <p:cBhvr additive="base">
                                        <p:cTn id="328"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329" fill="hold">
                      <p:stCondLst>
                        <p:cond delay="indefinite"/>
                      </p:stCondLst>
                      <p:childTnLst>
                        <p:par>
                          <p:cTn id="330" fill="hold">
                            <p:stCondLst>
                              <p:cond delay="0"/>
                            </p:stCondLst>
                            <p:childTnLst>
                              <p:par>
                                <p:cTn id="331" presetID="2" presetClass="entr" presetSubtype="8" fill="hold" nodeType="clickEffect">
                                  <p:stCondLst>
                                    <p:cond delay="0"/>
                                  </p:stCondLst>
                                  <p:childTnLst>
                                    <p:set>
                                      <p:cBhvr>
                                        <p:cTn id="332" dur="1" fill="hold">
                                          <p:stCondLst>
                                            <p:cond delay="0"/>
                                          </p:stCondLst>
                                        </p:cTn>
                                        <p:tgtEl>
                                          <p:spTgt spid="61"/>
                                        </p:tgtEl>
                                        <p:attrNameLst>
                                          <p:attrName>style.visibility</p:attrName>
                                        </p:attrNameLst>
                                      </p:cBhvr>
                                      <p:to>
                                        <p:strVal val="visible"/>
                                      </p:to>
                                    </p:set>
                                    <p:anim calcmode="lin" valueType="num">
                                      <p:cBhvr additive="base">
                                        <p:cTn id="333" dur="500" fill="hold"/>
                                        <p:tgtEl>
                                          <p:spTgt spid="61"/>
                                        </p:tgtEl>
                                        <p:attrNameLst>
                                          <p:attrName>ppt_x</p:attrName>
                                        </p:attrNameLst>
                                      </p:cBhvr>
                                      <p:tavLst>
                                        <p:tav tm="0">
                                          <p:val>
                                            <p:strVal val="0-#ppt_w/2"/>
                                          </p:val>
                                        </p:tav>
                                        <p:tav tm="100000">
                                          <p:val>
                                            <p:strVal val="#ppt_x"/>
                                          </p:val>
                                        </p:tav>
                                      </p:tavLst>
                                    </p:anim>
                                    <p:anim calcmode="lin" valueType="num">
                                      <p:cBhvr additive="base">
                                        <p:cTn id="334"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335" fill="hold">
                      <p:stCondLst>
                        <p:cond delay="indefinite"/>
                      </p:stCondLst>
                      <p:childTnLst>
                        <p:par>
                          <p:cTn id="336" fill="hold">
                            <p:stCondLst>
                              <p:cond delay="0"/>
                            </p:stCondLst>
                            <p:childTnLst>
                              <p:par>
                                <p:cTn id="337" presetID="2" presetClass="entr" presetSubtype="8" fill="hold" nodeType="clickEffect">
                                  <p:stCondLst>
                                    <p:cond delay="0"/>
                                  </p:stCondLst>
                                  <p:childTnLst>
                                    <p:set>
                                      <p:cBhvr>
                                        <p:cTn id="338" dur="1" fill="hold">
                                          <p:stCondLst>
                                            <p:cond delay="0"/>
                                          </p:stCondLst>
                                        </p:cTn>
                                        <p:tgtEl>
                                          <p:spTgt spid="62"/>
                                        </p:tgtEl>
                                        <p:attrNameLst>
                                          <p:attrName>style.visibility</p:attrName>
                                        </p:attrNameLst>
                                      </p:cBhvr>
                                      <p:to>
                                        <p:strVal val="visible"/>
                                      </p:to>
                                    </p:set>
                                    <p:anim calcmode="lin" valueType="num">
                                      <p:cBhvr additive="base">
                                        <p:cTn id="339" dur="500" fill="hold"/>
                                        <p:tgtEl>
                                          <p:spTgt spid="62"/>
                                        </p:tgtEl>
                                        <p:attrNameLst>
                                          <p:attrName>ppt_x</p:attrName>
                                        </p:attrNameLst>
                                      </p:cBhvr>
                                      <p:tavLst>
                                        <p:tav tm="0">
                                          <p:val>
                                            <p:strVal val="0-#ppt_w/2"/>
                                          </p:val>
                                        </p:tav>
                                        <p:tav tm="100000">
                                          <p:val>
                                            <p:strVal val="#ppt_x"/>
                                          </p:val>
                                        </p:tav>
                                      </p:tavLst>
                                    </p:anim>
                                    <p:anim calcmode="lin" valueType="num">
                                      <p:cBhvr additive="base">
                                        <p:cTn id="340"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341" fill="hold">
                      <p:stCondLst>
                        <p:cond delay="indefinite"/>
                      </p:stCondLst>
                      <p:childTnLst>
                        <p:par>
                          <p:cTn id="342" fill="hold">
                            <p:stCondLst>
                              <p:cond delay="0"/>
                            </p:stCondLst>
                            <p:childTnLst>
                              <p:par>
                                <p:cTn id="343" presetID="2" presetClass="entr" presetSubtype="8" fill="hold" nodeType="clickEffect">
                                  <p:stCondLst>
                                    <p:cond delay="0"/>
                                  </p:stCondLst>
                                  <p:childTnLst>
                                    <p:set>
                                      <p:cBhvr>
                                        <p:cTn id="344" dur="1" fill="hold">
                                          <p:stCondLst>
                                            <p:cond delay="0"/>
                                          </p:stCondLst>
                                        </p:cTn>
                                        <p:tgtEl>
                                          <p:spTgt spid="63"/>
                                        </p:tgtEl>
                                        <p:attrNameLst>
                                          <p:attrName>style.visibility</p:attrName>
                                        </p:attrNameLst>
                                      </p:cBhvr>
                                      <p:to>
                                        <p:strVal val="visible"/>
                                      </p:to>
                                    </p:set>
                                    <p:anim calcmode="lin" valueType="num">
                                      <p:cBhvr additive="base">
                                        <p:cTn id="345" dur="500" fill="hold"/>
                                        <p:tgtEl>
                                          <p:spTgt spid="63"/>
                                        </p:tgtEl>
                                        <p:attrNameLst>
                                          <p:attrName>ppt_x</p:attrName>
                                        </p:attrNameLst>
                                      </p:cBhvr>
                                      <p:tavLst>
                                        <p:tav tm="0">
                                          <p:val>
                                            <p:strVal val="0-#ppt_w/2"/>
                                          </p:val>
                                        </p:tav>
                                        <p:tav tm="100000">
                                          <p:val>
                                            <p:strVal val="#ppt_x"/>
                                          </p:val>
                                        </p:tav>
                                      </p:tavLst>
                                    </p:anim>
                                    <p:anim calcmode="lin" valueType="num">
                                      <p:cBhvr additive="base">
                                        <p:cTn id="346"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347" fill="hold">
                      <p:stCondLst>
                        <p:cond delay="indefinite"/>
                      </p:stCondLst>
                      <p:childTnLst>
                        <p:par>
                          <p:cTn id="348" fill="hold">
                            <p:stCondLst>
                              <p:cond delay="0"/>
                            </p:stCondLst>
                            <p:childTnLst>
                              <p:par>
                                <p:cTn id="349" presetID="2" presetClass="entr" presetSubtype="8" fill="hold" nodeType="clickEffect">
                                  <p:stCondLst>
                                    <p:cond delay="0"/>
                                  </p:stCondLst>
                                  <p:childTnLst>
                                    <p:set>
                                      <p:cBhvr>
                                        <p:cTn id="350" dur="1" fill="hold">
                                          <p:stCondLst>
                                            <p:cond delay="0"/>
                                          </p:stCondLst>
                                        </p:cTn>
                                        <p:tgtEl>
                                          <p:spTgt spid="28672"/>
                                        </p:tgtEl>
                                        <p:attrNameLst>
                                          <p:attrName>style.visibility</p:attrName>
                                        </p:attrNameLst>
                                      </p:cBhvr>
                                      <p:to>
                                        <p:strVal val="visible"/>
                                      </p:to>
                                    </p:set>
                                    <p:anim calcmode="lin" valueType="num">
                                      <p:cBhvr additive="base">
                                        <p:cTn id="351" dur="500" fill="hold"/>
                                        <p:tgtEl>
                                          <p:spTgt spid="28672"/>
                                        </p:tgtEl>
                                        <p:attrNameLst>
                                          <p:attrName>ppt_x</p:attrName>
                                        </p:attrNameLst>
                                      </p:cBhvr>
                                      <p:tavLst>
                                        <p:tav tm="0">
                                          <p:val>
                                            <p:strVal val="0-#ppt_w/2"/>
                                          </p:val>
                                        </p:tav>
                                        <p:tav tm="100000">
                                          <p:val>
                                            <p:strVal val="#ppt_x"/>
                                          </p:val>
                                        </p:tav>
                                      </p:tavLst>
                                    </p:anim>
                                    <p:anim calcmode="lin" valueType="num">
                                      <p:cBhvr additive="base">
                                        <p:cTn id="352" dur="500" fill="hold"/>
                                        <p:tgtEl>
                                          <p:spTgt spid="286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nimBg="1"/>
      <p:bldP spid="28676" grpId="0" animBg="1"/>
      <p:bldP spid="28724"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25873E9-4211-F36E-8AA1-429E54C93A89}"/>
              </a:ext>
            </a:extLst>
          </p:cNvPr>
          <p:cNvSpPr>
            <a:spLocks noGrp="1"/>
          </p:cNvSpPr>
          <p:nvPr>
            <p:ph type="sldNum" sz="quarter" idx="12"/>
          </p:nvPr>
        </p:nvSpPr>
        <p:spPr/>
        <p:txBody>
          <a:bodyPr/>
          <a:lstStyle/>
          <a:p>
            <a:fld id="{D7C0FE0B-717B-41AE-9FA2-CA4BF851D1C3}" type="slidenum">
              <a:rPr lang="zh-CN" altLang="en-US" smtClean="0"/>
              <a:t>3</a:t>
            </a:fld>
            <a:endParaRPr lang="zh-CN" altLang="en-US"/>
          </a:p>
        </p:txBody>
      </p:sp>
      <p:sp>
        <p:nvSpPr>
          <p:cNvPr id="4" name="文本框 3">
            <a:extLst>
              <a:ext uri="{FF2B5EF4-FFF2-40B4-BE49-F238E27FC236}">
                <a16:creationId xmlns:a16="http://schemas.microsoft.com/office/drawing/2014/main" id="{AB1D5E45-CE9D-1E1B-08FD-BC4F80046C40}"/>
              </a:ext>
            </a:extLst>
          </p:cNvPr>
          <p:cNvSpPr txBox="1"/>
          <p:nvPr/>
        </p:nvSpPr>
        <p:spPr>
          <a:xfrm>
            <a:off x="37648" y="1459346"/>
            <a:ext cx="7585364" cy="4728089"/>
          </a:xfrm>
          <a:prstGeom prst="rect">
            <a:avLst/>
          </a:prstGeom>
          <a:noFill/>
        </p:spPr>
        <p:txBody>
          <a:bodyPr wrap="square">
            <a:spAutoFit/>
          </a:bodyPr>
          <a:lstStyle/>
          <a:p>
            <a:pPr indent="479425" algn="just">
              <a:lnSpc>
                <a:spcPct val="12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InitTree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构造并返回空树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479425" algn="just">
              <a:lnSpc>
                <a:spcPct val="120000"/>
              </a:lnSpc>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MakeTree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 n, ...);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组建并返回一棵树</a:t>
            </a:r>
          </a:p>
          <a:p>
            <a:pPr indent="479425" algn="just">
              <a:lnSpc>
                <a:spcPct val="120000"/>
              </a:lnSpc>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FreeTree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回收树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p>
          <a:p>
            <a:pPr indent="479425" algn="just">
              <a:lnSpc>
                <a:spcPct val="12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TreeEmpty</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判</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空树</a:t>
            </a:r>
          </a:p>
          <a:p>
            <a:pPr indent="479425" algn="just">
              <a:lnSpc>
                <a:spcPct val="12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TreeDepth</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的深度</a:t>
            </a:r>
          </a:p>
          <a:p>
            <a:pPr indent="479425" algn="just">
              <a:lnSpc>
                <a:spcPct val="120000"/>
              </a:lnSpc>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Root(T);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的根</a:t>
            </a:r>
          </a:p>
          <a:p>
            <a:pPr indent="479425" algn="just">
              <a:lnSpc>
                <a:spcPct val="120000"/>
              </a:lnSpc>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Value(T,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的值</a:t>
            </a:r>
          </a:p>
          <a:p>
            <a:pPr indent="479425"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Assign(T, node, value);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赋值</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value</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479425"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Parent(T,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的双亲</a:t>
            </a:r>
          </a:p>
          <a:p>
            <a:pPr indent="479425" algn="just">
              <a:lnSpc>
                <a:spcPct val="12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的第一个孩子</a:t>
            </a:r>
          </a:p>
          <a:p>
            <a:pPr indent="479425" algn="just">
              <a:lnSpc>
                <a:spcPct val="12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的下一个兄弟</a:t>
            </a:r>
          </a:p>
          <a:p>
            <a:pPr indent="479425" algn="just">
              <a:lnSpc>
                <a:spcPct val="120000"/>
              </a:lnSpc>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InsertSubTree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Ti);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Ti</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的第</a:t>
            </a:r>
            <a:r>
              <a:rPr lang="en-US" altLang="zh-CN" b="1"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a:t>
            </a:r>
          </a:p>
          <a:p>
            <a:pPr indent="479425" algn="just">
              <a:lnSpc>
                <a:spcPct val="120000"/>
              </a:lnSpc>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DeleteSubTree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删除并返回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的第</a:t>
            </a:r>
            <a:r>
              <a:rPr lang="en-US" altLang="zh-CN" b="1"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a:t>
            </a:r>
          </a:p>
          <a:p>
            <a:pPr indent="479425" algn="just">
              <a:lnSpc>
                <a:spcPct val="12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TravTree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 Visit());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按某种次序</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遍历树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p:txBody>
      </p:sp>
      <p:sp>
        <p:nvSpPr>
          <p:cNvPr id="5" name="文本框 8">
            <a:extLst>
              <a:ext uri="{FF2B5EF4-FFF2-40B4-BE49-F238E27FC236}">
                <a16:creationId xmlns:a16="http://schemas.microsoft.com/office/drawing/2014/main" id="{31FC1813-1065-AB1C-F555-CEF0F34CF070}"/>
              </a:ext>
            </a:extLst>
          </p:cNvPr>
          <p:cNvSpPr txBox="1"/>
          <p:nvPr/>
        </p:nvSpPr>
        <p:spPr>
          <a:xfrm>
            <a:off x="234631" y="927754"/>
            <a:ext cx="1986455" cy="461665"/>
          </a:xfrm>
          <a:prstGeom prst="rect">
            <a:avLst/>
          </a:prstGeom>
          <a:noFill/>
          <a:ln w="12700">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0" noProof="1">
                <a:solidFill>
                  <a:schemeClr val="tx1"/>
                </a:solidFill>
                <a:effectLst>
                  <a:outerShdw blurRad="38100" dist="38100" dir="2700000">
                    <a:srgbClr val="000000"/>
                  </a:outerShdw>
                </a:effectLst>
                <a:latin typeface="+mj-ea"/>
                <a:ea typeface="+mj-ea"/>
              </a:rPr>
              <a:t> </a:t>
            </a:r>
            <a:r>
              <a:rPr lang="zh-CN" altLang="en-US" sz="2400" noProof="1">
                <a:effectLst>
                  <a:outerShdw blurRad="38100" dist="38100" dir="2700000">
                    <a:srgbClr val="000000"/>
                  </a:outerShdw>
                </a:effectLst>
                <a:latin typeface="+mj-ea"/>
                <a:ea typeface="+mj-ea"/>
              </a:rPr>
              <a:t>基本操作：</a:t>
            </a:r>
            <a:endParaRPr lang="zh-CN" altLang="en-US" sz="2400" b="0" noProof="1">
              <a:solidFill>
                <a:schemeClr val="tx1"/>
              </a:solidFill>
              <a:effectLst>
                <a:outerShdw blurRad="38100" dist="38100" dir="2700000">
                  <a:srgbClr val="000000"/>
                </a:outerShdw>
              </a:effectLst>
              <a:latin typeface="+mj-ea"/>
              <a:ea typeface="+mj-ea"/>
            </a:endParaRPr>
          </a:p>
        </p:txBody>
      </p:sp>
      <p:sp>
        <p:nvSpPr>
          <p:cNvPr id="6" name="直接连接符 5">
            <a:extLst>
              <a:ext uri="{FF2B5EF4-FFF2-40B4-BE49-F238E27FC236}">
                <a16:creationId xmlns:a16="http://schemas.microsoft.com/office/drawing/2014/main" id="{BE513B7A-500A-E3E7-0663-C6F996B97A38}"/>
              </a:ext>
            </a:extLst>
          </p:cNvPr>
          <p:cNvSpPr>
            <a:spLocks noChangeShapeType="1"/>
          </p:cNvSpPr>
          <p:nvPr/>
        </p:nvSpPr>
        <p:spPr bwMode="auto">
          <a:xfrm flipH="1">
            <a:off x="7852454" y="1571655"/>
            <a:ext cx="375855" cy="426152"/>
          </a:xfrm>
          <a:prstGeom prst="line">
            <a:avLst/>
          </a:prstGeom>
          <a:noFill/>
          <a:ln w="38100" cap="sq">
            <a:solidFill>
              <a:srgbClr val="8E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7" name="直接连接符 6">
            <a:extLst>
              <a:ext uri="{FF2B5EF4-FFF2-40B4-BE49-F238E27FC236}">
                <a16:creationId xmlns:a16="http://schemas.microsoft.com/office/drawing/2014/main" id="{0C505BFD-58C7-8B9E-A82D-F711E098D87B}"/>
              </a:ext>
            </a:extLst>
          </p:cNvPr>
          <p:cNvSpPr>
            <a:spLocks noChangeShapeType="1"/>
          </p:cNvSpPr>
          <p:nvPr/>
        </p:nvSpPr>
        <p:spPr bwMode="auto">
          <a:xfrm>
            <a:off x="8287715" y="1565951"/>
            <a:ext cx="390553" cy="366778"/>
          </a:xfrm>
          <a:prstGeom prst="line">
            <a:avLst/>
          </a:prstGeom>
          <a:noFill/>
          <a:ln w="38100" cap="sq">
            <a:solidFill>
              <a:srgbClr val="8E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8" name="直接连接符 7">
            <a:extLst>
              <a:ext uri="{FF2B5EF4-FFF2-40B4-BE49-F238E27FC236}">
                <a16:creationId xmlns:a16="http://schemas.microsoft.com/office/drawing/2014/main" id="{8417A3E2-D0A8-65AF-62A4-B799988F4F08}"/>
              </a:ext>
            </a:extLst>
          </p:cNvPr>
          <p:cNvSpPr>
            <a:spLocks noChangeShapeType="1"/>
          </p:cNvSpPr>
          <p:nvPr/>
        </p:nvSpPr>
        <p:spPr bwMode="auto">
          <a:xfrm flipH="1">
            <a:off x="8501389" y="1981534"/>
            <a:ext cx="190832" cy="473929"/>
          </a:xfrm>
          <a:prstGeom prst="line">
            <a:avLst/>
          </a:prstGeom>
          <a:noFill/>
          <a:ln w="38100" cap="sq">
            <a:solidFill>
              <a:srgbClr val="8E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9" name="直接连接符 8">
            <a:extLst>
              <a:ext uri="{FF2B5EF4-FFF2-40B4-BE49-F238E27FC236}">
                <a16:creationId xmlns:a16="http://schemas.microsoft.com/office/drawing/2014/main" id="{59786895-D09B-805B-E6A7-08D35243796A}"/>
              </a:ext>
            </a:extLst>
          </p:cNvPr>
          <p:cNvSpPr>
            <a:spLocks noChangeShapeType="1"/>
          </p:cNvSpPr>
          <p:nvPr/>
        </p:nvSpPr>
        <p:spPr bwMode="auto">
          <a:xfrm>
            <a:off x="8705277" y="1997807"/>
            <a:ext cx="217828" cy="473929"/>
          </a:xfrm>
          <a:prstGeom prst="line">
            <a:avLst/>
          </a:prstGeom>
          <a:noFill/>
          <a:ln w="38100" cap="sq">
            <a:solidFill>
              <a:srgbClr val="8E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10" name="直接连接符 9">
            <a:extLst>
              <a:ext uri="{FF2B5EF4-FFF2-40B4-BE49-F238E27FC236}">
                <a16:creationId xmlns:a16="http://schemas.microsoft.com/office/drawing/2014/main" id="{2D7D4187-A5DE-7C18-79CA-06ED8F0073DC}"/>
              </a:ext>
            </a:extLst>
          </p:cNvPr>
          <p:cNvSpPr>
            <a:spLocks noChangeShapeType="1"/>
          </p:cNvSpPr>
          <p:nvPr/>
        </p:nvSpPr>
        <p:spPr bwMode="auto">
          <a:xfrm flipH="1">
            <a:off x="8253477" y="945943"/>
            <a:ext cx="1104373" cy="563083"/>
          </a:xfrm>
          <a:prstGeom prst="line">
            <a:avLst/>
          </a:prstGeom>
          <a:noFill/>
          <a:ln w="38100" cap="sq">
            <a:solidFill>
              <a:srgbClr val="8E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11" name="直接连接符 10">
            <a:extLst>
              <a:ext uri="{FF2B5EF4-FFF2-40B4-BE49-F238E27FC236}">
                <a16:creationId xmlns:a16="http://schemas.microsoft.com/office/drawing/2014/main" id="{5636B9E8-48F9-C039-5D03-22065EE43161}"/>
              </a:ext>
            </a:extLst>
          </p:cNvPr>
          <p:cNvSpPr>
            <a:spLocks noChangeShapeType="1"/>
          </p:cNvSpPr>
          <p:nvPr/>
        </p:nvSpPr>
        <p:spPr bwMode="auto">
          <a:xfrm>
            <a:off x="9413955" y="1049774"/>
            <a:ext cx="0" cy="247995"/>
          </a:xfrm>
          <a:prstGeom prst="line">
            <a:avLst/>
          </a:prstGeom>
          <a:noFill/>
          <a:ln w="3810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solidFill>
                <a:schemeClr val="accent6">
                  <a:lumMod val="75000"/>
                </a:schemeClr>
              </a:solidFill>
            </a:endParaRPr>
          </a:p>
        </p:txBody>
      </p:sp>
      <p:sp>
        <p:nvSpPr>
          <p:cNvPr id="12" name="直接连接符 11">
            <a:extLst>
              <a:ext uri="{FF2B5EF4-FFF2-40B4-BE49-F238E27FC236}">
                <a16:creationId xmlns:a16="http://schemas.microsoft.com/office/drawing/2014/main" id="{BB424D80-EFEC-0939-C748-CDE55831FE5A}"/>
              </a:ext>
            </a:extLst>
          </p:cNvPr>
          <p:cNvSpPr>
            <a:spLocks noChangeShapeType="1"/>
          </p:cNvSpPr>
          <p:nvPr/>
        </p:nvSpPr>
        <p:spPr bwMode="auto">
          <a:xfrm>
            <a:off x="9419992" y="1577976"/>
            <a:ext cx="0" cy="247995"/>
          </a:xfrm>
          <a:prstGeom prst="line">
            <a:avLst/>
          </a:prstGeom>
          <a:noFill/>
          <a:ln w="3810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solidFill>
                <a:schemeClr val="accent6">
                  <a:lumMod val="75000"/>
                </a:schemeClr>
              </a:solidFill>
            </a:endParaRPr>
          </a:p>
        </p:txBody>
      </p:sp>
      <p:sp>
        <p:nvSpPr>
          <p:cNvPr id="13" name="直接连接符 12">
            <a:extLst>
              <a:ext uri="{FF2B5EF4-FFF2-40B4-BE49-F238E27FC236}">
                <a16:creationId xmlns:a16="http://schemas.microsoft.com/office/drawing/2014/main" id="{ED160B9E-4B08-A0CF-24E4-347E6148BAB4}"/>
              </a:ext>
            </a:extLst>
          </p:cNvPr>
          <p:cNvSpPr>
            <a:spLocks noChangeShapeType="1"/>
          </p:cNvSpPr>
          <p:nvPr/>
        </p:nvSpPr>
        <p:spPr bwMode="auto">
          <a:xfrm>
            <a:off x="10774271" y="2095191"/>
            <a:ext cx="0" cy="247995"/>
          </a:xfrm>
          <a:prstGeom prst="line">
            <a:avLst/>
          </a:prstGeom>
          <a:noFill/>
          <a:ln w="38100" cap="sq">
            <a:solidFill>
              <a:srgbClr val="7030A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solidFill>
                <a:srgbClr val="7030A0"/>
              </a:solidFill>
            </a:endParaRPr>
          </a:p>
        </p:txBody>
      </p:sp>
      <p:sp>
        <p:nvSpPr>
          <p:cNvPr id="14" name="直接连接符 13">
            <a:extLst>
              <a:ext uri="{FF2B5EF4-FFF2-40B4-BE49-F238E27FC236}">
                <a16:creationId xmlns:a16="http://schemas.microsoft.com/office/drawing/2014/main" id="{54C9A888-8A3C-6DE1-9248-6EEA06AF51A7}"/>
              </a:ext>
            </a:extLst>
          </p:cNvPr>
          <p:cNvSpPr>
            <a:spLocks noChangeShapeType="1"/>
          </p:cNvSpPr>
          <p:nvPr/>
        </p:nvSpPr>
        <p:spPr bwMode="auto">
          <a:xfrm>
            <a:off x="9427968" y="927179"/>
            <a:ext cx="862222" cy="480240"/>
          </a:xfrm>
          <a:prstGeom prst="line">
            <a:avLst/>
          </a:prstGeom>
          <a:noFill/>
          <a:ln w="38100" cap="sq">
            <a:solidFill>
              <a:srgbClr val="7030A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15" name="直接连接符 14">
            <a:extLst>
              <a:ext uri="{FF2B5EF4-FFF2-40B4-BE49-F238E27FC236}">
                <a16:creationId xmlns:a16="http://schemas.microsoft.com/office/drawing/2014/main" id="{6C425F03-05B9-2C15-0806-119EC504CBC4}"/>
              </a:ext>
            </a:extLst>
          </p:cNvPr>
          <p:cNvSpPr>
            <a:spLocks noChangeShapeType="1"/>
          </p:cNvSpPr>
          <p:nvPr/>
        </p:nvSpPr>
        <p:spPr bwMode="auto">
          <a:xfrm>
            <a:off x="10301660" y="1571715"/>
            <a:ext cx="0" cy="247995"/>
          </a:xfrm>
          <a:prstGeom prst="line">
            <a:avLst/>
          </a:prstGeom>
          <a:noFill/>
          <a:ln w="38100" cap="sq">
            <a:solidFill>
              <a:srgbClr val="7030A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solidFill>
                <a:srgbClr val="7030A0"/>
              </a:solidFill>
            </a:endParaRPr>
          </a:p>
        </p:txBody>
      </p:sp>
      <p:sp>
        <p:nvSpPr>
          <p:cNvPr id="16" name="直接连接符 15">
            <a:extLst>
              <a:ext uri="{FF2B5EF4-FFF2-40B4-BE49-F238E27FC236}">
                <a16:creationId xmlns:a16="http://schemas.microsoft.com/office/drawing/2014/main" id="{3DFEB160-C0D2-2137-254D-9DEDA8431384}"/>
              </a:ext>
            </a:extLst>
          </p:cNvPr>
          <p:cNvSpPr>
            <a:spLocks noChangeShapeType="1"/>
          </p:cNvSpPr>
          <p:nvPr/>
        </p:nvSpPr>
        <p:spPr bwMode="auto">
          <a:xfrm flipH="1">
            <a:off x="9858585" y="1446681"/>
            <a:ext cx="431609" cy="481705"/>
          </a:xfrm>
          <a:prstGeom prst="line">
            <a:avLst/>
          </a:prstGeom>
          <a:noFill/>
          <a:ln w="38100" cap="sq">
            <a:solidFill>
              <a:srgbClr val="7030A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solidFill>
                <a:srgbClr val="7030A0"/>
              </a:solidFill>
            </a:endParaRPr>
          </a:p>
        </p:txBody>
      </p:sp>
      <p:sp>
        <p:nvSpPr>
          <p:cNvPr id="17" name="直接连接符 16">
            <a:extLst>
              <a:ext uri="{FF2B5EF4-FFF2-40B4-BE49-F238E27FC236}">
                <a16:creationId xmlns:a16="http://schemas.microsoft.com/office/drawing/2014/main" id="{E67D4569-DBB6-F43C-7B6E-607A99FB4C3D}"/>
              </a:ext>
            </a:extLst>
          </p:cNvPr>
          <p:cNvSpPr>
            <a:spLocks noChangeShapeType="1"/>
          </p:cNvSpPr>
          <p:nvPr/>
        </p:nvSpPr>
        <p:spPr bwMode="auto">
          <a:xfrm>
            <a:off x="10324591" y="1459346"/>
            <a:ext cx="406653" cy="469040"/>
          </a:xfrm>
          <a:prstGeom prst="line">
            <a:avLst/>
          </a:prstGeom>
          <a:noFill/>
          <a:ln w="38100" cap="sq">
            <a:solidFill>
              <a:srgbClr val="7030A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solidFill>
                <a:srgbClr val="7030A0"/>
              </a:solidFill>
            </a:endParaRPr>
          </a:p>
        </p:txBody>
      </p:sp>
      <p:sp>
        <p:nvSpPr>
          <p:cNvPr id="18" name="椭圆 17">
            <a:extLst>
              <a:ext uri="{FF2B5EF4-FFF2-40B4-BE49-F238E27FC236}">
                <a16:creationId xmlns:a16="http://schemas.microsoft.com/office/drawing/2014/main" id="{887FBF53-7B2A-9479-9B21-840DC3E42B6F}"/>
              </a:ext>
            </a:extLst>
          </p:cNvPr>
          <p:cNvSpPr>
            <a:spLocks noChangeArrowheads="1"/>
          </p:cNvSpPr>
          <p:nvPr/>
        </p:nvSpPr>
        <p:spPr bwMode="auto">
          <a:xfrm>
            <a:off x="9257939" y="784913"/>
            <a:ext cx="314023" cy="283423"/>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t>A</a:t>
            </a:r>
            <a:endParaRPr lang="en-US" altLang="zh-CN" sz="2000" b="0">
              <a:solidFill>
                <a:schemeClr val="tx1"/>
              </a:solidFill>
            </a:endParaRPr>
          </a:p>
        </p:txBody>
      </p:sp>
      <p:sp>
        <p:nvSpPr>
          <p:cNvPr id="19" name="椭圆 18">
            <a:extLst>
              <a:ext uri="{FF2B5EF4-FFF2-40B4-BE49-F238E27FC236}">
                <a16:creationId xmlns:a16="http://schemas.microsoft.com/office/drawing/2014/main" id="{8882EA89-9390-2ED7-61E8-C6F9EEBE373B}"/>
              </a:ext>
            </a:extLst>
          </p:cNvPr>
          <p:cNvSpPr>
            <a:spLocks noChangeArrowheads="1"/>
          </p:cNvSpPr>
          <p:nvPr/>
        </p:nvSpPr>
        <p:spPr bwMode="auto">
          <a:xfrm>
            <a:off x="8082664" y="1371967"/>
            <a:ext cx="314023" cy="283423"/>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dirty="0">
                <a:solidFill>
                  <a:srgbClr val="A50021"/>
                </a:solidFill>
              </a:rPr>
              <a:t>B</a:t>
            </a:r>
            <a:endParaRPr lang="en-US" altLang="zh-CN" sz="2000" b="0" dirty="0">
              <a:solidFill>
                <a:srgbClr val="A50021"/>
              </a:solidFill>
            </a:endParaRPr>
          </a:p>
        </p:txBody>
      </p:sp>
      <p:sp>
        <p:nvSpPr>
          <p:cNvPr id="20" name="椭圆 19">
            <a:extLst>
              <a:ext uri="{FF2B5EF4-FFF2-40B4-BE49-F238E27FC236}">
                <a16:creationId xmlns:a16="http://schemas.microsoft.com/office/drawing/2014/main" id="{2112D729-B0DE-F1F6-F782-A368623D08E9}"/>
              </a:ext>
            </a:extLst>
          </p:cNvPr>
          <p:cNvSpPr>
            <a:spLocks noChangeArrowheads="1"/>
          </p:cNvSpPr>
          <p:nvPr/>
        </p:nvSpPr>
        <p:spPr bwMode="auto">
          <a:xfrm>
            <a:off x="9253758" y="1297769"/>
            <a:ext cx="314023" cy="283423"/>
          </a:xfrm>
          <a:prstGeom prst="ellipse">
            <a:avLst/>
          </a:prstGeom>
          <a:solidFill>
            <a:srgbClr val="FFFF99"/>
          </a:solidFill>
          <a:ln w="12700" cap="sq">
            <a:solidFill>
              <a:schemeClr val="accent6">
                <a:lumMod val="75000"/>
              </a:schemeClr>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chemeClr val="accent6">
                    <a:lumMod val="75000"/>
                  </a:schemeClr>
                </a:solidFill>
              </a:rPr>
              <a:t>C</a:t>
            </a:r>
            <a:endParaRPr lang="en-US" altLang="zh-CN" sz="2000" b="0">
              <a:solidFill>
                <a:schemeClr val="accent6">
                  <a:lumMod val="75000"/>
                </a:schemeClr>
              </a:solidFill>
            </a:endParaRPr>
          </a:p>
        </p:txBody>
      </p:sp>
      <p:sp>
        <p:nvSpPr>
          <p:cNvPr id="21" name="椭圆 20">
            <a:extLst>
              <a:ext uri="{FF2B5EF4-FFF2-40B4-BE49-F238E27FC236}">
                <a16:creationId xmlns:a16="http://schemas.microsoft.com/office/drawing/2014/main" id="{8190A3A1-E103-8350-1BD1-5258D7FB305F}"/>
              </a:ext>
            </a:extLst>
          </p:cNvPr>
          <p:cNvSpPr>
            <a:spLocks noChangeArrowheads="1"/>
          </p:cNvSpPr>
          <p:nvPr/>
        </p:nvSpPr>
        <p:spPr bwMode="auto">
          <a:xfrm>
            <a:off x="10148563" y="1288292"/>
            <a:ext cx="314023" cy="283423"/>
          </a:xfrm>
          <a:prstGeom prst="ellipse">
            <a:avLst/>
          </a:prstGeom>
          <a:solidFill>
            <a:srgbClr val="FFFF99"/>
          </a:solidFill>
          <a:ln w="12700" cap="sq">
            <a:solidFill>
              <a:srgbClr val="7030A0"/>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dirty="0">
                <a:solidFill>
                  <a:srgbClr val="7030A0"/>
                </a:solidFill>
              </a:rPr>
              <a:t>D</a:t>
            </a:r>
            <a:endParaRPr lang="en-US" altLang="zh-CN" sz="2000" b="0" dirty="0">
              <a:solidFill>
                <a:srgbClr val="7030A0"/>
              </a:solidFill>
            </a:endParaRPr>
          </a:p>
        </p:txBody>
      </p:sp>
      <p:sp>
        <p:nvSpPr>
          <p:cNvPr id="22" name="椭圆 21">
            <a:extLst>
              <a:ext uri="{FF2B5EF4-FFF2-40B4-BE49-F238E27FC236}">
                <a16:creationId xmlns:a16="http://schemas.microsoft.com/office/drawing/2014/main" id="{65336042-89BC-7CFF-D933-BAB72C36CE07}"/>
              </a:ext>
            </a:extLst>
          </p:cNvPr>
          <p:cNvSpPr>
            <a:spLocks noChangeArrowheads="1"/>
          </p:cNvSpPr>
          <p:nvPr/>
        </p:nvSpPr>
        <p:spPr bwMode="auto">
          <a:xfrm>
            <a:off x="7692111" y="1839822"/>
            <a:ext cx="314023" cy="283423"/>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A50021"/>
                </a:solidFill>
              </a:rPr>
              <a:t>E</a:t>
            </a:r>
            <a:endParaRPr lang="en-US" altLang="zh-CN" sz="2000" b="0">
              <a:solidFill>
                <a:srgbClr val="A50021"/>
              </a:solidFill>
            </a:endParaRPr>
          </a:p>
        </p:txBody>
      </p:sp>
      <p:sp>
        <p:nvSpPr>
          <p:cNvPr id="23" name="椭圆 22">
            <a:extLst>
              <a:ext uri="{FF2B5EF4-FFF2-40B4-BE49-F238E27FC236}">
                <a16:creationId xmlns:a16="http://schemas.microsoft.com/office/drawing/2014/main" id="{2B65C797-2068-E469-8942-41AD9A5B6ABA}"/>
              </a:ext>
            </a:extLst>
          </p:cNvPr>
          <p:cNvSpPr>
            <a:spLocks noChangeArrowheads="1"/>
          </p:cNvSpPr>
          <p:nvPr/>
        </p:nvSpPr>
        <p:spPr bwMode="auto">
          <a:xfrm>
            <a:off x="8546926" y="1811768"/>
            <a:ext cx="314023" cy="283423"/>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A50021"/>
                </a:solidFill>
              </a:rPr>
              <a:t>F</a:t>
            </a:r>
            <a:endParaRPr lang="en-US" altLang="zh-CN" sz="2000" b="0">
              <a:solidFill>
                <a:srgbClr val="A50021"/>
              </a:solidFill>
            </a:endParaRPr>
          </a:p>
        </p:txBody>
      </p:sp>
      <p:sp>
        <p:nvSpPr>
          <p:cNvPr id="24" name="椭圆 23">
            <a:extLst>
              <a:ext uri="{FF2B5EF4-FFF2-40B4-BE49-F238E27FC236}">
                <a16:creationId xmlns:a16="http://schemas.microsoft.com/office/drawing/2014/main" id="{BF26360A-EAFF-8249-8368-869104D4B815}"/>
              </a:ext>
            </a:extLst>
          </p:cNvPr>
          <p:cNvSpPr>
            <a:spLocks noChangeArrowheads="1"/>
          </p:cNvSpPr>
          <p:nvPr/>
        </p:nvSpPr>
        <p:spPr bwMode="auto">
          <a:xfrm>
            <a:off x="9262981" y="1811768"/>
            <a:ext cx="314023" cy="283423"/>
          </a:xfrm>
          <a:prstGeom prst="ellipse">
            <a:avLst/>
          </a:prstGeom>
          <a:solidFill>
            <a:srgbClr val="FFFF99"/>
          </a:solidFill>
          <a:ln w="12700" cap="sq">
            <a:solidFill>
              <a:schemeClr val="accent6">
                <a:lumMod val="75000"/>
              </a:schemeClr>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dirty="0">
                <a:solidFill>
                  <a:schemeClr val="accent6">
                    <a:lumMod val="75000"/>
                  </a:schemeClr>
                </a:solidFill>
              </a:rPr>
              <a:t>G</a:t>
            </a:r>
            <a:endParaRPr lang="en-US" altLang="zh-CN" sz="2000" b="0" dirty="0">
              <a:solidFill>
                <a:schemeClr val="accent6">
                  <a:lumMod val="75000"/>
                </a:schemeClr>
              </a:solidFill>
            </a:endParaRPr>
          </a:p>
        </p:txBody>
      </p:sp>
      <p:sp>
        <p:nvSpPr>
          <p:cNvPr id="25" name="椭圆 24">
            <a:extLst>
              <a:ext uri="{FF2B5EF4-FFF2-40B4-BE49-F238E27FC236}">
                <a16:creationId xmlns:a16="http://schemas.microsoft.com/office/drawing/2014/main" id="{1323A968-3639-3968-908E-1AFF1284C02A}"/>
              </a:ext>
            </a:extLst>
          </p:cNvPr>
          <p:cNvSpPr>
            <a:spLocks noChangeArrowheads="1"/>
          </p:cNvSpPr>
          <p:nvPr/>
        </p:nvSpPr>
        <p:spPr bwMode="auto">
          <a:xfrm>
            <a:off x="9701575" y="1811769"/>
            <a:ext cx="314023" cy="283423"/>
          </a:xfrm>
          <a:prstGeom prst="ellipse">
            <a:avLst/>
          </a:prstGeom>
          <a:solidFill>
            <a:srgbClr val="FFFF99"/>
          </a:solidFill>
          <a:ln w="12700" cap="sq">
            <a:solidFill>
              <a:srgbClr val="7030A0"/>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7030A0"/>
                </a:solidFill>
              </a:rPr>
              <a:t>H</a:t>
            </a:r>
            <a:endParaRPr lang="en-US" altLang="zh-CN" sz="2000" b="0">
              <a:solidFill>
                <a:srgbClr val="7030A0"/>
              </a:solidFill>
            </a:endParaRPr>
          </a:p>
        </p:txBody>
      </p:sp>
      <p:sp>
        <p:nvSpPr>
          <p:cNvPr id="26" name="椭圆 25">
            <a:extLst>
              <a:ext uri="{FF2B5EF4-FFF2-40B4-BE49-F238E27FC236}">
                <a16:creationId xmlns:a16="http://schemas.microsoft.com/office/drawing/2014/main" id="{BD6CF2D8-C2ED-86F6-ADF0-78EEA36A45F0}"/>
              </a:ext>
            </a:extLst>
          </p:cNvPr>
          <p:cNvSpPr>
            <a:spLocks noChangeArrowheads="1"/>
          </p:cNvSpPr>
          <p:nvPr/>
        </p:nvSpPr>
        <p:spPr bwMode="auto">
          <a:xfrm>
            <a:off x="10148563" y="1805417"/>
            <a:ext cx="314023" cy="283423"/>
          </a:xfrm>
          <a:prstGeom prst="ellipse">
            <a:avLst/>
          </a:prstGeom>
          <a:solidFill>
            <a:srgbClr val="FFFF99"/>
          </a:solidFill>
          <a:ln w="12700" cap="sq">
            <a:solidFill>
              <a:srgbClr val="7030A0"/>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7030A0"/>
                </a:solidFill>
              </a:rPr>
              <a:t>I</a:t>
            </a:r>
            <a:endParaRPr lang="en-US" altLang="zh-CN" sz="2000" b="0">
              <a:solidFill>
                <a:srgbClr val="7030A0"/>
              </a:solidFill>
            </a:endParaRPr>
          </a:p>
        </p:txBody>
      </p:sp>
      <p:sp>
        <p:nvSpPr>
          <p:cNvPr id="27" name="椭圆 26">
            <a:extLst>
              <a:ext uri="{FF2B5EF4-FFF2-40B4-BE49-F238E27FC236}">
                <a16:creationId xmlns:a16="http://schemas.microsoft.com/office/drawing/2014/main" id="{C5D35975-A065-D288-167E-A8FD994D273C}"/>
              </a:ext>
            </a:extLst>
          </p:cNvPr>
          <p:cNvSpPr>
            <a:spLocks noChangeArrowheads="1"/>
          </p:cNvSpPr>
          <p:nvPr/>
        </p:nvSpPr>
        <p:spPr bwMode="auto">
          <a:xfrm>
            <a:off x="10606750" y="1805416"/>
            <a:ext cx="314023" cy="283423"/>
          </a:xfrm>
          <a:prstGeom prst="ellipse">
            <a:avLst/>
          </a:prstGeom>
          <a:solidFill>
            <a:srgbClr val="FFFF99"/>
          </a:solidFill>
          <a:ln w="12700" cap="sq">
            <a:solidFill>
              <a:srgbClr val="7030A0"/>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7030A0"/>
                </a:solidFill>
              </a:rPr>
              <a:t>J</a:t>
            </a:r>
            <a:endParaRPr lang="en-US" altLang="zh-CN" sz="2000" b="0">
              <a:solidFill>
                <a:srgbClr val="7030A0"/>
              </a:solidFill>
            </a:endParaRPr>
          </a:p>
        </p:txBody>
      </p:sp>
      <p:sp>
        <p:nvSpPr>
          <p:cNvPr id="28" name="椭圆 27">
            <a:extLst>
              <a:ext uri="{FF2B5EF4-FFF2-40B4-BE49-F238E27FC236}">
                <a16:creationId xmlns:a16="http://schemas.microsoft.com/office/drawing/2014/main" id="{5C40773E-E5CE-D085-3904-4D952991E679}"/>
              </a:ext>
            </a:extLst>
          </p:cNvPr>
          <p:cNvSpPr>
            <a:spLocks noChangeArrowheads="1"/>
          </p:cNvSpPr>
          <p:nvPr/>
        </p:nvSpPr>
        <p:spPr bwMode="auto">
          <a:xfrm>
            <a:off x="10606750" y="2328104"/>
            <a:ext cx="314023" cy="283423"/>
          </a:xfrm>
          <a:prstGeom prst="ellipse">
            <a:avLst/>
          </a:prstGeom>
          <a:solidFill>
            <a:srgbClr val="FFFF99"/>
          </a:solidFill>
          <a:ln w="12700" cap="sq">
            <a:solidFill>
              <a:srgbClr val="7030A0"/>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7030A0"/>
                </a:solidFill>
              </a:rPr>
              <a:t>M</a:t>
            </a:r>
            <a:endParaRPr lang="en-US" altLang="zh-CN" sz="2000" b="0">
              <a:solidFill>
                <a:srgbClr val="7030A0"/>
              </a:solidFill>
            </a:endParaRPr>
          </a:p>
        </p:txBody>
      </p:sp>
      <p:sp>
        <p:nvSpPr>
          <p:cNvPr id="29" name="椭圆 28">
            <a:extLst>
              <a:ext uri="{FF2B5EF4-FFF2-40B4-BE49-F238E27FC236}">
                <a16:creationId xmlns:a16="http://schemas.microsoft.com/office/drawing/2014/main" id="{A85348EC-E4DD-6CFB-D8C2-FB647A154F12}"/>
              </a:ext>
            </a:extLst>
          </p:cNvPr>
          <p:cNvSpPr>
            <a:spLocks noChangeArrowheads="1"/>
          </p:cNvSpPr>
          <p:nvPr/>
        </p:nvSpPr>
        <p:spPr bwMode="auto">
          <a:xfrm>
            <a:off x="8326923" y="2341009"/>
            <a:ext cx="314023" cy="283423"/>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A50021"/>
                </a:solidFill>
              </a:rPr>
              <a:t>K</a:t>
            </a:r>
            <a:endParaRPr lang="en-US" altLang="zh-CN" sz="2000" b="0">
              <a:solidFill>
                <a:srgbClr val="A50021"/>
              </a:solidFill>
            </a:endParaRPr>
          </a:p>
        </p:txBody>
      </p:sp>
      <p:sp>
        <p:nvSpPr>
          <p:cNvPr id="30" name="椭圆 29">
            <a:extLst>
              <a:ext uri="{FF2B5EF4-FFF2-40B4-BE49-F238E27FC236}">
                <a16:creationId xmlns:a16="http://schemas.microsoft.com/office/drawing/2014/main" id="{52C1C818-4EBA-2BB7-B0F5-46C2A9C7449A}"/>
              </a:ext>
            </a:extLst>
          </p:cNvPr>
          <p:cNvSpPr>
            <a:spLocks noChangeArrowheads="1"/>
          </p:cNvSpPr>
          <p:nvPr/>
        </p:nvSpPr>
        <p:spPr bwMode="auto">
          <a:xfrm>
            <a:off x="8782970" y="2337789"/>
            <a:ext cx="314023" cy="283423"/>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000">
                <a:solidFill>
                  <a:srgbClr val="A50021"/>
                </a:solidFill>
              </a:rPr>
              <a:t>L</a:t>
            </a:r>
            <a:endParaRPr lang="en-US" altLang="zh-CN" sz="2000" b="0">
              <a:solidFill>
                <a:srgbClr val="A50021"/>
              </a:solidFill>
            </a:endParaRPr>
          </a:p>
        </p:txBody>
      </p:sp>
      <p:grpSp>
        <p:nvGrpSpPr>
          <p:cNvPr id="31" name="组合 30">
            <a:extLst>
              <a:ext uri="{FF2B5EF4-FFF2-40B4-BE49-F238E27FC236}">
                <a16:creationId xmlns:a16="http://schemas.microsoft.com/office/drawing/2014/main" id="{C32348BE-536D-7164-2320-B393E2F82239}"/>
              </a:ext>
            </a:extLst>
          </p:cNvPr>
          <p:cNvGrpSpPr/>
          <p:nvPr/>
        </p:nvGrpSpPr>
        <p:grpSpPr>
          <a:xfrm>
            <a:off x="7323537" y="3319190"/>
            <a:ext cx="4569102" cy="1112133"/>
            <a:chOff x="7149998" y="4941065"/>
            <a:chExt cx="4569102" cy="1112133"/>
          </a:xfrm>
        </p:grpSpPr>
        <p:sp>
          <p:nvSpPr>
            <p:cNvPr id="33" name="文本框 170013">
              <a:extLst>
                <a:ext uri="{FF2B5EF4-FFF2-40B4-BE49-F238E27FC236}">
                  <a16:creationId xmlns:a16="http://schemas.microsoft.com/office/drawing/2014/main" id="{8CD89D8F-9ED4-A603-1946-42EA4839DE32}"/>
                </a:ext>
              </a:extLst>
            </p:cNvPr>
            <p:cNvSpPr txBox="1">
              <a:spLocks noChangeArrowheads="1"/>
            </p:cNvSpPr>
            <p:nvPr/>
          </p:nvSpPr>
          <p:spPr bwMode="auto">
            <a:xfrm>
              <a:off x="7321742" y="4941065"/>
              <a:ext cx="43973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r>
                <a:rPr lang="en-US" altLang="zh-CN" sz="2000" dirty="0"/>
                <a:t>A( </a:t>
              </a:r>
              <a:r>
                <a:rPr lang="en-US" altLang="zh-CN" sz="2000" dirty="0">
                  <a:solidFill>
                    <a:srgbClr val="A50021"/>
                  </a:solidFill>
                </a:rPr>
                <a:t>B(E, F(K, L)),</a:t>
              </a:r>
              <a:r>
                <a:rPr lang="en-US" altLang="zh-CN" sz="2000" dirty="0">
                  <a:solidFill>
                    <a:schemeClr val="tx1"/>
                  </a:solidFill>
                </a:rPr>
                <a:t> </a:t>
              </a:r>
              <a:r>
                <a:rPr lang="en-US" altLang="zh-CN" sz="2000" dirty="0">
                  <a:solidFill>
                    <a:schemeClr val="accent6">
                      <a:lumMod val="75000"/>
                    </a:schemeClr>
                  </a:solidFill>
                </a:rPr>
                <a:t>C(G), </a:t>
              </a:r>
              <a:r>
                <a:rPr lang="en-US" altLang="zh-CN" sz="2000" dirty="0">
                  <a:solidFill>
                    <a:srgbClr val="7030A0"/>
                  </a:solidFill>
                </a:rPr>
                <a:t>D(H, I, J(M)) </a:t>
              </a:r>
              <a:r>
                <a:rPr lang="en-US" altLang="zh-CN" sz="2000" dirty="0"/>
                <a:t>)</a:t>
              </a:r>
              <a:endParaRPr lang="en-US" altLang="zh-CN" sz="2000" b="0" dirty="0">
                <a:solidFill>
                  <a:schemeClr val="tx1"/>
                </a:solidFill>
              </a:endParaRPr>
            </a:p>
          </p:txBody>
        </p:sp>
        <p:sp>
          <p:nvSpPr>
            <p:cNvPr id="34" name="左大括号 33">
              <a:extLst>
                <a:ext uri="{FF2B5EF4-FFF2-40B4-BE49-F238E27FC236}">
                  <a16:creationId xmlns:a16="http://schemas.microsoft.com/office/drawing/2014/main" id="{5DCBABE6-21C0-885C-820A-B6DBA67EDB84}"/>
                </a:ext>
              </a:extLst>
            </p:cNvPr>
            <p:cNvSpPr>
              <a:spLocks/>
            </p:cNvSpPr>
            <p:nvPr/>
          </p:nvSpPr>
          <p:spPr bwMode="auto">
            <a:xfrm rot="-5446501">
              <a:off x="8358840" y="4850265"/>
              <a:ext cx="261623" cy="1374842"/>
            </a:xfrm>
            <a:prstGeom prst="leftBrace">
              <a:avLst>
                <a:gd name="adj1" fmla="val 62185"/>
                <a:gd name="adj2" fmla="val 50000"/>
              </a:avLst>
            </a:prstGeom>
            <a:noFill/>
            <a:ln w="38100" cap="sq">
              <a:solidFill>
                <a:srgbClr val="A5002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35" name="左大括号 34">
              <a:extLst>
                <a:ext uri="{FF2B5EF4-FFF2-40B4-BE49-F238E27FC236}">
                  <a16:creationId xmlns:a16="http://schemas.microsoft.com/office/drawing/2014/main" id="{227922F9-AB7A-EA87-FE53-68E132C3D6E3}"/>
                </a:ext>
              </a:extLst>
            </p:cNvPr>
            <p:cNvSpPr>
              <a:spLocks/>
            </p:cNvSpPr>
            <p:nvPr/>
          </p:nvSpPr>
          <p:spPr bwMode="auto">
            <a:xfrm rot="-5446501">
              <a:off x="10584094" y="4828924"/>
              <a:ext cx="277487" cy="1399418"/>
            </a:xfrm>
            <a:prstGeom prst="leftBrace">
              <a:avLst>
                <a:gd name="adj1" fmla="val 62185"/>
                <a:gd name="adj2" fmla="val 50000"/>
              </a:avLst>
            </a:prstGeom>
            <a:noFill/>
            <a:ln w="38100" cap="sq">
              <a:solidFill>
                <a:srgbClr val="7030A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36" name="左大括号 35">
              <a:extLst>
                <a:ext uri="{FF2B5EF4-FFF2-40B4-BE49-F238E27FC236}">
                  <a16:creationId xmlns:a16="http://schemas.microsoft.com/office/drawing/2014/main" id="{DC32A1FA-E085-C034-80FC-03790B963D9F}"/>
                </a:ext>
              </a:extLst>
            </p:cNvPr>
            <p:cNvSpPr>
              <a:spLocks/>
            </p:cNvSpPr>
            <p:nvPr/>
          </p:nvSpPr>
          <p:spPr bwMode="auto">
            <a:xfrm rot="-5446501">
              <a:off x="9511321" y="5267936"/>
              <a:ext cx="263893" cy="529881"/>
            </a:xfrm>
            <a:prstGeom prst="leftBrace">
              <a:avLst>
                <a:gd name="adj1" fmla="val 25480"/>
                <a:gd name="adj2" fmla="val 50000"/>
              </a:avLst>
            </a:prstGeom>
            <a:noFill/>
            <a:ln w="38100" cap="sq">
              <a:solidFill>
                <a:schemeClr val="accent6">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37" name="文本框 170018">
              <a:extLst>
                <a:ext uri="{FF2B5EF4-FFF2-40B4-BE49-F238E27FC236}">
                  <a16:creationId xmlns:a16="http://schemas.microsoft.com/office/drawing/2014/main" id="{5138CD95-1D70-12B2-0673-2EC7E912207C}"/>
                </a:ext>
              </a:extLst>
            </p:cNvPr>
            <p:cNvSpPr txBox="1">
              <a:spLocks noChangeArrowheads="1"/>
            </p:cNvSpPr>
            <p:nvPr/>
          </p:nvSpPr>
          <p:spPr bwMode="auto">
            <a:xfrm>
              <a:off x="8325576" y="5653088"/>
              <a:ext cx="8159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spcBef>
                  <a:spcPct val="50000"/>
                </a:spcBef>
              </a:pPr>
              <a:r>
                <a:rPr lang="en-US" altLang="zh-CN" sz="2000" dirty="0" err="1">
                  <a:solidFill>
                    <a:srgbClr val="A50021"/>
                  </a:solidFill>
                </a:rPr>
                <a:t>T</a:t>
              </a:r>
              <a:r>
                <a:rPr lang="en-US" altLang="zh-CN" sz="2000" baseline="-25000" dirty="0" err="1">
                  <a:solidFill>
                    <a:srgbClr val="A50021"/>
                  </a:solidFill>
                </a:rPr>
                <a:t>1</a:t>
              </a:r>
              <a:endParaRPr lang="en-US" altLang="zh-CN" sz="2000" b="0" dirty="0">
                <a:solidFill>
                  <a:srgbClr val="A50021"/>
                </a:solidFill>
              </a:endParaRPr>
            </a:p>
          </p:txBody>
        </p:sp>
        <p:sp>
          <p:nvSpPr>
            <p:cNvPr id="38" name="文本框 170019">
              <a:extLst>
                <a:ext uri="{FF2B5EF4-FFF2-40B4-BE49-F238E27FC236}">
                  <a16:creationId xmlns:a16="http://schemas.microsoft.com/office/drawing/2014/main" id="{F0A062CB-9B61-2D45-DBDF-7A834AECD327}"/>
                </a:ext>
              </a:extLst>
            </p:cNvPr>
            <p:cNvSpPr txBox="1">
              <a:spLocks noChangeArrowheads="1"/>
            </p:cNvSpPr>
            <p:nvPr/>
          </p:nvSpPr>
          <p:spPr bwMode="auto">
            <a:xfrm>
              <a:off x="10577321" y="5636187"/>
              <a:ext cx="8159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spcBef>
                  <a:spcPct val="50000"/>
                </a:spcBef>
              </a:pPr>
              <a:r>
                <a:rPr lang="en-US" altLang="zh-CN" sz="2000" dirty="0" err="1">
                  <a:solidFill>
                    <a:srgbClr val="7030A0"/>
                  </a:solidFill>
                </a:rPr>
                <a:t>T</a:t>
              </a:r>
              <a:r>
                <a:rPr lang="en-US" altLang="zh-CN" sz="2000" baseline="-25000" dirty="0" err="1">
                  <a:solidFill>
                    <a:srgbClr val="7030A0"/>
                  </a:solidFill>
                </a:rPr>
                <a:t>3</a:t>
              </a:r>
              <a:endParaRPr lang="en-US" altLang="zh-CN" sz="2000" b="0" dirty="0">
                <a:solidFill>
                  <a:srgbClr val="7030A0"/>
                </a:solidFill>
              </a:endParaRPr>
            </a:p>
          </p:txBody>
        </p:sp>
        <p:sp>
          <p:nvSpPr>
            <p:cNvPr id="39" name="文本框 170020">
              <a:extLst>
                <a:ext uri="{FF2B5EF4-FFF2-40B4-BE49-F238E27FC236}">
                  <a16:creationId xmlns:a16="http://schemas.microsoft.com/office/drawing/2014/main" id="{0F02C86A-1BC9-C37F-3D7B-8ABCDB5B555F}"/>
                </a:ext>
              </a:extLst>
            </p:cNvPr>
            <p:cNvSpPr txBox="1">
              <a:spLocks noChangeArrowheads="1"/>
            </p:cNvSpPr>
            <p:nvPr/>
          </p:nvSpPr>
          <p:spPr bwMode="auto">
            <a:xfrm>
              <a:off x="9456784" y="5643917"/>
              <a:ext cx="4900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spcBef>
                  <a:spcPct val="50000"/>
                </a:spcBef>
              </a:pPr>
              <a:r>
                <a:rPr lang="en-US" altLang="zh-CN" sz="2000" dirty="0" err="1">
                  <a:solidFill>
                    <a:schemeClr val="accent6">
                      <a:lumMod val="75000"/>
                    </a:schemeClr>
                  </a:solidFill>
                </a:rPr>
                <a:t>T</a:t>
              </a:r>
              <a:r>
                <a:rPr lang="en-US" altLang="zh-CN" sz="2000" baseline="-25000" dirty="0" err="1">
                  <a:solidFill>
                    <a:schemeClr val="accent6">
                      <a:lumMod val="75000"/>
                    </a:schemeClr>
                  </a:solidFill>
                </a:rPr>
                <a:t>2</a:t>
              </a:r>
              <a:endParaRPr lang="en-US" altLang="zh-CN" sz="2000" b="0" dirty="0">
                <a:solidFill>
                  <a:schemeClr val="accent6">
                    <a:lumMod val="75000"/>
                  </a:schemeClr>
                </a:solidFill>
              </a:endParaRPr>
            </a:p>
          </p:txBody>
        </p:sp>
        <p:sp>
          <p:nvSpPr>
            <p:cNvPr id="40" name="直接连接符 39">
              <a:extLst>
                <a:ext uri="{FF2B5EF4-FFF2-40B4-BE49-F238E27FC236}">
                  <a16:creationId xmlns:a16="http://schemas.microsoft.com/office/drawing/2014/main" id="{48150047-50A6-7E17-5B7C-F5EAA0F16B2C}"/>
                </a:ext>
              </a:extLst>
            </p:cNvPr>
            <p:cNvSpPr>
              <a:spLocks noChangeShapeType="1"/>
            </p:cNvSpPr>
            <p:nvPr/>
          </p:nvSpPr>
          <p:spPr bwMode="auto">
            <a:xfrm>
              <a:off x="7507435" y="5341175"/>
              <a:ext cx="15084" cy="335654"/>
            </a:xfrm>
            <a:prstGeom prst="line">
              <a:avLst/>
            </a:prstGeom>
            <a:noFill/>
            <a:ln w="190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41" name="文本框 170022">
              <a:extLst>
                <a:ext uri="{FF2B5EF4-FFF2-40B4-BE49-F238E27FC236}">
                  <a16:creationId xmlns:a16="http://schemas.microsoft.com/office/drawing/2014/main" id="{81DC3C10-3888-9D8B-3F20-22235F8F8C87}"/>
                </a:ext>
              </a:extLst>
            </p:cNvPr>
            <p:cNvSpPr txBox="1">
              <a:spLocks noChangeArrowheads="1"/>
            </p:cNvSpPr>
            <p:nvPr/>
          </p:nvSpPr>
          <p:spPr bwMode="auto">
            <a:xfrm>
              <a:off x="7149998" y="5636049"/>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r>
                <a:rPr lang="zh-CN" altLang="en-US" sz="2000" dirty="0">
                  <a:ea typeface="隶书" panose="02010509060101010101" pitchFamily="49" charset="-122"/>
                </a:rPr>
                <a:t>树根</a:t>
              </a:r>
              <a:endParaRPr lang="zh-CN" altLang="en-US" sz="2000" dirty="0">
                <a:solidFill>
                  <a:schemeClr val="tx1"/>
                </a:solidFill>
              </a:endParaRPr>
            </a:p>
          </p:txBody>
        </p:sp>
      </p:grpSp>
      <p:sp>
        <p:nvSpPr>
          <p:cNvPr id="32" name="标题 170026">
            <a:extLst>
              <a:ext uri="{FF2B5EF4-FFF2-40B4-BE49-F238E27FC236}">
                <a16:creationId xmlns:a16="http://schemas.microsoft.com/office/drawing/2014/main" id="{D4F3FBCC-CC9A-98FE-39D4-A8B1A5E3BEE2}"/>
              </a:ext>
            </a:extLst>
          </p:cNvPr>
          <p:cNvSpPr txBox="1">
            <a:spLocks noGrp="1"/>
          </p:cNvSpPr>
          <p:nvPr/>
        </p:nvSpPr>
        <p:spPr bwMode="auto">
          <a:xfrm>
            <a:off x="7302834" y="2786865"/>
            <a:ext cx="2444407" cy="444261"/>
          </a:xfrm>
          <a:prstGeom prst="rect">
            <a:avLst/>
          </a:prstGeom>
          <a:noFill/>
          <a:ln w="57150" cap="sq" cmpd="thickThin">
            <a:noFill/>
            <a:miter/>
            <a:headEnd w="sm" len="sm"/>
            <a:tailEnd w="sm" len="sm"/>
          </a:ln>
        </p:spPr>
        <p:txBody>
          <a:bodyPr vert="horz" wrap="square" lIns="91440" tIns="45720" rIns="91440" bIns="45720" numCol="1" anchor="b" anchorCtr="0" compatLnSpc="1">
            <a:prstTxWarp prst="textNoShape">
              <a:avLst/>
            </a:prstTxWarp>
          </a:bodyPr>
          <a:lstStyle>
            <a:defPPr>
              <a:defRPr lang="zh-CN"/>
            </a:defPPr>
            <a:lvl1pPr marL="0" algn="ctr" defTabSz="914400" rtl="0" eaLnBrk="1" fontAlgn="base" latinLnBrk="0" hangingPunct="1">
              <a:spcBef>
                <a:spcPct val="0"/>
              </a:spcBef>
              <a:spcAft>
                <a:spcPct val="0"/>
              </a:spcAft>
              <a:defRPr sz="4500" kern="1200">
                <a:solidFill>
                  <a:schemeClr val="tx2"/>
                </a:solidFill>
                <a:latin typeface="+mj-lt"/>
                <a:ea typeface="+mj-ea"/>
                <a:cs typeface="+mj-cs"/>
              </a:defRPr>
            </a:lvl1pPr>
            <a:lvl2pPr marL="4572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5pPr>
            <a:lvl6pPr marL="4572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6pPr>
            <a:lvl7pPr marL="9144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7pPr>
            <a:lvl8pPr marL="13716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8pPr>
            <a:lvl9pPr marL="1828800" algn="l" defTabSz="914400" rtl="0" eaLnBrk="1" fontAlgn="base" latinLnBrk="0" hangingPunct="1">
              <a:spcBef>
                <a:spcPct val="0"/>
              </a:spcBef>
              <a:spcAft>
                <a:spcPct val="0"/>
              </a:spcAft>
              <a:defRPr sz="4400" kern="1200">
                <a:solidFill>
                  <a:schemeClr val="tx2"/>
                </a:solidFill>
                <a:latin typeface="Times New Roman" panose="02020603050405020304" pitchFamily="18" charset="0"/>
                <a:ea typeface="宋体" panose="02010600030101010101" pitchFamily="2" charset="-122"/>
                <a:cs typeface="+mn-cs"/>
              </a:defRPr>
            </a:lvl9pPr>
          </a:lstStyle>
          <a:p>
            <a:pPr algn="l"/>
            <a:r>
              <a:rPr lang="zh-CN" altLang="en-US" sz="2400" b="1" noProof="1">
                <a:solidFill>
                  <a:srgbClr val="FF3300"/>
                </a:solidFill>
                <a:effectLst>
                  <a:outerShdw blurRad="38100" dist="38100" dir="2700000">
                    <a:srgbClr val="000000"/>
                  </a:outerShdw>
                </a:effectLst>
                <a:latin typeface="楷体_GB2312" pitchFamily="49" charset="-122"/>
                <a:ea typeface="楷体_GB2312" pitchFamily="49" charset="-122"/>
              </a:rPr>
              <a:t>树的广义表表示：</a:t>
            </a:r>
            <a:endParaRPr lang="zh-CN" altLang="en-US" sz="2400" noProof="1">
              <a:solidFill>
                <a:srgbClr val="FF3300"/>
              </a:solidFill>
              <a:effectLst>
                <a:outerShdw blurRad="38100" dist="38100" dir="2700000">
                  <a:srgbClr val="000000"/>
                </a:outerShdw>
              </a:effectLst>
            </a:endParaRPr>
          </a:p>
        </p:txBody>
      </p:sp>
      <p:sp>
        <p:nvSpPr>
          <p:cNvPr id="42" name="文本框 41">
            <a:extLst>
              <a:ext uri="{FF2B5EF4-FFF2-40B4-BE49-F238E27FC236}">
                <a16:creationId xmlns:a16="http://schemas.microsoft.com/office/drawing/2014/main" id="{5556E69A-4635-409A-D9AF-09AF45E686EA}"/>
              </a:ext>
            </a:extLst>
          </p:cNvPr>
          <p:cNvSpPr txBox="1"/>
          <p:nvPr/>
        </p:nvSpPr>
        <p:spPr>
          <a:xfrm>
            <a:off x="8287715" y="4820077"/>
            <a:ext cx="3438762" cy="369332"/>
          </a:xfrm>
          <a:prstGeom prst="rect">
            <a:avLst/>
          </a:prstGeom>
          <a:solidFill>
            <a:schemeClr val="accent6">
              <a:lumMod val="20000"/>
              <a:lumOff val="80000"/>
            </a:schemeClr>
          </a:solidFill>
        </p:spPr>
        <p:txBody>
          <a:bodyPr wrap="none" rtlCol="0">
            <a:spAutoFit/>
          </a:bodyPr>
          <a:lstStyle/>
          <a:p>
            <a:r>
              <a:rPr lang="zh-CN" altLang="en-US" b="1" dirty="0">
                <a:solidFill>
                  <a:srgbClr val="041ABC"/>
                </a:solidFill>
                <a:effectLst>
                  <a:outerShdw blurRad="38100" dist="38100" dir="2700000" algn="tl">
                    <a:srgbClr val="000000">
                      <a:alpha val="43137"/>
                    </a:srgbClr>
                  </a:outerShdw>
                </a:effectLst>
              </a:rPr>
              <a:t>这是将树结构</a:t>
            </a:r>
            <a:r>
              <a:rPr lang="zh-CN" altLang="en-US" b="1" dirty="0">
                <a:solidFill>
                  <a:srgbClr val="C00000"/>
                </a:solidFill>
                <a:effectLst>
                  <a:outerShdw blurRad="38100" dist="38100" dir="2700000" algn="tl">
                    <a:srgbClr val="000000">
                      <a:alpha val="43137"/>
                    </a:srgbClr>
                  </a:outerShdw>
                </a:effectLst>
              </a:rPr>
              <a:t>序列化</a:t>
            </a:r>
            <a:r>
              <a:rPr lang="zh-CN" altLang="en-US" b="1" dirty="0">
                <a:solidFill>
                  <a:srgbClr val="041ABC"/>
                </a:solidFill>
                <a:effectLst>
                  <a:outerShdw blurRad="38100" dist="38100" dir="2700000" algn="tl">
                    <a:srgbClr val="000000">
                      <a:alpha val="43137"/>
                    </a:srgbClr>
                  </a:outerShdw>
                </a:effectLst>
              </a:rPr>
              <a:t>的一种方式</a:t>
            </a:r>
          </a:p>
        </p:txBody>
      </p:sp>
    </p:spTree>
    <p:extLst>
      <p:ext uri="{BB962C8B-B14F-4D97-AF65-F5344CB8AC3E}">
        <p14:creationId xmlns:p14="http://schemas.microsoft.com/office/powerpoint/2010/main" val="313038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1000"/>
                                        <p:tgtEl>
                                          <p:spTgt spid="42"/>
                                        </p:tgtEl>
                                      </p:cBhvr>
                                    </p:animEffect>
                                    <p:anim calcmode="lin" valueType="num">
                                      <p:cBhvr>
                                        <p:cTn id="15" dur="1000" fill="hold"/>
                                        <p:tgtEl>
                                          <p:spTgt spid="42"/>
                                        </p:tgtEl>
                                        <p:attrNameLst>
                                          <p:attrName>ppt_x</p:attrName>
                                        </p:attrNameLst>
                                      </p:cBhvr>
                                      <p:tavLst>
                                        <p:tav tm="0">
                                          <p:val>
                                            <p:strVal val="#ppt_x"/>
                                          </p:val>
                                        </p:tav>
                                        <p:tav tm="100000">
                                          <p:val>
                                            <p:strVal val="#ppt_x"/>
                                          </p:val>
                                        </p:tav>
                                      </p:tavLst>
                                    </p:anim>
                                    <p:anim calcmode="lin" valueType="num">
                                      <p:cBhvr>
                                        <p:cTn id="16"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805CE8-B35C-903F-C336-9F5DF46F40E8}"/>
              </a:ext>
            </a:extLst>
          </p:cNvPr>
          <p:cNvSpPr>
            <a:spLocks noChangeArrowheads="1"/>
          </p:cNvSpPr>
          <p:nvPr/>
        </p:nvSpPr>
        <p:spPr bwMode="auto">
          <a:xfrm>
            <a:off x="3175390" y="3181298"/>
            <a:ext cx="1586899" cy="2052205"/>
          </a:xfrm>
          <a:prstGeom prst="rect">
            <a:avLst/>
          </a:prstGeom>
          <a:solidFill>
            <a:srgbClr val="E1B7B7">
              <a:alpha val="39999"/>
            </a:srgbClr>
          </a:solidFill>
          <a:ln w="38100" cap="sq">
            <a:solidFill>
              <a:srgbClr val="333399"/>
            </a:solidFill>
            <a:miter lim="800000"/>
            <a:headEnd type="none" w="sm" len="sm"/>
            <a:tailEnd type="none" w="sm" len="sm"/>
          </a:ln>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6" name="矩形 5">
            <a:extLst>
              <a:ext uri="{FF2B5EF4-FFF2-40B4-BE49-F238E27FC236}">
                <a16:creationId xmlns:a16="http://schemas.microsoft.com/office/drawing/2014/main" id="{587DA914-F333-3DC4-6F84-1C3E56EE00F5}"/>
              </a:ext>
            </a:extLst>
          </p:cNvPr>
          <p:cNvSpPr>
            <a:spLocks noChangeArrowheads="1"/>
          </p:cNvSpPr>
          <p:nvPr/>
        </p:nvSpPr>
        <p:spPr bwMode="auto">
          <a:xfrm>
            <a:off x="1409013" y="3181299"/>
            <a:ext cx="1428751" cy="1614708"/>
          </a:xfrm>
          <a:prstGeom prst="rect">
            <a:avLst/>
          </a:prstGeom>
          <a:solidFill>
            <a:srgbClr val="E1B7B7">
              <a:alpha val="39999"/>
            </a:srgbClr>
          </a:solidFill>
          <a:ln w="38100" cap="sq">
            <a:solidFill>
              <a:srgbClr val="005400"/>
            </a:solidFill>
            <a:miter lim="800000"/>
            <a:headEnd type="none" w="sm" len="sm"/>
            <a:tailEnd type="none" w="sm" len="sm"/>
          </a:ln>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17" name="直接连接符 16">
            <a:extLst>
              <a:ext uri="{FF2B5EF4-FFF2-40B4-BE49-F238E27FC236}">
                <a16:creationId xmlns:a16="http://schemas.microsoft.com/office/drawing/2014/main" id="{1E331AA1-3D8A-EBC8-F49E-6C9F1EE054F3}"/>
              </a:ext>
            </a:extLst>
          </p:cNvPr>
          <p:cNvSpPr>
            <a:spLocks noChangeShapeType="1"/>
          </p:cNvSpPr>
          <p:nvPr/>
        </p:nvSpPr>
        <p:spPr bwMode="auto">
          <a:xfrm flipH="1">
            <a:off x="1780488" y="2821152"/>
            <a:ext cx="955964" cy="694171"/>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20" name="直接连接符 19">
            <a:extLst>
              <a:ext uri="{FF2B5EF4-FFF2-40B4-BE49-F238E27FC236}">
                <a16:creationId xmlns:a16="http://schemas.microsoft.com/office/drawing/2014/main" id="{FB088DE7-EA81-14E9-6B9C-8B872BBF6206}"/>
              </a:ext>
            </a:extLst>
          </p:cNvPr>
          <p:cNvSpPr>
            <a:spLocks noChangeShapeType="1"/>
          </p:cNvSpPr>
          <p:nvPr/>
        </p:nvSpPr>
        <p:spPr bwMode="auto">
          <a:xfrm>
            <a:off x="2720864" y="2864953"/>
            <a:ext cx="838417" cy="61248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18" name="直接连接符 17">
            <a:extLst>
              <a:ext uri="{FF2B5EF4-FFF2-40B4-BE49-F238E27FC236}">
                <a16:creationId xmlns:a16="http://schemas.microsoft.com/office/drawing/2014/main" id="{ABE42426-7781-191A-4784-31CD0517C519}"/>
              </a:ext>
            </a:extLst>
          </p:cNvPr>
          <p:cNvSpPr>
            <a:spLocks noChangeShapeType="1"/>
          </p:cNvSpPr>
          <p:nvPr/>
        </p:nvSpPr>
        <p:spPr bwMode="auto">
          <a:xfrm>
            <a:off x="1840313" y="3489490"/>
            <a:ext cx="598265" cy="38132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21" name="直接连接符 20">
            <a:extLst>
              <a:ext uri="{FF2B5EF4-FFF2-40B4-BE49-F238E27FC236}">
                <a16:creationId xmlns:a16="http://schemas.microsoft.com/office/drawing/2014/main" id="{EE4280BC-1991-520F-E542-25291DA87B5D}"/>
              </a:ext>
            </a:extLst>
          </p:cNvPr>
          <p:cNvSpPr>
            <a:spLocks noChangeShapeType="1"/>
          </p:cNvSpPr>
          <p:nvPr/>
        </p:nvSpPr>
        <p:spPr bwMode="auto">
          <a:xfrm>
            <a:off x="3550189" y="3477439"/>
            <a:ext cx="838417" cy="40683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22" name="直接连接符 21">
            <a:extLst>
              <a:ext uri="{FF2B5EF4-FFF2-40B4-BE49-F238E27FC236}">
                <a16:creationId xmlns:a16="http://schemas.microsoft.com/office/drawing/2014/main" id="{24FD8533-F050-3D8B-ADA5-F4B9BCA1EB30}"/>
              </a:ext>
            </a:extLst>
          </p:cNvPr>
          <p:cNvSpPr>
            <a:spLocks noChangeShapeType="1"/>
          </p:cNvSpPr>
          <p:nvPr/>
        </p:nvSpPr>
        <p:spPr bwMode="auto">
          <a:xfrm flipH="1">
            <a:off x="4016265" y="3880088"/>
            <a:ext cx="347879" cy="545305"/>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23" name="直接连接符 22">
            <a:extLst>
              <a:ext uri="{FF2B5EF4-FFF2-40B4-BE49-F238E27FC236}">
                <a16:creationId xmlns:a16="http://schemas.microsoft.com/office/drawing/2014/main" id="{548231B3-3F8F-66B4-4B8A-8C93A9E723FF}"/>
              </a:ext>
            </a:extLst>
          </p:cNvPr>
          <p:cNvSpPr>
            <a:spLocks noChangeShapeType="1"/>
          </p:cNvSpPr>
          <p:nvPr/>
        </p:nvSpPr>
        <p:spPr bwMode="auto">
          <a:xfrm flipH="1">
            <a:off x="3773810" y="4375388"/>
            <a:ext cx="258905" cy="554037"/>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24" name="直接连接符 23">
            <a:extLst>
              <a:ext uri="{FF2B5EF4-FFF2-40B4-BE49-F238E27FC236}">
                <a16:creationId xmlns:a16="http://schemas.microsoft.com/office/drawing/2014/main" id="{A3CB6CB9-7072-F2AC-80AD-3663FE9142E5}"/>
              </a:ext>
            </a:extLst>
          </p:cNvPr>
          <p:cNvSpPr>
            <a:spLocks noChangeShapeType="1"/>
          </p:cNvSpPr>
          <p:nvPr/>
        </p:nvSpPr>
        <p:spPr bwMode="auto">
          <a:xfrm>
            <a:off x="4027304" y="4362474"/>
            <a:ext cx="347879" cy="566951"/>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19" name="直接连接符 18">
            <a:extLst>
              <a:ext uri="{FF2B5EF4-FFF2-40B4-BE49-F238E27FC236}">
                <a16:creationId xmlns:a16="http://schemas.microsoft.com/office/drawing/2014/main" id="{335442C2-55B4-9335-046C-35C39890D947}"/>
              </a:ext>
            </a:extLst>
          </p:cNvPr>
          <p:cNvSpPr>
            <a:spLocks noChangeShapeType="1"/>
          </p:cNvSpPr>
          <p:nvPr/>
        </p:nvSpPr>
        <p:spPr bwMode="auto">
          <a:xfrm flipH="1">
            <a:off x="2107327" y="3896324"/>
            <a:ext cx="358960" cy="6096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endParaRPr lang="zh-CN" altLang="en-US" sz="2400"/>
          </a:p>
        </p:txBody>
      </p:sp>
      <p:sp>
        <p:nvSpPr>
          <p:cNvPr id="2" name="灯片编号占位符 1">
            <a:extLst>
              <a:ext uri="{FF2B5EF4-FFF2-40B4-BE49-F238E27FC236}">
                <a16:creationId xmlns:a16="http://schemas.microsoft.com/office/drawing/2014/main" id="{2F5BA0CA-E652-191B-F505-F9FD842800C0}"/>
              </a:ext>
            </a:extLst>
          </p:cNvPr>
          <p:cNvSpPr>
            <a:spLocks noGrp="1"/>
          </p:cNvSpPr>
          <p:nvPr>
            <p:ph type="sldNum" sz="quarter" idx="12"/>
          </p:nvPr>
        </p:nvSpPr>
        <p:spPr>
          <a:xfrm>
            <a:off x="9107618" y="6303206"/>
            <a:ext cx="2743200" cy="365125"/>
          </a:xfrm>
        </p:spPr>
        <p:txBody>
          <a:bodyPr/>
          <a:lstStyle/>
          <a:p>
            <a:fld id="{D7C0FE0B-717B-41AE-9FA2-CA4BF851D1C3}" type="slidenum">
              <a:rPr lang="zh-CN" altLang="en-US" smtClean="0"/>
              <a:t>4</a:t>
            </a:fld>
            <a:endParaRPr lang="zh-CN" altLang="en-US"/>
          </a:p>
        </p:txBody>
      </p:sp>
      <p:sp>
        <p:nvSpPr>
          <p:cNvPr id="7" name="文本框 45057">
            <a:extLst>
              <a:ext uri="{FF2B5EF4-FFF2-40B4-BE49-F238E27FC236}">
                <a16:creationId xmlns:a16="http://schemas.microsoft.com/office/drawing/2014/main" id="{73874D1F-420B-1726-AC07-83AA8066BC67}"/>
              </a:ext>
            </a:extLst>
          </p:cNvPr>
          <p:cNvSpPr txBox="1">
            <a:spLocks noChangeArrowheads="1"/>
          </p:cNvSpPr>
          <p:nvPr/>
        </p:nvSpPr>
        <p:spPr bwMode="auto">
          <a:xfrm>
            <a:off x="522445" y="1064532"/>
            <a:ext cx="5394625" cy="1235916"/>
          </a:xfrm>
          <a:prstGeom prst="rect">
            <a:avLst/>
          </a:prstGeom>
          <a:solidFill>
            <a:schemeClr val="accent6">
              <a:lumMod val="20000"/>
              <a:lumOff val="80000"/>
            </a:schemeClr>
          </a:solidFill>
          <a:ln>
            <a:noFill/>
          </a:ln>
        </p:spPr>
        <p:txBody>
          <a:bodyPr wrap="square">
            <a:spAutoFit/>
          </a:bodyP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nSpc>
                <a:spcPct val="130000"/>
              </a:lnSpc>
            </a:pPr>
            <a:r>
              <a:rPr lang="zh-CN" altLang="en-US" sz="2000" dirty="0">
                <a:solidFill>
                  <a:srgbClr val="C00000"/>
                </a:solidFill>
                <a:effectLst>
                  <a:outerShdw blurRad="38100" dist="38100" dir="2700000" algn="tl">
                    <a:srgbClr val="000000">
                      <a:alpha val="43137"/>
                    </a:srgbClr>
                  </a:outerShdw>
                </a:effectLst>
                <a:latin typeface="+mj-ea"/>
                <a:ea typeface="+mj-ea"/>
              </a:rPr>
              <a:t>二叉树</a:t>
            </a:r>
            <a:r>
              <a:rPr lang="zh-CN" altLang="en-US" sz="2000" dirty="0">
                <a:solidFill>
                  <a:schemeClr val="tx1"/>
                </a:solidFill>
                <a:latin typeface="+mj-ea"/>
                <a:ea typeface="+mj-ea"/>
              </a:rPr>
              <a:t>或为</a:t>
            </a:r>
            <a:r>
              <a:rPr lang="zh-CN" altLang="en-US" sz="2000" dirty="0">
                <a:solidFill>
                  <a:srgbClr val="C00000"/>
                </a:solidFill>
                <a:effectLst>
                  <a:outerShdw blurRad="38100" dist="38100" dir="2700000" algn="tl">
                    <a:srgbClr val="000000">
                      <a:alpha val="43137"/>
                    </a:srgbClr>
                  </a:outerShdw>
                </a:effectLst>
                <a:latin typeface="+mj-ea"/>
                <a:ea typeface="+mj-ea"/>
              </a:rPr>
              <a:t>空树</a:t>
            </a:r>
            <a:r>
              <a:rPr lang="zh-CN" altLang="en-US" sz="2000" dirty="0">
                <a:solidFill>
                  <a:schemeClr val="tx1"/>
                </a:solidFill>
                <a:latin typeface="+mj-ea"/>
                <a:ea typeface="+mj-ea"/>
              </a:rPr>
              <a:t>；</a:t>
            </a:r>
          </a:p>
          <a:p>
            <a:pPr>
              <a:lnSpc>
                <a:spcPct val="130000"/>
              </a:lnSpc>
            </a:pPr>
            <a:r>
              <a:rPr lang="zh-CN" altLang="en-US" sz="2000" dirty="0">
                <a:solidFill>
                  <a:schemeClr val="tx1"/>
                </a:solidFill>
                <a:latin typeface="+mj-ea"/>
                <a:ea typeface="+mj-ea"/>
              </a:rPr>
              <a:t>  或是由一个</a:t>
            </a:r>
            <a:r>
              <a:rPr lang="zh-CN" altLang="en-US" sz="2000" dirty="0">
                <a:solidFill>
                  <a:srgbClr val="C00000"/>
                </a:solidFill>
                <a:effectLst>
                  <a:outerShdw blurRad="38100" dist="38100" dir="2700000" algn="tl">
                    <a:srgbClr val="000000">
                      <a:alpha val="43137"/>
                    </a:srgbClr>
                  </a:outerShdw>
                </a:effectLst>
                <a:latin typeface="+mj-ea"/>
                <a:ea typeface="+mj-ea"/>
              </a:rPr>
              <a:t>根结点</a:t>
            </a:r>
            <a:r>
              <a:rPr lang="zh-CN" altLang="en-US" sz="2000" dirty="0">
                <a:solidFill>
                  <a:schemeClr val="tx1"/>
                </a:solidFill>
                <a:latin typeface="+mj-ea"/>
                <a:ea typeface="+mj-ea"/>
              </a:rPr>
              <a:t>加上两棵分别称为</a:t>
            </a:r>
          </a:p>
          <a:p>
            <a:pPr>
              <a:lnSpc>
                <a:spcPct val="130000"/>
              </a:lnSpc>
            </a:pPr>
            <a:r>
              <a:rPr lang="zh-CN" altLang="en-US" sz="2000" dirty="0">
                <a:latin typeface="+mj-ea"/>
                <a:ea typeface="+mj-ea"/>
              </a:rPr>
              <a:t>    </a:t>
            </a:r>
            <a:r>
              <a:rPr lang="zh-CN" altLang="en-US" sz="2000" dirty="0">
                <a:solidFill>
                  <a:srgbClr val="C00000"/>
                </a:solidFill>
                <a:effectLst>
                  <a:outerShdw blurRad="38100" dist="38100" dir="2700000" algn="tl">
                    <a:srgbClr val="000000">
                      <a:alpha val="43137"/>
                    </a:srgbClr>
                  </a:outerShdw>
                </a:effectLst>
                <a:latin typeface="+mj-ea"/>
                <a:ea typeface="+mj-ea"/>
              </a:rPr>
              <a:t>左子树</a:t>
            </a:r>
            <a:r>
              <a:rPr lang="zh-CN" altLang="en-US" sz="2000" dirty="0">
                <a:solidFill>
                  <a:schemeClr val="tx1"/>
                </a:solidFill>
                <a:latin typeface="+mj-ea"/>
                <a:ea typeface="+mj-ea"/>
              </a:rPr>
              <a:t>和</a:t>
            </a:r>
            <a:r>
              <a:rPr lang="zh-CN" altLang="en-US" sz="2000" dirty="0">
                <a:solidFill>
                  <a:srgbClr val="C00000"/>
                </a:solidFill>
                <a:effectLst>
                  <a:outerShdw blurRad="38100" dist="38100" dir="2700000" algn="tl">
                    <a:srgbClr val="000000">
                      <a:alpha val="43137"/>
                    </a:srgbClr>
                  </a:outerShdw>
                </a:effectLst>
                <a:latin typeface="+mj-ea"/>
                <a:ea typeface="+mj-ea"/>
              </a:rPr>
              <a:t>右子树</a:t>
            </a:r>
            <a:r>
              <a:rPr lang="zh-CN" altLang="en-US" sz="2000" dirty="0">
                <a:solidFill>
                  <a:schemeClr val="tx1"/>
                </a:solidFill>
                <a:latin typeface="+mj-ea"/>
                <a:ea typeface="+mj-ea"/>
              </a:rPr>
              <a:t>的、</a:t>
            </a:r>
            <a:r>
              <a:rPr lang="zh-CN" altLang="en-US" sz="2000" dirty="0">
                <a:solidFill>
                  <a:srgbClr val="0070C0"/>
                </a:solidFill>
                <a:effectLst>
                  <a:outerShdw blurRad="38100" dist="38100" dir="2700000" algn="tl">
                    <a:srgbClr val="000000">
                      <a:alpha val="43137"/>
                    </a:srgbClr>
                  </a:outerShdw>
                </a:effectLst>
                <a:latin typeface="+mj-ea"/>
                <a:ea typeface="+mj-ea"/>
              </a:rPr>
              <a:t>互不交的</a:t>
            </a:r>
            <a:r>
              <a:rPr lang="zh-CN" altLang="en-US" sz="2000" dirty="0">
                <a:solidFill>
                  <a:schemeClr val="tx1"/>
                </a:solidFill>
                <a:latin typeface="+mj-ea"/>
                <a:ea typeface="+mj-ea"/>
              </a:rPr>
              <a:t>二叉树组成。</a:t>
            </a:r>
          </a:p>
        </p:txBody>
      </p:sp>
      <p:sp>
        <p:nvSpPr>
          <p:cNvPr id="8" name="椭圆 7">
            <a:extLst>
              <a:ext uri="{FF2B5EF4-FFF2-40B4-BE49-F238E27FC236}">
                <a16:creationId xmlns:a16="http://schemas.microsoft.com/office/drawing/2014/main" id="{18DE37F3-B75B-AA60-00A2-A36A97ED61B3}"/>
              </a:ext>
            </a:extLst>
          </p:cNvPr>
          <p:cNvSpPr>
            <a:spLocks noChangeArrowheads="1"/>
          </p:cNvSpPr>
          <p:nvPr/>
        </p:nvSpPr>
        <p:spPr bwMode="auto">
          <a:xfrm>
            <a:off x="2491399" y="2608642"/>
            <a:ext cx="406977" cy="395072"/>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dirty="0"/>
              <a:t>A</a:t>
            </a:r>
            <a:endParaRPr lang="en-US" altLang="zh-CN" sz="2400" dirty="0">
              <a:solidFill>
                <a:schemeClr val="tx1"/>
              </a:solidFill>
            </a:endParaRPr>
          </a:p>
        </p:txBody>
      </p:sp>
      <p:sp>
        <p:nvSpPr>
          <p:cNvPr id="9" name="椭圆 8">
            <a:extLst>
              <a:ext uri="{FF2B5EF4-FFF2-40B4-BE49-F238E27FC236}">
                <a16:creationId xmlns:a16="http://schemas.microsoft.com/office/drawing/2014/main" id="{24957547-0DBA-CA05-8DE4-C55C97D51DBC}"/>
              </a:ext>
            </a:extLst>
          </p:cNvPr>
          <p:cNvSpPr>
            <a:spLocks noChangeArrowheads="1"/>
          </p:cNvSpPr>
          <p:nvPr/>
        </p:nvSpPr>
        <p:spPr bwMode="auto">
          <a:xfrm>
            <a:off x="1588256" y="3337415"/>
            <a:ext cx="415637"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dirty="0">
                <a:solidFill>
                  <a:srgbClr val="8E0000"/>
                </a:solidFill>
              </a:rPr>
              <a:t>B</a:t>
            </a:r>
          </a:p>
        </p:txBody>
      </p:sp>
      <p:sp>
        <p:nvSpPr>
          <p:cNvPr id="10" name="椭圆 9">
            <a:extLst>
              <a:ext uri="{FF2B5EF4-FFF2-40B4-BE49-F238E27FC236}">
                <a16:creationId xmlns:a16="http://schemas.microsoft.com/office/drawing/2014/main" id="{324A7D85-5520-A4E9-4F6D-BBDB210900CA}"/>
              </a:ext>
            </a:extLst>
          </p:cNvPr>
          <p:cNvSpPr>
            <a:spLocks noChangeArrowheads="1"/>
          </p:cNvSpPr>
          <p:nvPr/>
        </p:nvSpPr>
        <p:spPr bwMode="auto">
          <a:xfrm>
            <a:off x="2279251" y="3692907"/>
            <a:ext cx="415637"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a:solidFill>
                  <a:srgbClr val="8E0000"/>
                </a:solidFill>
              </a:rPr>
              <a:t>C</a:t>
            </a:r>
          </a:p>
        </p:txBody>
      </p:sp>
      <p:sp>
        <p:nvSpPr>
          <p:cNvPr id="11" name="椭圆 10">
            <a:extLst>
              <a:ext uri="{FF2B5EF4-FFF2-40B4-BE49-F238E27FC236}">
                <a16:creationId xmlns:a16="http://schemas.microsoft.com/office/drawing/2014/main" id="{391B6B7E-9466-3B7D-5044-79BF3256CDC1}"/>
              </a:ext>
            </a:extLst>
          </p:cNvPr>
          <p:cNvSpPr>
            <a:spLocks noChangeArrowheads="1"/>
          </p:cNvSpPr>
          <p:nvPr/>
        </p:nvSpPr>
        <p:spPr bwMode="auto">
          <a:xfrm>
            <a:off x="1898251" y="4277324"/>
            <a:ext cx="415637"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a:solidFill>
                  <a:srgbClr val="8E0000"/>
                </a:solidFill>
              </a:rPr>
              <a:t>D</a:t>
            </a:r>
          </a:p>
        </p:txBody>
      </p:sp>
      <p:sp>
        <p:nvSpPr>
          <p:cNvPr id="12" name="椭圆 11">
            <a:extLst>
              <a:ext uri="{FF2B5EF4-FFF2-40B4-BE49-F238E27FC236}">
                <a16:creationId xmlns:a16="http://schemas.microsoft.com/office/drawing/2014/main" id="{DB36179D-F18B-6192-3AD4-D19DDEBC948C}"/>
              </a:ext>
            </a:extLst>
          </p:cNvPr>
          <p:cNvSpPr>
            <a:spLocks noChangeArrowheads="1"/>
          </p:cNvSpPr>
          <p:nvPr/>
        </p:nvSpPr>
        <p:spPr bwMode="auto">
          <a:xfrm>
            <a:off x="3378265" y="3337415"/>
            <a:ext cx="417368"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dirty="0">
                <a:solidFill>
                  <a:schemeClr val="accent6">
                    <a:lumMod val="75000"/>
                  </a:schemeClr>
                </a:solidFill>
              </a:rPr>
              <a:t>E</a:t>
            </a:r>
          </a:p>
        </p:txBody>
      </p:sp>
      <p:sp>
        <p:nvSpPr>
          <p:cNvPr id="13" name="椭圆 12">
            <a:extLst>
              <a:ext uri="{FF2B5EF4-FFF2-40B4-BE49-F238E27FC236}">
                <a16:creationId xmlns:a16="http://schemas.microsoft.com/office/drawing/2014/main" id="{9DF6CA25-7C64-41C3-3E81-EDEA1AB5D057}"/>
              </a:ext>
            </a:extLst>
          </p:cNvPr>
          <p:cNvSpPr>
            <a:spLocks noChangeArrowheads="1"/>
          </p:cNvSpPr>
          <p:nvPr/>
        </p:nvSpPr>
        <p:spPr bwMode="auto">
          <a:xfrm>
            <a:off x="4168666" y="3680856"/>
            <a:ext cx="417368"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a:solidFill>
                  <a:schemeClr val="accent6">
                    <a:lumMod val="75000"/>
                  </a:schemeClr>
                </a:solidFill>
              </a:rPr>
              <a:t>F</a:t>
            </a:r>
          </a:p>
        </p:txBody>
      </p:sp>
      <p:sp>
        <p:nvSpPr>
          <p:cNvPr id="14" name="椭圆 13">
            <a:extLst>
              <a:ext uri="{FF2B5EF4-FFF2-40B4-BE49-F238E27FC236}">
                <a16:creationId xmlns:a16="http://schemas.microsoft.com/office/drawing/2014/main" id="{0016E055-071A-6119-FD38-8904D4F542CA}"/>
              </a:ext>
            </a:extLst>
          </p:cNvPr>
          <p:cNvSpPr>
            <a:spLocks noChangeArrowheads="1"/>
          </p:cNvSpPr>
          <p:nvPr/>
        </p:nvSpPr>
        <p:spPr bwMode="auto">
          <a:xfrm>
            <a:off x="3827498" y="4184888"/>
            <a:ext cx="417368"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a:solidFill>
                  <a:schemeClr val="accent6">
                    <a:lumMod val="75000"/>
                  </a:schemeClr>
                </a:solidFill>
              </a:rPr>
              <a:t>G</a:t>
            </a:r>
          </a:p>
        </p:txBody>
      </p:sp>
      <p:sp>
        <p:nvSpPr>
          <p:cNvPr id="15" name="椭圆 14">
            <a:extLst>
              <a:ext uri="{FF2B5EF4-FFF2-40B4-BE49-F238E27FC236}">
                <a16:creationId xmlns:a16="http://schemas.microsoft.com/office/drawing/2014/main" id="{7498E1A3-67EA-6A2E-E68B-702D2F13586B}"/>
              </a:ext>
            </a:extLst>
          </p:cNvPr>
          <p:cNvSpPr>
            <a:spLocks noChangeArrowheads="1"/>
          </p:cNvSpPr>
          <p:nvPr/>
        </p:nvSpPr>
        <p:spPr bwMode="auto">
          <a:xfrm>
            <a:off x="3550190" y="4709556"/>
            <a:ext cx="417368"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a:solidFill>
                  <a:schemeClr val="accent6">
                    <a:lumMod val="75000"/>
                  </a:schemeClr>
                </a:solidFill>
              </a:rPr>
              <a:t>H</a:t>
            </a:r>
          </a:p>
        </p:txBody>
      </p:sp>
      <p:sp>
        <p:nvSpPr>
          <p:cNvPr id="16" name="椭圆 15">
            <a:extLst>
              <a:ext uri="{FF2B5EF4-FFF2-40B4-BE49-F238E27FC236}">
                <a16:creationId xmlns:a16="http://schemas.microsoft.com/office/drawing/2014/main" id="{BEF3037C-A979-6633-BA61-5D7BF9A05D6E}"/>
              </a:ext>
            </a:extLst>
          </p:cNvPr>
          <p:cNvSpPr>
            <a:spLocks noChangeArrowheads="1"/>
          </p:cNvSpPr>
          <p:nvPr/>
        </p:nvSpPr>
        <p:spPr bwMode="auto">
          <a:xfrm>
            <a:off x="4155460" y="4709556"/>
            <a:ext cx="417368" cy="381000"/>
          </a:xfrm>
          <a:prstGeom prst="ellipse">
            <a:avLst/>
          </a:prstGeom>
          <a:solidFill>
            <a:srgbClr val="FFFF99"/>
          </a:solidFill>
          <a:ln w="12700" cap="sq">
            <a:solidFill>
              <a:schemeClr val="tx1"/>
            </a:solidFill>
            <a:round/>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en-US" altLang="zh-CN" sz="2400">
                <a:solidFill>
                  <a:schemeClr val="accent6">
                    <a:lumMod val="75000"/>
                  </a:schemeClr>
                </a:solidFill>
              </a:rPr>
              <a:t>K</a:t>
            </a:r>
          </a:p>
        </p:txBody>
      </p:sp>
      <p:sp>
        <p:nvSpPr>
          <p:cNvPr id="25" name="圆角矩形标注 45095">
            <a:extLst>
              <a:ext uri="{FF2B5EF4-FFF2-40B4-BE49-F238E27FC236}">
                <a16:creationId xmlns:a16="http://schemas.microsoft.com/office/drawing/2014/main" id="{3E1D6139-A0A8-BA76-B7A4-06331AB912A5}"/>
              </a:ext>
            </a:extLst>
          </p:cNvPr>
          <p:cNvSpPr>
            <a:spLocks noChangeArrowheads="1"/>
          </p:cNvSpPr>
          <p:nvPr/>
        </p:nvSpPr>
        <p:spPr bwMode="auto">
          <a:xfrm>
            <a:off x="1007552" y="2549293"/>
            <a:ext cx="980428" cy="450993"/>
          </a:xfrm>
          <a:prstGeom prst="wedgeRoundRectCallout">
            <a:avLst>
              <a:gd name="adj1" fmla="val 104514"/>
              <a:gd name="adj2" fmla="val -2178"/>
              <a:gd name="adj3" fmla="val 16667"/>
            </a:avLst>
          </a:prstGeom>
          <a:solidFill>
            <a:srgbClr val="FBE2DF"/>
          </a:solidFill>
          <a:ln w="12700" cap="sq">
            <a:solidFill>
              <a:schemeClr val="tx1"/>
            </a:solidFill>
            <a:miter lim="800000"/>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zh-CN" altLang="en-US" sz="2000" dirty="0">
                <a:solidFill>
                  <a:srgbClr val="FF3300"/>
                </a:solidFill>
                <a:effectLst>
                  <a:outerShdw blurRad="38100" dist="38100" dir="2700000" algn="tl">
                    <a:srgbClr val="000000">
                      <a:alpha val="43137"/>
                    </a:srgbClr>
                  </a:outerShdw>
                </a:effectLst>
                <a:ea typeface="黑体" panose="02010609060101010101" pitchFamily="49" charset="-122"/>
              </a:rPr>
              <a:t>根结点</a:t>
            </a:r>
            <a:endParaRPr lang="zh-CN" altLang="en-US" sz="2000" dirty="0">
              <a:solidFill>
                <a:schemeClr val="tx1"/>
              </a:solidFill>
              <a:effectLst>
                <a:outerShdw blurRad="38100" dist="38100" dir="2700000" algn="tl">
                  <a:srgbClr val="000000">
                    <a:alpha val="43137"/>
                  </a:srgbClr>
                </a:outerShdw>
              </a:effectLst>
              <a:ea typeface="黑体" panose="02010609060101010101" pitchFamily="49" charset="-122"/>
            </a:endParaRPr>
          </a:p>
        </p:txBody>
      </p:sp>
      <p:sp>
        <p:nvSpPr>
          <p:cNvPr id="26" name="圆角矩形标注 45096">
            <a:extLst>
              <a:ext uri="{FF2B5EF4-FFF2-40B4-BE49-F238E27FC236}">
                <a16:creationId xmlns:a16="http://schemas.microsoft.com/office/drawing/2014/main" id="{379DD80A-7391-22CF-123F-F98008DD8654}"/>
              </a:ext>
            </a:extLst>
          </p:cNvPr>
          <p:cNvSpPr>
            <a:spLocks noChangeArrowheads="1"/>
          </p:cNvSpPr>
          <p:nvPr/>
        </p:nvSpPr>
        <p:spPr bwMode="auto">
          <a:xfrm>
            <a:off x="649187" y="5056883"/>
            <a:ext cx="1052079" cy="409863"/>
          </a:xfrm>
          <a:prstGeom prst="wedgeRoundRectCallout">
            <a:avLst>
              <a:gd name="adj1" fmla="val 43093"/>
              <a:gd name="adj2" fmla="val -153330"/>
              <a:gd name="adj3" fmla="val 16667"/>
            </a:avLst>
          </a:prstGeom>
          <a:solidFill>
            <a:srgbClr val="CAF2CE"/>
          </a:solidFill>
          <a:ln w="12700" cap="sq">
            <a:solidFill>
              <a:schemeClr val="tx1"/>
            </a:solidFill>
            <a:miter lim="800000"/>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zh-CN" altLang="en-US" sz="2000" dirty="0">
                <a:solidFill>
                  <a:srgbClr val="005400"/>
                </a:solidFill>
                <a:ea typeface="楷体_GB2312" pitchFamily="49" charset="-122"/>
              </a:rPr>
              <a:t>左子树</a:t>
            </a:r>
            <a:endParaRPr lang="zh-CN" altLang="en-US" sz="2000" dirty="0">
              <a:solidFill>
                <a:schemeClr val="tx1"/>
              </a:solidFill>
            </a:endParaRPr>
          </a:p>
        </p:txBody>
      </p:sp>
      <p:sp>
        <p:nvSpPr>
          <p:cNvPr id="27" name="圆角矩形标注 45097">
            <a:extLst>
              <a:ext uri="{FF2B5EF4-FFF2-40B4-BE49-F238E27FC236}">
                <a16:creationId xmlns:a16="http://schemas.microsoft.com/office/drawing/2014/main" id="{356D3D45-95DA-8502-C225-FC1C4875D82B}"/>
              </a:ext>
            </a:extLst>
          </p:cNvPr>
          <p:cNvSpPr>
            <a:spLocks noChangeArrowheads="1"/>
          </p:cNvSpPr>
          <p:nvPr/>
        </p:nvSpPr>
        <p:spPr bwMode="auto">
          <a:xfrm>
            <a:off x="4364144" y="2608640"/>
            <a:ext cx="980427" cy="395072"/>
          </a:xfrm>
          <a:prstGeom prst="wedgeRoundRectCallout">
            <a:avLst>
              <a:gd name="adj1" fmla="val -50749"/>
              <a:gd name="adj2" fmla="val 113256"/>
              <a:gd name="adj3" fmla="val 16667"/>
            </a:avLst>
          </a:prstGeom>
          <a:solidFill>
            <a:schemeClr val="accent6">
              <a:lumMod val="20000"/>
              <a:lumOff val="80000"/>
            </a:schemeClr>
          </a:solidFill>
          <a:ln w="12700" cap="sq">
            <a:solidFill>
              <a:schemeClr val="tx1"/>
            </a:solidFill>
            <a:miter lim="800000"/>
            <a:headEnd type="none" w="sm" len="sm"/>
            <a:tailEnd type="none" w="sm" len="sm"/>
          </a:ln>
        </p:spPr>
        <p:txBody>
          <a:bodyPr wrap="none" anchor="ctr"/>
          <a:lstStyle>
            <a:defPPr>
              <a:defRPr lang="zh-CN"/>
            </a:defPPr>
            <a:lvl1pPr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pPr algn="ctr"/>
            <a:r>
              <a:rPr lang="zh-CN" altLang="en-US" sz="2000">
                <a:solidFill>
                  <a:srgbClr val="333399"/>
                </a:solidFill>
                <a:ea typeface="楷体_GB2312" pitchFamily="49" charset="-122"/>
              </a:rPr>
              <a:t>右子树</a:t>
            </a:r>
            <a:endParaRPr lang="zh-CN" altLang="en-US" sz="2000">
              <a:solidFill>
                <a:schemeClr val="tx1"/>
              </a:solidFill>
            </a:endParaRPr>
          </a:p>
        </p:txBody>
      </p:sp>
      <p:sp>
        <p:nvSpPr>
          <p:cNvPr id="29" name="文本框 28">
            <a:extLst>
              <a:ext uri="{FF2B5EF4-FFF2-40B4-BE49-F238E27FC236}">
                <a16:creationId xmlns:a16="http://schemas.microsoft.com/office/drawing/2014/main" id="{C1503E06-297A-0D45-604B-1253B59A4CF1}"/>
              </a:ext>
            </a:extLst>
          </p:cNvPr>
          <p:cNvSpPr txBox="1"/>
          <p:nvPr/>
        </p:nvSpPr>
        <p:spPr>
          <a:xfrm>
            <a:off x="1397875" y="233120"/>
            <a:ext cx="2007281" cy="523220"/>
          </a:xfrm>
          <a:prstGeom prst="rect">
            <a:avLst/>
          </a:prstGeom>
          <a:noFill/>
        </p:spPr>
        <p:txBody>
          <a:bodyPr wrap="square">
            <a:spAutoFit/>
          </a:bodyPr>
          <a:lstStyle/>
          <a:p>
            <a:r>
              <a:rPr lang="en-US" altLang="zh-CN" sz="2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6.2   </a:t>
            </a:r>
            <a:r>
              <a:rPr lang="zh-CN" altLang="zh-CN" sz="2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二叉树</a:t>
            </a:r>
            <a:endParaRPr lang="zh-CN" altLang="en-US" sz="2800" b="1" dirty="0">
              <a:solidFill>
                <a:srgbClr val="041ABC"/>
              </a:solidFill>
              <a:effectLst>
                <a:outerShdw blurRad="38100" dist="38100" dir="2700000" algn="tl">
                  <a:srgbClr val="000000">
                    <a:alpha val="43137"/>
                  </a:srgbClr>
                </a:outerShdw>
              </a:effectLst>
            </a:endParaRPr>
          </a:p>
        </p:txBody>
      </p:sp>
      <p:sp>
        <p:nvSpPr>
          <p:cNvPr id="30" name="文本框 170013">
            <a:extLst>
              <a:ext uri="{FF2B5EF4-FFF2-40B4-BE49-F238E27FC236}">
                <a16:creationId xmlns:a16="http://schemas.microsoft.com/office/drawing/2014/main" id="{8CD89D8F-9ED4-A603-1946-42EA4839DE32}"/>
              </a:ext>
            </a:extLst>
          </p:cNvPr>
          <p:cNvSpPr txBox="1">
            <a:spLocks noChangeArrowheads="1"/>
          </p:cNvSpPr>
          <p:nvPr/>
        </p:nvSpPr>
        <p:spPr bwMode="auto">
          <a:xfrm>
            <a:off x="1840313" y="5681148"/>
            <a:ext cx="40767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defPPr>
              <a:defRPr lang="zh-CN"/>
            </a:defPPr>
            <a:lvl1pPr marL="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1pPr>
            <a:lvl2pPr marL="4572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defTabSz="914400" rtl="0" eaLnBrk="1" fontAlgn="base" latinLnBrk="0" hangingPunct="1">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r>
              <a:rPr lang="en-US" altLang="zh-CN" sz="2000" dirty="0"/>
              <a:t>A( </a:t>
            </a:r>
            <a:r>
              <a:rPr lang="en-US" altLang="zh-CN" sz="2000" dirty="0">
                <a:solidFill>
                  <a:srgbClr val="A50021"/>
                </a:solidFill>
              </a:rPr>
              <a:t>B(#, C(D, #)),</a:t>
            </a:r>
            <a:r>
              <a:rPr lang="en-US" altLang="zh-CN" sz="2000" dirty="0">
                <a:solidFill>
                  <a:schemeClr val="tx1"/>
                </a:solidFill>
              </a:rPr>
              <a:t> </a:t>
            </a:r>
            <a:r>
              <a:rPr lang="en-US" altLang="zh-CN" sz="2000" dirty="0">
                <a:solidFill>
                  <a:schemeClr val="accent6">
                    <a:lumMod val="75000"/>
                  </a:schemeClr>
                </a:solidFill>
              </a:rPr>
              <a:t>E(#,F(G(</a:t>
            </a:r>
            <a:r>
              <a:rPr lang="en-US" altLang="zh-CN" sz="2000" dirty="0" err="1">
                <a:solidFill>
                  <a:schemeClr val="accent6">
                    <a:lumMod val="75000"/>
                  </a:schemeClr>
                </a:solidFill>
              </a:rPr>
              <a:t>H,K</a:t>
            </a:r>
            <a:r>
              <a:rPr lang="en-US" altLang="zh-CN" sz="2000" dirty="0">
                <a:solidFill>
                  <a:schemeClr val="accent6">
                    <a:lumMod val="75000"/>
                  </a:schemeClr>
                </a:solidFill>
              </a:rPr>
              <a:t>),#))</a:t>
            </a:r>
            <a:r>
              <a:rPr lang="en-US" altLang="zh-CN" sz="2000" dirty="0">
                <a:solidFill>
                  <a:srgbClr val="7030A0"/>
                </a:solidFill>
              </a:rPr>
              <a:t> </a:t>
            </a:r>
            <a:r>
              <a:rPr lang="en-US" altLang="zh-CN" sz="2000" dirty="0"/>
              <a:t>)</a:t>
            </a:r>
            <a:endParaRPr lang="en-US" altLang="zh-CN" sz="2000" b="0" dirty="0">
              <a:solidFill>
                <a:schemeClr val="tx1"/>
              </a:solidFill>
            </a:endParaRPr>
          </a:p>
        </p:txBody>
      </p:sp>
      <p:sp>
        <p:nvSpPr>
          <p:cNvPr id="31" name="文本框 30">
            <a:extLst>
              <a:ext uri="{FF2B5EF4-FFF2-40B4-BE49-F238E27FC236}">
                <a16:creationId xmlns:a16="http://schemas.microsoft.com/office/drawing/2014/main" id="{19954CDC-36A4-3C6E-0B2E-982AA0C3DD71}"/>
              </a:ext>
            </a:extLst>
          </p:cNvPr>
          <p:cNvSpPr txBox="1"/>
          <p:nvPr/>
        </p:nvSpPr>
        <p:spPr>
          <a:xfrm>
            <a:off x="313453" y="5683662"/>
            <a:ext cx="1723549" cy="400110"/>
          </a:xfrm>
          <a:prstGeom prst="rect">
            <a:avLst/>
          </a:prstGeom>
          <a:noFill/>
        </p:spPr>
        <p:txBody>
          <a:bodyPr wrap="none" rtlCol="0">
            <a:spAutoFit/>
          </a:bodyPr>
          <a:lstStyle/>
          <a:p>
            <a:r>
              <a:rPr lang="zh-CN" altLang="en-US" sz="2000" b="1" dirty="0">
                <a:solidFill>
                  <a:srgbClr val="0070C0"/>
                </a:solidFill>
                <a:latin typeface="+mj-ea"/>
                <a:ea typeface="+mj-ea"/>
              </a:rPr>
              <a:t>广义表形式：</a:t>
            </a:r>
          </a:p>
        </p:txBody>
      </p:sp>
      <p:sp>
        <p:nvSpPr>
          <p:cNvPr id="32" name="文本框 31">
            <a:extLst>
              <a:ext uri="{FF2B5EF4-FFF2-40B4-BE49-F238E27FC236}">
                <a16:creationId xmlns:a16="http://schemas.microsoft.com/office/drawing/2014/main" id="{C34B3A64-6829-2598-1901-73769F3265E4}"/>
              </a:ext>
            </a:extLst>
          </p:cNvPr>
          <p:cNvSpPr txBox="1"/>
          <p:nvPr/>
        </p:nvSpPr>
        <p:spPr>
          <a:xfrm>
            <a:off x="265521" y="6120803"/>
            <a:ext cx="6019665" cy="369332"/>
          </a:xfrm>
          <a:prstGeom prst="rect">
            <a:avLst/>
          </a:prstGeom>
          <a:noFill/>
        </p:spPr>
        <p:txBody>
          <a:bodyPr wrap="square" rtlCol="0">
            <a:spAutoFit/>
          </a:bodyPr>
          <a:lstStyle/>
          <a:p>
            <a:r>
              <a:rPr lang="zh-CN" altLang="en-US" b="1" dirty="0">
                <a:latin typeface="+mj-ea"/>
                <a:ea typeface="+mj-ea"/>
              </a:rPr>
              <a:t>其中的 </a:t>
            </a:r>
            <a:r>
              <a:rPr lang="en-US" altLang="zh-CN" b="1" dirty="0">
                <a:latin typeface="+mj-ea"/>
                <a:ea typeface="+mj-ea"/>
              </a:rPr>
              <a:t># </a:t>
            </a:r>
            <a:r>
              <a:rPr lang="zh-CN" altLang="en-US" b="1" dirty="0">
                <a:latin typeface="+mj-ea"/>
                <a:ea typeface="+mj-ea"/>
              </a:rPr>
              <a:t>表示空子树，以区分对应的非空子树的“左右”</a:t>
            </a:r>
          </a:p>
        </p:txBody>
      </p:sp>
      <p:sp>
        <p:nvSpPr>
          <p:cNvPr id="33" name="Rectangle 2">
            <a:extLst>
              <a:ext uri="{FF2B5EF4-FFF2-40B4-BE49-F238E27FC236}">
                <a16:creationId xmlns:a16="http://schemas.microsoft.com/office/drawing/2014/main" id="{9603B774-EDD6-E86E-2B38-6CB9B863574D}"/>
              </a:ext>
            </a:extLst>
          </p:cNvPr>
          <p:cNvSpPr>
            <a:spLocks noChangeArrowheads="1"/>
          </p:cNvSpPr>
          <p:nvPr/>
        </p:nvSpPr>
        <p:spPr bwMode="auto">
          <a:xfrm>
            <a:off x="6285186" y="1033556"/>
            <a:ext cx="5284954"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ts val="1200"/>
              </a:spcBef>
              <a:spcAft>
                <a:spcPct val="0"/>
              </a:spcAft>
              <a:buClrTx/>
              <a:buSzTx/>
              <a:buFontTx/>
              <a:buNone/>
              <a:tabLst/>
            </a:pPr>
            <a:r>
              <a:rPr kumimoji="0" lang="zh-CN" altLang="zh-CN"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递归定义表明</a:t>
            </a:r>
            <a:r>
              <a:rPr kumimoji="0" lang="zh-CN" altLang="en-US"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二叉树或为空，或是由一个根节点加上两棵分别称为左子树和右子树的、互不相交的二叉树组成。</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ts val="1200"/>
              </a:spcBef>
              <a:spcAft>
                <a:spcPct val="0"/>
              </a:spcAft>
              <a:buClrTx/>
              <a:buSzTx/>
              <a:buFontTx/>
              <a:buNone/>
              <a:tabLst/>
            </a:pPr>
            <a:r>
              <a:rPr kumimoji="0" lang="zh-CN"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由于这两棵子树也是二叉树，则由二叉树的定义，它们也可以是空树。</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ts val="1200"/>
              </a:spcBef>
              <a:spcAft>
                <a:spcPct val="0"/>
              </a:spcAft>
              <a:buClrTx/>
              <a:buSzTx/>
              <a:buFontTx/>
              <a:buNone/>
              <a:tabLst/>
            </a:pPr>
            <a:r>
              <a:rPr kumimoji="0" lang="zh-CN"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由此，二叉树可以有</a:t>
            </a:r>
            <a:r>
              <a:rPr kumimoji="0" lang="en-US" altLang="zh-CN" b="1" i="0" u="none" strike="noStrike" cap="none" normalizeH="0" baseline="0" dirty="0">
                <a:ln>
                  <a:noFill/>
                </a:ln>
                <a:solidFill>
                  <a:srgbClr val="041ABC"/>
                </a:solidFill>
                <a:effectLst>
                  <a:outerShdw blurRad="38100" dist="38100" dir="2700000" algn="tl">
                    <a:srgbClr val="000000">
                      <a:alpha val="43137"/>
                    </a:srgbClr>
                  </a:outerShdw>
                </a:effectLst>
                <a:latin typeface="等线" panose="02010600030101010101" pitchFamily="2" charset="-122"/>
                <a:ea typeface="宋体" panose="02010600030101010101" pitchFamily="2" charset="-122"/>
                <a:cs typeface="Times New Roman" panose="02020603050405020304" pitchFamily="18" charset="0"/>
              </a:rPr>
              <a:t>5</a:t>
            </a:r>
            <a:r>
              <a:rPr kumimoji="0" lang="zh-CN" altLang="en-US" b="1" i="0" u="none" strike="noStrike" cap="none" normalizeH="0" baseline="0" dirty="0">
                <a:ln>
                  <a:noFill/>
                </a:ln>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种基本形态</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，如图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6.3</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a:t>
            </a:r>
            <a:endParaRPr kumimoji="0" lang="zh-CN" altLang="en-US" b="0" i="0" u="none" strike="noStrike" cap="none" normalizeH="0" baseline="0" dirty="0">
              <a:ln>
                <a:noFill/>
              </a:ln>
              <a:solidFill>
                <a:schemeClr val="tx1"/>
              </a:solidFill>
              <a:effectLst/>
            </a:endParaRPr>
          </a:p>
        </p:txBody>
      </p:sp>
      <p:pic>
        <p:nvPicPr>
          <p:cNvPr id="1025" name="IM 50">
            <a:extLst>
              <a:ext uri="{FF2B5EF4-FFF2-40B4-BE49-F238E27FC236}">
                <a16:creationId xmlns:a16="http://schemas.microsoft.com/office/drawing/2014/main" id="{9F0004DC-4B5C-873C-202F-4D303CB68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803" y="3515323"/>
            <a:ext cx="4304688" cy="1493981"/>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
            <a:extLst>
              <a:ext uri="{FF2B5EF4-FFF2-40B4-BE49-F238E27FC236}">
                <a16:creationId xmlns:a16="http://schemas.microsoft.com/office/drawing/2014/main" id="{57CBAFDB-AF0D-CEFD-210E-97A614381D35}"/>
              </a:ext>
            </a:extLst>
          </p:cNvPr>
          <p:cNvSpPr>
            <a:spLocks noChangeArrowheads="1"/>
          </p:cNvSpPr>
          <p:nvPr/>
        </p:nvSpPr>
        <p:spPr bwMode="auto">
          <a:xfrm>
            <a:off x="6397069" y="5139667"/>
            <a:ext cx="566581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6.3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二叉树的</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5</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种基本形态</a:t>
            </a:r>
            <a:endParaRPr kumimoji="0" lang="zh-CN" alt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）空二叉树；</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）仅有根节点的二叉树；</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(c</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）右子树为空的二叉树：</a:t>
            </a:r>
            <a:endParaRPr kumimoji="0" lang="zh-CN" altLang="en-US" sz="14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(d</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）左、右子树均非空的二叉树；</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(e</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）左子树为空的二叉树</a:t>
            </a:r>
            <a:endParaRPr kumimoji="0" lang="zh-CN"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025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7" presetClass="entr" presetSubtype="1"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ppt_h/2"/>
                                          </p:val>
                                        </p:tav>
                                        <p:tav tm="100000">
                                          <p:val>
                                            <p:strVal val="#ppt_y"/>
                                          </p:val>
                                        </p:tav>
                                      </p:tavLst>
                                    </p:anim>
                                    <p:anim calcmode="lin" valueType="num">
                                      <p:cBhvr>
                                        <p:cTn id="56" dur="500" fill="hold"/>
                                        <p:tgtEl>
                                          <p:spTgt spid="17"/>
                                        </p:tgtEl>
                                        <p:attrNameLst>
                                          <p:attrName>ppt_w</p:attrName>
                                        </p:attrNameLst>
                                      </p:cBhvr>
                                      <p:tavLst>
                                        <p:tav tm="0">
                                          <p:val>
                                            <p:strVal val="#ppt_w"/>
                                          </p:val>
                                        </p:tav>
                                        <p:tav tm="100000">
                                          <p:val>
                                            <p:strVal val="#ppt_w"/>
                                          </p:val>
                                        </p:tav>
                                      </p:tavLst>
                                    </p:anim>
                                    <p:anim calcmode="lin" valueType="num">
                                      <p:cBhvr>
                                        <p:cTn id="57" dur="500" fill="hold"/>
                                        <p:tgtEl>
                                          <p:spTgt spid="17"/>
                                        </p:tgtEl>
                                        <p:attrNameLst>
                                          <p:attrName>ppt_h</p:attrName>
                                        </p:attrNameLst>
                                      </p:cBhvr>
                                      <p:tavLst>
                                        <p:tav tm="0">
                                          <p:val>
                                            <p:fltVal val="0"/>
                                          </p:val>
                                        </p:tav>
                                        <p:tav tm="100000">
                                          <p:val>
                                            <p:strVal val="#ppt_h"/>
                                          </p:val>
                                        </p:tav>
                                      </p:tavLst>
                                    </p:anim>
                                  </p:childTnLst>
                                </p:cTn>
                              </p:par>
                            </p:childTnLst>
                          </p:cTn>
                        </p:par>
                        <p:par>
                          <p:cTn id="58" fill="hold">
                            <p:stCondLst>
                              <p:cond delay="500"/>
                            </p:stCondLst>
                            <p:childTnLst>
                              <p:par>
                                <p:cTn id="59" presetID="17" presetClass="entr" presetSubtype="1" fill="hold" grpId="0" nodeType="after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00" fill="hold"/>
                                        <p:tgtEl>
                                          <p:spTgt spid="18"/>
                                        </p:tgtEl>
                                        <p:attrNameLst>
                                          <p:attrName>ppt_x</p:attrName>
                                        </p:attrNameLst>
                                      </p:cBhvr>
                                      <p:tavLst>
                                        <p:tav tm="0">
                                          <p:val>
                                            <p:strVal val="#ppt_x"/>
                                          </p:val>
                                        </p:tav>
                                        <p:tav tm="100000">
                                          <p:val>
                                            <p:strVal val="#ppt_x"/>
                                          </p:val>
                                        </p:tav>
                                      </p:tavLst>
                                    </p:anim>
                                    <p:anim calcmode="lin" valueType="num">
                                      <p:cBhvr>
                                        <p:cTn id="62" dur="500" fill="hold"/>
                                        <p:tgtEl>
                                          <p:spTgt spid="18"/>
                                        </p:tgtEl>
                                        <p:attrNameLst>
                                          <p:attrName>ppt_y</p:attrName>
                                        </p:attrNameLst>
                                      </p:cBhvr>
                                      <p:tavLst>
                                        <p:tav tm="0">
                                          <p:val>
                                            <p:strVal val="#ppt_y-#ppt_h/2"/>
                                          </p:val>
                                        </p:tav>
                                        <p:tav tm="100000">
                                          <p:val>
                                            <p:strVal val="#ppt_y"/>
                                          </p:val>
                                        </p:tav>
                                      </p:tavLst>
                                    </p:anim>
                                    <p:anim calcmode="lin" valueType="num">
                                      <p:cBhvr>
                                        <p:cTn id="63" dur="500" fill="hold"/>
                                        <p:tgtEl>
                                          <p:spTgt spid="18"/>
                                        </p:tgtEl>
                                        <p:attrNameLst>
                                          <p:attrName>ppt_w</p:attrName>
                                        </p:attrNameLst>
                                      </p:cBhvr>
                                      <p:tavLst>
                                        <p:tav tm="0">
                                          <p:val>
                                            <p:strVal val="#ppt_w"/>
                                          </p:val>
                                        </p:tav>
                                        <p:tav tm="100000">
                                          <p:val>
                                            <p:strVal val="#ppt_w"/>
                                          </p:val>
                                        </p:tav>
                                      </p:tavLst>
                                    </p:anim>
                                    <p:anim calcmode="lin" valueType="num">
                                      <p:cBhvr>
                                        <p:cTn id="64" dur="500" fill="hold"/>
                                        <p:tgtEl>
                                          <p:spTgt spid="18"/>
                                        </p:tgtEl>
                                        <p:attrNameLst>
                                          <p:attrName>ppt_h</p:attrName>
                                        </p:attrNameLst>
                                      </p:cBhvr>
                                      <p:tavLst>
                                        <p:tav tm="0">
                                          <p:val>
                                            <p:fltVal val="0"/>
                                          </p:val>
                                        </p:tav>
                                        <p:tav tm="100000">
                                          <p:val>
                                            <p:strVal val="#ppt_h"/>
                                          </p:val>
                                        </p:tav>
                                      </p:tavLst>
                                    </p:anim>
                                  </p:childTnLst>
                                </p:cTn>
                              </p:par>
                            </p:childTnLst>
                          </p:cTn>
                        </p:par>
                        <p:par>
                          <p:cTn id="65" fill="hold">
                            <p:stCondLst>
                              <p:cond delay="1000"/>
                            </p:stCondLst>
                            <p:childTnLst>
                              <p:par>
                                <p:cTn id="66" presetID="17" presetClass="entr" presetSubtype="1"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p:cTn id="68" dur="500" fill="hold"/>
                                        <p:tgtEl>
                                          <p:spTgt spid="19"/>
                                        </p:tgtEl>
                                        <p:attrNameLst>
                                          <p:attrName>ppt_x</p:attrName>
                                        </p:attrNameLst>
                                      </p:cBhvr>
                                      <p:tavLst>
                                        <p:tav tm="0">
                                          <p:val>
                                            <p:strVal val="#ppt_x"/>
                                          </p:val>
                                        </p:tav>
                                        <p:tav tm="100000">
                                          <p:val>
                                            <p:strVal val="#ppt_x"/>
                                          </p:val>
                                        </p:tav>
                                      </p:tavLst>
                                    </p:anim>
                                    <p:anim calcmode="lin" valueType="num">
                                      <p:cBhvr>
                                        <p:cTn id="69" dur="500" fill="hold"/>
                                        <p:tgtEl>
                                          <p:spTgt spid="19"/>
                                        </p:tgtEl>
                                        <p:attrNameLst>
                                          <p:attrName>ppt_y</p:attrName>
                                        </p:attrNameLst>
                                      </p:cBhvr>
                                      <p:tavLst>
                                        <p:tav tm="0">
                                          <p:val>
                                            <p:strVal val="#ppt_y-#ppt_h/2"/>
                                          </p:val>
                                        </p:tav>
                                        <p:tav tm="100000">
                                          <p:val>
                                            <p:strVal val="#ppt_y"/>
                                          </p:val>
                                        </p:tav>
                                      </p:tavLst>
                                    </p:anim>
                                    <p:anim calcmode="lin" valueType="num">
                                      <p:cBhvr>
                                        <p:cTn id="70" dur="500" fill="hold"/>
                                        <p:tgtEl>
                                          <p:spTgt spid="19"/>
                                        </p:tgtEl>
                                        <p:attrNameLst>
                                          <p:attrName>ppt_w</p:attrName>
                                        </p:attrNameLst>
                                      </p:cBhvr>
                                      <p:tavLst>
                                        <p:tav tm="0">
                                          <p:val>
                                            <p:strVal val="#ppt_w"/>
                                          </p:val>
                                        </p:tav>
                                        <p:tav tm="100000">
                                          <p:val>
                                            <p:strVal val="#ppt_w"/>
                                          </p:val>
                                        </p:tav>
                                      </p:tavLst>
                                    </p:anim>
                                    <p:anim calcmode="lin" valueType="num">
                                      <p:cBhvr>
                                        <p:cTn id="71" dur="500" fill="hold"/>
                                        <p:tgtEl>
                                          <p:spTgt spid="19"/>
                                        </p:tgtEl>
                                        <p:attrNameLst>
                                          <p:attrName>ppt_h</p:attrName>
                                        </p:attrNameLst>
                                      </p:cBhvr>
                                      <p:tavLst>
                                        <p:tav tm="0">
                                          <p:val>
                                            <p:fltVal val="0"/>
                                          </p:val>
                                        </p:tav>
                                        <p:tav tm="100000">
                                          <p:val>
                                            <p:strVal val="#ppt_h"/>
                                          </p:val>
                                        </p:tav>
                                      </p:tavLst>
                                    </p:anim>
                                  </p:childTnLst>
                                </p:cTn>
                              </p:par>
                            </p:childTnLst>
                          </p:cTn>
                        </p:par>
                        <p:par>
                          <p:cTn id="72" fill="hold">
                            <p:stCondLst>
                              <p:cond delay="1500"/>
                            </p:stCondLst>
                            <p:childTnLst>
                              <p:par>
                                <p:cTn id="73" presetID="17" presetClass="entr" presetSubtype="1" fill="hold" grpId="0" nodeType="after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p:cTn id="75" dur="500" fill="hold"/>
                                        <p:tgtEl>
                                          <p:spTgt spid="20"/>
                                        </p:tgtEl>
                                        <p:attrNameLst>
                                          <p:attrName>ppt_x</p:attrName>
                                        </p:attrNameLst>
                                      </p:cBhvr>
                                      <p:tavLst>
                                        <p:tav tm="0">
                                          <p:val>
                                            <p:strVal val="#ppt_x"/>
                                          </p:val>
                                        </p:tav>
                                        <p:tav tm="100000">
                                          <p:val>
                                            <p:strVal val="#ppt_x"/>
                                          </p:val>
                                        </p:tav>
                                      </p:tavLst>
                                    </p:anim>
                                    <p:anim calcmode="lin" valueType="num">
                                      <p:cBhvr>
                                        <p:cTn id="76" dur="500" fill="hold"/>
                                        <p:tgtEl>
                                          <p:spTgt spid="20"/>
                                        </p:tgtEl>
                                        <p:attrNameLst>
                                          <p:attrName>ppt_y</p:attrName>
                                        </p:attrNameLst>
                                      </p:cBhvr>
                                      <p:tavLst>
                                        <p:tav tm="0">
                                          <p:val>
                                            <p:strVal val="#ppt_y-#ppt_h/2"/>
                                          </p:val>
                                        </p:tav>
                                        <p:tav tm="100000">
                                          <p:val>
                                            <p:strVal val="#ppt_y"/>
                                          </p:val>
                                        </p:tav>
                                      </p:tavLst>
                                    </p:anim>
                                    <p:anim calcmode="lin" valueType="num">
                                      <p:cBhvr>
                                        <p:cTn id="77" dur="500" fill="hold"/>
                                        <p:tgtEl>
                                          <p:spTgt spid="20"/>
                                        </p:tgtEl>
                                        <p:attrNameLst>
                                          <p:attrName>ppt_w</p:attrName>
                                        </p:attrNameLst>
                                      </p:cBhvr>
                                      <p:tavLst>
                                        <p:tav tm="0">
                                          <p:val>
                                            <p:strVal val="#ppt_w"/>
                                          </p:val>
                                        </p:tav>
                                        <p:tav tm="100000">
                                          <p:val>
                                            <p:strVal val="#ppt_w"/>
                                          </p:val>
                                        </p:tav>
                                      </p:tavLst>
                                    </p:anim>
                                    <p:anim calcmode="lin" valueType="num">
                                      <p:cBhvr>
                                        <p:cTn id="78" dur="500" fill="hold"/>
                                        <p:tgtEl>
                                          <p:spTgt spid="20"/>
                                        </p:tgtEl>
                                        <p:attrNameLst>
                                          <p:attrName>ppt_h</p:attrName>
                                        </p:attrNameLst>
                                      </p:cBhvr>
                                      <p:tavLst>
                                        <p:tav tm="0">
                                          <p:val>
                                            <p:fltVal val="0"/>
                                          </p:val>
                                        </p:tav>
                                        <p:tav tm="100000">
                                          <p:val>
                                            <p:strVal val="#ppt_h"/>
                                          </p:val>
                                        </p:tav>
                                      </p:tavLst>
                                    </p:anim>
                                  </p:childTnLst>
                                </p:cTn>
                              </p:par>
                            </p:childTnLst>
                          </p:cTn>
                        </p:par>
                        <p:par>
                          <p:cTn id="79" fill="hold">
                            <p:stCondLst>
                              <p:cond delay="2000"/>
                            </p:stCondLst>
                            <p:childTnLst>
                              <p:par>
                                <p:cTn id="80" presetID="17" presetClass="entr" presetSubtype="1"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ppt_x</p:attrName>
                                        </p:attrNameLst>
                                      </p:cBhvr>
                                      <p:tavLst>
                                        <p:tav tm="0">
                                          <p:val>
                                            <p:strVal val="#ppt_x"/>
                                          </p:val>
                                        </p:tav>
                                        <p:tav tm="100000">
                                          <p:val>
                                            <p:strVal val="#ppt_x"/>
                                          </p:val>
                                        </p:tav>
                                      </p:tavLst>
                                    </p:anim>
                                    <p:anim calcmode="lin" valueType="num">
                                      <p:cBhvr>
                                        <p:cTn id="83" dur="500" fill="hold"/>
                                        <p:tgtEl>
                                          <p:spTgt spid="21"/>
                                        </p:tgtEl>
                                        <p:attrNameLst>
                                          <p:attrName>ppt_y</p:attrName>
                                        </p:attrNameLst>
                                      </p:cBhvr>
                                      <p:tavLst>
                                        <p:tav tm="0">
                                          <p:val>
                                            <p:strVal val="#ppt_y-#ppt_h/2"/>
                                          </p:val>
                                        </p:tav>
                                        <p:tav tm="100000">
                                          <p:val>
                                            <p:strVal val="#ppt_y"/>
                                          </p:val>
                                        </p:tav>
                                      </p:tavLst>
                                    </p:anim>
                                    <p:anim calcmode="lin" valueType="num">
                                      <p:cBhvr>
                                        <p:cTn id="84" dur="500" fill="hold"/>
                                        <p:tgtEl>
                                          <p:spTgt spid="21"/>
                                        </p:tgtEl>
                                        <p:attrNameLst>
                                          <p:attrName>ppt_w</p:attrName>
                                        </p:attrNameLst>
                                      </p:cBhvr>
                                      <p:tavLst>
                                        <p:tav tm="0">
                                          <p:val>
                                            <p:strVal val="#ppt_w"/>
                                          </p:val>
                                        </p:tav>
                                        <p:tav tm="100000">
                                          <p:val>
                                            <p:strVal val="#ppt_w"/>
                                          </p:val>
                                        </p:tav>
                                      </p:tavLst>
                                    </p:anim>
                                    <p:anim calcmode="lin" valueType="num">
                                      <p:cBhvr>
                                        <p:cTn id="85" dur="500" fill="hold"/>
                                        <p:tgtEl>
                                          <p:spTgt spid="21"/>
                                        </p:tgtEl>
                                        <p:attrNameLst>
                                          <p:attrName>ppt_h</p:attrName>
                                        </p:attrNameLst>
                                      </p:cBhvr>
                                      <p:tavLst>
                                        <p:tav tm="0">
                                          <p:val>
                                            <p:fltVal val="0"/>
                                          </p:val>
                                        </p:tav>
                                        <p:tav tm="100000">
                                          <p:val>
                                            <p:strVal val="#ppt_h"/>
                                          </p:val>
                                        </p:tav>
                                      </p:tavLst>
                                    </p:anim>
                                  </p:childTnLst>
                                </p:cTn>
                              </p:par>
                            </p:childTnLst>
                          </p:cTn>
                        </p:par>
                        <p:par>
                          <p:cTn id="86" fill="hold">
                            <p:stCondLst>
                              <p:cond delay="2500"/>
                            </p:stCondLst>
                            <p:childTnLst>
                              <p:par>
                                <p:cTn id="87" presetID="17" presetClass="entr" presetSubtype="1" fill="hold" grpId="0" nodeType="afterEffect">
                                  <p:stCondLst>
                                    <p:cond delay="0"/>
                                  </p:stCondLst>
                                  <p:childTnLst>
                                    <p:set>
                                      <p:cBhvr>
                                        <p:cTn id="88" dur="1" fill="hold">
                                          <p:stCondLst>
                                            <p:cond delay="0"/>
                                          </p:stCondLst>
                                        </p:cTn>
                                        <p:tgtEl>
                                          <p:spTgt spid="22"/>
                                        </p:tgtEl>
                                        <p:attrNameLst>
                                          <p:attrName>style.visibility</p:attrName>
                                        </p:attrNameLst>
                                      </p:cBhvr>
                                      <p:to>
                                        <p:strVal val="visible"/>
                                      </p:to>
                                    </p:set>
                                    <p:anim calcmode="lin" valueType="num">
                                      <p:cBhvr>
                                        <p:cTn id="89" dur="500" fill="hold"/>
                                        <p:tgtEl>
                                          <p:spTgt spid="22"/>
                                        </p:tgtEl>
                                        <p:attrNameLst>
                                          <p:attrName>ppt_x</p:attrName>
                                        </p:attrNameLst>
                                      </p:cBhvr>
                                      <p:tavLst>
                                        <p:tav tm="0">
                                          <p:val>
                                            <p:strVal val="#ppt_x"/>
                                          </p:val>
                                        </p:tav>
                                        <p:tav tm="100000">
                                          <p:val>
                                            <p:strVal val="#ppt_x"/>
                                          </p:val>
                                        </p:tav>
                                      </p:tavLst>
                                    </p:anim>
                                    <p:anim calcmode="lin" valueType="num">
                                      <p:cBhvr>
                                        <p:cTn id="90" dur="500" fill="hold"/>
                                        <p:tgtEl>
                                          <p:spTgt spid="22"/>
                                        </p:tgtEl>
                                        <p:attrNameLst>
                                          <p:attrName>ppt_y</p:attrName>
                                        </p:attrNameLst>
                                      </p:cBhvr>
                                      <p:tavLst>
                                        <p:tav tm="0">
                                          <p:val>
                                            <p:strVal val="#ppt_y-#ppt_h/2"/>
                                          </p:val>
                                        </p:tav>
                                        <p:tav tm="100000">
                                          <p:val>
                                            <p:strVal val="#ppt_y"/>
                                          </p:val>
                                        </p:tav>
                                      </p:tavLst>
                                    </p:anim>
                                    <p:anim calcmode="lin" valueType="num">
                                      <p:cBhvr>
                                        <p:cTn id="91" dur="500" fill="hold"/>
                                        <p:tgtEl>
                                          <p:spTgt spid="22"/>
                                        </p:tgtEl>
                                        <p:attrNameLst>
                                          <p:attrName>ppt_w</p:attrName>
                                        </p:attrNameLst>
                                      </p:cBhvr>
                                      <p:tavLst>
                                        <p:tav tm="0">
                                          <p:val>
                                            <p:strVal val="#ppt_w"/>
                                          </p:val>
                                        </p:tav>
                                        <p:tav tm="100000">
                                          <p:val>
                                            <p:strVal val="#ppt_w"/>
                                          </p:val>
                                        </p:tav>
                                      </p:tavLst>
                                    </p:anim>
                                    <p:anim calcmode="lin" valueType="num">
                                      <p:cBhvr>
                                        <p:cTn id="92" dur="500" fill="hold"/>
                                        <p:tgtEl>
                                          <p:spTgt spid="22"/>
                                        </p:tgtEl>
                                        <p:attrNameLst>
                                          <p:attrName>ppt_h</p:attrName>
                                        </p:attrNameLst>
                                      </p:cBhvr>
                                      <p:tavLst>
                                        <p:tav tm="0">
                                          <p:val>
                                            <p:fltVal val="0"/>
                                          </p:val>
                                        </p:tav>
                                        <p:tav tm="100000">
                                          <p:val>
                                            <p:strVal val="#ppt_h"/>
                                          </p:val>
                                        </p:tav>
                                      </p:tavLst>
                                    </p:anim>
                                  </p:childTnLst>
                                </p:cTn>
                              </p:par>
                            </p:childTnLst>
                          </p:cTn>
                        </p:par>
                        <p:par>
                          <p:cTn id="93" fill="hold">
                            <p:stCondLst>
                              <p:cond delay="3000"/>
                            </p:stCondLst>
                            <p:childTnLst>
                              <p:par>
                                <p:cTn id="94" presetID="17" presetClass="entr" presetSubtype="1" fill="hold" grpId="0" nodeType="afterEffect">
                                  <p:stCondLst>
                                    <p:cond delay="0"/>
                                  </p:stCondLst>
                                  <p:childTnLst>
                                    <p:set>
                                      <p:cBhvr>
                                        <p:cTn id="95" dur="1" fill="hold">
                                          <p:stCondLst>
                                            <p:cond delay="0"/>
                                          </p:stCondLst>
                                        </p:cTn>
                                        <p:tgtEl>
                                          <p:spTgt spid="23"/>
                                        </p:tgtEl>
                                        <p:attrNameLst>
                                          <p:attrName>style.visibility</p:attrName>
                                        </p:attrNameLst>
                                      </p:cBhvr>
                                      <p:to>
                                        <p:strVal val="visible"/>
                                      </p:to>
                                    </p:set>
                                    <p:anim calcmode="lin" valueType="num">
                                      <p:cBhvr>
                                        <p:cTn id="96" dur="500" fill="hold"/>
                                        <p:tgtEl>
                                          <p:spTgt spid="23"/>
                                        </p:tgtEl>
                                        <p:attrNameLst>
                                          <p:attrName>ppt_x</p:attrName>
                                        </p:attrNameLst>
                                      </p:cBhvr>
                                      <p:tavLst>
                                        <p:tav tm="0">
                                          <p:val>
                                            <p:strVal val="#ppt_x"/>
                                          </p:val>
                                        </p:tav>
                                        <p:tav tm="100000">
                                          <p:val>
                                            <p:strVal val="#ppt_x"/>
                                          </p:val>
                                        </p:tav>
                                      </p:tavLst>
                                    </p:anim>
                                    <p:anim calcmode="lin" valueType="num">
                                      <p:cBhvr>
                                        <p:cTn id="97" dur="500" fill="hold"/>
                                        <p:tgtEl>
                                          <p:spTgt spid="23"/>
                                        </p:tgtEl>
                                        <p:attrNameLst>
                                          <p:attrName>ppt_y</p:attrName>
                                        </p:attrNameLst>
                                      </p:cBhvr>
                                      <p:tavLst>
                                        <p:tav tm="0">
                                          <p:val>
                                            <p:strVal val="#ppt_y-#ppt_h/2"/>
                                          </p:val>
                                        </p:tav>
                                        <p:tav tm="100000">
                                          <p:val>
                                            <p:strVal val="#ppt_y"/>
                                          </p:val>
                                        </p:tav>
                                      </p:tavLst>
                                    </p:anim>
                                    <p:anim calcmode="lin" valueType="num">
                                      <p:cBhvr>
                                        <p:cTn id="98" dur="500" fill="hold"/>
                                        <p:tgtEl>
                                          <p:spTgt spid="23"/>
                                        </p:tgtEl>
                                        <p:attrNameLst>
                                          <p:attrName>ppt_w</p:attrName>
                                        </p:attrNameLst>
                                      </p:cBhvr>
                                      <p:tavLst>
                                        <p:tav tm="0">
                                          <p:val>
                                            <p:strVal val="#ppt_w"/>
                                          </p:val>
                                        </p:tav>
                                        <p:tav tm="100000">
                                          <p:val>
                                            <p:strVal val="#ppt_w"/>
                                          </p:val>
                                        </p:tav>
                                      </p:tavLst>
                                    </p:anim>
                                    <p:anim calcmode="lin" valueType="num">
                                      <p:cBhvr>
                                        <p:cTn id="99" dur="500" fill="hold"/>
                                        <p:tgtEl>
                                          <p:spTgt spid="23"/>
                                        </p:tgtEl>
                                        <p:attrNameLst>
                                          <p:attrName>ppt_h</p:attrName>
                                        </p:attrNameLst>
                                      </p:cBhvr>
                                      <p:tavLst>
                                        <p:tav tm="0">
                                          <p:val>
                                            <p:fltVal val="0"/>
                                          </p:val>
                                        </p:tav>
                                        <p:tav tm="100000">
                                          <p:val>
                                            <p:strVal val="#ppt_h"/>
                                          </p:val>
                                        </p:tav>
                                      </p:tavLst>
                                    </p:anim>
                                  </p:childTnLst>
                                </p:cTn>
                              </p:par>
                            </p:childTnLst>
                          </p:cTn>
                        </p:par>
                        <p:par>
                          <p:cTn id="100" fill="hold">
                            <p:stCondLst>
                              <p:cond delay="3500"/>
                            </p:stCondLst>
                            <p:childTnLst>
                              <p:par>
                                <p:cTn id="101" presetID="17" presetClass="entr" presetSubtype="1" fill="hold" grpId="0" nodeType="after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p:cTn id="103" dur="500" fill="hold"/>
                                        <p:tgtEl>
                                          <p:spTgt spid="24"/>
                                        </p:tgtEl>
                                        <p:attrNameLst>
                                          <p:attrName>ppt_x</p:attrName>
                                        </p:attrNameLst>
                                      </p:cBhvr>
                                      <p:tavLst>
                                        <p:tav tm="0">
                                          <p:val>
                                            <p:strVal val="#ppt_x"/>
                                          </p:val>
                                        </p:tav>
                                        <p:tav tm="100000">
                                          <p:val>
                                            <p:strVal val="#ppt_x"/>
                                          </p:val>
                                        </p:tav>
                                      </p:tavLst>
                                    </p:anim>
                                    <p:anim calcmode="lin" valueType="num">
                                      <p:cBhvr>
                                        <p:cTn id="104" dur="500" fill="hold"/>
                                        <p:tgtEl>
                                          <p:spTgt spid="24"/>
                                        </p:tgtEl>
                                        <p:attrNameLst>
                                          <p:attrName>ppt_y</p:attrName>
                                        </p:attrNameLst>
                                      </p:cBhvr>
                                      <p:tavLst>
                                        <p:tav tm="0">
                                          <p:val>
                                            <p:strVal val="#ppt_y-#ppt_h/2"/>
                                          </p:val>
                                        </p:tav>
                                        <p:tav tm="100000">
                                          <p:val>
                                            <p:strVal val="#ppt_y"/>
                                          </p:val>
                                        </p:tav>
                                      </p:tavLst>
                                    </p:anim>
                                    <p:anim calcmode="lin" valueType="num">
                                      <p:cBhvr>
                                        <p:cTn id="105" dur="500" fill="hold"/>
                                        <p:tgtEl>
                                          <p:spTgt spid="24"/>
                                        </p:tgtEl>
                                        <p:attrNameLst>
                                          <p:attrName>ppt_w</p:attrName>
                                        </p:attrNameLst>
                                      </p:cBhvr>
                                      <p:tavLst>
                                        <p:tav tm="0">
                                          <p:val>
                                            <p:strVal val="#ppt_w"/>
                                          </p:val>
                                        </p:tav>
                                        <p:tav tm="100000">
                                          <p:val>
                                            <p:strVal val="#ppt_w"/>
                                          </p:val>
                                        </p:tav>
                                      </p:tavLst>
                                    </p:anim>
                                    <p:anim calcmode="lin" valueType="num">
                                      <p:cBhvr>
                                        <p:cTn id="106"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107" fill="hold">
                      <p:stCondLst>
                        <p:cond delay="indefinite"/>
                      </p:stCondLst>
                      <p:childTnLst>
                        <p:par>
                          <p:cTn id="108" fill="hold">
                            <p:stCondLst>
                              <p:cond delay="0"/>
                            </p:stCondLst>
                            <p:childTnLst>
                              <p:par>
                                <p:cTn id="109" presetID="21" presetClass="entr" presetSubtype="1" fill="hold" grpId="0" nodeType="clickEffect">
                                  <p:stCondLst>
                                    <p:cond delay="0"/>
                                  </p:stCondLst>
                                  <p:childTnLst>
                                    <p:set>
                                      <p:cBhvr>
                                        <p:cTn id="110" dur="1" fill="hold">
                                          <p:stCondLst>
                                            <p:cond delay="0"/>
                                          </p:stCondLst>
                                        </p:cTn>
                                        <p:tgtEl>
                                          <p:spTgt spid="6"/>
                                        </p:tgtEl>
                                        <p:attrNameLst>
                                          <p:attrName>style.visibility</p:attrName>
                                        </p:attrNameLst>
                                      </p:cBhvr>
                                      <p:to>
                                        <p:strVal val="visible"/>
                                      </p:to>
                                    </p:set>
                                    <p:animEffect transition="in" filter="wheel(1)">
                                      <p:cBhvr>
                                        <p:cTn id="111" dur="2000"/>
                                        <p:tgtEl>
                                          <p:spTgt spid="6"/>
                                        </p:tgtEl>
                                      </p:cBhvr>
                                    </p:animEffect>
                                  </p:childTnLst>
                                </p:cTn>
                              </p:par>
                            </p:childTnLst>
                          </p:cTn>
                        </p:par>
                      </p:childTnLst>
                    </p:cTn>
                  </p:par>
                  <p:par>
                    <p:cTn id="112" fill="hold">
                      <p:stCondLst>
                        <p:cond delay="indefinite"/>
                      </p:stCondLst>
                      <p:childTnLst>
                        <p:par>
                          <p:cTn id="113" fill="hold">
                            <p:stCondLst>
                              <p:cond delay="0"/>
                            </p:stCondLst>
                            <p:childTnLst>
                              <p:par>
                                <p:cTn id="114" presetID="21" presetClass="entr" presetSubtype="1" fill="hold" grpId="0" nodeType="clickEffect">
                                  <p:stCondLst>
                                    <p:cond delay="0"/>
                                  </p:stCondLst>
                                  <p:childTnLst>
                                    <p:set>
                                      <p:cBhvr>
                                        <p:cTn id="115" dur="1" fill="hold">
                                          <p:stCondLst>
                                            <p:cond delay="0"/>
                                          </p:stCondLst>
                                        </p:cTn>
                                        <p:tgtEl>
                                          <p:spTgt spid="5"/>
                                        </p:tgtEl>
                                        <p:attrNameLst>
                                          <p:attrName>style.visibility</p:attrName>
                                        </p:attrNameLst>
                                      </p:cBhvr>
                                      <p:to>
                                        <p:strVal val="visible"/>
                                      </p:to>
                                    </p:set>
                                    <p:animEffect transition="in" filter="wheel(1)">
                                      <p:cBhvr>
                                        <p:cTn id="116" dur="2000"/>
                                        <p:tgtEl>
                                          <p:spTgt spid="5"/>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8" fill="hold" grpId="0" nodeType="clickEffect">
                                  <p:stCondLst>
                                    <p:cond delay="0"/>
                                  </p:stCondLst>
                                  <p:childTnLst>
                                    <p:set>
                                      <p:cBhvr>
                                        <p:cTn id="120" dur="1" fill="hold">
                                          <p:stCondLst>
                                            <p:cond delay="0"/>
                                          </p:stCondLst>
                                        </p:cTn>
                                        <p:tgtEl>
                                          <p:spTgt spid="25"/>
                                        </p:tgtEl>
                                        <p:attrNameLst>
                                          <p:attrName>style.visibility</p:attrName>
                                        </p:attrNameLst>
                                      </p:cBhvr>
                                      <p:to>
                                        <p:strVal val="visible"/>
                                      </p:to>
                                    </p:set>
                                    <p:anim calcmode="lin" valueType="num">
                                      <p:cBhvr additive="base">
                                        <p:cTn id="121" dur="500"/>
                                        <p:tgtEl>
                                          <p:spTgt spid="25"/>
                                        </p:tgtEl>
                                        <p:attrNameLst>
                                          <p:attrName>ppt_x</p:attrName>
                                        </p:attrNameLst>
                                      </p:cBhvr>
                                      <p:tavLst>
                                        <p:tav tm="0">
                                          <p:val>
                                            <p:strVal val="#ppt_x-#ppt_w*1.125000"/>
                                          </p:val>
                                        </p:tav>
                                        <p:tav tm="100000">
                                          <p:val>
                                            <p:strVal val="#ppt_x"/>
                                          </p:val>
                                        </p:tav>
                                      </p:tavLst>
                                    </p:anim>
                                    <p:animEffect transition="in" filter="wipe(right)">
                                      <p:cBhvr>
                                        <p:cTn id="122" dur="500"/>
                                        <p:tgtEl>
                                          <p:spTgt spid="25"/>
                                        </p:tgtEl>
                                      </p:cBhvr>
                                    </p:animEffect>
                                  </p:childTnLst>
                                </p:cTn>
                              </p:par>
                            </p:childTnLst>
                          </p:cTn>
                        </p:par>
                        <p:par>
                          <p:cTn id="123" fill="hold">
                            <p:stCondLst>
                              <p:cond delay="500"/>
                            </p:stCondLst>
                            <p:childTnLst>
                              <p:par>
                                <p:cTn id="124" presetID="12" presetClass="entr" presetSubtype="4" fill="hold" grpId="0" nodeType="afterEffect">
                                  <p:stCondLst>
                                    <p:cond delay="0"/>
                                  </p:stCondLst>
                                  <p:childTnLst>
                                    <p:set>
                                      <p:cBhvr>
                                        <p:cTn id="125" dur="1" fill="hold">
                                          <p:stCondLst>
                                            <p:cond delay="0"/>
                                          </p:stCondLst>
                                        </p:cTn>
                                        <p:tgtEl>
                                          <p:spTgt spid="26"/>
                                        </p:tgtEl>
                                        <p:attrNameLst>
                                          <p:attrName>style.visibility</p:attrName>
                                        </p:attrNameLst>
                                      </p:cBhvr>
                                      <p:to>
                                        <p:strVal val="visible"/>
                                      </p:to>
                                    </p:set>
                                    <p:anim calcmode="lin" valueType="num">
                                      <p:cBhvr additive="base">
                                        <p:cTn id="126" dur="500"/>
                                        <p:tgtEl>
                                          <p:spTgt spid="26"/>
                                        </p:tgtEl>
                                        <p:attrNameLst>
                                          <p:attrName>ppt_y</p:attrName>
                                        </p:attrNameLst>
                                      </p:cBhvr>
                                      <p:tavLst>
                                        <p:tav tm="0">
                                          <p:val>
                                            <p:strVal val="#ppt_y+#ppt_h*1.125000"/>
                                          </p:val>
                                        </p:tav>
                                        <p:tav tm="100000">
                                          <p:val>
                                            <p:strVal val="#ppt_y"/>
                                          </p:val>
                                        </p:tav>
                                      </p:tavLst>
                                    </p:anim>
                                    <p:animEffect transition="in" filter="wipe(up)">
                                      <p:cBhvr>
                                        <p:cTn id="127" dur="500"/>
                                        <p:tgtEl>
                                          <p:spTgt spid="26"/>
                                        </p:tgtEl>
                                      </p:cBhvr>
                                    </p:animEffect>
                                  </p:childTnLst>
                                </p:cTn>
                              </p:par>
                            </p:childTnLst>
                          </p:cTn>
                        </p:par>
                        <p:par>
                          <p:cTn id="128" fill="hold">
                            <p:stCondLst>
                              <p:cond delay="1000"/>
                            </p:stCondLst>
                            <p:childTnLst>
                              <p:par>
                                <p:cTn id="129" presetID="12" presetClass="entr" presetSubtype="2" fill="hold" grpId="0" nodeType="afterEffect">
                                  <p:stCondLst>
                                    <p:cond delay="0"/>
                                  </p:stCondLst>
                                  <p:childTnLst>
                                    <p:set>
                                      <p:cBhvr>
                                        <p:cTn id="130" dur="1" fill="hold">
                                          <p:stCondLst>
                                            <p:cond delay="0"/>
                                          </p:stCondLst>
                                        </p:cTn>
                                        <p:tgtEl>
                                          <p:spTgt spid="27"/>
                                        </p:tgtEl>
                                        <p:attrNameLst>
                                          <p:attrName>style.visibility</p:attrName>
                                        </p:attrNameLst>
                                      </p:cBhvr>
                                      <p:to>
                                        <p:strVal val="visible"/>
                                      </p:to>
                                    </p:set>
                                    <p:anim calcmode="lin" valueType="num">
                                      <p:cBhvr additive="base">
                                        <p:cTn id="131" dur="500"/>
                                        <p:tgtEl>
                                          <p:spTgt spid="27"/>
                                        </p:tgtEl>
                                        <p:attrNameLst>
                                          <p:attrName>ppt_x</p:attrName>
                                        </p:attrNameLst>
                                      </p:cBhvr>
                                      <p:tavLst>
                                        <p:tav tm="0">
                                          <p:val>
                                            <p:strVal val="#ppt_x+#ppt_w*1.125000"/>
                                          </p:val>
                                        </p:tav>
                                        <p:tav tm="100000">
                                          <p:val>
                                            <p:strVal val="#ppt_x"/>
                                          </p:val>
                                        </p:tav>
                                      </p:tavLst>
                                    </p:anim>
                                    <p:animEffect transition="in" filter="wipe(left)">
                                      <p:cBhvr>
                                        <p:cTn id="132" dur="500"/>
                                        <p:tgtEl>
                                          <p:spTgt spid="27"/>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31"/>
                                        </p:tgtEl>
                                        <p:attrNameLst>
                                          <p:attrName>style.visibility</p:attrName>
                                        </p:attrNameLst>
                                      </p:cBhvr>
                                      <p:to>
                                        <p:strVal val="visible"/>
                                      </p:to>
                                    </p:set>
                                    <p:animEffect transition="in" filter="wipe(left)">
                                      <p:cBhvr>
                                        <p:cTn id="137" dur="500"/>
                                        <p:tgtEl>
                                          <p:spTgt spid="31"/>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wipe(left)">
                                      <p:cBhvr>
                                        <p:cTn id="142" dur="500"/>
                                        <p:tgtEl>
                                          <p:spTgt spid="30"/>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wipe(up)">
                                      <p:cBhvr>
                                        <p:cTn id="147" dur="500"/>
                                        <p:tgtEl>
                                          <p:spTgt spid="32"/>
                                        </p:tgtEl>
                                      </p:cBhvr>
                                    </p:animEffect>
                                  </p:childTnLst>
                                </p:cTn>
                              </p:par>
                            </p:childTnLst>
                          </p:cTn>
                        </p:par>
                      </p:childTnLst>
                    </p:cTn>
                  </p:par>
                  <p:par>
                    <p:cTn id="148" fill="hold">
                      <p:stCondLst>
                        <p:cond delay="indefinite"/>
                      </p:stCondLst>
                      <p:childTnLst>
                        <p:par>
                          <p:cTn id="149" fill="hold">
                            <p:stCondLst>
                              <p:cond delay="0"/>
                            </p:stCondLst>
                            <p:childTnLst>
                              <p:par>
                                <p:cTn id="150" presetID="42" presetClass="entr" presetSubtype="0" fill="hold" grpId="0" nodeType="click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1000"/>
                                        <p:tgtEl>
                                          <p:spTgt spid="33"/>
                                        </p:tgtEl>
                                      </p:cBhvr>
                                    </p:animEffect>
                                    <p:anim calcmode="lin" valueType="num">
                                      <p:cBhvr>
                                        <p:cTn id="153" dur="1000" fill="hold"/>
                                        <p:tgtEl>
                                          <p:spTgt spid="33"/>
                                        </p:tgtEl>
                                        <p:attrNameLst>
                                          <p:attrName>ppt_x</p:attrName>
                                        </p:attrNameLst>
                                      </p:cBhvr>
                                      <p:tavLst>
                                        <p:tav tm="0">
                                          <p:val>
                                            <p:strVal val="#ppt_x"/>
                                          </p:val>
                                        </p:tav>
                                        <p:tav tm="100000">
                                          <p:val>
                                            <p:strVal val="#ppt_x"/>
                                          </p:val>
                                        </p:tav>
                                      </p:tavLst>
                                    </p:anim>
                                    <p:anim calcmode="lin" valueType="num">
                                      <p:cBhvr>
                                        <p:cTn id="15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42" presetClass="entr" presetSubtype="0" fill="hold" nodeType="clickEffect">
                                  <p:stCondLst>
                                    <p:cond delay="0"/>
                                  </p:stCondLst>
                                  <p:childTnLst>
                                    <p:set>
                                      <p:cBhvr>
                                        <p:cTn id="158" dur="1" fill="hold">
                                          <p:stCondLst>
                                            <p:cond delay="0"/>
                                          </p:stCondLst>
                                        </p:cTn>
                                        <p:tgtEl>
                                          <p:spTgt spid="1025"/>
                                        </p:tgtEl>
                                        <p:attrNameLst>
                                          <p:attrName>style.visibility</p:attrName>
                                        </p:attrNameLst>
                                      </p:cBhvr>
                                      <p:to>
                                        <p:strVal val="visible"/>
                                      </p:to>
                                    </p:set>
                                    <p:animEffect transition="in" filter="fade">
                                      <p:cBhvr>
                                        <p:cTn id="159" dur="1000"/>
                                        <p:tgtEl>
                                          <p:spTgt spid="1025"/>
                                        </p:tgtEl>
                                      </p:cBhvr>
                                    </p:animEffect>
                                    <p:anim calcmode="lin" valueType="num">
                                      <p:cBhvr>
                                        <p:cTn id="160" dur="1000" fill="hold"/>
                                        <p:tgtEl>
                                          <p:spTgt spid="1025"/>
                                        </p:tgtEl>
                                        <p:attrNameLst>
                                          <p:attrName>ppt_x</p:attrName>
                                        </p:attrNameLst>
                                      </p:cBhvr>
                                      <p:tavLst>
                                        <p:tav tm="0">
                                          <p:val>
                                            <p:strVal val="#ppt_x"/>
                                          </p:val>
                                        </p:tav>
                                        <p:tav tm="100000">
                                          <p:val>
                                            <p:strVal val="#ppt_x"/>
                                          </p:val>
                                        </p:tav>
                                      </p:tavLst>
                                    </p:anim>
                                    <p:anim calcmode="lin" valueType="num">
                                      <p:cBhvr>
                                        <p:cTn id="161" dur="1000" fill="hold"/>
                                        <p:tgtEl>
                                          <p:spTgt spid="1025"/>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34"/>
                                        </p:tgtEl>
                                        <p:attrNameLst>
                                          <p:attrName>style.visibility</p:attrName>
                                        </p:attrNameLst>
                                      </p:cBhvr>
                                      <p:to>
                                        <p:strVal val="visible"/>
                                      </p:to>
                                    </p:set>
                                    <p:animEffect transition="in" filter="fade">
                                      <p:cBhvr>
                                        <p:cTn id="164" dur="1000"/>
                                        <p:tgtEl>
                                          <p:spTgt spid="34"/>
                                        </p:tgtEl>
                                      </p:cBhvr>
                                    </p:animEffect>
                                    <p:anim calcmode="lin" valueType="num">
                                      <p:cBhvr>
                                        <p:cTn id="165" dur="1000" fill="hold"/>
                                        <p:tgtEl>
                                          <p:spTgt spid="34"/>
                                        </p:tgtEl>
                                        <p:attrNameLst>
                                          <p:attrName>ppt_x</p:attrName>
                                        </p:attrNameLst>
                                      </p:cBhvr>
                                      <p:tavLst>
                                        <p:tav tm="0">
                                          <p:val>
                                            <p:strVal val="#ppt_x"/>
                                          </p:val>
                                        </p:tav>
                                        <p:tav tm="100000">
                                          <p:val>
                                            <p:strVal val="#ppt_x"/>
                                          </p:val>
                                        </p:tav>
                                      </p:tavLst>
                                    </p:anim>
                                    <p:anim calcmode="lin" valueType="num">
                                      <p:cBhvr>
                                        <p:cTn id="16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7" grpId="0" animBg="1"/>
      <p:bldP spid="20" grpId="0" animBg="1"/>
      <p:bldP spid="18" grpId="0" animBg="1"/>
      <p:bldP spid="21" grpId="0" animBg="1"/>
      <p:bldP spid="22" grpId="0" animBg="1"/>
      <p:bldP spid="23" grpId="0" animBg="1"/>
      <p:bldP spid="24" grpId="0" animBg="1"/>
      <p:bldP spid="19"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P spid="26" grpId="0" animBg="1"/>
      <p:bldP spid="27" grpId="0" animBg="1"/>
      <p:bldP spid="30" grpId="0"/>
      <p:bldP spid="31" grpId="0"/>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FB9CDC6-732A-1273-6666-82A7698139A4}"/>
              </a:ext>
            </a:extLst>
          </p:cNvPr>
          <p:cNvSpPr>
            <a:spLocks noGrp="1"/>
          </p:cNvSpPr>
          <p:nvPr>
            <p:ph type="sldNum" sz="quarter" idx="12"/>
          </p:nvPr>
        </p:nvSpPr>
        <p:spPr/>
        <p:txBody>
          <a:bodyPr/>
          <a:lstStyle/>
          <a:p>
            <a:fld id="{D7C0FE0B-717B-41AE-9FA2-CA4BF851D1C3}" type="slidenum">
              <a:rPr lang="zh-CN" altLang="en-US" smtClean="0"/>
              <a:t>5</a:t>
            </a:fld>
            <a:endParaRPr lang="zh-CN" altLang="en-US" dirty="0"/>
          </a:p>
        </p:txBody>
      </p:sp>
      <p:sp>
        <p:nvSpPr>
          <p:cNvPr id="9" name="文本框 8">
            <a:extLst>
              <a:ext uri="{FF2B5EF4-FFF2-40B4-BE49-F238E27FC236}">
                <a16:creationId xmlns:a16="http://schemas.microsoft.com/office/drawing/2014/main" id="{31FC1813-1065-AB1C-F555-CEF0F34CF070}"/>
              </a:ext>
            </a:extLst>
          </p:cNvPr>
          <p:cNvSpPr txBox="1"/>
          <p:nvPr/>
        </p:nvSpPr>
        <p:spPr>
          <a:xfrm>
            <a:off x="2370081" y="929179"/>
            <a:ext cx="1986455" cy="461665"/>
          </a:xfrm>
          <a:prstGeom prst="rect">
            <a:avLst/>
          </a:prstGeom>
          <a:noFill/>
          <a:ln w="12700">
            <a:noFill/>
          </a:ln>
        </p:spPr>
        <p:txBody>
          <a:bodyPr wrap="square">
            <a:spAutoFit/>
          </a:bodyPr>
          <a:lstStyle/>
          <a:p>
            <a:r>
              <a:rPr lang="en-US" altLang="zh-CN" sz="2400" b="0" noProof="1">
                <a:solidFill>
                  <a:schemeClr val="tx1"/>
                </a:solidFill>
                <a:effectLst>
                  <a:outerShdw blurRad="38100" dist="38100" dir="2700000">
                    <a:srgbClr val="000000"/>
                  </a:outerShdw>
                </a:effectLst>
                <a:latin typeface="+mj-ea"/>
                <a:ea typeface="+mj-ea"/>
              </a:rPr>
              <a:t> </a:t>
            </a:r>
            <a:r>
              <a:rPr lang="zh-CN" altLang="en-US" sz="2400" noProof="1">
                <a:effectLst>
                  <a:outerShdw blurRad="38100" dist="38100" dir="2700000">
                    <a:srgbClr val="000000"/>
                  </a:outerShdw>
                </a:effectLst>
                <a:latin typeface="+mj-ea"/>
                <a:ea typeface="+mj-ea"/>
              </a:rPr>
              <a:t>基本操作：</a:t>
            </a:r>
            <a:endParaRPr lang="zh-CN" altLang="en-US" sz="2400" b="0" noProof="1">
              <a:solidFill>
                <a:schemeClr val="tx1"/>
              </a:solidFill>
              <a:effectLst>
                <a:outerShdw blurRad="38100" dist="38100" dir="2700000">
                  <a:srgbClr val="000000"/>
                </a:outerShdw>
              </a:effectLst>
              <a:latin typeface="+mj-ea"/>
              <a:ea typeface="+mj-ea"/>
            </a:endParaRPr>
          </a:p>
        </p:txBody>
      </p:sp>
      <p:sp>
        <p:nvSpPr>
          <p:cNvPr id="11" name="文本框 10">
            <a:extLst>
              <a:ext uri="{FF2B5EF4-FFF2-40B4-BE49-F238E27FC236}">
                <a16:creationId xmlns:a16="http://schemas.microsoft.com/office/drawing/2014/main" id="{756D0F28-C2F3-B553-E559-9891B4A06396}"/>
              </a:ext>
            </a:extLst>
          </p:cNvPr>
          <p:cNvSpPr txBox="1"/>
          <p:nvPr/>
        </p:nvSpPr>
        <p:spPr>
          <a:xfrm>
            <a:off x="2333295" y="1274343"/>
            <a:ext cx="7166951" cy="5447132"/>
          </a:xfrm>
          <a:prstGeom prst="rect">
            <a:avLst/>
          </a:prstGeom>
          <a:noFill/>
        </p:spPr>
        <p:txBody>
          <a:bodyPr wrap="square">
            <a:spAutoFit/>
          </a:bodyPr>
          <a:lstStyle/>
          <a:p>
            <a:pPr indent="560070" algn="just">
              <a:lnSpc>
                <a:spcPct val="114000"/>
              </a:lnSpc>
              <a:buNone/>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InitBiTree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构造并返回一棵空二叉树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MakeBiTree</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(e, L, R);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组建并返回一棵二叉树</a:t>
            </a: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FreeBiTree</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回收二叉树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的全部节点</a:t>
            </a:r>
          </a:p>
          <a:p>
            <a:pPr indent="560070" algn="just">
              <a:lnSpc>
                <a:spcPct val="114000"/>
              </a:lnSpc>
              <a:buNone/>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BiTreeEmpty</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判</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空</a:t>
            </a: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BiTreeDepth</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返回二叉树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的深度</a:t>
            </a:r>
          </a:p>
          <a:p>
            <a:pPr indent="560070" algn="just">
              <a:lnSpc>
                <a:spcPct val="114000"/>
              </a:lnSpc>
            </a:pP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Root(T);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返回二叉树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的根</a:t>
            </a:r>
          </a:p>
          <a:p>
            <a:pPr indent="560070" algn="just">
              <a:lnSpc>
                <a:spcPct val="114000"/>
              </a:lnSpc>
            </a:pP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Value(T,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的值</a:t>
            </a:r>
          </a:p>
          <a:p>
            <a:pPr indent="560070" algn="just">
              <a:lnSpc>
                <a:spcPct val="114000"/>
              </a:lnSpc>
            </a:pP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Assign(T, node, value);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对</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赋值</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value</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560070" algn="just">
              <a:lnSpc>
                <a:spcPct val="114000"/>
              </a:lnSpc>
            </a:pP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Parent(T,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的双亲</a:t>
            </a: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LeftChild</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的左孩子</a:t>
            </a: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RightChild</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node);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node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的右孩子</a:t>
            </a: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ReplaceLeft</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LT);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用</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替换</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的左子树</a:t>
            </a:r>
          </a:p>
          <a:p>
            <a:pPr indent="560070" algn="just">
              <a:lnSpc>
                <a:spcPct val="114000"/>
              </a:lnSpc>
              <a:buNone/>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ReplaceRight</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RT);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用</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RT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替换</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的右子树</a:t>
            </a: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PreOrderTrav</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Visit());</a:t>
            </a:r>
            <a:r>
              <a:rPr lang="zh-CN" altLang="en-US"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先序遍历二叉树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InOrderTrav</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T,Visit</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中序遍历二叉树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560070" algn="just">
              <a:lnSpc>
                <a:spcPct val="114000"/>
              </a:lnSpc>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PostOrderTrav</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Visit());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后序遍历二叉树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560070" algn="just">
              <a:lnSpc>
                <a:spcPct val="114000"/>
              </a:lnSpc>
              <a:buNone/>
            </a:pP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LevelOrderTrav</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(T, Visit());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层序遍历二叉树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p:txBody>
      </p:sp>
      <p:sp>
        <p:nvSpPr>
          <p:cNvPr id="12" name="日期占位符 1">
            <a:extLst>
              <a:ext uri="{FF2B5EF4-FFF2-40B4-BE49-F238E27FC236}">
                <a16:creationId xmlns:a16="http://schemas.microsoft.com/office/drawing/2014/main" id="{CD189E22-A63A-04EE-9B8C-5F2EAE103984}"/>
              </a:ext>
            </a:extLst>
          </p:cNvPr>
          <p:cNvSpPr>
            <a:spLocks noGrp="1" noChangeArrowheads="1"/>
          </p:cNvSpPr>
          <p:nvPr/>
        </p:nvSpPr>
        <p:spPr bwMode="auto">
          <a:xfrm>
            <a:off x="2213768" y="6141244"/>
            <a:ext cx="1905000" cy="457200"/>
          </a:xfrm>
          <a:prstGeom prst="rect">
            <a:avLst/>
          </a:pr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fontAlgn="base">
              <a:spcBef>
                <a:spcPct val="50000"/>
              </a:spcBef>
              <a:spcAft>
                <a:spcPct val="0"/>
              </a:spcAft>
              <a:defRPr sz="1400" b="0" kern="1200" noProof="1">
                <a:solidFill>
                  <a:schemeClr val="bg2"/>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rgbClr val="FF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rgbClr val="FF0000"/>
                </a:solidFill>
                <a:latin typeface="Times New Roman" panose="02020603050405020304" pitchFamily="18" charset="0"/>
                <a:ea typeface="宋体" panose="02010600030101010101" pitchFamily="2" charset="-122"/>
                <a:cs typeface="+mn-cs"/>
              </a:defRPr>
            </a:lvl9pPr>
          </a:lstStyle>
          <a:p>
            <a:fld id="{F1A14020-9F57-4B2D-A0B8-AEF39E36F324}" type="datetime1">
              <a:rPr lang="zh-CN" altLang="en-US" sz="2000" smtClean="0"/>
              <a:pPr/>
              <a:t>2025/10/25</a:t>
            </a:fld>
            <a:endParaRPr lang="zh-CN" altLang="en-US" sz="2000"/>
          </a:p>
        </p:txBody>
      </p:sp>
      <p:sp>
        <p:nvSpPr>
          <p:cNvPr id="3" name="文本框 2">
            <a:extLst>
              <a:ext uri="{FF2B5EF4-FFF2-40B4-BE49-F238E27FC236}">
                <a16:creationId xmlns:a16="http://schemas.microsoft.com/office/drawing/2014/main" id="{15805905-09B6-7355-BD74-3DC8AFEAE7EC}"/>
              </a:ext>
            </a:extLst>
          </p:cNvPr>
          <p:cNvSpPr txBox="1"/>
          <p:nvPr/>
        </p:nvSpPr>
        <p:spPr>
          <a:xfrm>
            <a:off x="1397875" y="233120"/>
            <a:ext cx="3452649" cy="523220"/>
          </a:xfrm>
          <a:prstGeom prst="rect">
            <a:avLst/>
          </a:prstGeom>
          <a:noFill/>
        </p:spPr>
        <p:txBody>
          <a:bodyPr wrap="square">
            <a:spAutoFit/>
          </a:bodyPr>
          <a:lstStyle/>
          <a:p>
            <a:r>
              <a:rPr lang="zh-CN" altLang="zh-CN" sz="2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二叉树</a:t>
            </a:r>
            <a:r>
              <a:rPr lang="zh-CN" altLang="en-US" sz="2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的基本操作</a:t>
            </a:r>
            <a:endParaRPr lang="zh-CN" altLang="en-US" sz="2800" b="1" dirty="0">
              <a:solidFill>
                <a:srgbClr val="041ABC"/>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41158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6ED1D22-EFAD-4401-259F-0C97ACB7D1F1}"/>
              </a:ext>
            </a:extLst>
          </p:cNvPr>
          <p:cNvSpPr>
            <a:spLocks noGrp="1"/>
          </p:cNvSpPr>
          <p:nvPr>
            <p:ph type="sldNum" sz="quarter" idx="12"/>
          </p:nvPr>
        </p:nvSpPr>
        <p:spPr>
          <a:xfrm>
            <a:off x="8782050" y="6335568"/>
            <a:ext cx="2743200" cy="365125"/>
          </a:xfrm>
        </p:spPr>
        <p:txBody>
          <a:bodyPr/>
          <a:lstStyle/>
          <a:p>
            <a:fld id="{D7C0FE0B-717B-41AE-9FA2-CA4BF851D1C3}" type="slidenum">
              <a:rPr lang="zh-CN" altLang="en-US" smtClean="0"/>
              <a:t>6</a:t>
            </a:fld>
            <a:endParaRPr lang="zh-CN" altLang="en-US"/>
          </a:p>
        </p:txBody>
      </p:sp>
      <p:sp>
        <p:nvSpPr>
          <p:cNvPr id="4" name="文本框 3">
            <a:extLst>
              <a:ext uri="{FF2B5EF4-FFF2-40B4-BE49-F238E27FC236}">
                <a16:creationId xmlns:a16="http://schemas.microsoft.com/office/drawing/2014/main" id="{EE14C235-EBC5-A3D5-F3C9-FBBC0E7980BD}"/>
              </a:ext>
            </a:extLst>
          </p:cNvPr>
          <p:cNvSpPr txBox="1"/>
          <p:nvPr/>
        </p:nvSpPr>
        <p:spPr>
          <a:xfrm>
            <a:off x="424728" y="978793"/>
            <a:ext cx="6096866" cy="421141"/>
          </a:xfrm>
          <a:prstGeom prst="rect">
            <a:avLst/>
          </a:prstGeom>
          <a:noFill/>
        </p:spPr>
        <p:txBody>
          <a:bodyPr wrap="square">
            <a:spAutoFit/>
          </a:bodyPr>
          <a:lstStyle/>
          <a:p>
            <a:pPr indent="266700" algn="just">
              <a:lnSpc>
                <a:spcPct val="115000"/>
              </a:lnSpc>
              <a:buNone/>
            </a:pP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性质</a:t>
            </a:r>
            <a:r>
              <a:rPr lang="en-US"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1</a:t>
            </a:r>
            <a:r>
              <a:rPr lang="en-US"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kern="100" dirty="0">
                <a:effectLst/>
                <a:latin typeface="等线" panose="02010600030101010101" pitchFamily="2" charset="-122"/>
                <a:ea typeface="楷体" panose="02010609060101010101" pitchFamily="49" charset="-122"/>
                <a:cs typeface="Times New Roman" panose="02020603050405020304" pitchFamily="18" charset="0"/>
              </a:rPr>
              <a:t>在二叉树的第</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等线" panose="02010600030101010101" pitchFamily="2" charset="-122"/>
                <a:ea typeface="楷体" panose="02010609060101010101" pitchFamily="49" charset="-122"/>
                <a:cs typeface="Times New Roman" panose="02020603050405020304" pitchFamily="18" charset="0"/>
              </a:rPr>
              <a:t>层上</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至多有</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baseline="300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kern="100" baseline="300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个节点</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6F584A44-5541-318B-3252-E3349FF604BE}"/>
              </a:ext>
            </a:extLst>
          </p:cNvPr>
          <p:cNvSpPr txBox="1"/>
          <p:nvPr/>
        </p:nvSpPr>
        <p:spPr>
          <a:xfrm>
            <a:off x="1214438" y="278692"/>
            <a:ext cx="2656176" cy="461665"/>
          </a:xfrm>
          <a:prstGeom prst="rect">
            <a:avLst/>
          </a:prstGeom>
          <a:noFill/>
        </p:spPr>
        <p:txBody>
          <a:bodyPr wrap="square">
            <a:spAutoFit/>
          </a:bodyPr>
          <a:lstStyle/>
          <a:p>
            <a:pPr indent="267970" algn="just">
              <a:spcBef>
                <a:spcPts val="1300"/>
              </a:spcBef>
              <a:spcAft>
                <a:spcPts val="1300"/>
              </a:spcAft>
              <a:buNone/>
            </a:pP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二叉树的性质</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5784A3D3-943F-1873-95B7-075F7E64C6CE}"/>
              </a:ext>
            </a:extLst>
          </p:cNvPr>
          <p:cNvSpPr txBox="1"/>
          <p:nvPr/>
        </p:nvSpPr>
        <p:spPr>
          <a:xfrm>
            <a:off x="424728" y="1541936"/>
            <a:ext cx="6096866" cy="421141"/>
          </a:xfrm>
          <a:prstGeom prst="rect">
            <a:avLst/>
          </a:prstGeom>
          <a:noFill/>
        </p:spPr>
        <p:txBody>
          <a:bodyPr wrap="square">
            <a:spAutoFit/>
          </a:bodyPr>
          <a:lstStyle/>
          <a:p>
            <a:pPr indent="266700" algn="just">
              <a:lnSpc>
                <a:spcPct val="115000"/>
              </a:lnSpc>
              <a:buNone/>
            </a:pP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性质</a:t>
            </a:r>
            <a:r>
              <a:rPr lang="en-US"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2</a:t>
            </a:r>
            <a:r>
              <a:rPr lang="en-US"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深度为</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k</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的二叉树至多有</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baseline="30000" dirty="0" err="1">
                <a:effectLst/>
                <a:latin typeface="Times New Roman" panose="02020603050405020304" pitchFamily="18" charset="0"/>
                <a:ea typeface="楷体" panose="02010609060101010101" pitchFamily="49" charset="-122"/>
                <a:cs typeface="Times New Roman" panose="02020603050405020304" pitchFamily="18" charset="0"/>
              </a:rPr>
              <a:t>k</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个节点</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k</a:t>
            </a:r>
            <a:r>
              <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6C5F7D80-E7FA-E559-0174-C9B860008119}"/>
              </a:ext>
            </a:extLst>
          </p:cNvPr>
          <p:cNvSpPr txBox="1"/>
          <p:nvPr/>
        </p:nvSpPr>
        <p:spPr>
          <a:xfrm>
            <a:off x="424728" y="2143430"/>
            <a:ext cx="10438967" cy="421141"/>
          </a:xfrm>
          <a:prstGeom prst="rect">
            <a:avLst/>
          </a:prstGeom>
          <a:noFill/>
        </p:spPr>
        <p:txBody>
          <a:bodyPr wrap="square">
            <a:spAutoFit/>
          </a:bodyPr>
          <a:lstStyle/>
          <a:p>
            <a:pPr indent="266700" algn="just">
              <a:lnSpc>
                <a:spcPct val="115000"/>
              </a:lnSpc>
              <a:buNone/>
            </a:pP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性质</a:t>
            </a:r>
            <a:r>
              <a:rPr lang="en-US"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3  </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对任何一棵二叉树</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T</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，如果其终端节点数为</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0</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，度为</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的节点数为</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0</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4270FD94-9070-39C4-ADB9-5F1D80282C97}"/>
              </a:ext>
            </a:extLst>
          </p:cNvPr>
          <p:cNvSpPr txBox="1"/>
          <p:nvPr/>
        </p:nvSpPr>
        <p:spPr>
          <a:xfrm>
            <a:off x="424728" y="4200283"/>
            <a:ext cx="7841240" cy="421141"/>
          </a:xfrm>
          <a:prstGeom prst="rect">
            <a:avLst/>
          </a:prstGeom>
          <a:noFill/>
        </p:spPr>
        <p:txBody>
          <a:bodyPr wrap="square">
            <a:spAutoFit/>
          </a:bodyPr>
          <a:lstStyle/>
          <a:p>
            <a:pPr indent="266700" algn="just">
              <a:lnSpc>
                <a:spcPct val="115000"/>
              </a:lnSpc>
              <a:buNone/>
            </a:pP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性质</a:t>
            </a:r>
            <a:r>
              <a:rPr lang="en-US"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4</a:t>
            </a:r>
            <a:r>
              <a:rPr lang="en-US"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具有</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个节点的</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完全二叉树</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的深度为</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log</a:t>
            </a:r>
            <a:r>
              <a:rPr lang="en-US" altLang="zh-CN" sz="20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5726A5C9-9FC7-0648-F4BB-8C110180A3A5}"/>
              </a:ext>
            </a:extLst>
          </p:cNvPr>
          <p:cNvSpPr txBox="1"/>
          <p:nvPr/>
        </p:nvSpPr>
        <p:spPr>
          <a:xfrm>
            <a:off x="424728" y="4742395"/>
            <a:ext cx="10605221" cy="1836913"/>
          </a:xfrm>
          <a:prstGeom prst="rect">
            <a:avLst/>
          </a:prstGeom>
          <a:noFill/>
        </p:spPr>
        <p:txBody>
          <a:bodyPr wrap="square">
            <a:spAutoFit/>
          </a:bodyPr>
          <a:lstStyle/>
          <a:p>
            <a:pPr indent="266700" algn="just">
              <a:lnSpc>
                <a:spcPct val="115000"/>
              </a:lnSpc>
              <a:buNone/>
            </a:pP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性质</a:t>
            </a:r>
            <a:r>
              <a:rPr lang="en-US"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5</a:t>
            </a:r>
            <a:r>
              <a:rPr lang="en-US"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如果对一棵有</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个节点的</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完全二叉树</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（其深度为</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log</a:t>
            </a:r>
            <a:r>
              <a:rPr lang="en-US" altLang="zh-CN" sz="20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 + 1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）的节点按层序编号（从第</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层到第</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log</a:t>
            </a:r>
            <a:r>
              <a:rPr lang="en-US" altLang="zh-CN" sz="20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 + 1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层，每层从左到右），则对任一节点</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，有</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 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，则节点</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是二叉树的根，无双亲；如果</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&gt; 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，则其双亲</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Parent(</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是节点</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&gt; </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，则节点</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无左孩子（节点</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为叶子节点）；否则其左孩子</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LChild</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是节点</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+ 1 &gt; </a:t>
            </a:r>
            <a:r>
              <a:rPr lang="en-US" altLang="zh-CN" sz="2000" b="1" i="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，则节点</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无右孩子；否则其右孩子</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RChild</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是节点</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1" kern="1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0C6EE54F-6EF5-D899-C476-F9DCF8305618}"/>
              </a:ext>
            </a:extLst>
          </p:cNvPr>
          <p:cNvSpPr txBox="1"/>
          <p:nvPr/>
        </p:nvSpPr>
        <p:spPr>
          <a:xfrm>
            <a:off x="741651" y="2706573"/>
            <a:ext cx="6096866" cy="400110"/>
          </a:xfrm>
          <a:prstGeom prst="rect">
            <a:avLst/>
          </a:prstGeom>
          <a:noFill/>
        </p:spPr>
        <p:txBody>
          <a:bodyPr wrap="square">
            <a:spAutoFit/>
          </a:bodyPr>
          <a:lstStyle/>
          <a:p>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一棵深度为</a:t>
            </a:r>
            <a:r>
              <a:rPr lang="en-US" altLang="zh-CN" sz="2000" b="1" i="1" dirty="0">
                <a:effectLst/>
                <a:latin typeface="Times New Roman" panose="02020603050405020304" pitchFamily="18" charset="0"/>
                <a:ea typeface="宋体" panose="02010600030101010101" pitchFamily="2" charset="-122"/>
              </a:rPr>
              <a:t>k</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且有</a:t>
            </a:r>
            <a:r>
              <a:rPr lang="en-US" altLang="zh-CN" sz="2000" b="1" dirty="0" err="1">
                <a:effectLst/>
                <a:latin typeface="Times New Roman" panose="02020603050405020304" pitchFamily="18" charset="0"/>
                <a:ea typeface="宋体" panose="02010600030101010101" pitchFamily="2" charset="-122"/>
              </a:rPr>
              <a:t>2</a:t>
            </a:r>
            <a:r>
              <a:rPr lang="en-US" altLang="zh-CN" sz="2000" b="1" i="1" baseline="30000" dirty="0" err="1">
                <a:effectLst/>
                <a:latin typeface="Times New Roman" panose="02020603050405020304" pitchFamily="18" charset="0"/>
                <a:ea typeface="宋体" panose="02010600030101010101" pitchFamily="2" charset="-122"/>
              </a:rPr>
              <a:t>k</a:t>
            </a:r>
            <a:r>
              <a:rPr lang="en-US" altLang="zh-CN" sz="2000" b="1" dirty="0">
                <a:effectLst/>
                <a:latin typeface="Times New Roman" panose="02020603050405020304" pitchFamily="18" charset="0"/>
                <a:ea typeface="宋体" panose="02010600030101010101" pitchFamily="2" charset="-122"/>
              </a:rPr>
              <a:t>-1</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个节点的二叉树称为</a:t>
            </a:r>
            <a:r>
              <a:rPr lang="zh-CN" altLang="zh-CN" sz="2000" b="1"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满二叉树</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b="1" dirty="0"/>
          </a:p>
        </p:txBody>
      </p:sp>
      <p:sp>
        <p:nvSpPr>
          <p:cNvPr id="18" name="文本框 17">
            <a:extLst>
              <a:ext uri="{FF2B5EF4-FFF2-40B4-BE49-F238E27FC236}">
                <a16:creationId xmlns:a16="http://schemas.microsoft.com/office/drawing/2014/main" id="{AAF138F3-210B-8734-C370-0B4B023F9246}"/>
              </a:ext>
            </a:extLst>
          </p:cNvPr>
          <p:cNvSpPr txBox="1"/>
          <p:nvPr/>
        </p:nvSpPr>
        <p:spPr>
          <a:xfrm>
            <a:off x="741650" y="3216241"/>
            <a:ext cx="7841239" cy="849528"/>
          </a:xfrm>
          <a:prstGeom prst="rect">
            <a:avLst/>
          </a:prstGeom>
          <a:noFill/>
        </p:spPr>
        <p:txBody>
          <a:bodyPr wrap="square">
            <a:spAutoFit/>
          </a:bodyPr>
          <a:lstStyle/>
          <a:p>
            <a:pPr>
              <a:lnSpc>
                <a:spcPct val="130000"/>
              </a:lnSpc>
            </a:pP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深度为</a:t>
            </a:r>
            <a:r>
              <a:rPr lang="en-US" altLang="zh-CN" sz="2000" b="1" i="1" dirty="0">
                <a:effectLst/>
                <a:latin typeface="Times New Roman" panose="02020603050405020304" pitchFamily="18" charset="0"/>
                <a:ea typeface="宋体" panose="02010600030101010101" pitchFamily="2" charset="-122"/>
              </a:rPr>
              <a:t>k</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的，有</a:t>
            </a:r>
            <a:r>
              <a:rPr lang="en-US" altLang="zh-CN" sz="2000" b="1" i="1" dirty="0">
                <a:effectLst/>
                <a:latin typeface="Times New Roman" panose="02020603050405020304" pitchFamily="18" charset="0"/>
                <a:ea typeface="宋体" panose="02010600030101010101" pitchFamily="2" charset="-122"/>
              </a:rPr>
              <a:t>n</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个节点的二叉树，当且仅当其每一个节点都与深度为</a:t>
            </a:r>
            <a:r>
              <a:rPr lang="en-US" altLang="zh-CN" sz="2000" b="1" i="1" dirty="0">
                <a:effectLst/>
                <a:latin typeface="Times New Roman" panose="02020603050405020304" pitchFamily="18" charset="0"/>
                <a:ea typeface="宋体" panose="02010600030101010101" pitchFamily="2" charset="-122"/>
              </a:rPr>
              <a:t>k</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的满二叉树中编号从</a:t>
            </a:r>
            <a:r>
              <a:rPr lang="en-US" altLang="zh-CN" sz="2000" b="1" dirty="0">
                <a:effectLst/>
                <a:latin typeface="Times New Roman" panose="02020603050405020304" pitchFamily="18" charset="0"/>
                <a:ea typeface="宋体" panose="02010600030101010101" pitchFamily="2" charset="-122"/>
              </a:rPr>
              <a:t>1</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至</a:t>
            </a:r>
            <a:r>
              <a:rPr lang="en-US" altLang="zh-CN" sz="2000" b="1" i="1" dirty="0">
                <a:effectLst/>
                <a:latin typeface="Times New Roman" panose="02020603050405020304" pitchFamily="18" charset="0"/>
                <a:ea typeface="宋体" panose="02010600030101010101" pitchFamily="2" charset="-122"/>
              </a:rPr>
              <a:t>n</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的节点一一对应时，称之为</a:t>
            </a:r>
            <a:r>
              <a:rPr lang="zh-CN" altLang="zh-CN" sz="2000" b="1"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完全二叉树</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b="1" dirty="0"/>
          </a:p>
        </p:txBody>
      </p:sp>
    </p:spTree>
    <p:extLst>
      <p:ext uri="{BB962C8B-B14F-4D97-AF65-F5344CB8AC3E}">
        <p14:creationId xmlns:p14="http://schemas.microsoft.com/office/powerpoint/2010/main" val="68987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000"/>
                                        <p:tgtEl>
                                          <p:spTgt spid="16"/>
                                        </p:tgtEl>
                                      </p:cBhvr>
                                    </p:animEffect>
                                    <p:anim calcmode="lin" valueType="num">
                                      <p:cBhvr>
                                        <p:cTn id="50" dur="1000" fill="hold"/>
                                        <p:tgtEl>
                                          <p:spTgt spid="16"/>
                                        </p:tgtEl>
                                        <p:attrNameLst>
                                          <p:attrName>ppt_x</p:attrName>
                                        </p:attrNameLst>
                                      </p:cBhvr>
                                      <p:tavLst>
                                        <p:tav tm="0">
                                          <p:val>
                                            <p:strVal val="#ppt_x"/>
                                          </p:val>
                                        </p:tav>
                                        <p:tav tm="100000">
                                          <p:val>
                                            <p:strVal val="#ppt_x"/>
                                          </p:val>
                                        </p:tav>
                                      </p:tavLst>
                                    </p:anim>
                                    <p:anim calcmode="lin" valueType="num">
                                      <p:cBhvr>
                                        <p:cTn id="5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1000"/>
                                        <p:tgtEl>
                                          <p:spTgt spid="18"/>
                                        </p:tgtEl>
                                      </p:cBhvr>
                                    </p:animEffect>
                                    <p:anim calcmode="lin" valueType="num">
                                      <p:cBhvr>
                                        <p:cTn id="57" dur="1000" fill="hold"/>
                                        <p:tgtEl>
                                          <p:spTgt spid="18"/>
                                        </p:tgtEl>
                                        <p:attrNameLst>
                                          <p:attrName>ppt_x</p:attrName>
                                        </p:attrNameLst>
                                      </p:cBhvr>
                                      <p:tavLst>
                                        <p:tav tm="0">
                                          <p:val>
                                            <p:strVal val="#ppt_x"/>
                                          </p:val>
                                        </p:tav>
                                        <p:tav tm="100000">
                                          <p:val>
                                            <p:strVal val="#ppt_x"/>
                                          </p:val>
                                        </p:tav>
                                      </p:tavLst>
                                    </p:anim>
                                    <p:anim calcmode="lin" valueType="num">
                                      <p:cBhvr>
                                        <p:cTn id="5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8" grpId="0"/>
      <p:bldP spid="10" grpId="0"/>
      <p:bldP spid="12" grpId="0"/>
      <p:bldP spid="14" grpId="0"/>
      <p:bldP spid="16"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58EAD9B-2899-E322-EC50-766FF7BB3BF7}"/>
              </a:ext>
            </a:extLst>
          </p:cNvPr>
          <p:cNvSpPr>
            <a:spLocks noGrp="1"/>
          </p:cNvSpPr>
          <p:nvPr>
            <p:ph type="sldNum" sz="quarter" idx="12"/>
          </p:nvPr>
        </p:nvSpPr>
        <p:spPr>
          <a:xfrm>
            <a:off x="9067800" y="6391326"/>
            <a:ext cx="2743200" cy="365125"/>
          </a:xfrm>
        </p:spPr>
        <p:txBody>
          <a:bodyPr/>
          <a:lstStyle/>
          <a:p>
            <a:fld id="{D7C0FE0B-717B-41AE-9FA2-CA4BF851D1C3}" type="slidenum">
              <a:rPr lang="zh-CN" altLang="en-US" smtClean="0"/>
              <a:t>7</a:t>
            </a:fld>
            <a:endParaRPr lang="zh-CN" altLang="en-US" dirty="0"/>
          </a:p>
        </p:txBody>
      </p:sp>
      <p:sp>
        <p:nvSpPr>
          <p:cNvPr id="4" name="文本框 3">
            <a:extLst>
              <a:ext uri="{FF2B5EF4-FFF2-40B4-BE49-F238E27FC236}">
                <a16:creationId xmlns:a16="http://schemas.microsoft.com/office/drawing/2014/main" id="{8478F96B-B8E9-B51C-0587-DCA3505C6A7B}"/>
              </a:ext>
            </a:extLst>
          </p:cNvPr>
          <p:cNvSpPr txBox="1"/>
          <p:nvPr/>
        </p:nvSpPr>
        <p:spPr>
          <a:xfrm>
            <a:off x="300039" y="860363"/>
            <a:ext cx="11379344" cy="1254061"/>
          </a:xfrm>
          <a:prstGeom prst="rect">
            <a:avLst/>
          </a:prstGeom>
          <a:noFill/>
        </p:spPr>
        <p:txBody>
          <a:bodyPr wrap="square">
            <a:spAutoFit/>
          </a:bodyPr>
          <a:lstStyle/>
          <a:p>
            <a:pPr indent="266700" algn="just">
              <a:lnSpc>
                <a:spcPct val="115000"/>
              </a:lnSpc>
              <a:buNone/>
            </a:pPr>
            <a:r>
              <a:rPr lang="en-US" altLang="zh-CN" sz="22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200" b="1" kern="100" dirty="0">
                <a:effectLst/>
                <a:latin typeface="等线" panose="02010600030101010101" pitchFamily="2" charset="-122"/>
                <a:ea typeface="楷体" panose="02010609060101010101" pitchFamily="49" charset="-122"/>
                <a:cs typeface="Times New Roman" panose="02020603050405020304" pitchFamily="18" charset="0"/>
              </a:rPr>
              <a:t>顺序存储结构</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70510" algn="just">
              <a:lnSpc>
                <a:spcPct val="130000"/>
              </a:lnSpc>
              <a:spcBef>
                <a:spcPts val="600"/>
              </a:spcBef>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effectLst/>
                <a:latin typeface="Courier New" panose="02070309020205020404" pitchFamily="49" charset="0"/>
                <a:ea typeface="宋体" panose="02010600030101010101" pitchFamily="2" charset="-122"/>
                <a:cs typeface="Courier New" panose="02070309020205020404" pitchFamily="49" charset="0"/>
              </a:rPr>
              <a:t>二叉树的顺序存储表示</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71145" algn="just">
              <a:lnSpc>
                <a:spcPct val="130000"/>
              </a:lnSpc>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SqList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SqBiTree;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顺序二叉树指针类型为顺序表指针类型，可重用顺序表的算法代码</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C27DC504-FC8E-ECCA-02CA-B52725FBC54F}"/>
              </a:ext>
            </a:extLst>
          </p:cNvPr>
          <p:cNvSpPr txBox="1"/>
          <p:nvPr/>
        </p:nvSpPr>
        <p:spPr>
          <a:xfrm>
            <a:off x="1032596" y="289083"/>
            <a:ext cx="4194031" cy="461665"/>
          </a:xfrm>
          <a:prstGeom prst="rect">
            <a:avLst/>
          </a:prstGeom>
          <a:noFill/>
        </p:spPr>
        <p:txBody>
          <a:bodyPr wrap="square">
            <a:spAutoFit/>
          </a:bodyPr>
          <a:lstStyle/>
          <a:p>
            <a:pPr indent="267970" algn="just">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6.2.3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二叉树的存储结构</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graphicFrame>
        <p:nvGraphicFramePr>
          <p:cNvPr id="7" name="表格 6">
            <a:extLst>
              <a:ext uri="{FF2B5EF4-FFF2-40B4-BE49-F238E27FC236}">
                <a16:creationId xmlns:a16="http://schemas.microsoft.com/office/drawing/2014/main" id="{59617A80-CFEA-98D9-28B6-4BAB23F32D73}"/>
              </a:ext>
            </a:extLst>
          </p:cNvPr>
          <p:cNvGraphicFramePr>
            <a:graphicFrameLocks noGrp="1"/>
          </p:cNvGraphicFramePr>
          <p:nvPr>
            <p:extLst>
              <p:ext uri="{D42A27DB-BD31-4B8C-83A1-F6EECF244321}">
                <p14:modId xmlns:p14="http://schemas.microsoft.com/office/powerpoint/2010/main" val="3411268355"/>
              </p:ext>
            </p:extLst>
          </p:nvPr>
        </p:nvGraphicFramePr>
        <p:xfrm>
          <a:off x="2107774" y="4349165"/>
          <a:ext cx="6683487" cy="788824"/>
        </p:xfrm>
        <a:graphic>
          <a:graphicData uri="http://schemas.openxmlformats.org/drawingml/2006/table">
            <a:tbl>
              <a:tblPr>
                <a:tableStyleId>{5940675A-B579-460E-94D1-54222C63F5DA}</a:tableStyleId>
              </a:tblPr>
              <a:tblGrid>
                <a:gridCol w="446184">
                  <a:extLst>
                    <a:ext uri="{9D8B030D-6E8A-4147-A177-3AD203B41FA5}">
                      <a16:colId xmlns:a16="http://schemas.microsoft.com/office/drawing/2014/main" val="1268193221"/>
                    </a:ext>
                  </a:extLst>
                </a:gridCol>
                <a:gridCol w="446184">
                  <a:extLst>
                    <a:ext uri="{9D8B030D-6E8A-4147-A177-3AD203B41FA5}">
                      <a16:colId xmlns:a16="http://schemas.microsoft.com/office/drawing/2014/main" val="2471613477"/>
                    </a:ext>
                  </a:extLst>
                </a:gridCol>
                <a:gridCol w="446184">
                  <a:extLst>
                    <a:ext uri="{9D8B030D-6E8A-4147-A177-3AD203B41FA5}">
                      <a16:colId xmlns:a16="http://schemas.microsoft.com/office/drawing/2014/main" val="1356262337"/>
                    </a:ext>
                  </a:extLst>
                </a:gridCol>
                <a:gridCol w="446184">
                  <a:extLst>
                    <a:ext uri="{9D8B030D-6E8A-4147-A177-3AD203B41FA5}">
                      <a16:colId xmlns:a16="http://schemas.microsoft.com/office/drawing/2014/main" val="2551180067"/>
                    </a:ext>
                  </a:extLst>
                </a:gridCol>
                <a:gridCol w="446184">
                  <a:extLst>
                    <a:ext uri="{9D8B030D-6E8A-4147-A177-3AD203B41FA5}">
                      <a16:colId xmlns:a16="http://schemas.microsoft.com/office/drawing/2014/main" val="3520869230"/>
                    </a:ext>
                  </a:extLst>
                </a:gridCol>
                <a:gridCol w="446184">
                  <a:extLst>
                    <a:ext uri="{9D8B030D-6E8A-4147-A177-3AD203B41FA5}">
                      <a16:colId xmlns:a16="http://schemas.microsoft.com/office/drawing/2014/main" val="2129631392"/>
                    </a:ext>
                  </a:extLst>
                </a:gridCol>
                <a:gridCol w="447215">
                  <a:extLst>
                    <a:ext uri="{9D8B030D-6E8A-4147-A177-3AD203B41FA5}">
                      <a16:colId xmlns:a16="http://schemas.microsoft.com/office/drawing/2014/main" val="2612168880"/>
                    </a:ext>
                  </a:extLst>
                </a:gridCol>
                <a:gridCol w="446184">
                  <a:extLst>
                    <a:ext uri="{9D8B030D-6E8A-4147-A177-3AD203B41FA5}">
                      <a16:colId xmlns:a16="http://schemas.microsoft.com/office/drawing/2014/main" val="129625275"/>
                    </a:ext>
                  </a:extLst>
                </a:gridCol>
                <a:gridCol w="446184">
                  <a:extLst>
                    <a:ext uri="{9D8B030D-6E8A-4147-A177-3AD203B41FA5}">
                      <a16:colId xmlns:a16="http://schemas.microsoft.com/office/drawing/2014/main" val="539547440"/>
                    </a:ext>
                  </a:extLst>
                </a:gridCol>
                <a:gridCol w="446184">
                  <a:extLst>
                    <a:ext uri="{9D8B030D-6E8A-4147-A177-3AD203B41FA5}">
                      <a16:colId xmlns:a16="http://schemas.microsoft.com/office/drawing/2014/main" val="1261596415"/>
                    </a:ext>
                  </a:extLst>
                </a:gridCol>
                <a:gridCol w="446184">
                  <a:extLst>
                    <a:ext uri="{9D8B030D-6E8A-4147-A177-3AD203B41FA5}">
                      <a16:colId xmlns:a16="http://schemas.microsoft.com/office/drawing/2014/main" val="2511626145"/>
                    </a:ext>
                  </a:extLst>
                </a:gridCol>
                <a:gridCol w="446184">
                  <a:extLst>
                    <a:ext uri="{9D8B030D-6E8A-4147-A177-3AD203B41FA5}">
                      <a16:colId xmlns:a16="http://schemas.microsoft.com/office/drawing/2014/main" val="2522902817"/>
                    </a:ext>
                  </a:extLst>
                </a:gridCol>
                <a:gridCol w="446184">
                  <a:extLst>
                    <a:ext uri="{9D8B030D-6E8A-4147-A177-3AD203B41FA5}">
                      <a16:colId xmlns:a16="http://schemas.microsoft.com/office/drawing/2014/main" val="669222453"/>
                    </a:ext>
                  </a:extLst>
                </a:gridCol>
                <a:gridCol w="882064">
                  <a:extLst>
                    <a:ext uri="{9D8B030D-6E8A-4147-A177-3AD203B41FA5}">
                      <a16:colId xmlns:a16="http://schemas.microsoft.com/office/drawing/2014/main" val="26699450"/>
                    </a:ext>
                  </a:extLst>
                </a:gridCol>
              </a:tblGrid>
              <a:tr h="394412">
                <a:tc>
                  <a:txBody>
                    <a:bodyPr/>
                    <a:lstStyle/>
                    <a:p>
                      <a:pPr algn="ctr">
                        <a:lnSpc>
                          <a:spcPts val="1200"/>
                        </a:lnSpc>
                        <a:buNone/>
                      </a:pPr>
                      <a:r>
                        <a:rPr lang="en-US" sz="1800" kern="100" dirty="0">
                          <a:effectLst/>
                        </a:rPr>
                        <a:t>0</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1</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2</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3</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4</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5</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6</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7</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8</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9</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10</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11</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12</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200"/>
                        </a:lnSpc>
                        <a:buNone/>
                      </a:pPr>
                      <a:r>
                        <a:rPr lang="en-US" sz="1800" kern="100" dirty="0">
                          <a:effectLst/>
                        </a:rPr>
                        <a:t>13 </a:t>
                      </a:r>
                      <a:r>
                        <a:rPr lang="zh-CN" sz="1800" kern="100" dirty="0">
                          <a:effectLst/>
                        </a:rPr>
                        <a:t>…</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9023528"/>
                  </a:ext>
                </a:extLst>
              </a:tr>
              <a:tr h="394412">
                <a:tc>
                  <a:txBody>
                    <a:bodyPr/>
                    <a:lstStyle/>
                    <a:p>
                      <a:pPr algn="ctr">
                        <a:buNone/>
                      </a:pPr>
                      <a:r>
                        <a:rPr lang="en-US" sz="1800" kern="100" dirty="0">
                          <a:effectLst/>
                        </a:rPr>
                        <a:t> </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000" b="1" kern="100" dirty="0">
                          <a:effectLst/>
                        </a:rPr>
                        <a:t>1</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2</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3</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4</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5</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6</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7</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8</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9</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10</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11</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12</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1800" b="1" kern="100" dirty="0">
                          <a:effectLst/>
                        </a:rPr>
                        <a:t> </a:t>
                      </a:r>
                      <a:endParaRPr lang="zh-CN" sz="18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9425038"/>
                  </a:ext>
                </a:extLst>
              </a:tr>
            </a:tbl>
          </a:graphicData>
        </a:graphic>
      </p:graphicFrame>
      <p:graphicFrame>
        <p:nvGraphicFramePr>
          <p:cNvPr id="8" name="表格 7">
            <a:extLst>
              <a:ext uri="{FF2B5EF4-FFF2-40B4-BE49-F238E27FC236}">
                <a16:creationId xmlns:a16="http://schemas.microsoft.com/office/drawing/2014/main" id="{D650E640-1B43-2648-904E-71272483F92C}"/>
              </a:ext>
            </a:extLst>
          </p:cNvPr>
          <p:cNvGraphicFramePr>
            <a:graphicFrameLocks noGrp="1"/>
          </p:cNvGraphicFramePr>
          <p:nvPr>
            <p:extLst>
              <p:ext uri="{D42A27DB-BD31-4B8C-83A1-F6EECF244321}">
                <p14:modId xmlns:p14="http://schemas.microsoft.com/office/powerpoint/2010/main" val="1468172743"/>
              </p:ext>
            </p:extLst>
          </p:nvPr>
        </p:nvGraphicFramePr>
        <p:xfrm>
          <a:off x="2107774" y="5192796"/>
          <a:ext cx="6683492" cy="796528"/>
        </p:xfrm>
        <a:graphic>
          <a:graphicData uri="http://schemas.openxmlformats.org/drawingml/2006/table">
            <a:tbl>
              <a:tblPr>
                <a:tableStyleId>{5940675A-B579-460E-94D1-54222C63F5DA}</a:tableStyleId>
              </a:tblPr>
              <a:tblGrid>
                <a:gridCol w="407059">
                  <a:extLst>
                    <a:ext uri="{9D8B030D-6E8A-4147-A177-3AD203B41FA5}">
                      <a16:colId xmlns:a16="http://schemas.microsoft.com/office/drawing/2014/main" val="128026269"/>
                    </a:ext>
                  </a:extLst>
                </a:gridCol>
                <a:gridCol w="407059">
                  <a:extLst>
                    <a:ext uri="{9D8B030D-6E8A-4147-A177-3AD203B41FA5}">
                      <a16:colId xmlns:a16="http://schemas.microsoft.com/office/drawing/2014/main" val="3215015139"/>
                    </a:ext>
                  </a:extLst>
                </a:gridCol>
                <a:gridCol w="407969">
                  <a:extLst>
                    <a:ext uri="{9D8B030D-6E8A-4147-A177-3AD203B41FA5}">
                      <a16:colId xmlns:a16="http://schemas.microsoft.com/office/drawing/2014/main" val="3005564695"/>
                    </a:ext>
                  </a:extLst>
                </a:gridCol>
                <a:gridCol w="407059">
                  <a:extLst>
                    <a:ext uri="{9D8B030D-6E8A-4147-A177-3AD203B41FA5}">
                      <a16:colId xmlns:a16="http://schemas.microsoft.com/office/drawing/2014/main" val="3413870490"/>
                    </a:ext>
                  </a:extLst>
                </a:gridCol>
                <a:gridCol w="407969">
                  <a:extLst>
                    <a:ext uri="{9D8B030D-6E8A-4147-A177-3AD203B41FA5}">
                      <a16:colId xmlns:a16="http://schemas.microsoft.com/office/drawing/2014/main" val="3723221751"/>
                    </a:ext>
                  </a:extLst>
                </a:gridCol>
                <a:gridCol w="407059">
                  <a:extLst>
                    <a:ext uri="{9D8B030D-6E8A-4147-A177-3AD203B41FA5}">
                      <a16:colId xmlns:a16="http://schemas.microsoft.com/office/drawing/2014/main" val="1586142879"/>
                    </a:ext>
                  </a:extLst>
                </a:gridCol>
                <a:gridCol w="407969">
                  <a:extLst>
                    <a:ext uri="{9D8B030D-6E8A-4147-A177-3AD203B41FA5}">
                      <a16:colId xmlns:a16="http://schemas.microsoft.com/office/drawing/2014/main" val="591378898"/>
                    </a:ext>
                  </a:extLst>
                </a:gridCol>
                <a:gridCol w="407059">
                  <a:extLst>
                    <a:ext uri="{9D8B030D-6E8A-4147-A177-3AD203B41FA5}">
                      <a16:colId xmlns:a16="http://schemas.microsoft.com/office/drawing/2014/main" val="2686728592"/>
                    </a:ext>
                  </a:extLst>
                </a:gridCol>
                <a:gridCol w="407969">
                  <a:extLst>
                    <a:ext uri="{9D8B030D-6E8A-4147-A177-3AD203B41FA5}">
                      <a16:colId xmlns:a16="http://schemas.microsoft.com/office/drawing/2014/main" val="3518409515"/>
                    </a:ext>
                  </a:extLst>
                </a:gridCol>
                <a:gridCol w="407059">
                  <a:extLst>
                    <a:ext uri="{9D8B030D-6E8A-4147-A177-3AD203B41FA5}">
                      <a16:colId xmlns:a16="http://schemas.microsoft.com/office/drawing/2014/main" val="1268049520"/>
                    </a:ext>
                  </a:extLst>
                </a:gridCol>
                <a:gridCol w="407969">
                  <a:extLst>
                    <a:ext uri="{9D8B030D-6E8A-4147-A177-3AD203B41FA5}">
                      <a16:colId xmlns:a16="http://schemas.microsoft.com/office/drawing/2014/main" val="3072384404"/>
                    </a:ext>
                  </a:extLst>
                </a:gridCol>
                <a:gridCol w="407059">
                  <a:extLst>
                    <a:ext uri="{9D8B030D-6E8A-4147-A177-3AD203B41FA5}">
                      <a16:colId xmlns:a16="http://schemas.microsoft.com/office/drawing/2014/main" val="4135720928"/>
                    </a:ext>
                  </a:extLst>
                </a:gridCol>
                <a:gridCol w="1794234">
                  <a:extLst>
                    <a:ext uri="{9D8B030D-6E8A-4147-A177-3AD203B41FA5}">
                      <a16:colId xmlns:a16="http://schemas.microsoft.com/office/drawing/2014/main" val="1026595632"/>
                    </a:ext>
                  </a:extLst>
                </a:gridCol>
              </a:tblGrid>
              <a:tr h="398264">
                <a:tc>
                  <a:txBody>
                    <a:bodyPr/>
                    <a:lstStyle/>
                    <a:p>
                      <a:pPr algn="ctr">
                        <a:lnSpc>
                          <a:spcPts val="1200"/>
                        </a:lnSpc>
                        <a:buNone/>
                      </a:pPr>
                      <a:r>
                        <a:rPr lang="en-US" sz="1800" kern="100" dirty="0">
                          <a:effectLst/>
                        </a:rPr>
                        <a:t>0</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1</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2</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3</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4</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5</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6</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7</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8</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9</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10</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200"/>
                        </a:lnSpc>
                        <a:buNone/>
                      </a:pPr>
                      <a:r>
                        <a:rPr lang="en-US" sz="1800" kern="100" dirty="0">
                          <a:effectLst/>
                        </a:rPr>
                        <a:t>11</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200"/>
                        </a:lnSpc>
                        <a:buNone/>
                      </a:pPr>
                      <a:r>
                        <a:rPr lang="en-US" sz="1800" kern="100" dirty="0">
                          <a:effectLst/>
                        </a:rPr>
                        <a:t>12 </a:t>
                      </a:r>
                      <a:r>
                        <a:rPr lang="zh-CN" sz="1800" kern="100" dirty="0">
                          <a:effectLst/>
                        </a:rPr>
                        <a:t>…</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1205254"/>
                  </a:ext>
                </a:extLst>
              </a:tr>
              <a:tr h="398264">
                <a:tc>
                  <a:txBody>
                    <a:bodyPr/>
                    <a:lstStyle/>
                    <a:p>
                      <a:pPr algn="ctr">
                        <a:buNone/>
                      </a:pPr>
                      <a:r>
                        <a:rPr lang="en-US" sz="1800" kern="100" dirty="0">
                          <a:effectLst/>
                        </a:rPr>
                        <a:t> </a:t>
                      </a:r>
                      <a:endParaRPr lang="zh-CN" sz="1800"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000" b="1" kern="100" dirty="0">
                          <a:effectLst/>
                        </a:rPr>
                        <a:t>1</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2</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3</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4</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5</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0</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0</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0</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0</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6</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buNone/>
                      </a:pPr>
                      <a:r>
                        <a:rPr lang="en-US" sz="2000" b="1" kern="100" dirty="0">
                          <a:effectLst/>
                        </a:rPr>
                        <a:t>7</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a:buNone/>
                      </a:pPr>
                      <a:r>
                        <a:rPr lang="en-US" sz="2000" b="1" kern="100" dirty="0">
                          <a:effectLst/>
                        </a:rPr>
                        <a:t> </a:t>
                      </a:r>
                      <a:endParaRPr lang="zh-CN" sz="2000" b="1" kern="100" dirty="0">
                        <a:effectLst/>
                        <a:latin typeface="宋体" panose="02010600030101010101" pitchFamily="2" charset="-122"/>
                        <a:ea typeface="宋体" panose="02010600030101010101" pitchFamily="2" charset="-122"/>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596645"/>
                  </a:ext>
                </a:extLst>
              </a:tr>
            </a:tbl>
          </a:graphicData>
        </a:graphic>
      </p:graphicFrame>
      <p:sp>
        <p:nvSpPr>
          <p:cNvPr id="9" name="Rectangle 1">
            <a:extLst>
              <a:ext uri="{FF2B5EF4-FFF2-40B4-BE49-F238E27FC236}">
                <a16:creationId xmlns:a16="http://schemas.microsoft.com/office/drawing/2014/main" id="{78E3F625-C5FC-1389-24B7-40EB60B7A574}"/>
              </a:ext>
            </a:extLst>
          </p:cNvPr>
          <p:cNvSpPr>
            <a:spLocks noChangeArrowheads="1"/>
          </p:cNvSpPr>
          <p:nvPr/>
        </p:nvSpPr>
        <p:spPr bwMode="auto">
          <a:xfrm>
            <a:off x="511236" y="2143016"/>
            <a:ext cx="10956950"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ts val="600"/>
              </a:spcBef>
              <a:spcAft>
                <a:spcPct val="0"/>
              </a:spcAft>
              <a:buClrTx/>
              <a:buSzTx/>
              <a:buFontTx/>
              <a:buNone/>
              <a:tabLst/>
            </a:pPr>
            <a:r>
              <a:rPr kumimoji="0" lang="zh-CN" altLang="zh-CN" b="1" i="0" u="none" strike="noStrike" cap="none" normalizeH="0" baseline="0" dirty="0">
                <a:ln>
                  <a:noFill/>
                </a:ln>
                <a:solidFill>
                  <a:schemeClr val="tx1"/>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约定：</a:t>
            </a:r>
            <a:r>
              <a:rPr kumimoji="0" lang="zh-CN"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将完全二叉树上编号为</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i</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的节点元素存储在</a:t>
            </a:r>
            <a:r>
              <a:rPr kumimoji="0" lang="en-US" altLang="zh-CN" b="1" i="0"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elem</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中下标为</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i</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的分量中（</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0</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号单元空闲）。例如，图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6.6(a) </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所示为图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6.4(b) </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完全二叉树的顺序存储结构。</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对于一般二叉树，应将其每个节点与完全二叉树上的节点相对应，存储在一维数组的相应分量中，图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6.4(c) </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的二叉树的顺序存储结构如图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6.6(b) </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所示，图中以“</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0”</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表示不存在此节点。</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由此可见，这种顺序存储结构仅适用于完全二叉树。因为在最坏的情况下，一个深度为</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k</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且只有</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k</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个节点的单支树（树中不存在度为</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2</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的节点）却需要长度为</a:t>
            </a:r>
            <a:r>
              <a:rPr kumimoji="0" lang="en-US" altLang="zh-CN" b="1"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2</a:t>
            </a:r>
            <a:r>
              <a:rPr kumimoji="0" lang="en-US" altLang="zh-CN" b="1" i="1"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k</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的一维数组。</a:t>
            </a:r>
            <a:endParaRPr kumimoji="0" lang="zh-CN" altLang="en-US" b="0" i="0" u="none" strike="noStrike" cap="none" normalizeH="0" baseline="0" dirty="0">
              <a:ln>
                <a:noFill/>
              </a:ln>
              <a:solidFill>
                <a:schemeClr val="tx1"/>
              </a:solidFill>
              <a:effectLst/>
              <a:latin typeface="+mn-lt"/>
            </a:endParaRPr>
          </a:p>
          <a:p>
            <a:pPr marL="0" marR="0" lvl="0" indent="266700" algn="just" defTabSz="914400" rtl="0" eaLnBrk="0" fontAlgn="base" latinLnBrk="0" hangingPunct="0">
              <a:lnSpc>
                <a:spcPct val="10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在</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6.4</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节完全二叉树的顺序存储结构将用于实现称为</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的抽象数据类型。</a:t>
            </a:r>
            <a:endParaRPr kumimoji="0" lang="zh-CN" altLang="en-US" b="0" i="0" u="none" strike="noStrike" cap="none" normalizeH="0" baseline="0" dirty="0">
              <a:ln>
                <a:noFill/>
              </a:ln>
              <a:solidFill>
                <a:schemeClr val="tx1"/>
              </a:solidFill>
              <a:effectLst/>
              <a:latin typeface="+mn-lt"/>
            </a:endParaRPr>
          </a:p>
        </p:txBody>
      </p:sp>
      <p:sp>
        <p:nvSpPr>
          <p:cNvPr id="11" name="文本框 10">
            <a:extLst>
              <a:ext uri="{FF2B5EF4-FFF2-40B4-BE49-F238E27FC236}">
                <a16:creationId xmlns:a16="http://schemas.microsoft.com/office/drawing/2014/main" id="{D42C0CD2-58C6-FA48-185F-6460C2D28CD7}"/>
              </a:ext>
            </a:extLst>
          </p:cNvPr>
          <p:cNvSpPr txBox="1"/>
          <p:nvPr/>
        </p:nvSpPr>
        <p:spPr>
          <a:xfrm>
            <a:off x="3555937" y="6098939"/>
            <a:ext cx="3329772" cy="338554"/>
          </a:xfrm>
          <a:prstGeom prst="rect">
            <a:avLst/>
          </a:prstGeom>
          <a:noFill/>
        </p:spPr>
        <p:txBody>
          <a:bodyPr wrap="square">
            <a:spAutoFit/>
          </a:bodyPr>
          <a:lstStyle/>
          <a:p>
            <a:pPr marL="0" marR="0" lvl="0" indent="26670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6.6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二叉树的顺序存储结构</a:t>
            </a:r>
            <a:endParaRPr kumimoji="0" lang="zh-CN" altLang="en-US" sz="1600" b="0" i="0" u="none" strike="noStrike" cap="none" normalizeH="0" baseline="0" dirty="0">
              <a:ln>
                <a:noFill/>
              </a:ln>
              <a:solidFill>
                <a:schemeClr val="tx1"/>
              </a:solidFill>
              <a:effectLst/>
            </a:endParaRPr>
          </a:p>
        </p:txBody>
      </p:sp>
      <p:sp>
        <p:nvSpPr>
          <p:cNvPr id="13" name="文本框 12">
            <a:extLst>
              <a:ext uri="{FF2B5EF4-FFF2-40B4-BE49-F238E27FC236}">
                <a16:creationId xmlns:a16="http://schemas.microsoft.com/office/drawing/2014/main" id="{9D5FDEC0-03D4-49AE-CCFB-8A14B1E22EE9}"/>
              </a:ext>
            </a:extLst>
          </p:cNvPr>
          <p:cNvSpPr txBox="1"/>
          <p:nvPr/>
        </p:nvSpPr>
        <p:spPr>
          <a:xfrm>
            <a:off x="8929688" y="4759213"/>
            <a:ext cx="1643062" cy="369332"/>
          </a:xfrm>
          <a:prstGeom prst="rect">
            <a:avLst/>
          </a:prstGeom>
          <a:noFill/>
        </p:spPr>
        <p:txBody>
          <a:bodyPr wrap="square">
            <a:spAutoFit/>
          </a:bodyPr>
          <a:lstStyle/>
          <a:p>
            <a:r>
              <a:rPr kumimoji="0" lang="en-US" altLang="zh-CN" sz="18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完全二叉树</a:t>
            </a:r>
            <a:endParaRPr lang="zh-CN" altLang="en-US" dirty="0"/>
          </a:p>
        </p:txBody>
      </p:sp>
      <p:sp>
        <p:nvSpPr>
          <p:cNvPr id="15" name="文本框 14">
            <a:extLst>
              <a:ext uri="{FF2B5EF4-FFF2-40B4-BE49-F238E27FC236}">
                <a16:creationId xmlns:a16="http://schemas.microsoft.com/office/drawing/2014/main" id="{5F9B279B-37A0-87FB-8091-947FA7D540D5}"/>
              </a:ext>
            </a:extLst>
          </p:cNvPr>
          <p:cNvSpPr txBox="1"/>
          <p:nvPr/>
        </p:nvSpPr>
        <p:spPr>
          <a:xfrm>
            <a:off x="8953523" y="5591060"/>
            <a:ext cx="1780286" cy="369332"/>
          </a:xfrm>
          <a:prstGeom prst="rect">
            <a:avLst/>
          </a:prstGeom>
          <a:noFill/>
        </p:spPr>
        <p:txBody>
          <a:bodyPr wrap="square">
            <a:spAutoFit/>
          </a:bodyPr>
          <a:lstStyle/>
          <a:p>
            <a:r>
              <a:rPr kumimoji="0" lang="en-US" altLang="zh-CN" sz="18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一般二叉树</a:t>
            </a:r>
            <a:endParaRPr lang="zh-CN" altLang="en-US" dirty="0"/>
          </a:p>
        </p:txBody>
      </p:sp>
    </p:spTree>
    <p:extLst>
      <p:ext uri="{BB962C8B-B14F-4D97-AF65-F5344CB8AC3E}">
        <p14:creationId xmlns:p14="http://schemas.microsoft.com/office/powerpoint/2010/main" val="334209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anim calcmode="lin" valueType="num">
                                      <p:cBhvr>
                                        <p:cTn id="40" dur="1000" fill="hold"/>
                                        <p:tgtEl>
                                          <p:spTgt spid="15"/>
                                        </p:tgtEl>
                                        <p:attrNameLst>
                                          <p:attrName>ppt_x</p:attrName>
                                        </p:attrNameLst>
                                      </p:cBhvr>
                                      <p:tavLst>
                                        <p:tav tm="0">
                                          <p:val>
                                            <p:strVal val="#ppt_x"/>
                                          </p:val>
                                        </p:tav>
                                        <p:tav tm="100000">
                                          <p:val>
                                            <p:strVal val="#ppt_x"/>
                                          </p:val>
                                        </p:tav>
                                      </p:tavLst>
                                    </p:anim>
                                    <p:anim calcmode="lin" valueType="num">
                                      <p:cBhvr>
                                        <p:cTn id="4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9">
                                            <p:txEl>
                                              <p:pRg st="2" end="2"/>
                                            </p:txEl>
                                          </p:spTgt>
                                        </p:tgtEl>
                                        <p:attrNameLst>
                                          <p:attrName>style.visibility</p:attrName>
                                        </p:attrNameLst>
                                      </p:cBhvr>
                                      <p:to>
                                        <p:strVal val="visible"/>
                                      </p:to>
                                    </p:set>
                                    <p:animEffect transition="in" filter="fade">
                                      <p:cBhvr>
                                        <p:cTn id="46" dur="1000"/>
                                        <p:tgtEl>
                                          <p:spTgt spid="9">
                                            <p:txEl>
                                              <p:pRg st="2" end="2"/>
                                            </p:txEl>
                                          </p:spTgt>
                                        </p:tgtEl>
                                      </p:cBhvr>
                                    </p:animEffect>
                                    <p:anim calcmode="lin" valueType="num">
                                      <p:cBhvr>
                                        <p:cTn id="47"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48"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9">
                                            <p:txEl>
                                              <p:pRg st="3" end="3"/>
                                            </p:txEl>
                                          </p:spTgt>
                                        </p:tgtEl>
                                        <p:attrNameLst>
                                          <p:attrName>style.visibility</p:attrName>
                                        </p:attrNameLst>
                                      </p:cBhvr>
                                      <p:to>
                                        <p:strVal val="visible"/>
                                      </p:to>
                                    </p:set>
                                    <p:animEffect transition="in" filter="fade">
                                      <p:cBhvr>
                                        <p:cTn id="53" dur="1000"/>
                                        <p:tgtEl>
                                          <p:spTgt spid="9">
                                            <p:txEl>
                                              <p:pRg st="3" end="3"/>
                                            </p:txEl>
                                          </p:spTgt>
                                        </p:tgtEl>
                                      </p:cBhvr>
                                    </p:animEffect>
                                    <p:anim calcmode="lin" valueType="num">
                                      <p:cBhvr>
                                        <p:cTn id="54"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55"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1" grpId="0"/>
      <p:bldP spid="13"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文本框 55">
            <a:extLst>
              <a:ext uri="{FF2B5EF4-FFF2-40B4-BE49-F238E27FC236}">
                <a16:creationId xmlns:a16="http://schemas.microsoft.com/office/drawing/2014/main" id="{2C879EFC-5FEB-490E-B8CB-2FA37E6320CA}"/>
              </a:ext>
            </a:extLst>
          </p:cNvPr>
          <p:cNvSpPr txBox="1"/>
          <p:nvPr/>
        </p:nvSpPr>
        <p:spPr>
          <a:xfrm>
            <a:off x="5018904" y="1637540"/>
            <a:ext cx="1458641"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T1</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elem</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58" name="文本框 57">
            <a:extLst>
              <a:ext uri="{FF2B5EF4-FFF2-40B4-BE49-F238E27FC236}">
                <a16:creationId xmlns:a16="http://schemas.microsoft.com/office/drawing/2014/main" id="{00FFF910-9008-4837-A7D0-8085D22CB168}"/>
              </a:ext>
            </a:extLst>
          </p:cNvPr>
          <p:cNvSpPr txBox="1"/>
          <p:nvPr/>
        </p:nvSpPr>
        <p:spPr>
          <a:xfrm>
            <a:off x="5866544" y="3431440"/>
            <a:ext cx="44024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完全二叉树 </a:t>
            </a:r>
            <a:r>
              <a:rPr kumimoji="0" lang="en-US" altLang="zh-CN"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t1 </a:t>
            </a:r>
            <a:r>
              <a:rPr kumimoji="0" lang="zh-CN" altLang="en-US"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的顺序存储结构</a:t>
            </a:r>
          </a:p>
        </p:txBody>
      </p:sp>
      <p:sp>
        <p:nvSpPr>
          <p:cNvPr id="108" name="文本框 107">
            <a:extLst>
              <a:ext uri="{FF2B5EF4-FFF2-40B4-BE49-F238E27FC236}">
                <a16:creationId xmlns:a16="http://schemas.microsoft.com/office/drawing/2014/main" id="{DE1AC37B-A7C0-44B5-87F2-C0476BEE4D07}"/>
              </a:ext>
            </a:extLst>
          </p:cNvPr>
          <p:cNvSpPr txBox="1"/>
          <p:nvPr/>
        </p:nvSpPr>
        <p:spPr>
          <a:xfrm>
            <a:off x="5954610" y="6138851"/>
            <a:ext cx="341632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非完全二叉树</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t2</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的顺序存储结构</a:t>
            </a:r>
          </a:p>
        </p:txBody>
      </p:sp>
      <p:sp>
        <p:nvSpPr>
          <p:cNvPr id="109" name="文本框 108">
            <a:extLst>
              <a:ext uri="{FF2B5EF4-FFF2-40B4-BE49-F238E27FC236}">
                <a16:creationId xmlns:a16="http://schemas.microsoft.com/office/drawing/2014/main" id="{827BD6F1-D7D2-4DCD-B1E6-7436F64BD8CC}"/>
              </a:ext>
            </a:extLst>
          </p:cNvPr>
          <p:cNvSpPr txBox="1"/>
          <p:nvPr/>
        </p:nvSpPr>
        <p:spPr>
          <a:xfrm>
            <a:off x="802371" y="899135"/>
            <a:ext cx="547236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70C0"/>
                </a:solidFill>
                <a:effectLst/>
                <a:uLnTx/>
                <a:uFillTx/>
                <a:latin typeface="等线" panose="020F0502020204030204"/>
                <a:ea typeface="等线" panose="02010600030101010101" pitchFamily="2" charset="-122"/>
                <a:cs typeface="+mn-cs"/>
              </a:rPr>
              <a:t>对图</a:t>
            </a:r>
            <a:r>
              <a:rPr kumimoji="0" lang="en-US" altLang="zh-CN" sz="2000" b="1" i="0" u="none" strike="noStrike" kern="1200" cap="none" spc="0" normalizeH="0" baseline="0" noProof="0" dirty="0">
                <a:ln>
                  <a:noFill/>
                </a:ln>
                <a:solidFill>
                  <a:srgbClr val="0070C0"/>
                </a:solidFill>
                <a:effectLst/>
                <a:uLnTx/>
                <a:uFillTx/>
                <a:latin typeface="等线" panose="020F0502020204030204"/>
                <a:ea typeface="等线" panose="02010600030101010101" pitchFamily="2" charset="-122"/>
                <a:cs typeface="+mn-cs"/>
              </a:rPr>
              <a:t>6.6 </a:t>
            </a:r>
            <a:r>
              <a:rPr kumimoji="0" lang="zh-CN" altLang="en-US" sz="2000" b="1" i="0" u="none" strike="noStrike" kern="1200" cap="none" spc="0" normalizeH="0" baseline="0" noProof="0" dirty="0">
                <a:ln>
                  <a:noFill/>
                </a:ln>
                <a:solidFill>
                  <a:srgbClr val="0070C0"/>
                </a:solidFill>
                <a:effectLst/>
                <a:uLnTx/>
                <a:uFillTx/>
                <a:latin typeface="等线" panose="020F0502020204030204"/>
                <a:ea typeface="等线" panose="02010600030101010101" pitchFamily="2" charset="-122"/>
                <a:cs typeface="+mn-cs"/>
              </a:rPr>
              <a:t>二叉树的顺序存储结构的解释和演示</a:t>
            </a:r>
          </a:p>
        </p:txBody>
      </p:sp>
      <p:sp>
        <p:nvSpPr>
          <p:cNvPr id="110" name="文本框 109">
            <a:extLst>
              <a:ext uri="{FF2B5EF4-FFF2-40B4-BE49-F238E27FC236}">
                <a16:creationId xmlns:a16="http://schemas.microsoft.com/office/drawing/2014/main" id="{EA017088-D245-4BB5-B499-8C115C94FB8D}"/>
              </a:ext>
            </a:extLst>
          </p:cNvPr>
          <p:cNvSpPr txBox="1"/>
          <p:nvPr/>
        </p:nvSpPr>
        <p:spPr>
          <a:xfrm>
            <a:off x="1772232" y="3493676"/>
            <a:ext cx="25130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 </a:t>
            </a:r>
            <a:r>
              <a:rPr kumimoji="0" lang="zh-CN" altLang="en-US"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完全二叉树 </a:t>
            </a:r>
            <a:r>
              <a:rPr kumimoji="0" lang="en-US" altLang="zh-CN"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t1</a:t>
            </a:r>
            <a:endParaRPr kumimoji="0" lang="zh-CN" altLang="en-US"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189" name="文本框 188">
            <a:extLst>
              <a:ext uri="{FF2B5EF4-FFF2-40B4-BE49-F238E27FC236}">
                <a16:creationId xmlns:a16="http://schemas.microsoft.com/office/drawing/2014/main" id="{DBE97DB2-769F-4DE3-977F-3CFC94A2FFA9}"/>
              </a:ext>
            </a:extLst>
          </p:cNvPr>
          <p:cNvSpPr txBox="1"/>
          <p:nvPr/>
        </p:nvSpPr>
        <p:spPr>
          <a:xfrm>
            <a:off x="1721912" y="6138851"/>
            <a:ext cx="229633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(b) </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非完全二叉树</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t2</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grpSp>
        <p:nvGrpSpPr>
          <p:cNvPr id="234" name="组合 233">
            <a:extLst>
              <a:ext uri="{FF2B5EF4-FFF2-40B4-BE49-F238E27FC236}">
                <a16:creationId xmlns:a16="http://schemas.microsoft.com/office/drawing/2014/main" id="{6285DC20-D128-5F0B-5C8D-B18CE49B464B}"/>
              </a:ext>
            </a:extLst>
          </p:cNvPr>
          <p:cNvGrpSpPr/>
          <p:nvPr/>
        </p:nvGrpSpPr>
        <p:grpSpPr>
          <a:xfrm>
            <a:off x="6520072" y="1363915"/>
            <a:ext cx="4402427" cy="690762"/>
            <a:chOff x="6772529" y="209100"/>
            <a:chExt cx="4402427" cy="690762"/>
          </a:xfrm>
        </p:grpSpPr>
        <p:sp>
          <p:nvSpPr>
            <p:cNvPr id="31" name="文本框 30">
              <a:extLst>
                <a:ext uri="{FF2B5EF4-FFF2-40B4-BE49-F238E27FC236}">
                  <a16:creationId xmlns:a16="http://schemas.microsoft.com/office/drawing/2014/main" id="{3FCC2A34-9079-42AD-9160-A48227CD5BFF}"/>
                </a:ext>
              </a:extLst>
            </p:cNvPr>
            <p:cNvSpPr txBox="1"/>
            <p:nvPr/>
          </p:nvSpPr>
          <p:spPr>
            <a:xfrm>
              <a:off x="7106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00796EC8-E3E1-49BD-A868-F5F13621A3D9}"/>
                </a:ext>
              </a:extLst>
            </p:cNvPr>
            <p:cNvSpPr txBox="1"/>
            <p:nvPr/>
          </p:nvSpPr>
          <p:spPr>
            <a:xfrm>
              <a:off x="6777424" y="503860"/>
              <a:ext cx="324000" cy="396000"/>
            </a:xfrm>
            <a:prstGeom prst="rect">
              <a:avLst/>
            </a:prstGeom>
            <a:solidFill>
              <a:schemeClr val="accent4">
                <a:lumMod val="20000"/>
                <a:lumOff val="80000"/>
              </a:schemeClr>
            </a:solidFill>
            <a:ln>
              <a:solidFill>
                <a:schemeClr val="tx1"/>
              </a:solidFill>
              <a:prstDash val="dash"/>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B4FAF8A4-41B6-E88B-F6B2-C91A69F448E2}"/>
                </a:ext>
              </a:extLst>
            </p:cNvPr>
            <p:cNvSpPr txBox="1"/>
            <p:nvPr/>
          </p:nvSpPr>
          <p:spPr>
            <a:xfrm>
              <a:off x="7430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 name="文本框 2">
              <a:extLst>
                <a:ext uri="{FF2B5EF4-FFF2-40B4-BE49-F238E27FC236}">
                  <a16:creationId xmlns:a16="http://schemas.microsoft.com/office/drawing/2014/main" id="{62DBD1FE-7C86-8F85-44AB-E5ACE2C10104}"/>
                </a:ext>
              </a:extLst>
            </p:cNvPr>
            <p:cNvSpPr txBox="1"/>
            <p:nvPr/>
          </p:nvSpPr>
          <p:spPr>
            <a:xfrm>
              <a:off x="7754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4" name="文本框 223">
              <a:extLst>
                <a:ext uri="{FF2B5EF4-FFF2-40B4-BE49-F238E27FC236}">
                  <a16:creationId xmlns:a16="http://schemas.microsoft.com/office/drawing/2014/main" id="{A142E8BF-E2D1-D6BF-A47C-71410485A6D6}"/>
                </a:ext>
              </a:extLst>
            </p:cNvPr>
            <p:cNvSpPr txBox="1"/>
            <p:nvPr/>
          </p:nvSpPr>
          <p:spPr>
            <a:xfrm>
              <a:off x="8078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5" name="文本框 224">
              <a:extLst>
                <a:ext uri="{FF2B5EF4-FFF2-40B4-BE49-F238E27FC236}">
                  <a16:creationId xmlns:a16="http://schemas.microsoft.com/office/drawing/2014/main" id="{B31FF6B7-1D40-CCF3-414C-EDB098D3ACD1}"/>
                </a:ext>
              </a:extLst>
            </p:cNvPr>
            <p:cNvSpPr txBox="1"/>
            <p:nvPr/>
          </p:nvSpPr>
          <p:spPr>
            <a:xfrm>
              <a:off x="8402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6" name="文本框 225">
              <a:extLst>
                <a:ext uri="{FF2B5EF4-FFF2-40B4-BE49-F238E27FC236}">
                  <a16:creationId xmlns:a16="http://schemas.microsoft.com/office/drawing/2014/main" id="{68FF1228-1532-559F-9B3E-65AA9310FD8A}"/>
                </a:ext>
              </a:extLst>
            </p:cNvPr>
            <p:cNvSpPr txBox="1"/>
            <p:nvPr/>
          </p:nvSpPr>
          <p:spPr>
            <a:xfrm>
              <a:off x="8726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7" name="文本框 226">
              <a:extLst>
                <a:ext uri="{FF2B5EF4-FFF2-40B4-BE49-F238E27FC236}">
                  <a16:creationId xmlns:a16="http://schemas.microsoft.com/office/drawing/2014/main" id="{8CF51C02-D299-9AAE-0AAE-F6B723ED98EC}"/>
                </a:ext>
              </a:extLst>
            </p:cNvPr>
            <p:cNvSpPr txBox="1"/>
            <p:nvPr/>
          </p:nvSpPr>
          <p:spPr>
            <a:xfrm>
              <a:off x="9050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8" name="文本框 227">
              <a:extLst>
                <a:ext uri="{FF2B5EF4-FFF2-40B4-BE49-F238E27FC236}">
                  <a16:creationId xmlns:a16="http://schemas.microsoft.com/office/drawing/2014/main" id="{D8F1648D-7359-BAC5-7240-D38A4D403CEC}"/>
                </a:ext>
              </a:extLst>
            </p:cNvPr>
            <p:cNvSpPr txBox="1"/>
            <p:nvPr/>
          </p:nvSpPr>
          <p:spPr>
            <a:xfrm>
              <a:off x="9374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9" name="文本框 30">
              <a:extLst>
                <a:ext uri="{FF2B5EF4-FFF2-40B4-BE49-F238E27FC236}">
                  <a16:creationId xmlns:a16="http://schemas.microsoft.com/office/drawing/2014/main" id="{3FCC2A34-9079-42AD-9160-A48227CD5BFF}"/>
                </a:ext>
              </a:extLst>
            </p:cNvPr>
            <p:cNvSpPr txBox="1"/>
            <p:nvPr/>
          </p:nvSpPr>
          <p:spPr>
            <a:xfrm>
              <a:off x="9699891"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0" name="文本框 1">
              <a:extLst>
                <a:ext uri="{FF2B5EF4-FFF2-40B4-BE49-F238E27FC236}">
                  <a16:creationId xmlns:a16="http://schemas.microsoft.com/office/drawing/2014/main" id="{B4FAF8A4-41B6-E88B-F6B2-C91A69F448E2}"/>
                </a:ext>
              </a:extLst>
            </p:cNvPr>
            <p:cNvSpPr txBox="1"/>
            <p:nvPr/>
          </p:nvSpPr>
          <p:spPr>
            <a:xfrm>
              <a:off x="10023891"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3" name="文本框 232">
              <a:extLst>
                <a:ext uri="{FF2B5EF4-FFF2-40B4-BE49-F238E27FC236}">
                  <a16:creationId xmlns:a16="http://schemas.microsoft.com/office/drawing/2014/main" id="{AA274DAF-1E45-0042-8308-DCA3BB09A753}"/>
                </a:ext>
              </a:extLst>
            </p:cNvPr>
            <p:cNvSpPr txBox="1"/>
            <p:nvPr/>
          </p:nvSpPr>
          <p:spPr>
            <a:xfrm>
              <a:off x="6772529" y="209100"/>
              <a:ext cx="4402427" cy="287836"/>
            </a:xfrm>
            <a:prstGeom prst="rect">
              <a:avLst/>
            </a:prstGeom>
            <a:noFill/>
          </p:spPr>
          <p:txBody>
            <a:bodyPr wrap="square" bIns="0" rtlCol="0" anchor="b">
              <a:spAutoFit/>
            </a:bodyPr>
            <a:lstStyle/>
            <a:p>
              <a:pPr>
                <a:lnSpc>
                  <a:spcPts val="1800"/>
                </a:lnSpc>
              </a:pPr>
              <a:r>
                <a:rPr lang="en-US" altLang="zh-CN" sz="1000" b="1" dirty="0">
                  <a:solidFill>
                    <a:srgbClr val="0070C0"/>
                  </a:solidFill>
                </a:rPr>
                <a:t> </a:t>
              </a:r>
              <a:r>
                <a:rPr lang="en-US" altLang="zh-CN" b="1" dirty="0">
                  <a:solidFill>
                    <a:srgbClr val="0070C0"/>
                  </a:solidFill>
                </a:rPr>
                <a:t>0</a:t>
              </a:r>
              <a:r>
                <a:rPr lang="en-US" altLang="zh-CN" sz="2000" b="1" dirty="0">
                  <a:solidFill>
                    <a:srgbClr val="0070C0"/>
                  </a:solidFill>
                </a:rPr>
                <a:t>   </a:t>
              </a:r>
              <a:r>
                <a:rPr lang="en-US" altLang="zh-CN" sz="1000" b="1" dirty="0">
                  <a:solidFill>
                    <a:srgbClr val="0070C0"/>
                  </a:solidFill>
                </a:rPr>
                <a:t> </a:t>
              </a:r>
              <a:r>
                <a:rPr lang="en-US" altLang="zh-CN" b="1" dirty="0">
                  <a:solidFill>
                    <a:srgbClr val="0070C0"/>
                  </a:solidFill>
                </a:rPr>
                <a:t>1</a:t>
              </a:r>
              <a:r>
                <a:rPr lang="en-US" altLang="zh-CN" sz="2000" b="1" dirty="0">
                  <a:solidFill>
                    <a:srgbClr val="0070C0"/>
                  </a:solidFill>
                </a:rPr>
                <a:t>  </a:t>
              </a:r>
              <a:r>
                <a:rPr lang="en-US" altLang="zh-CN" sz="1600" b="1" dirty="0">
                  <a:solidFill>
                    <a:srgbClr val="0070C0"/>
                  </a:solidFill>
                </a:rPr>
                <a:t> </a:t>
              </a:r>
              <a:r>
                <a:rPr lang="en-US" altLang="zh-CN" sz="1000" b="1" dirty="0">
                  <a:solidFill>
                    <a:srgbClr val="0070C0"/>
                  </a:solidFill>
                </a:rPr>
                <a:t> </a:t>
              </a:r>
              <a:r>
                <a:rPr lang="en-US" altLang="zh-CN" b="1" dirty="0">
                  <a:solidFill>
                    <a:srgbClr val="0070C0"/>
                  </a:solidFill>
                </a:rPr>
                <a:t>2</a:t>
              </a:r>
              <a:r>
                <a:rPr lang="en-US" altLang="zh-CN" sz="2000" b="1" dirty="0">
                  <a:solidFill>
                    <a:srgbClr val="0070C0"/>
                  </a:solidFill>
                </a:rPr>
                <a:t>  </a:t>
              </a:r>
              <a:r>
                <a:rPr lang="en-US" altLang="zh-CN" b="1" dirty="0">
                  <a:solidFill>
                    <a:srgbClr val="0070C0"/>
                  </a:solidFill>
                </a:rPr>
                <a:t> </a:t>
              </a:r>
              <a:r>
                <a:rPr lang="en-US" altLang="zh-CN" sz="900" b="1" dirty="0">
                  <a:solidFill>
                    <a:srgbClr val="0070C0"/>
                  </a:solidFill>
                </a:rPr>
                <a:t> </a:t>
              </a:r>
              <a:r>
                <a:rPr lang="en-US" altLang="zh-CN" b="1" dirty="0">
                  <a:solidFill>
                    <a:srgbClr val="0070C0"/>
                  </a:solidFill>
                </a:rPr>
                <a:t>3</a:t>
              </a:r>
              <a:r>
                <a:rPr lang="en-US" altLang="zh-CN" sz="2000" b="1" dirty="0">
                  <a:solidFill>
                    <a:srgbClr val="0070C0"/>
                  </a:solidFill>
                </a:rPr>
                <a:t>  </a:t>
              </a:r>
              <a:r>
                <a:rPr lang="en-US" altLang="zh-CN" b="1" dirty="0">
                  <a:solidFill>
                    <a:srgbClr val="0070C0"/>
                  </a:solidFill>
                </a:rPr>
                <a:t> 4</a:t>
              </a:r>
              <a:r>
                <a:rPr lang="en-US" altLang="zh-CN" sz="2000" b="1" dirty="0">
                  <a:solidFill>
                    <a:srgbClr val="0070C0"/>
                  </a:solidFill>
                </a:rPr>
                <a:t>  </a:t>
              </a:r>
              <a:r>
                <a:rPr lang="en-US" altLang="zh-CN" b="1" dirty="0">
                  <a:solidFill>
                    <a:srgbClr val="0070C0"/>
                  </a:solidFill>
                </a:rPr>
                <a:t> </a:t>
              </a:r>
              <a:r>
                <a:rPr lang="en-US" altLang="zh-CN" sz="900" b="1" dirty="0">
                  <a:solidFill>
                    <a:srgbClr val="0070C0"/>
                  </a:solidFill>
                </a:rPr>
                <a:t> </a:t>
              </a:r>
              <a:r>
                <a:rPr lang="en-US" altLang="zh-CN" b="1" dirty="0">
                  <a:solidFill>
                    <a:srgbClr val="0070C0"/>
                  </a:solidFill>
                </a:rPr>
                <a:t>5</a:t>
              </a:r>
              <a:r>
                <a:rPr lang="en-US" altLang="zh-CN" sz="2000" b="1" dirty="0">
                  <a:solidFill>
                    <a:srgbClr val="0070C0"/>
                  </a:solidFill>
                </a:rPr>
                <a:t>  </a:t>
              </a:r>
              <a:r>
                <a:rPr lang="en-US" altLang="zh-CN" b="1" dirty="0">
                  <a:solidFill>
                    <a:srgbClr val="0070C0"/>
                  </a:solidFill>
                </a:rPr>
                <a:t> </a:t>
              </a:r>
              <a:r>
                <a:rPr lang="en-US" altLang="zh-CN" sz="900" b="1" dirty="0">
                  <a:solidFill>
                    <a:srgbClr val="0070C0"/>
                  </a:solidFill>
                </a:rPr>
                <a:t> </a:t>
              </a:r>
              <a:r>
                <a:rPr lang="en-US" altLang="zh-CN" b="1" dirty="0">
                  <a:solidFill>
                    <a:srgbClr val="0070C0"/>
                  </a:solidFill>
                </a:rPr>
                <a:t>6</a:t>
              </a:r>
              <a:r>
                <a:rPr lang="en-US" altLang="zh-CN" sz="2000" b="1" dirty="0">
                  <a:solidFill>
                    <a:srgbClr val="0070C0"/>
                  </a:solidFill>
                </a:rPr>
                <a:t>  </a:t>
              </a:r>
              <a:r>
                <a:rPr lang="en-US" altLang="zh-CN" b="1" dirty="0">
                  <a:solidFill>
                    <a:srgbClr val="0070C0"/>
                  </a:solidFill>
                </a:rPr>
                <a:t> 7</a:t>
              </a:r>
              <a:r>
                <a:rPr lang="en-US" altLang="zh-CN" sz="2000" b="1" dirty="0">
                  <a:solidFill>
                    <a:srgbClr val="0070C0"/>
                  </a:solidFill>
                </a:rPr>
                <a:t>  </a:t>
              </a:r>
              <a:r>
                <a:rPr lang="en-US" altLang="zh-CN" b="1" dirty="0">
                  <a:solidFill>
                    <a:srgbClr val="0070C0"/>
                  </a:solidFill>
                </a:rPr>
                <a:t>  8</a:t>
              </a:r>
              <a:r>
                <a:rPr lang="en-US" altLang="zh-CN" sz="2000" b="1" dirty="0">
                  <a:solidFill>
                    <a:srgbClr val="0070C0"/>
                  </a:solidFill>
                </a:rPr>
                <a:t>  </a:t>
              </a:r>
              <a:r>
                <a:rPr lang="en-US" altLang="zh-CN" b="1" dirty="0">
                  <a:solidFill>
                    <a:srgbClr val="0070C0"/>
                  </a:solidFill>
                </a:rPr>
                <a:t> </a:t>
              </a:r>
              <a:r>
                <a:rPr lang="en-US" altLang="zh-CN" sz="900" b="1" dirty="0">
                  <a:solidFill>
                    <a:srgbClr val="0070C0"/>
                  </a:solidFill>
                </a:rPr>
                <a:t> </a:t>
              </a:r>
              <a:r>
                <a:rPr lang="en-US" altLang="zh-CN" b="1" dirty="0">
                  <a:solidFill>
                    <a:srgbClr val="0070C0"/>
                  </a:solidFill>
                </a:rPr>
                <a:t>9  10</a:t>
              </a:r>
              <a:endParaRPr lang="zh-CN" altLang="en-US" b="1" dirty="0">
                <a:solidFill>
                  <a:srgbClr val="0070C0"/>
                </a:solidFill>
              </a:endParaRPr>
            </a:p>
          </p:txBody>
        </p:sp>
      </p:grpSp>
      <p:sp>
        <p:nvSpPr>
          <p:cNvPr id="235" name="文本框 30">
            <a:extLst>
              <a:ext uri="{FF2B5EF4-FFF2-40B4-BE49-F238E27FC236}">
                <a16:creationId xmlns:a16="http://schemas.microsoft.com/office/drawing/2014/main" id="{3FCC2A34-9079-42AD-9160-A48227CD5BFF}"/>
              </a:ext>
            </a:extLst>
          </p:cNvPr>
          <p:cNvSpPr txBox="1"/>
          <p:nvPr/>
        </p:nvSpPr>
        <p:spPr>
          <a:xfrm>
            <a:off x="6852770" y="166255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6" name="文本框 1">
            <a:extLst>
              <a:ext uri="{FF2B5EF4-FFF2-40B4-BE49-F238E27FC236}">
                <a16:creationId xmlns:a16="http://schemas.microsoft.com/office/drawing/2014/main" id="{B4FAF8A4-41B6-E88B-F6B2-C91A69F448E2}"/>
              </a:ext>
            </a:extLst>
          </p:cNvPr>
          <p:cNvSpPr txBox="1"/>
          <p:nvPr/>
        </p:nvSpPr>
        <p:spPr>
          <a:xfrm>
            <a:off x="7176770" y="166255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7" name="文本框 2">
            <a:extLst>
              <a:ext uri="{FF2B5EF4-FFF2-40B4-BE49-F238E27FC236}">
                <a16:creationId xmlns:a16="http://schemas.microsoft.com/office/drawing/2014/main" id="{62DBD1FE-7C86-8F85-44AB-E5ACE2C10104}"/>
              </a:ext>
            </a:extLst>
          </p:cNvPr>
          <p:cNvSpPr txBox="1"/>
          <p:nvPr/>
        </p:nvSpPr>
        <p:spPr>
          <a:xfrm>
            <a:off x="7500770" y="166255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8" name="文本框 223">
            <a:extLst>
              <a:ext uri="{FF2B5EF4-FFF2-40B4-BE49-F238E27FC236}">
                <a16:creationId xmlns:a16="http://schemas.microsoft.com/office/drawing/2014/main" id="{A142E8BF-E2D1-D6BF-A47C-71410485A6D6}"/>
              </a:ext>
            </a:extLst>
          </p:cNvPr>
          <p:cNvSpPr txBox="1"/>
          <p:nvPr/>
        </p:nvSpPr>
        <p:spPr>
          <a:xfrm>
            <a:off x="7824770" y="166255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9" name="文本框 224">
            <a:extLst>
              <a:ext uri="{FF2B5EF4-FFF2-40B4-BE49-F238E27FC236}">
                <a16:creationId xmlns:a16="http://schemas.microsoft.com/office/drawing/2014/main" id="{B31FF6B7-1D40-CCF3-414C-EDB098D3ACD1}"/>
              </a:ext>
            </a:extLst>
          </p:cNvPr>
          <p:cNvSpPr txBox="1"/>
          <p:nvPr/>
        </p:nvSpPr>
        <p:spPr>
          <a:xfrm>
            <a:off x="8148770" y="1662553"/>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40" name="文本框 225">
            <a:extLst>
              <a:ext uri="{FF2B5EF4-FFF2-40B4-BE49-F238E27FC236}">
                <a16:creationId xmlns:a16="http://schemas.microsoft.com/office/drawing/2014/main" id="{68FF1228-1532-559F-9B3E-65AA9310FD8A}"/>
              </a:ext>
            </a:extLst>
          </p:cNvPr>
          <p:cNvSpPr txBox="1"/>
          <p:nvPr/>
        </p:nvSpPr>
        <p:spPr>
          <a:xfrm>
            <a:off x="8472770" y="1662553"/>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41" name="文本框 226">
            <a:extLst>
              <a:ext uri="{FF2B5EF4-FFF2-40B4-BE49-F238E27FC236}">
                <a16:creationId xmlns:a16="http://schemas.microsoft.com/office/drawing/2014/main" id="{8CF51C02-D299-9AAE-0AAE-F6B723ED98EC}"/>
              </a:ext>
            </a:extLst>
          </p:cNvPr>
          <p:cNvSpPr txBox="1"/>
          <p:nvPr/>
        </p:nvSpPr>
        <p:spPr>
          <a:xfrm>
            <a:off x="8796770" y="1662553"/>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42" name="文本框 227">
            <a:extLst>
              <a:ext uri="{FF2B5EF4-FFF2-40B4-BE49-F238E27FC236}">
                <a16:creationId xmlns:a16="http://schemas.microsoft.com/office/drawing/2014/main" id="{D8F1648D-7359-BAC5-7240-D38A4D403CEC}"/>
              </a:ext>
            </a:extLst>
          </p:cNvPr>
          <p:cNvSpPr txBox="1"/>
          <p:nvPr/>
        </p:nvSpPr>
        <p:spPr>
          <a:xfrm>
            <a:off x="9120770" y="1662553"/>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nvGrpSpPr>
          <p:cNvPr id="248" name="组合 247">
            <a:extLst>
              <a:ext uri="{FF2B5EF4-FFF2-40B4-BE49-F238E27FC236}">
                <a16:creationId xmlns:a16="http://schemas.microsoft.com/office/drawing/2014/main" id="{56A6C827-5774-34D2-8949-675D25CE8F8A}"/>
              </a:ext>
            </a:extLst>
          </p:cNvPr>
          <p:cNvGrpSpPr/>
          <p:nvPr/>
        </p:nvGrpSpPr>
        <p:grpSpPr>
          <a:xfrm>
            <a:off x="5297026" y="2063651"/>
            <a:ext cx="4860900" cy="397193"/>
            <a:chOff x="5601767" y="1071915"/>
            <a:chExt cx="4860900" cy="397193"/>
          </a:xfrm>
        </p:grpSpPr>
        <p:sp>
          <p:nvSpPr>
            <p:cNvPr id="57" name="文本框 56">
              <a:extLst>
                <a:ext uri="{FF2B5EF4-FFF2-40B4-BE49-F238E27FC236}">
                  <a16:creationId xmlns:a16="http://schemas.microsoft.com/office/drawing/2014/main" id="{69F2BC4A-953F-4296-8E86-596039BF3E0C}"/>
                </a:ext>
              </a:extLst>
            </p:cNvPr>
            <p:cNvSpPr txBox="1"/>
            <p:nvPr/>
          </p:nvSpPr>
          <p:spPr>
            <a:xfrm>
              <a:off x="5601767" y="1071915"/>
              <a:ext cx="1206418" cy="380480"/>
            </a:xfrm>
            <a:prstGeom prst="rect">
              <a:avLst/>
            </a:prstGeom>
            <a:noFill/>
          </p:spPr>
          <p:txBody>
            <a:bodyPr wrap="square" lIns="36000" tIns="36000" rIns="36000" bIns="36000" rtlCol="0">
              <a:spAutoFit/>
            </a:bodyPr>
            <a:lstStyle/>
            <a:p>
              <a:pPr marL="0" marR="0" lvl="0" indent="0" algn="l" defTabSz="914400" rtl="0" eaLnBrk="1" fontAlgn="auto" latinLnBrk="0" hangingPunct="1">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双亲下标</a:t>
              </a:r>
              <a:endParaRPr kumimoji="0" lang="en-US" altLang="zh-CN"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43" name="文本框 242">
              <a:extLst>
                <a:ext uri="{FF2B5EF4-FFF2-40B4-BE49-F238E27FC236}">
                  <a16:creationId xmlns:a16="http://schemas.microsoft.com/office/drawing/2014/main" id="{491BE579-DDB1-EA1D-F221-75C327C2A28A}"/>
                </a:ext>
              </a:extLst>
            </p:cNvPr>
            <p:cNvSpPr txBox="1"/>
            <p:nvPr/>
          </p:nvSpPr>
          <p:spPr>
            <a:xfrm>
              <a:off x="7138425" y="1181272"/>
              <a:ext cx="3324242" cy="287836"/>
            </a:xfrm>
            <a:prstGeom prst="rect">
              <a:avLst/>
            </a:prstGeom>
            <a:noFill/>
          </p:spPr>
          <p:txBody>
            <a:bodyPr wrap="square" bIns="0" rtlCol="0" anchor="b">
              <a:spAutoFit/>
            </a:bodyPr>
            <a:lstStyle/>
            <a:p>
              <a:pPr>
                <a:lnSpc>
                  <a:spcPts val="1800"/>
                </a:lnSpc>
              </a:pPr>
              <a:r>
                <a:rPr lang="en-US" altLang="zh-CN" b="1" dirty="0"/>
                <a:t> 0</a:t>
              </a:r>
              <a:r>
                <a:rPr lang="en-US" altLang="zh-CN" sz="2000" b="1" dirty="0"/>
                <a:t>   </a:t>
              </a:r>
              <a:r>
                <a:rPr lang="en-US" altLang="zh-CN" b="1" dirty="0"/>
                <a:t>1</a:t>
              </a:r>
              <a:r>
                <a:rPr lang="en-US" altLang="zh-CN" sz="2000" b="1" dirty="0"/>
                <a:t>  </a:t>
              </a:r>
              <a:r>
                <a:rPr lang="en-US" altLang="zh-CN" sz="1600" b="1" dirty="0"/>
                <a:t>  </a:t>
              </a:r>
              <a:r>
                <a:rPr lang="en-US" altLang="zh-CN" b="1" dirty="0"/>
                <a:t>1</a:t>
              </a:r>
              <a:r>
                <a:rPr lang="en-US" altLang="zh-CN" sz="2000" b="1" dirty="0"/>
                <a:t>  </a:t>
              </a:r>
              <a:r>
                <a:rPr lang="en-US" altLang="zh-CN" b="1" dirty="0"/>
                <a:t> 2</a:t>
              </a:r>
              <a:r>
                <a:rPr lang="en-US" altLang="zh-CN" sz="2000" b="1" dirty="0"/>
                <a:t>  </a:t>
              </a:r>
              <a:r>
                <a:rPr lang="en-US" altLang="zh-CN" b="1" dirty="0"/>
                <a:t>  2</a:t>
              </a:r>
              <a:r>
                <a:rPr lang="en-US" altLang="zh-CN" sz="2000" b="1" dirty="0"/>
                <a:t>  </a:t>
              </a:r>
              <a:r>
                <a:rPr lang="en-US" altLang="zh-CN" b="1" dirty="0"/>
                <a:t> 3</a:t>
              </a:r>
              <a:r>
                <a:rPr lang="en-US" altLang="zh-CN" sz="2000" b="1" dirty="0"/>
                <a:t>  </a:t>
              </a:r>
              <a:r>
                <a:rPr lang="en-US" altLang="zh-CN" b="1" dirty="0"/>
                <a:t>  3</a:t>
              </a:r>
              <a:r>
                <a:rPr lang="en-US" altLang="zh-CN" sz="2000" b="1" dirty="0"/>
                <a:t>  </a:t>
              </a:r>
              <a:r>
                <a:rPr lang="en-US" altLang="zh-CN" b="1" dirty="0"/>
                <a:t> 4</a:t>
              </a:r>
              <a:r>
                <a:rPr lang="en-US" altLang="zh-CN" sz="2000" b="1" dirty="0"/>
                <a:t>  </a:t>
              </a:r>
              <a:r>
                <a:rPr lang="en-US" altLang="zh-CN" b="1" dirty="0"/>
                <a:t>  4</a:t>
              </a:r>
              <a:r>
                <a:rPr lang="en-US" altLang="zh-CN" sz="2000" b="1" dirty="0"/>
                <a:t>  </a:t>
              </a:r>
              <a:r>
                <a:rPr lang="en-US" altLang="zh-CN" b="1" dirty="0"/>
                <a:t> 5</a:t>
              </a:r>
              <a:endParaRPr lang="zh-CN" altLang="en-US" b="1" dirty="0"/>
            </a:p>
          </p:txBody>
        </p:sp>
      </p:grpSp>
      <p:grpSp>
        <p:nvGrpSpPr>
          <p:cNvPr id="249" name="组合 248">
            <a:extLst>
              <a:ext uri="{FF2B5EF4-FFF2-40B4-BE49-F238E27FC236}">
                <a16:creationId xmlns:a16="http://schemas.microsoft.com/office/drawing/2014/main" id="{4B7849D9-BF01-D142-DFB5-1D62CF47AFDD}"/>
              </a:ext>
            </a:extLst>
          </p:cNvPr>
          <p:cNvGrpSpPr/>
          <p:nvPr/>
        </p:nvGrpSpPr>
        <p:grpSpPr>
          <a:xfrm>
            <a:off x="5071244" y="2466705"/>
            <a:ext cx="5359726" cy="380480"/>
            <a:chOff x="5375985" y="1474969"/>
            <a:chExt cx="5359726" cy="380480"/>
          </a:xfrm>
        </p:grpSpPr>
        <p:sp>
          <p:nvSpPr>
            <p:cNvPr id="191" name="文本框 190">
              <a:extLst>
                <a:ext uri="{FF2B5EF4-FFF2-40B4-BE49-F238E27FC236}">
                  <a16:creationId xmlns:a16="http://schemas.microsoft.com/office/drawing/2014/main" id="{D4F40546-B120-4356-A8B9-BB20F01A0035}"/>
                </a:ext>
              </a:extLst>
            </p:cNvPr>
            <p:cNvSpPr txBox="1"/>
            <p:nvPr/>
          </p:nvSpPr>
          <p:spPr>
            <a:xfrm>
              <a:off x="5375985" y="1474969"/>
              <a:ext cx="1432200" cy="380480"/>
            </a:xfrm>
            <a:prstGeom prst="rect">
              <a:avLst/>
            </a:prstGeom>
            <a:noFill/>
          </p:spPr>
          <p:txBody>
            <a:bodyPr wrap="square" lIns="36000" tIns="36000" rIns="36000" bIns="36000" rtlCol="0">
              <a:spAutoFit/>
            </a:bodyPr>
            <a:lstStyle>
              <a:defPPr>
                <a:defRPr lang="zh-CN"/>
              </a:defPPr>
              <a:lvl1pPr marR="0" lvl="0" indent="0" fontAlgn="auto">
                <a:spcBef>
                  <a:spcPts val="0"/>
                </a:spcBef>
                <a:spcAft>
                  <a:spcPts val="0"/>
                </a:spcAft>
                <a:buClrTx/>
                <a:buSzTx/>
                <a:buFontTx/>
                <a:buNone/>
                <a:tabLst/>
                <a:defRPr kumimoji="0" sz="2000" b="0" i="0" u="none" strike="noStrike" cap="none" spc="0" normalizeH="0" baseline="0">
                  <a:ln>
                    <a:noFill/>
                  </a:ln>
                  <a:solidFill>
                    <a:prstClr val="black"/>
                  </a:solidFill>
                  <a:effectLst/>
                  <a:uLnTx/>
                  <a:uFillTx/>
                  <a:latin typeface="宋体" panose="02010600030101010101" pitchFamily="2" charset="-122"/>
                  <a:ea typeface="宋体" panose="02010600030101010101" pitchFamily="2" charset="-122"/>
                </a:defRPr>
              </a:lvl1pPr>
            </a:lstStyle>
            <a:p>
              <a:r>
                <a:rPr lang="zh-CN" altLang="en-US" b="1" dirty="0"/>
                <a:t>左孩子下标</a:t>
              </a:r>
            </a:p>
          </p:txBody>
        </p:sp>
        <p:sp>
          <p:nvSpPr>
            <p:cNvPr id="244" name="文本框 243">
              <a:extLst>
                <a:ext uri="{FF2B5EF4-FFF2-40B4-BE49-F238E27FC236}">
                  <a16:creationId xmlns:a16="http://schemas.microsoft.com/office/drawing/2014/main" id="{217FC203-B161-EE5A-7E91-FCFC43CB391E}"/>
                </a:ext>
              </a:extLst>
            </p:cNvPr>
            <p:cNvSpPr txBox="1"/>
            <p:nvPr/>
          </p:nvSpPr>
          <p:spPr>
            <a:xfrm>
              <a:off x="7118714" y="1530872"/>
              <a:ext cx="3616997" cy="289631"/>
            </a:xfrm>
            <a:prstGeom prst="rect">
              <a:avLst/>
            </a:prstGeom>
            <a:noFill/>
          </p:spPr>
          <p:txBody>
            <a:bodyPr wrap="square" bIns="0" rtlCol="0" anchor="b">
              <a:spAutoFit/>
            </a:bodyPr>
            <a:lstStyle/>
            <a:p>
              <a:pPr>
                <a:lnSpc>
                  <a:spcPts val="1800"/>
                </a:lnSpc>
              </a:pPr>
              <a:r>
                <a:rPr lang="en-US" altLang="zh-CN" sz="2000" b="1" dirty="0"/>
                <a:t> 2   4  </a:t>
              </a:r>
              <a:r>
                <a:rPr lang="en-US" altLang="zh-CN" sz="1600" b="1" dirty="0"/>
                <a:t>  </a:t>
              </a:r>
              <a:r>
                <a:rPr lang="en-US" altLang="zh-CN" b="1" dirty="0"/>
                <a:t>6</a:t>
              </a:r>
              <a:r>
                <a:rPr lang="en-US" altLang="zh-CN" sz="2000" b="1" dirty="0"/>
                <a:t>  </a:t>
              </a:r>
              <a:r>
                <a:rPr lang="en-US" altLang="zh-CN" b="1" dirty="0"/>
                <a:t> 8</a:t>
              </a:r>
              <a:r>
                <a:rPr lang="en-US" altLang="zh-CN" sz="2000" b="1" dirty="0"/>
                <a:t>  </a:t>
              </a:r>
              <a:r>
                <a:rPr lang="en-US" altLang="zh-CN" b="1" dirty="0"/>
                <a:t>10</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grpSp>
      <p:grpSp>
        <p:nvGrpSpPr>
          <p:cNvPr id="250" name="组合 249">
            <a:extLst>
              <a:ext uri="{FF2B5EF4-FFF2-40B4-BE49-F238E27FC236}">
                <a16:creationId xmlns:a16="http://schemas.microsoft.com/office/drawing/2014/main" id="{6FA8A342-FDFB-5D8C-1FB5-8E42415D7044}"/>
              </a:ext>
            </a:extLst>
          </p:cNvPr>
          <p:cNvGrpSpPr/>
          <p:nvPr/>
        </p:nvGrpSpPr>
        <p:grpSpPr>
          <a:xfrm>
            <a:off x="5076999" y="2869759"/>
            <a:ext cx="5100637" cy="380480"/>
            <a:chOff x="5381740" y="1878023"/>
            <a:chExt cx="5100637" cy="380480"/>
          </a:xfrm>
        </p:grpSpPr>
        <p:sp>
          <p:nvSpPr>
            <p:cNvPr id="190" name="文本框 189">
              <a:extLst>
                <a:ext uri="{FF2B5EF4-FFF2-40B4-BE49-F238E27FC236}">
                  <a16:creationId xmlns:a16="http://schemas.microsoft.com/office/drawing/2014/main" id="{99C4A9C4-F17B-4323-9794-889AC73E5415}"/>
                </a:ext>
              </a:extLst>
            </p:cNvPr>
            <p:cNvSpPr txBox="1"/>
            <p:nvPr/>
          </p:nvSpPr>
          <p:spPr>
            <a:xfrm>
              <a:off x="5381740" y="1878023"/>
              <a:ext cx="1432200" cy="380480"/>
            </a:xfrm>
            <a:prstGeom prst="rect">
              <a:avLst/>
            </a:prstGeom>
            <a:noFill/>
          </p:spPr>
          <p:txBody>
            <a:bodyPr wrap="square" lIns="36000" tIns="36000" rIns="36000" bIns="36000" rtlCol="0">
              <a:spAutoFit/>
            </a:bodyPr>
            <a:lstStyle>
              <a:defPPr>
                <a:defRPr lang="zh-CN"/>
              </a:defPPr>
              <a:lvl1pPr marR="0" lvl="0" indent="0" fontAlgn="auto">
                <a:spcBef>
                  <a:spcPts val="0"/>
                </a:spcBef>
                <a:spcAft>
                  <a:spcPts val="0"/>
                </a:spcAft>
                <a:buClrTx/>
                <a:buSzTx/>
                <a:buFontTx/>
                <a:buNone/>
                <a:tabLst/>
                <a:defRPr kumimoji="0" sz="2000" b="0" i="0" u="none" strike="noStrike" cap="none" spc="0" normalizeH="0" baseline="0">
                  <a:ln>
                    <a:noFill/>
                  </a:ln>
                  <a:solidFill>
                    <a:prstClr val="black"/>
                  </a:solidFill>
                  <a:effectLst/>
                  <a:uLnTx/>
                  <a:uFillTx/>
                  <a:latin typeface="宋体" panose="02010600030101010101" pitchFamily="2" charset="-122"/>
                  <a:ea typeface="宋体" panose="02010600030101010101" pitchFamily="2" charset="-122"/>
                </a:defRPr>
              </a:lvl1pPr>
            </a:lstStyle>
            <a:p>
              <a:r>
                <a:rPr lang="zh-CN" altLang="en-US" b="1" dirty="0"/>
                <a:t>右孩子下标</a:t>
              </a:r>
            </a:p>
          </p:txBody>
        </p:sp>
        <p:sp>
          <p:nvSpPr>
            <p:cNvPr id="245" name="文本框 244">
              <a:extLst>
                <a:ext uri="{FF2B5EF4-FFF2-40B4-BE49-F238E27FC236}">
                  <a16:creationId xmlns:a16="http://schemas.microsoft.com/office/drawing/2014/main" id="{A513C26D-84A8-490E-31BB-AE0034B3F803}"/>
                </a:ext>
              </a:extLst>
            </p:cNvPr>
            <p:cNvSpPr txBox="1"/>
            <p:nvPr/>
          </p:nvSpPr>
          <p:spPr>
            <a:xfrm>
              <a:off x="7118715" y="1932674"/>
              <a:ext cx="3363662" cy="298800"/>
            </a:xfrm>
            <a:prstGeom prst="rect">
              <a:avLst/>
            </a:prstGeom>
            <a:noFill/>
          </p:spPr>
          <p:txBody>
            <a:bodyPr wrap="square" bIns="0" rtlCol="0" anchor="b">
              <a:spAutoFit/>
            </a:bodyPr>
            <a:lstStyle/>
            <a:p>
              <a:pPr>
                <a:lnSpc>
                  <a:spcPts val="1800"/>
                </a:lnSpc>
              </a:pPr>
              <a:r>
                <a:rPr lang="en-US" altLang="zh-CN" sz="2000" b="1" dirty="0"/>
                <a:t> 3   5  </a:t>
              </a:r>
              <a:r>
                <a:rPr lang="en-US" altLang="zh-CN" sz="1600" b="1" dirty="0"/>
                <a:t>  7</a:t>
              </a:r>
              <a:r>
                <a:rPr lang="en-US" altLang="zh-CN" sz="2000" b="1" dirty="0"/>
                <a:t>  </a:t>
              </a:r>
              <a:r>
                <a:rPr lang="en-US" altLang="zh-CN" b="1" dirty="0"/>
                <a:t> 9</a:t>
              </a:r>
              <a:r>
                <a:rPr lang="en-US" altLang="zh-CN" sz="2000" b="1" dirty="0"/>
                <a:t>   </a:t>
              </a:r>
              <a:r>
                <a:rPr lang="en-US" altLang="zh-CN" sz="2000" b="1" dirty="0">
                  <a:latin typeface="Courier New" panose="02070309020205020404" pitchFamily="49" charset="0"/>
                  <a:cs typeface="Courier New" panose="02070309020205020404" pitchFamily="49" charset="0"/>
                </a:rPr>
                <a:t>-</a:t>
              </a:r>
              <a:r>
                <a:rPr lang="en-US" altLang="zh-CN" sz="2400" b="1" dirty="0"/>
                <a:t>  </a:t>
              </a:r>
              <a:r>
                <a:rPr lang="en-US" altLang="zh-CN" b="1" dirty="0"/>
                <a:t> </a:t>
              </a:r>
              <a:r>
                <a:rPr lang="en-US" altLang="zh-CN" sz="2000" b="1" dirty="0">
                  <a:latin typeface="Courier New" panose="02070309020205020404" pitchFamily="49" charset="0"/>
                  <a:cs typeface="Courier New" panose="02070309020205020404" pitchFamily="49" charset="0"/>
                </a:rPr>
                <a:t>-</a:t>
              </a:r>
              <a:r>
                <a:rPr lang="en-US" altLang="zh-CN" sz="2400" b="1" dirty="0"/>
                <a:t>  </a:t>
              </a:r>
              <a:r>
                <a:rPr lang="en-US" altLang="zh-CN" sz="2000" b="1" dirty="0">
                  <a:latin typeface="Courier New" panose="02070309020205020404" pitchFamily="49" charset="0"/>
                  <a:cs typeface="Courier New" panose="02070309020205020404" pitchFamily="49" charset="0"/>
                </a:rPr>
                <a:t>-</a:t>
              </a:r>
              <a:r>
                <a:rPr lang="en-US" altLang="zh-CN" sz="2400" b="1" dirty="0"/>
                <a:t>  </a:t>
              </a:r>
              <a:r>
                <a:rPr lang="en-US" altLang="zh-CN" sz="2000" b="1" dirty="0">
                  <a:latin typeface="Courier New" panose="02070309020205020404" pitchFamily="49" charset="0"/>
                  <a:cs typeface="Courier New" panose="02070309020205020404" pitchFamily="49" charset="0"/>
                </a:rPr>
                <a:t>-</a:t>
              </a:r>
              <a:r>
                <a:rPr lang="en-US" altLang="zh-CN" sz="24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b="1" dirty="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endParaRPr lang="zh-CN" altLang="en-US" b="1" dirty="0"/>
            </a:p>
          </p:txBody>
        </p:sp>
      </p:grpSp>
      <p:sp>
        <p:nvSpPr>
          <p:cNvPr id="246" name="文本框 226">
            <a:extLst>
              <a:ext uri="{FF2B5EF4-FFF2-40B4-BE49-F238E27FC236}">
                <a16:creationId xmlns:a16="http://schemas.microsoft.com/office/drawing/2014/main" id="{E1D67FB9-7E68-DEF1-BAF7-DBB117D2DD60}"/>
              </a:ext>
            </a:extLst>
          </p:cNvPr>
          <p:cNvSpPr txBox="1"/>
          <p:nvPr/>
        </p:nvSpPr>
        <p:spPr>
          <a:xfrm>
            <a:off x="9444770" y="1662553"/>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47" name="文本框 227">
            <a:extLst>
              <a:ext uri="{FF2B5EF4-FFF2-40B4-BE49-F238E27FC236}">
                <a16:creationId xmlns:a16="http://schemas.microsoft.com/office/drawing/2014/main" id="{2702C207-735F-96EA-E134-18DCE7B0A876}"/>
              </a:ext>
            </a:extLst>
          </p:cNvPr>
          <p:cNvSpPr txBox="1"/>
          <p:nvPr/>
        </p:nvSpPr>
        <p:spPr>
          <a:xfrm>
            <a:off x="9768770" y="1662553"/>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nvGrpSpPr>
          <p:cNvPr id="4" name="组合 3">
            <a:extLst>
              <a:ext uri="{FF2B5EF4-FFF2-40B4-BE49-F238E27FC236}">
                <a16:creationId xmlns:a16="http://schemas.microsoft.com/office/drawing/2014/main" id="{BB5E5B47-F543-41F2-AE7D-67E3F0AD3856}"/>
              </a:ext>
            </a:extLst>
          </p:cNvPr>
          <p:cNvGrpSpPr/>
          <p:nvPr/>
        </p:nvGrpSpPr>
        <p:grpSpPr>
          <a:xfrm>
            <a:off x="1281467" y="1458120"/>
            <a:ext cx="3330892" cy="1699647"/>
            <a:chOff x="515085" y="332656"/>
            <a:chExt cx="1772272" cy="1107436"/>
          </a:xfrm>
        </p:grpSpPr>
        <p:sp>
          <p:nvSpPr>
            <p:cNvPr id="5" name="直接连接符 176183">
              <a:extLst>
                <a:ext uri="{FF2B5EF4-FFF2-40B4-BE49-F238E27FC236}">
                  <a16:creationId xmlns:a16="http://schemas.microsoft.com/office/drawing/2014/main" id="{30C9E1C9-9E13-4717-891F-B6365FED7FCE}"/>
                </a:ext>
              </a:extLst>
            </p:cNvPr>
            <p:cNvSpPr>
              <a:spLocks noChangeShapeType="1"/>
            </p:cNvSpPr>
            <p:nvPr/>
          </p:nvSpPr>
          <p:spPr bwMode="auto">
            <a:xfrm>
              <a:off x="1561880" y="465858"/>
              <a:ext cx="339699" cy="187330"/>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直接连接符 176181">
              <a:extLst>
                <a:ext uri="{FF2B5EF4-FFF2-40B4-BE49-F238E27FC236}">
                  <a16:creationId xmlns:a16="http://schemas.microsoft.com/office/drawing/2014/main" id="{F09C9796-2D23-47ED-A00E-D9D73C774B30}"/>
                </a:ext>
              </a:extLst>
            </p:cNvPr>
            <p:cNvSpPr>
              <a:spLocks noChangeShapeType="1"/>
            </p:cNvSpPr>
            <p:nvPr/>
          </p:nvSpPr>
          <p:spPr bwMode="auto">
            <a:xfrm flipH="1">
              <a:off x="1101854" y="465859"/>
              <a:ext cx="340211" cy="188230"/>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直接连接符 176181">
              <a:extLst>
                <a:ext uri="{FF2B5EF4-FFF2-40B4-BE49-F238E27FC236}">
                  <a16:creationId xmlns:a16="http://schemas.microsoft.com/office/drawing/2014/main" id="{AD60F3C0-8CBC-4A01-A3F9-6E302F4EB0B9}"/>
                </a:ext>
              </a:extLst>
            </p:cNvPr>
            <p:cNvSpPr>
              <a:spLocks noChangeShapeType="1"/>
            </p:cNvSpPr>
            <p:nvPr/>
          </p:nvSpPr>
          <p:spPr bwMode="auto">
            <a:xfrm flipH="1">
              <a:off x="1198435" y="1089403"/>
              <a:ext cx="74779" cy="182486"/>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直接连接符 176183">
              <a:extLst>
                <a:ext uri="{FF2B5EF4-FFF2-40B4-BE49-F238E27FC236}">
                  <a16:creationId xmlns:a16="http://schemas.microsoft.com/office/drawing/2014/main" id="{A23BD3C9-D51F-4D52-9C1A-9A61826A30D5}"/>
                </a:ext>
              </a:extLst>
            </p:cNvPr>
            <p:cNvSpPr>
              <a:spLocks noChangeShapeType="1"/>
            </p:cNvSpPr>
            <p:nvPr/>
          </p:nvSpPr>
          <p:spPr bwMode="auto">
            <a:xfrm>
              <a:off x="780849" y="1068222"/>
              <a:ext cx="88208" cy="200538"/>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直接连接符 176181">
              <a:extLst>
                <a:ext uri="{FF2B5EF4-FFF2-40B4-BE49-F238E27FC236}">
                  <a16:creationId xmlns:a16="http://schemas.microsoft.com/office/drawing/2014/main" id="{B3436D83-AB2D-4B09-AA30-8C4C1E325865}"/>
                </a:ext>
              </a:extLst>
            </p:cNvPr>
            <p:cNvSpPr>
              <a:spLocks noChangeShapeType="1"/>
            </p:cNvSpPr>
            <p:nvPr/>
          </p:nvSpPr>
          <p:spPr bwMode="auto">
            <a:xfrm flipH="1">
              <a:off x="627670" y="1055907"/>
              <a:ext cx="86354" cy="201238"/>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 name="组合 9">
              <a:extLst>
                <a:ext uri="{FF2B5EF4-FFF2-40B4-BE49-F238E27FC236}">
                  <a16:creationId xmlns:a16="http://schemas.microsoft.com/office/drawing/2014/main" id="{22904038-D300-4363-B8B3-2781140E3D6A}"/>
                </a:ext>
              </a:extLst>
            </p:cNvPr>
            <p:cNvGrpSpPr/>
            <p:nvPr/>
          </p:nvGrpSpPr>
          <p:grpSpPr>
            <a:xfrm>
              <a:off x="664679" y="598485"/>
              <a:ext cx="711741" cy="497766"/>
              <a:chOff x="664679" y="598485"/>
              <a:chExt cx="711741" cy="497766"/>
            </a:xfrm>
          </p:grpSpPr>
          <p:sp>
            <p:nvSpPr>
              <p:cNvPr id="21" name="直接连接符 176183">
                <a:extLst>
                  <a:ext uri="{FF2B5EF4-FFF2-40B4-BE49-F238E27FC236}">
                    <a16:creationId xmlns:a16="http://schemas.microsoft.com/office/drawing/2014/main" id="{5BF67B2B-20E6-4320-81CF-D2AF3873AF00}"/>
                  </a:ext>
                </a:extLst>
              </p:cNvPr>
              <p:cNvSpPr>
                <a:spLocks noChangeShapeType="1"/>
              </p:cNvSpPr>
              <p:nvPr/>
            </p:nvSpPr>
            <p:spPr bwMode="auto">
              <a:xfrm>
                <a:off x="1075035" y="747617"/>
                <a:ext cx="181590" cy="194576"/>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直接连接符 176181">
                <a:extLst>
                  <a:ext uri="{FF2B5EF4-FFF2-40B4-BE49-F238E27FC236}">
                    <a16:creationId xmlns:a16="http://schemas.microsoft.com/office/drawing/2014/main" id="{939C3D29-6E04-403F-AE14-623E879ECF9F}"/>
                  </a:ext>
                </a:extLst>
              </p:cNvPr>
              <p:cNvSpPr>
                <a:spLocks noChangeShapeType="1"/>
              </p:cNvSpPr>
              <p:nvPr/>
            </p:nvSpPr>
            <p:spPr bwMode="auto">
              <a:xfrm flipH="1">
                <a:off x="782049" y="776100"/>
                <a:ext cx="201382" cy="151679"/>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椭圆 176177">
                <a:extLst>
                  <a:ext uri="{FF2B5EF4-FFF2-40B4-BE49-F238E27FC236}">
                    <a16:creationId xmlns:a16="http://schemas.microsoft.com/office/drawing/2014/main" id="{32993B47-218C-4BB1-B6BA-097CDACE12BD}"/>
                  </a:ext>
                </a:extLst>
              </p:cNvPr>
              <p:cNvSpPr>
                <a:spLocks noChangeArrowheads="1"/>
              </p:cNvSpPr>
              <p:nvPr/>
            </p:nvSpPr>
            <p:spPr bwMode="auto">
              <a:xfrm>
                <a:off x="947464" y="598485"/>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p>
            </p:txBody>
          </p:sp>
          <p:sp>
            <p:nvSpPr>
              <p:cNvPr id="24" name="椭圆 176177">
                <a:extLst>
                  <a:ext uri="{FF2B5EF4-FFF2-40B4-BE49-F238E27FC236}">
                    <a16:creationId xmlns:a16="http://schemas.microsoft.com/office/drawing/2014/main" id="{44225729-2D01-4AB3-B148-68B39D2779AB}"/>
                  </a:ext>
                </a:extLst>
              </p:cNvPr>
              <p:cNvSpPr>
                <a:spLocks noChangeArrowheads="1"/>
              </p:cNvSpPr>
              <p:nvPr/>
            </p:nvSpPr>
            <p:spPr bwMode="auto">
              <a:xfrm>
                <a:off x="1214727" y="915693"/>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25" name="椭圆 176177">
                <a:extLst>
                  <a:ext uri="{FF2B5EF4-FFF2-40B4-BE49-F238E27FC236}">
                    <a16:creationId xmlns:a16="http://schemas.microsoft.com/office/drawing/2014/main" id="{E9C3072D-E05D-49D9-A9A1-1A8A60062320}"/>
                  </a:ext>
                </a:extLst>
              </p:cNvPr>
              <p:cNvSpPr>
                <a:spLocks noChangeArrowheads="1"/>
              </p:cNvSpPr>
              <p:nvPr/>
            </p:nvSpPr>
            <p:spPr bwMode="auto">
              <a:xfrm>
                <a:off x="664679" y="910889"/>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p>
            </p:txBody>
          </p:sp>
        </p:grpSp>
        <p:sp>
          <p:nvSpPr>
            <p:cNvPr id="11" name="椭圆 176177">
              <a:extLst>
                <a:ext uri="{FF2B5EF4-FFF2-40B4-BE49-F238E27FC236}">
                  <a16:creationId xmlns:a16="http://schemas.microsoft.com/office/drawing/2014/main" id="{2A8BB581-7DC0-4338-8A25-9929E21ACF77}"/>
                </a:ext>
              </a:extLst>
            </p:cNvPr>
            <p:cNvSpPr>
              <a:spLocks noChangeArrowheads="1"/>
            </p:cNvSpPr>
            <p:nvPr/>
          </p:nvSpPr>
          <p:spPr bwMode="auto">
            <a:xfrm>
              <a:off x="1090223" y="1259534"/>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endPar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椭圆 176177">
              <a:extLst>
                <a:ext uri="{FF2B5EF4-FFF2-40B4-BE49-F238E27FC236}">
                  <a16:creationId xmlns:a16="http://schemas.microsoft.com/office/drawing/2014/main" id="{6DEDAEAE-607E-4168-9B77-3368F26CE922}"/>
                </a:ext>
              </a:extLst>
            </p:cNvPr>
            <p:cNvSpPr>
              <a:spLocks noChangeArrowheads="1"/>
            </p:cNvSpPr>
            <p:nvPr/>
          </p:nvSpPr>
          <p:spPr bwMode="auto">
            <a:xfrm>
              <a:off x="802654" y="1259534"/>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p>
          </p:txBody>
        </p:sp>
        <p:sp>
          <p:nvSpPr>
            <p:cNvPr id="13" name="椭圆 176177">
              <a:extLst>
                <a:ext uri="{FF2B5EF4-FFF2-40B4-BE49-F238E27FC236}">
                  <a16:creationId xmlns:a16="http://schemas.microsoft.com/office/drawing/2014/main" id="{DD31C2F0-F5C4-4756-92FE-1EF44DF63961}"/>
                </a:ext>
              </a:extLst>
            </p:cNvPr>
            <p:cNvSpPr>
              <a:spLocks noChangeArrowheads="1"/>
            </p:cNvSpPr>
            <p:nvPr/>
          </p:nvSpPr>
          <p:spPr bwMode="auto">
            <a:xfrm>
              <a:off x="515085" y="1259534"/>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p>
          </p:txBody>
        </p:sp>
        <p:grpSp>
          <p:nvGrpSpPr>
            <p:cNvPr id="14" name="组合 13">
              <a:extLst>
                <a:ext uri="{FF2B5EF4-FFF2-40B4-BE49-F238E27FC236}">
                  <a16:creationId xmlns:a16="http://schemas.microsoft.com/office/drawing/2014/main" id="{D5041079-2AC2-4D49-82D6-8DEF8F073E7E}"/>
                </a:ext>
              </a:extLst>
            </p:cNvPr>
            <p:cNvGrpSpPr/>
            <p:nvPr/>
          </p:nvGrpSpPr>
          <p:grpSpPr>
            <a:xfrm>
              <a:off x="1585536" y="603283"/>
              <a:ext cx="701821" cy="497766"/>
              <a:chOff x="664679" y="598485"/>
              <a:chExt cx="701821" cy="497766"/>
            </a:xfrm>
          </p:grpSpPr>
          <p:sp>
            <p:nvSpPr>
              <p:cNvPr id="16" name="直接连接符 176183">
                <a:extLst>
                  <a:ext uri="{FF2B5EF4-FFF2-40B4-BE49-F238E27FC236}">
                    <a16:creationId xmlns:a16="http://schemas.microsoft.com/office/drawing/2014/main" id="{A06E78D1-E992-4BBE-A53B-FD892B0ADDB4}"/>
                  </a:ext>
                </a:extLst>
              </p:cNvPr>
              <p:cNvSpPr>
                <a:spLocks noChangeShapeType="1"/>
              </p:cNvSpPr>
              <p:nvPr/>
            </p:nvSpPr>
            <p:spPr bwMode="auto">
              <a:xfrm>
                <a:off x="1084748" y="771575"/>
                <a:ext cx="187399" cy="200538"/>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直接连接符 176181">
                <a:extLst>
                  <a:ext uri="{FF2B5EF4-FFF2-40B4-BE49-F238E27FC236}">
                    <a16:creationId xmlns:a16="http://schemas.microsoft.com/office/drawing/2014/main" id="{722ADC3D-5631-44D6-A384-369A52142A7B}"/>
                  </a:ext>
                </a:extLst>
              </p:cNvPr>
              <p:cNvSpPr>
                <a:spLocks noChangeShapeType="1"/>
              </p:cNvSpPr>
              <p:nvPr/>
            </p:nvSpPr>
            <p:spPr bwMode="auto">
              <a:xfrm flipH="1">
                <a:off x="787052" y="750066"/>
                <a:ext cx="195597" cy="199715"/>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椭圆 176177">
                <a:extLst>
                  <a:ext uri="{FF2B5EF4-FFF2-40B4-BE49-F238E27FC236}">
                    <a16:creationId xmlns:a16="http://schemas.microsoft.com/office/drawing/2014/main" id="{321C7394-616E-4A65-9031-530832BBCD03}"/>
                  </a:ext>
                </a:extLst>
              </p:cNvPr>
              <p:cNvSpPr>
                <a:spLocks noChangeArrowheads="1"/>
              </p:cNvSpPr>
              <p:nvPr/>
            </p:nvSpPr>
            <p:spPr bwMode="auto">
              <a:xfrm>
                <a:off x="947464" y="598485"/>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p>
            </p:txBody>
          </p:sp>
          <p:sp>
            <p:nvSpPr>
              <p:cNvPr id="19" name="椭圆 176177">
                <a:extLst>
                  <a:ext uri="{FF2B5EF4-FFF2-40B4-BE49-F238E27FC236}">
                    <a16:creationId xmlns:a16="http://schemas.microsoft.com/office/drawing/2014/main" id="{F4138395-340E-4F20-BED1-D1C669C2B464}"/>
                  </a:ext>
                </a:extLst>
              </p:cNvPr>
              <p:cNvSpPr>
                <a:spLocks noChangeArrowheads="1"/>
              </p:cNvSpPr>
              <p:nvPr/>
            </p:nvSpPr>
            <p:spPr bwMode="auto">
              <a:xfrm>
                <a:off x="1204807" y="915693"/>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p>
            </p:txBody>
          </p:sp>
          <p:sp>
            <p:nvSpPr>
              <p:cNvPr id="20" name="椭圆 176177">
                <a:extLst>
                  <a:ext uri="{FF2B5EF4-FFF2-40B4-BE49-F238E27FC236}">
                    <a16:creationId xmlns:a16="http://schemas.microsoft.com/office/drawing/2014/main" id="{0874E592-FE41-4A7E-9961-DBB83D9C3607}"/>
                  </a:ext>
                </a:extLst>
              </p:cNvPr>
              <p:cNvSpPr>
                <a:spLocks noChangeArrowheads="1"/>
              </p:cNvSpPr>
              <p:nvPr/>
            </p:nvSpPr>
            <p:spPr bwMode="auto">
              <a:xfrm>
                <a:off x="664679" y="910889"/>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p>
            </p:txBody>
          </p:sp>
        </p:grpSp>
        <p:sp>
          <p:nvSpPr>
            <p:cNvPr id="15" name="椭圆 176177">
              <a:extLst>
                <a:ext uri="{FF2B5EF4-FFF2-40B4-BE49-F238E27FC236}">
                  <a16:creationId xmlns:a16="http://schemas.microsoft.com/office/drawing/2014/main" id="{EE1EFA58-AE6E-4FC0-B527-3EF7B22F3E47}"/>
                </a:ext>
              </a:extLst>
            </p:cNvPr>
            <p:cNvSpPr>
              <a:spLocks noChangeArrowheads="1"/>
            </p:cNvSpPr>
            <p:nvPr/>
          </p:nvSpPr>
          <p:spPr bwMode="auto">
            <a:xfrm>
              <a:off x="1415504" y="332656"/>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p>
          </p:txBody>
        </p:sp>
      </p:grpSp>
      <p:sp>
        <p:nvSpPr>
          <p:cNvPr id="197" name="文本框 196">
            <a:extLst>
              <a:ext uri="{FF2B5EF4-FFF2-40B4-BE49-F238E27FC236}">
                <a16:creationId xmlns:a16="http://schemas.microsoft.com/office/drawing/2014/main" id="{84FE1E6A-687A-4A57-837A-011C91F9FFBC}"/>
              </a:ext>
            </a:extLst>
          </p:cNvPr>
          <p:cNvSpPr txBox="1"/>
          <p:nvPr/>
        </p:nvSpPr>
        <p:spPr>
          <a:xfrm>
            <a:off x="2674707" y="1397819"/>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98" name="文本框 197">
            <a:extLst>
              <a:ext uri="{FF2B5EF4-FFF2-40B4-BE49-F238E27FC236}">
                <a16:creationId xmlns:a16="http://schemas.microsoft.com/office/drawing/2014/main" id="{6F7FEC73-1DFA-4A7C-BB12-0F2CEB1E4E5D}"/>
              </a:ext>
            </a:extLst>
          </p:cNvPr>
          <p:cNvSpPr txBox="1"/>
          <p:nvPr/>
        </p:nvSpPr>
        <p:spPr>
          <a:xfrm>
            <a:off x="1767407" y="1809544"/>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99" name="文本框 198">
            <a:extLst>
              <a:ext uri="{FF2B5EF4-FFF2-40B4-BE49-F238E27FC236}">
                <a16:creationId xmlns:a16="http://schemas.microsoft.com/office/drawing/2014/main" id="{46BA250A-B1EE-4867-BD1F-7B8C93A9B031}"/>
              </a:ext>
            </a:extLst>
          </p:cNvPr>
          <p:cNvSpPr txBox="1"/>
          <p:nvPr/>
        </p:nvSpPr>
        <p:spPr>
          <a:xfrm>
            <a:off x="3523316" y="1832087"/>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3</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00" name="文本框 199">
            <a:extLst>
              <a:ext uri="{FF2B5EF4-FFF2-40B4-BE49-F238E27FC236}">
                <a16:creationId xmlns:a16="http://schemas.microsoft.com/office/drawing/2014/main" id="{90EF173A-9784-47FA-87EC-9CAA98151A6D}"/>
              </a:ext>
            </a:extLst>
          </p:cNvPr>
          <p:cNvSpPr txBox="1"/>
          <p:nvPr/>
        </p:nvSpPr>
        <p:spPr>
          <a:xfrm>
            <a:off x="1235345" y="2272521"/>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01" name="文本框 200">
            <a:extLst>
              <a:ext uri="{FF2B5EF4-FFF2-40B4-BE49-F238E27FC236}">
                <a16:creationId xmlns:a16="http://schemas.microsoft.com/office/drawing/2014/main" id="{99EE1CEC-9B33-4EF0-86BD-00C8C7FA689D}"/>
              </a:ext>
            </a:extLst>
          </p:cNvPr>
          <p:cNvSpPr txBox="1"/>
          <p:nvPr/>
        </p:nvSpPr>
        <p:spPr>
          <a:xfrm>
            <a:off x="2275710" y="2307944"/>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5</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02" name="文本框 201">
            <a:extLst>
              <a:ext uri="{FF2B5EF4-FFF2-40B4-BE49-F238E27FC236}">
                <a16:creationId xmlns:a16="http://schemas.microsoft.com/office/drawing/2014/main" id="{EE813CE7-0363-486B-8A79-8A5535C4FE1E}"/>
              </a:ext>
            </a:extLst>
          </p:cNvPr>
          <p:cNvSpPr txBox="1"/>
          <p:nvPr/>
        </p:nvSpPr>
        <p:spPr>
          <a:xfrm>
            <a:off x="2974056" y="2284513"/>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6</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03" name="文本框 202">
            <a:extLst>
              <a:ext uri="{FF2B5EF4-FFF2-40B4-BE49-F238E27FC236}">
                <a16:creationId xmlns:a16="http://schemas.microsoft.com/office/drawing/2014/main" id="{C35451F8-518C-4383-9F36-A8174931940A}"/>
              </a:ext>
            </a:extLst>
          </p:cNvPr>
          <p:cNvSpPr txBox="1"/>
          <p:nvPr/>
        </p:nvSpPr>
        <p:spPr>
          <a:xfrm>
            <a:off x="3988271" y="2344709"/>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7</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04" name="文本框 203">
            <a:extLst>
              <a:ext uri="{FF2B5EF4-FFF2-40B4-BE49-F238E27FC236}">
                <a16:creationId xmlns:a16="http://schemas.microsoft.com/office/drawing/2014/main" id="{418F07DD-2DE2-4A2D-8E49-A046A7C771C1}"/>
              </a:ext>
            </a:extLst>
          </p:cNvPr>
          <p:cNvSpPr txBox="1"/>
          <p:nvPr/>
        </p:nvSpPr>
        <p:spPr>
          <a:xfrm>
            <a:off x="955399" y="2899616"/>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8</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6" name="文本框 205">
            <a:extLst>
              <a:ext uri="{FF2B5EF4-FFF2-40B4-BE49-F238E27FC236}">
                <a16:creationId xmlns:a16="http://schemas.microsoft.com/office/drawing/2014/main" id="{9B0AB77D-B280-47F3-8870-E3337567D4A9}"/>
              </a:ext>
            </a:extLst>
          </p:cNvPr>
          <p:cNvSpPr txBox="1"/>
          <p:nvPr/>
        </p:nvSpPr>
        <p:spPr>
          <a:xfrm>
            <a:off x="1536736" y="2921559"/>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9</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7" name="文本框 206">
            <a:extLst>
              <a:ext uri="{FF2B5EF4-FFF2-40B4-BE49-F238E27FC236}">
                <a16:creationId xmlns:a16="http://schemas.microsoft.com/office/drawing/2014/main" id="{684C3D43-6328-4307-8CCE-297C0EE38F1F}"/>
              </a:ext>
            </a:extLst>
          </p:cNvPr>
          <p:cNvSpPr txBox="1"/>
          <p:nvPr/>
        </p:nvSpPr>
        <p:spPr>
          <a:xfrm>
            <a:off x="1976068" y="2952337"/>
            <a:ext cx="553575" cy="369332"/>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10</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5" name="文本框 204">
            <a:extLst>
              <a:ext uri="{FF2B5EF4-FFF2-40B4-BE49-F238E27FC236}">
                <a16:creationId xmlns:a16="http://schemas.microsoft.com/office/drawing/2014/main" id="{E4B43C05-495E-45CC-B261-2C63D9A9B6D4}"/>
              </a:ext>
            </a:extLst>
          </p:cNvPr>
          <p:cNvSpPr txBox="1"/>
          <p:nvPr/>
        </p:nvSpPr>
        <p:spPr>
          <a:xfrm>
            <a:off x="2963135" y="1435663"/>
            <a:ext cx="29108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endParaRPr kumimoji="0" lang="zh-C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15" name="文本框 214">
            <a:extLst>
              <a:ext uri="{FF2B5EF4-FFF2-40B4-BE49-F238E27FC236}">
                <a16:creationId xmlns:a16="http://schemas.microsoft.com/office/drawing/2014/main" id="{1FABAE20-E7DD-4F73-B621-861247C376F1}"/>
              </a:ext>
            </a:extLst>
          </p:cNvPr>
          <p:cNvSpPr txBox="1"/>
          <p:nvPr/>
        </p:nvSpPr>
        <p:spPr>
          <a:xfrm>
            <a:off x="2100185" y="1855711"/>
            <a:ext cx="284086"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B</a:t>
            </a:r>
            <a:endParaRPr lang="zh-CN" altLang="en-US" dirty="0">
              <a:latin typeface="Times New Roman" panose="02020603050405020304" pitchFamily="18" charset="0"/>
              <a:cs typeface="Times New Roman" panose="02020603050405020304" pitchFamily="18" charset="0"/>
            </a:endParaRPr>
          </a:p>
        </p:txBody>
      </p:sp>
      <p:sp>
        <p:nvSpPr>
          <p:cNvPr id="216" name="文本框 215">
            <a:extLst>
              <a:ext uri="{FF2B5EF4-FFF2-40B4-BE49-F238E27FC236}">
                <a16:creationId xmlns:a16="http://schemas.microsoft.com/office/drawing/2014/main" id="{295FB385-B5F4-441E-B65F-594331B3973B}"/>
              </a:ext>
            </a:extLst>
          </p:cNvPr>
          <p:cNvSpPr txBox="1"/>
          <p:nvPr/>
        </p:nvSpPr>
        <p:spPr>
          <a:xfrm>
            <a:off x="3837812" y="1865231"/>
            <a:ext cx="27399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sp>
        <p:nvSpPr>
          <p:cNvPr id="217" name="文本框 216">
            <a:extLst>
              <a:ext uri="{FF2B5EF4-FFF2-40B4-BE49-F238E27FC236}">
                <a16:creationId xmlns:a16="http://schemas.microsoft.com/office/drawing/2014/main" id="{0C709B88-0389-442D-8503-1714DEC5C769}"/>
              </a:ext>
            </a:extLst>
          </p:cNvPr>
          <p:cNvSpPr txBox="1"/>
          <p:nvPr/>
        </p:nvSpPr>
        <p:spPr>
          <a:xfrm>
            <a:off x="1584991" y="2339267"/>
            <a:ext cx="249869"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D</a:t>
            </a:r>
            <a:endParaRPr lang="zh-CN" altLang="en-US" dirty="0">
              <a:latin typeface="Times New Roman" panose="02020603050405020304" pitchFamily="18" charset="0"/>
              <a:cs typeface="Times New Roman" panose="02020603050405020304" pitchFamily="18" charset="0"/>
            </a:endParaRPr>
          </a:p>
        </p:txBody>
      </p:sp>
      <p:sp>
        <p:nvSpPr>
          <p:cNvPr id="218" name="文本框 217">
            <a:extLst>
              <a:ext uri="{FF2B5EF4-FFF2-40B4-BE49-F238E27FC236}">
                <a16:creationId xmlns:a16="http://schemas.microsoft.com/office/drawing/2014/main" id="{D2AE6F3B-169B-4835-8C01-75F4497485D5}"/>
              </a:ext>
            </a:extLst>
          </p:cNvPr>
          <p:cNvSpPr txBox="1"/>
          <p:nvPr/>
        </p:nvSpPr>
        <p:spPr>
          <a:xfrm>
            <a:off x="2573466" y="2339268"/>
            <a:ext cx="337392"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E</a:t>
            </a:r>
            <a:endParaRPr lang="zh-CN" altLang="en-US" dirty="0">
              <a:latin typeface="Times New Roman" panose="02020603050405020304" pitchFamily="18" charset="0"/>
              <a:cs typeface="Times New Roman" panose="02020603050405020304" pitchFamily="18" charset="0"/>
            </a:endParaRPr>
          </a:p>
        </p:txBody>
      </p:sp>
      <p:sp>
        <p:nvSpPr>
          <p:cNvPr id="219" name="文本框 218">
            <a:extLst>
              <a:ext uri="{FF2B5EF4-FFF2-40B4-BE49-F238E27FC236}">
                <a16:creationId xmlns:a16="http://schemas.microsoft.com/office/drawing/2014/main" id="{91AD0DB8-83DD-4C0C-BEDA-FFF05F1C04ED}"/>
              </a:ext>
            </a:extLst>
          </p:cNvPr>
          <p:cNvSpPr txBox="1"/>
          <p:nvPr/>
        </p:nvSpPr>
        <p:spPr>
          <a:xfrm>
            <a:off x="3279898" y="2339268"/>
            <a:ext cx="315636"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F</a:t>
            </a:r>
            <a:endParaRPr lang="zh-CN" altLang="en-US" dirty="0">
              <a:latin typeface="Times New Roman" panose="02020603050405020304" pitchFamily="18" charset="0"/>
              <a:cs typeface="Times New Roman" panose="02020603050405020304" pitchFamily="18" charset="0"/>
            </a:endParaRPr>
          </a:p>
        </p:txBody>
      </p:sp>
      <p:sp>
        <p:nvSpPr>
          <p:cNvPr id="220" name="文本框 219">
            <a:extLst>
              <a:ext uri="{FF2B5EF4-FFF2-40B4-BE49-F238E27FC236}">
                <a16:creationId xmlns:a16="http://schemas.microsoft.com/office/drawing/2014/main" id="{DD80FF8F-332C-4242-8C06-2B7073F2C86A}"/>
              </a:ext>
            </a:extLst>
          </p:cNvPr>
          <p:cNvSpPr txBox="1"/>
          <p:nvPr/>
        </p:nvSpPr>
        <p:spPr>
          <a:xfrm>
            <a:off x="4284425" y="2349168"/>
            <a:ext cx="344272"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G</a:t>
            </a:r>
            <a:endParaRPr lang="zh-CN" altLang="en-US" dirty="0">
              <a:latin typeface="Times New Roman" panose="02020603050405020304" pitchFamily="18" charset="0"/>
              <a:cs typeface="Times New Roman" panose="02020603050405020304" pitchFamily="18" charset="0"/>
            </a:endParaRPr>
          </a:p>
        </p:txBody>
      </p:sp>
      <p:sp>
        <p:nvSpPr>
          <p:cNvPr id="221" name="文本框 220">
            <a:extLst>
              <a:ext uri="{FF2B5EF4-FFF2-40B4-BE49-F238E27FC236}">
                <a16:creationId xmlns:a16="http://schemas.microsoft.com/office/drawing/2014/main" id="{269C0A71-3B29-446A-9172-D7F653414FB2}"/>
              </a:ext>
            </a:extLst>
          </p:cNvPr>
          <p:cNvSpPr txBox="1"/>
          <p:nvPr/>
        </p:nvSpPr>
        <p:spPr>
          <a:xfrm>
            <a:off x="1281467" y="2868469"/>
            <a:ext cx="299057"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H</a:t>
            </a:r>
            <a:endParaRPr lang="zh-CN" altLang="en-US" dirty="0">
              <a:latin typeface="Times New Roman" panose="02020603050405020304" pitchFamily="18" charset="0"/>
              <a:cs typeface="Times New Roman" panose="02020603050405020304" pitchFamily="18" charset="0"/>
            </a:endParaRPr>
          </a:p>
        </p:txBody>
      </p:sp>
      <p:sp>
        <p:nvSpPr>
          <p:cNvPr id="222" name="文本框 221">
            <a:extLst>
              <a:ext uri="{FF2B5EF4-FFF2-40B4-BE49-F238E27FC236}">
                <a16:creationId xmlns:a16="http://schemas.microsoft.com/office/drawing/2014/main" id="{8FB9AEF3-C890-44E2-BB5A-B84ADB6540ED}"/>
              </a:ext>
            </a:extLst>
          </p:cNvPr>
          <p:cNvSpPr txBox="1"/>
          <p:nvPr/>
        </p:nvSpPr>
        <p:spPr>
          <a:xfrm>
            <a:off x="1817785" y="2868468"/>
            <a:ext cx="30715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I</a:t>
            </a:r>
            <a:endParaRPr lang="zh-CN" altLang="en-US" dirty="0">
              <a:latin typeface="Times New Roman" panose="02020603050405020304" pitchFamily="18" charset="0"/>
              <a:cs typeface="Times New Roman" panose="02020603050405020304" pitchFamily="18" charset="0"/>
            </a:endParaRPr>
          </a:p>
        </p:txBody>
      </p:sp>
      <p:sp>
        <p:nvSpPr>
          <p:cNvPr id="223" name="文本框 222">
            <a:extLst>
              <a:ext uri="{FF2B5EF4-FFF2-40B4-BE49-F238E27FC236}">
                <a16:creationId xmlns:a16="http://schemas.microsoft.com/office/drawing/2014/main" id="{58D6BDDD-EC7D-46ED-BD9D-8B44C1089E07}"/>
              </a:ext>
            </a:extLst>
          </p:cNvPr>
          <p:cNvSpPr txBox="1"/>
          <p:nvPr/>
        </p:nvSpPr>
        <p:spPr>
          <a:xfrm>
            <a:off x="2344255" y="2870163"/>
            <a:ext cx="32624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J</a:t>
            </a:r>
            <a:endParaRPr lang="zh-CN" altLang="en-US" dirty="0">
              <a:latin typeface="Times New Roman" panose="02020603050405020304" pitchFamily="18" charset="0"/>
              <a:cs typeface="Times New Roman" panose="02020603050405020304" pitchFamily="18" charset="0"/>
            </a:endParaRPr>
          </a:p>
        </p:txBody>
      </p:sp>
      <p:sp>
        <p:nvSpPr>
          <p:cNvPr id="251" name="文本框 250">
            <a:extLst>
              <a:ext uri="{FF2B5EF4-FFF2-40B4-BE49-F238E27FC236}">
                <a16:creationId xmlns:a16="http://schemas.microsoft.com/office/drawing/2014/main" id="{A20F7E78-93EE-35DF-7213-0BDAB2B3CEF3}"/>
              </a:ext>
            </a:extLst>
          </p:cNvPr>
          <p:cNvSpPr txBox="1"/>
          <p:nvPr/>
        </p:nvSpPr>
        <p:spPr>
          <a:xfrm>
            <a:off x="5018904" y="4334112"/>
            <a:ext cx="1458641"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T1</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elem</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grpSp>
        <p:nvGrpSpPr>
          <p:cNvPr id="252" name="组合 251">
            <a:extLst>
              <a:ext uri="{FF2B5EF4-FFF2-40B4-BE49-F238E27FC236}">
                <a16:creationId xmlns:a16="http://schemas.microsoft.com/office/drawing/2014/main" id="{E09C94EC-20C3-43EC-7403-85BDCFDD4858}"/>
              </a:ext>
            </a:extLst>
          </p:cNvPr>
          <p:cNvGrpSpPr/>
          <p:nvPr/>
        </p:nvGrpSpPr>
        <p:grpSpPr>
          <a:xfrm>
            <a:off x="6520072" y="4046830"/>
            <a:ext cx="4048139" cy="704419"/>
            <a:chOff x="6772529" y="195443"/>
            <a:chExt cx="4048139" cy="704419"/>
          </a:xfrm>
        </p:grpSpPr>
        <p:sp>
          <p:nvSpPr>
            <p:cNvPr id="253" name="文本框 252">
              <a:extLst>
                <a:ext uri="{FF2B5EF4-FFF2-40B4-BE49-F238E27FC236}">
                  <a16:creationId xmlns:a16="http://schemas.microsoft.com/office/drawing/2014/main" id="{35A2D134-7BE3-60A2-6A6D-F4DE67C0B3DD}"/>
                </a:ext>
              </a:extLst>
            </p:cNvPr>
            <p:cNvSpPr txBox="1"/>
            <p:nvPr/>
          </p:nvSpPr>
          <p:spPr>
            <a:xfrm>
              <a:off x="7106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54" name="文本框 253">
              <a:extLst>
                <a:ext uri="{FF2B5EF4-FFF2-40B4-BE49-F238E27FC236}">
                  <a16:creationId xmlns:a16="http://schemas.microsoft.com/office/drawing/2014/main" id="{946EA597-6532-3BCC-ECC6-ADFF5B11E00C}"/>
                </a:ext>
              </a:extLst>
            </p:cNvPr>
            <p:cNvSpPr txBox="1"/>
            <p:nvPr/>
          </p:nvSpPr>
          <p:spPr>
            <a:xfrm>
              <a:off x="6777424" y="503860"/>
              <a:ext cx="324000" cy="396000"/>
            </a:xfrm>
            <a:prstGeom prst="rect">
              <a:avLst/>
            </a:prstGeom>
            <a:solidFill>
              <a:schemeClr val="accent4">
                <a:lumMod val="20000"/>
                <a:lumOff val="80000"/>
              </a:schemeClr>
            </a:solidFill>
            <a:ln>
              <a:solidFill>
                <a:schemeClr val="tx1"/>
              </a:solidFill>
              <a:prstDash val="dash"/>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55" name="文本框 254">
              <a:extLst>
                <a:ext uri="{FF2B5EF4-FFF2-40B4-BE49-F238E27FC236}">
                  <a16:creationId xmlns:a16="http://schemas.microsoft.com/office/drawing/2014/main" id="{F5EEED14-3C9C-94CA-5CBD-0B75861F835E}"/>
                </a:ext>
              </a:extLst>
            </p:cNvPr>
            <p:cNvSpPr txBox="1"/>
            <p:nvPr/>
          </p:nvSpPr>
          <p:spPr>
            <a:xfrm>
              <a:off x="7430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56" name="文本框 255">
              <a:extLst>
                <a:ext uri="{FF2B5EF4-FFF2-40B4-BE49-F238E27FC236}">
                  <a16:creationId xmlns:a16="http://schemas.microsoft.com/office/drawing/2014/main" id="{9DC8F858-1C23-6A74-293A-CBDFB4309495}"/>
                </a:ext>
              </a:extLst>
            </p:cNvPr>
            <p:cNvSpPr txBox="1"/>
            <p:nvPr/>
          </p:nvSpPr>
          <p:spPr>
            <a:xfrm>
              <a:off x="7754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57" name="文本框 256">
              <a:extLst>
                <a:ext uri="{FF2B5EF4-FFF2-40B4-BE49-F238E27FC236}">
                  <a16:creationId xmlns:a16="http://schemas.microsoft.com/office/drawing/2014/main" id="{35FF36CF-7032-A491-DCC3-5548C3744019}"/>
                </a:ext>
              </a:extLst>
            </p:cNvPr>
            <p:cNvSpPr txBox="1"/>
            <p:nvPr/>
          </p:nvSpPr>
          <p:spPr>
            <a:xfrm>
              <a:off x="8078595" y="503862"/>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58" name="文本框 257">
              <a:extLst>
                <a:ext uri="{FF2B5EF4-FFF2-40B4-BE49-F238E27FC236}">
                  <a16:creationId xmlns:a16="http://schemas.microsoft.com/office/drawing/2014/main" id="{EB3029FA-5C24-10C3-A600-F8A098A5E06A}"/>
                </a:ext>
              </a:extLst>
            </p:cNvPr>
            <p:cNvSpPr txBox="1"/>
            <p:nvPr/>
          </p:nvSpPr>
          <p:spPr>
            <a:xfrm>
              <a:off x="8402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59" name="文本框 258">
              <a:extLst>
                <a:ext uri="{FF2B5EF4-FFF2-40B4-BE49-F238E27FC236}">
                  <a16:creationId xmlns:a16="http://schemas.microsoft.com/office/drawing/2014/main" id="{B5A38A45-D85C-8192-68F7-DF5919F1CD38}"/>
                </a:ext>
              </a:extLst>
            </p:cNvPr>
            <p:cNvSpPr txBox="1"/>
            <p:nvPr/>
          </p:nvSpPr>
          <p:spPr>
            <a:xfrm>
              <a:off x="8726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0" name="文本框 259">
              <a:extLst>
                <a:ext uri="{FF2B5EF4-FFF2-40B4-BE49-F238E27FC236}">
                  <a16:creationId xmlns:a16="http://schemas.microsoft.com/office/drawing/2014/main" id="{54EC12A7-A014-0758-4F37-BCC0F47F8C0E}"/>
                </a:ext>
              </a:extLst>
            </p:cNvPr>
            <p:cNvSpPr txBox="1"/>
            <p:nvPr/>
          </p:nvSpPr>
          <p:spPr>
            <a:xfrm>
              <a:off x="9050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1" name="文本框 260">
              <a:extLst>
                <a:ext uri="{FF2B5EF4-FFF2-40B4-BE49-F238E27FC236}">
                  <a16:creationId xmlns:a16="http://schemas.microsoft.com/office/drawing/2014/main" id="{84EE8239-3F57-D669-7E37-2B63DBB16AFB}"/>
                </a:ext>
              </a:extLst>
            </p:cNvPr>
            <p:cNvSpPr txBox="1"/>
            <p:nvPr/>
          </p:nvSpPr>
          <p:spPr>
            <a:xfrm>
              <a:off x="9374595"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2" name="文本框 30">
              <a:extLst>
                <a:ext uri="{FF2B5EF4-FFF2-40B4-BE49-F238E27FC236}">
                  <a16:creationId xmlns:a16="http://schemas.microsoft.com/office/drawing/2014/main" id="{CD1939F0-5951-ECBB-66C9-0CE3AF7FE482}"/>
                </a:ext>
              </a:extLst>
            </p:cNvPr>
            <p:cNvSpPr txBox="1"/>
            <p:nvPr/>
          </p:nvSpPr>
          <p:spPr>
            <a:xfrm>
              <a:off x="9699891"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3" name="文本框 1">
              <a:extLst>
                <a:ext uri="{FF2B5EF4-FFF2-40B4-BE49-F238E27FC236}">
                  <a16:creationId xmlns:a16="http://schemas.microsoft.com/office/drawing/2014/main" id="{FFDE3747-4ADD-1608-E777-02854772ED47}"/>
                </a:ext>
              </a:extLst>
            </p:cNvPr>
            <p:cNvSpPr txBox="1"/>
            <p:nvPr/>
          </p:nvSpPr>
          <p:spPr>
            <a:xfrm>
              <a:off x="10023891" y="503860"/>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4" name="文本框 263">
              <a:extLst>
                <a:ext uri="{FF2B5EF4-FFF2-40B4-BE49-F238E27FC236}">
                  <a16:creationId xmlns:a16="http://schemas.microsoft.com/office/drawing/2014/main" id="{D35C68E9-4156-D0A1-2E42-BDDB6F47EE6B}"/>
                </a:ext>
              </a:extLst>
            </p:cNvPr>
            <p:cNvSpPr txBox="1"/>
            <p:nvPr/>
          </p:nvSpPr>
          <p:spPr>
            <a:xfrm>
              <a:off x="6772529" y="195443"/>
              <a:ext cx="4048139" cy="301493"/>
            </a:xfrm>
            <a:prstGeom prst="rect">
              <a:avLst/>
            </a:prstGeom>
            <a:noFill/>
          </p:spPr>
          <p:txBody>
            <a:bodyPr wrap="square" bIns="0" rtlCol="0" anchor="b">
              <a:spAutoFit/>
            </a:bodyPr>
            <a:lstStyle/>
            <a:p>
              <a:pPr>
                <a:lnSpc>
                  <a:spcPts val="1800"/>
                </a:lnSpc>
              </a:pPr>
              <a:r>
                <a:rPr lang="en-US" altLang="zh-CN" b="1" dirty="0">
                  <a:solidFill>
                    <a:srgbClr val="0070C0"/>
                  </a:solidFill>
                </a:rPr>
                <a:t> 0</a:t>
              </a:r>
              <a:r>
                <a:rPr lang="en-US" altLang="zh-CN" sz="2000" b="1" dirty="0">
                  <a:solidFill>
                    <a:srgbClr val="0070C0"/>
                  </a:solidFill>
                </a:rPr>
                <a:t>   </a:t>
              </a:r>
              <a:r>
                <a:rPr lang="en-US" altLang="zh-CN" b="1" dirty="0">
                  <a:solidFill>
                    <a:srgbClr val="0070C0"/>
                  </a:solidFill>
                </a:rPr>
                <a:t>1</a:t>
              </a:r>
              <a:r>
                <a:rPr lang="en-US" altLang="zh-CN" sz="2000" b="1" dirty="0">
                  <a:solidFill>
                    <a:srgbClr val="0070C0"/>
                  </a:solidFill>
                </a:rPr>
                <a:t>  </a:t>
              </a:r>
              <a:r>
                <a:rPr lang="en-US" altLang="zh-CN" sz="1600" b="1" dirty="0">
                  <a:solidFill>
                    <a:srgbClr val="0070C0"/>
                  </a:solidFill>
                </a:rPr>
                <a:t>  </a:t>
              </a:r>
              <a:r>
                <a:rPr lang="en-US" altLang="zh-CN" b="1" dirty="0">
                  <a:solidFill>
                    <a:srgbClr val="0070C0"/>
                  </a:solidFill>
                </a:rPr>
                <a:t>2</a:t>
              </a:r>
              <a:r>
                <a:rPr lang="en-US" altLang="zh-CN" sz="2000" b="1" dirty="0">
                  <a:solidFill>
                    <a:srgbClr val="0070C0"/>
                  </a:solidFill>
                </a:rPr>
                <a:t>  </a:t>
              </a:r>
              <a:r>
                <a:rPr lang="en-US" altLang="zh-CN" b="1" dirty="0">
                  <a:solidFill>
                    <a:srgbClr val="0070C0"/>
                  </a:solidFill>
                </a:rPr>
                <a:t> 3</a:t>
              </a:r>
              <a:r>
                <a:rPr lang="en-US" altLang="zh-CN" sz="2000" b="1" dirty="0">
                  <a:solidFill>
                    <a:srgbClr val="0070C0"/>
                  </a:solidFill>
                </a:rPr>
                <a:t>  </a:t>
              </a:r>
              <a:r>
                <a:rPr lang="en-US" altLang="zh-CN" b="1" dirty="0">
                  <a:solidFill>
                    <a:srgbClr val="0070C0"/>
                  </a:solidFill>
                </a:rPr>
                <a:t> 4</a:t>
              </a:r>
              <a:r>
                <a:rPr lang="en-US" altLang="zh-CN" sz="2000" b="1" dirty="0">
                  <a:solidFill>
                    <a:srgbClr val="0070C0"/>
                  </a:solidFill>
                </a:rPr>
                <a:t>  </a:t>
              </a:r>
              <a:r>
                <a:rPr lang="en-US" altLang="zh-CN" b="1" dirty="0">
                  <a:solidFill>
                    <a:srgbClr val="0070C0"/>
                  </a:solidFill>
                </a:rPr>
                <a:t>  5</a:t>
              </a:r>
              <a:r>
                <a:rPr lang="en-US" altLang="zh-CN" sz="2000" b="1" dirty="0">
                  <a:solidFill>
                    <a:srgbClr val="0070C0"/>
                  </a:solidFill>
                </a:rPr>
                <a:t>  </a:t>
              </a:r>
              <a:r>
                <a:rPr lang="en-US" altLang="zh-CN" b="1" dirty="0">
                  <a:solidFill>
                    <a:srgbClr val="0070C0"/>
                  </a:solidFill>
                </a:rPr>
                <a:t> 6</a:t>
              </a:r>
              <a:r>
                <a:rPr lang="en-US" altLang="zh-CN" sz="2000" b="1" dirty="0">
                  <a:solidFill>
                    <a:srgbClr val="0070C0"/>
                  </a:solidFill>
                </a:rPr>
                <a:t>  </a:t>
              </a:r>
              <a:r>
                <a:rPr lang="en-US" altLang="zh-CN" b="1" dirty="0">
                  <a:solidFill>
                    <a:srgbClr val="0070C0"/>
                  </a:solidFill>
                </a:rPr>
                <a:t>  7</a:t>
              </a:r>
              <a:r>
                <a:rPr lang="en-US" altLang="zh-CN" sz="2000" b="1" dirty="0">
                  <a:solidFill>
                    <a:srgbClr val="0070C0"/>
                  </a:solidFill>
                </a:rPr>
                <a:t>  </a:t>
              </a:r>
              <a:r>
                <a:rPr lang="en-US" altLang="zh-CN" b="1" dirty="0">
                  <a:solidFill>
                    <a:srgbClr val="0070C0"/>
                  </a:solidFill>
                </a:rPr>
                <a:t> 8</a:t>
              </a:r>
              <a:r>
                <a:rPr lang="en-US" altLang="zh-CN" sz="2000" b="1" dirty="0">
                  <a:solidFill>
                    <a:srgbClr val="0070C0"/>
                  </a:solidFill>
                </a:rPr>
                <a:t> </a:t>
              </a:r>
              <a:r>
                <a:rPr lang="en-US" altLang="zh-CN" sz="2400" b="1" dirty="0">
                  <a:solidFill>
                    <a:srgbClr val="0070C0"/>
                  </a:solidFill>
                </a:rPr>
                <a:t>  </a:t>
              </a:r>
              <a:r>
                <a:rPr lang="en-US" altLang="zh-CN" b="1" dirty="0">
                  <a:solidFill>
                    <a:srgbClr val="0070C0"/>
                  </a:solidFill>
                </a:rPr>
                <a:t>9  10  11</a:t>
              </a:r>
              <a:endParaRPr lang="zh-CN" altLang="en-US" b="1" dirty="0">
                <a:solidFill>
                  <a:srgbClr val="0070C0"/>
                </a:solidFill>
              </a:endParaRPr>
            </a:p>
          </p:txBody>
        </p:sp>
      </p:grpSp>
      <p:sp>
        <p:nvSpPr>
          <p:cNvPr id="265" name="文本框 30">
            <a:extLst>
              <a:ext uri="{FF2B5EF4-FFF2-40B4-BE49-F238E27FC236}">
                <a16:creationId xmlns:a16="http://schemas.microsoft.com/office/drawing/2014/main" id="{D4156CD1-3768-9F24-5C12-1F8296DCE551}"/>
              </a:ext>
            </a:extLst>
          </p:cNvPr>
          <p:cNvSpPr txBox="1"/>
          <p:nvPr/>
        </p:nvSpPr>
        <p:spPr>
          <a:xfrm>
            <a:off x="6852770" y="4359127"/>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6" name="文本框 1">
            <a:extLst>
              <a:ext uri="{FF2B5EF4-FFF2-40B4-BE49-F238E27FC236}">
                <a16:creationId xmlns:a16="http://schemas.microsoft.com/office/drawing/2014/main" id="{5579C877-9102-E146-A5B2-6BA572031E28}"/>
              </a:ext>
            </a:extLst>
          </p:cNvPr>
          <p:cNvSpPr txBox="1"/>
          <p:nvPr/>
        </p:nvSpPr>
        <p:spPr>
          <a:xfrm>
            <a:off x="7176770" y="4359127"/>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7" name="文本框 2">
            <a:extLst>
              <a:ext uri="{FF2B5EF4-FFF2-40B4-BE49-F238E27FC236}">
                <a16:creationId xmlns:a16="http://schemas.microsoft.com/office/drawing/2014/main" id="{3605F828-86C8-CA7B-7F5E-4A5C3DFEF9E6}"/>
              </a:ext>
            </a:extLst>
          </p:cNvPr>
          <p:cNvSpPr txBox="1"/>
          <p:nvPr/>
        </p:nvSpPr>
        <p:spPr>
          <a:xfrm>
            <a:off x="7500770" y="4359127"/>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8" name="文本框 223">
            <a:extLst>
              <a:ext uri="{FF2B5EF4-FFF2-40B4-BE49-F238E27FC236}">
                <a16:creationId xmlns:a16="http://schemas.microsoft.com/office/drawing/2014/main" id="{1CFF79E5-446F-605E-BB49-222E7A1FD13F}"/>
              </a:ext>
            </a:extLst>
          </p:cNvPr>
          <p:cNvSpPr txBox="1"/>
          <p:nvPr/>
        </p:nvSpPr>
        <p:spPr>
          <a:xfrm>
            <a:off x="7824770" y="4359127"/>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9" name="文本框 224">
            <a:extLst>
              <a:ext uri="{FF2B5EF4-FFF2-40B4-BE49-F238E27FC236}">
                <a16:creationId xmlns:a16="http://schemas.microsoft.com/office/drawing/2014/main" id="{061008E5-272C-1A80-A9A2-7131B7D46BDA}"/>
              </a:ext>
            </a:extLst>
          </p:cNvPr>
          <p:cNvSpPr txBox="1"/>
          <p:nvPr/>
        </p:nvSpPr>
        <p:spPr>
          <a:xfrm>
            <a:off x="8148770" y="435912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70" name="文本框 225">
            <a:extLst>
              <a:ext uri="{FF2B5EF4-FFF2-40B4-BE49-F238E27FC236}">
                <a16:creationId xmlns:a16="http://schemas.microsoft.com/office/drawing/2014/main" id="{E94CA21E-01CC-4530-27AE-BEA7D0756336}"/>
              </a:ext>
            </a:extLst>
          </p:cNvPr>
          <p:cNvSpPr txBox="1"/>
          <p:nvPr/>
        </p:nvSpPr>
        <p:spPr>
          <a:xfrm>
            <a:off x="8472770" y="435912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71" name="文本框 226">
            <a:extLst>
              <a:ext uri="{FF2B5EF4-FFF2-40B4-BE49-F238E27FC236}">
                <a16:creationId xmlns:a16="http://schemas.microsoft.com/office/drawing/2014/main" id="{F7DBB2B7-A79D-53E4-03F0-E7BEDDF7D6B5}"/>
              </a:ext>
            </a:extLst>
          </p:cNvPr>
          <p:cNvSpPr txBox="1"/>
          <p:nvPr/>
        </p:nvSpPr>
        <p:spPr>
          <a:xfrm>
            <a:off x="8796770" y="435912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72" name="文本框 227">
            <a:extLst>
              <a:ext uri="{FF2B5EF4-FFF2-40B4-BE49-F238E27FC236}">
                <a16:creationId xmlns:a16="http://schemas.microsoft.com/office/drawing/2014/main" id="{AF8125DF-77E8-185F-4EE3-C79B9611331B}"/>
              </a:ext>
            </a:extLst>
          </p:cNvPr>
          <p:cNvSpPr txBox="1"/>
          <p:nvPr/>
        </p:nvSpPr>
        <p:spPr>
          <a:xfrm>
            <a:off x="9120770" y="435912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nvGrpSpPr>
          <p:cNvPr id="273" name="组合 272">
            <a:extLst>
              <a:ext uri="{FF2B5EF4-FFF2-40B4-BE49-F238E27FC236}">
                <a16:creationId xmlns:a16="http://schemas.microsoft.com/office/drawing/2014/main" id="{4F456122-A8E9-7A60-6CA0-E90C073703FE}"/>
              </a:ext>
            </a:extLst>
          </p:cNvPr>
          <p:cNvGrpSpPr/>
          <p:nvPr/>
        </p:nvGrpSpPr>
        <p:grpSpPr>
          <a:xfrm>
            <a:off x="5297026" y="4760223"/>
            <a:ext cx="5384864" cy="397193"/>
            <a:chOff x="5601767" y="1071915"/>
            <a:chExt cx="5384864" cy="397193"/>
          </a:xfrm>
        </p:grpSpPr>
        <p:sp>
          <p:nvSpPr>
            <p:cNvPr id="274" name="文本框 273">
              <a:extLst>
                <a:ext uri="{FF2B5EF4-FFF2-40B4-BE49-F238E27FC236}">
                  <a16:creationId xmlns:a16="http://schemas.microsoft.com/office/drawing/2014/main" id="{E43B6E34-175D-E01E-5FA8-D8C83ED25178}"/>
                </a:ext>
              </a:extLst>
            </p:cNvPr>
            <p:cNvSpPr txBox="1"/>
            <p:nvPr/>
          </p:nvSpPr>
          <p:spPr>
            <a:xfrm>
              <a:off x="5601767" y="1071915"/>
              <a:ext cx="1206418" cy="380480"/>
            </a:xfrm>
            <a:prstGeom prst="rect">
              <a:avLst/>
            </a:prstGeom>
            <a:noFill/>
          </p:spPr>
          <p:txBody>
            <a:bodyPr wrap="square" lIns="36000" tIns="36000" rIns="36000" bIns="36000" rtlCol="0">
              <a:spAutoFit/>
            </a:bodyPr>
            <a:lstStyle/>
            <a:p>
              <a:pPr marL="0" marR="0" lvl="0" indent="0" algn="l" defTabSz="914400" rtl="0" eaLnBrk="1" fontAlgn="auto" latinLnBrk="0" hangingPunct="1">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双亲下标</a:t>
              </a:r>
              <a:endParaRPr kumimoji="0" lang="en-US" altLang="zh-CN"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75" name="文本框 274">
              <a:extLst>
                <a:ext uri="{FF2B5EF4-FFF2-40B4-BE49-F238E27FC236}">
                  <a16:creationId xmlns:a16="http://schemas.microsoft.com/office/drawing/2014/main" id="{883B1F85-B4F1-2862-21F3-5117E17DB469}"/>
                </a:ext>
              </a:extLst>
            </p:cNvPr>
            <p:cNvSpPr txBox="1"/>
            <p:nvPr/>
          </p:nvSpPr>
          <p:spPr>
            <a:xfrm>
              <a:off x="7157511" y="1181272"/>
              <a:ext cx="3829120" cy="287836"/>
            </a:xfrm>
            <a:prstGeom prst="rect">
              <a:avLst/>
            </a:prstGeom>
            <a:noFill/>
          </p:spPr>
          <p:txBody>
            <a:bodyPr wrap="square" bIns="0" rtlCol="0" anchor="b">
              <a:spAutoFit/>
            </a:bodyPr>
            <a:lstStyle/>
            <a:p>
              <a:pPr>
                <a:lnSpc>
                  <a:spcPts val="1800"/>
                </a:lnSpc>
              </a:pPr>
              <a:r>
                <a:rPr lang="en-US" altLang="zh-CN" b="1" dirty="0"/>
                <a:t>0</a:t>
              </a:r>
              <a:r>
                <a:rPr lang="en-US" altLang="zh-CN" sz="2000" b="1" dirty="0"/>
                <a:t>   </a:t>
              </a:r>
              <a:r>
                <a:rPr lang="en-US" altLang="zh-CN" sz="1000" b="1" dirty="0"/>
                <a:t> </a:t>
              </a:r>
              <a:r>
                <a:rPr lang="en-US" altLang="zh-CN" b="1" dirty="0"/>
                <a:t>1</a:t>
              </a:r>
              <a:r>
                <a:rPr lang="en-US" altLang="zh-CN" sz="2000" b="1" dirty="0"/>
                <a:t>  </a:t>
              </a:r>
              <a:r>
                <a:rPr lang="en-US" altLang="zh-CN" sz="1600" b="1" dirty="0"/>
                <a:t> </a:t>
              </a:r>
              <a:r>
                <a:rPr lang="en-US" altLang="zh-CN" sz="1000" b="1" dirty="0"/>
                <a:t> </a:t>
              </a:r>
              <a:r>
                <a:rPr lang="en-US" altLang="zh-CN" b="1" dirty="0"/>
                <a:t>1</a:t>
              </a:r>
              <a:r>
                <a:rPr lang="en-US" altLang="zh-CN" sz="2000" b="1" dirty="0"/>
                <a:t>  </a:t>
              </a:r>
              <a:r>
                <a:rPr lang="en-US" altLang="zh-CN" b="1" dirty="0"/>
                <a:t> </a:t>
              </a:r>
              <a:r>
                <a:rPr lang="en-US" altLang="zh-CN" sz="1000" b="1" dirty="0"/>
                <a:t> </a:t>
              </a:r>
              <a:r>
                <a:rPr lang="en-US" altLang="zh-CN" b="1" dirty="0"/>
                <a:t>2</a:t>
              </a:r>
              <a:r>
                <a:rPr lang="en-US" altLang="zh-CN" sz="2000" b="1" dirty="0"/>
                <a:t>  </a:t>
              </a:r>
              <a:r>
                <a:rPr lang="en-US" altLang="zh-CN" b="1" dirty="0"/>
                <a:t> </a:t>
              </a:r>
              <a:r>
                <a:rPr lang="en-US" altLang="zh-CN" sz="1000" b="1" dirty="0"/>
                <a:t> </a:t>
              </a:r>
              <a:r>
                <a:rPr lang="en-US" altLang="zh-CN" b="1" dirty="0"/>
                <a:t>2</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sz="1000" b="1" dirty="0"/>
                <a:t> </a:t>
              </a:r>
              <a:r>
                <a:rPr lang="en-US" altLang="zh-CN" b="1" dirty="0"/>
                <a:t>3</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sz="1000" b="1" dirty="0"/>
                <a:t> </a:t>
              </a:r>
              <a:r>
                <a:rPr lang="en-US" altLang="zh-CN" b="1" dirty="0"/>
                <a:t>5   </a:t>
              </a:r>
              <a:r>
                <a:rPr lang="en-US" altLang="zh-CN" sz="1000" b="1" dirty="0"/>
                <a:t> </a:t>
              </a:r>
              <a:r>
                <a:rPr lang="en-US" altLang="zh-CN" b="1" dirty="0"/>
                <a:t>5</a:t>
              </a:r>
              <a:endParaRPr lang="zh-CN" altLang="en-US" b="1" dirty="0"/>
            </a:p>
          </p:txBody>
        </p:sp>
      </p:grpSp>
      <p:grpSp>
        <p:nvGrpSpPr>
          <p:cNvPr id="276" name="组合 275">
            <a:extLst>
              <a:ext uri="{FF2B5EF4-FFF2-40B4-BE49-F238E27FC236}">
                <a16:creationId xmlns:a16="http://schemas.microsoft.com/office/drawing/2014/main" id="{D3CCDEA2-69CF-E329-8494-422244462C73}"/>
              </a:ext>
            </a:extLst>
          </p:cNvPr>
          <p:cNvGrpSpPr/>
          <p:nvPr/>
        </p:nvGrpSpPr>
        <p:grpSpPr>
          <a:xfrm>
            <a:off x="5071244" y="5163277"/>
            <a:ext cx="5730204" cy="380480"/>
            <a:chOff x="5375985" y="1474969"/>
            <a:chExt cx="5730204" cy="380480"/>
          </a:xfrm>
        </p:grpSpPr>
        <p:sp>
          <p:nvSpPr>
            <p:cNvPr id="277" name="文本框 276">
              <a:extLst>
                <a:ext uri="{FF2B5EF4-FFF2-40B4-BE49-F238E27FC236}">
                  <a16:creationId xmlns:a16="http://schemas.microsoft.com/office/drawing/2014/main" id="{215806A2-6866-1471-F6DB-AF12AF78A95A}"/>
                </a:ext>
              </a:extLst>
            </p:cNvPr>
            <p:cNvSpPr txBox="1"/>
            <p:nvPr/>
          </p:nvSpPr>
          <p:spPr>
            <a:xfrm>
              <a:off x="5375985" y="1474969"/>
              <a:ext cx="1432200" cy="380480"/>
            </a:xfrm>
            <a:prstGeom prst="rect">
              <a:avLst/>
            </a:prstGeom>
            <a:noFill/>
          </p:spPr>
          <p:txBody>
            <a:bodyPr wrap="square" lIns="36000" tIns="36000" rIns="36000" bIns="36000" rtlCol="0">
              <a:spAutoFit/>
            </a:bodyPr>
            <a:lstStyle>
              <a:defPPr>
                <a:defRPr lang="zh-CN"/>
              </a:defPPr>
              <a:lvl1pPr marR="0" lvl="0" indent="0" fontAlgn="auto">
                <a:spcBef>
                  <a:spcPts val="0"/>
                </a:spcBef>
                <a:spcAft>
                  <a:spcPts val="0"/>
                </a:spcAft>
                <a:buClrTx/>
                <a:buSzTx/>
                <a:buFontTx/>
                <a:buNone/>
                <a:tabLst/>
                <a:defRPr kumimoji="0" sz="2000" b="0" i="0" u="none" strike="noStrike" cap="none" spc="0" normalizeH="0" baseline="0">
                  <a:ln>
                    <a:noFill/>
                  </a:ln>
                  <a:solidFill>
                    <a:prstClr val="black"/>
                  </a:solidFill>
                  <a:effectLst/>
                  <a:uLnTx/>
                  <a:uFillTx/>
                  <a:latin typeface="宋体" panose="02010600030101010101" pitchFamily="2" charset="-122"/>
                  <a:ea typeface="宋体" panose="02010600030101010101" pitchFamily="2" charset="-122"/>
                </a:defRPr>
              </a:lvl1pPr>
            </a:lstStyle>
            <a:p>
              <a:r>
                <a:rPr lang="zh-CN" altLang="en-US" b="1" dirty="0"/>
                <a:t>左孩子下标</a:t>
              </a:r>
            </a:p>
          </p:txBody>
        </p:sp>
        <p:sp>
          <p:nvSpPr>
            <p:cNvPr id="278" name="文本框 277">
              <a:extLst>
                <a:ext uri="{FF2B5EF4-FFF2-40B4-BE49-F238E27FC236}">
                  <a16:creationId xmlns:a16="http://schemas.microsoft.com/office/drawing/2014/main" id="{227D75EF-FDCE-9AC4-7CAC-431AC4A4FAC4}"/>
                </a:ext>
              </a:extLst>
            </p:cNvPr>
            <p:cNvSpPr txBox="1"/>
            <p:nvPr/>
          </p:nvSpPr>
          <p:spPr>
            <a:xfrm>
              <a:off x="7157511" y="1529283"/>
              <a:ext cx="3948678" cy="295530"/>
            </a:xfrm>
            <a:prstGeom prst="rect">
              <a:avLst/>
            </a:prstGeom>
            <a:noFill/>
          </p:spPr>
          <p:txBody>
            <a:bodyPr wrap="square" bIns="0" rtlCol="0" anchor="b">
              <a:spAutoFit/>
            </a:bodyPr>
            <a:lstStyle/>
            <a:p>
              <a:pPr>
                <a:lnSpc>
                  <a:spcPts val="1800"/>
                </a:lnSpc>
              </a:pPr>
              <a:r>
                <a:rPr lang="en-US" altLang="zh-CN" sz="2000" b="1" dirty="0"/>
                <a:t>2   </a:t>
              </a:r>
              <a:r>
                <a:rPr lang="en-US" altLang="zh-CN" sz="1000" b="1" dirty="0"/>
                <a:t> </a:t>
              </a:r>
              <a:r>
                <a:rPr lang="en-US" altLang="zh-CN" sz="2000" b="1" dirty="0"/>
                <a:t>4  </a:t>
              </a:r>
              <a:r>
                <a:rPr lang="en-US" altLang="zh-CN" sz="1600" b="1" dirty="0"/>
                <a:t> </a:t>
              </a:r>
              <a:r>
                <a:rPr lang="en-US" altLang="zh-CN" b="1" dirty="0"/>
                <a:t>6</a:t>
              </a:r>
              <a:r>
                <a:rPr lang="en-US" altLang="zh-CN" sz="2000" b="1" dirty="0"/>
                <a:t>  </a:t>
              </a:r>
              <a:r>
                <a:rPr lang="en-US" altLang="zh-CN" b="1" dirty="0"/>
                <a:t> </a:t>
              </a:r>
              <a:r>
                <a:rPr lang="en-US" altLang="zh-CN" sz="1000" b="1" dirty="0"/>
                <a:t> </a:t>
              </a:r>
              <a:r>
                <a:rPr lang="en-US" altLang="zh-CN" b="1" dirty="0"/>
                <a:t>8</a:t>
              </a:r>
              <a:r>
                <a:rPr lang="en-US" altLang="zh-CN" sz="2000" b="1" dirty="0"/>
                <a:t>  </a:t>
              </a:r>
              <a:r>
                <a:rPr lang="en-US" altLang="zh-CN" b="1" dirty="0"/>
                <a:t>10</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latin typeface="Courier New" panose="02070309020205020404" pitchFamily="49" charset="0"/>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grpSp>
      <p:grpSp>
        <p:nvGrpSpPr>
          <p:cNvPr id="279" name="组合 278">
            <a:extLst>
              <a:ext uri="{FF2B5EF4-FFF2-40B4-BE49-F238E27FC236}">
                <a16:creationId xmlns:a16="http://schemas.microsoft.com/office/drawing/2014/main" id="{250C745F-967D-12B2-4723-0DF576CC6005}"/>
              </a:ext>
            </a:extLst>
          </p:cNvPr>
          <p:cNvGrpSpPr/>
          <p:nvPr/>
        </p:nvGrpSpPr>
        <p:grpSpPr>
          <a:xfrm>
            <a:off x="5076999" y="5566331"/>
            <a:ext cx="5582560" cy="380480"/>
            <a:chOff x="5381740" y="1878023"/>
            <a:chExt cx="5582560" cy="380480"/>
          </a:xfrm>
        </p:grpSpPr>
        <p:sp>
          <p:nvSpPr>
            <p:cNvPr id="280" name="文本框 279">
              <a:extLst>
                <a:ext uri="{FF2B5EF4-FFF2-40B4-BE49-F238E27FC236}">
                  <a16:creationId xmlns:a16="http://schemas.microsoft.com/office/drawing/2014/main" id="{4DE12088-21E8-0591-D80D-159C5EC0190A}"/>
                </a:ext>
              </a:extLst>
            </p:cNvPr>
            <p:cNvSpPr txBox="1"/>
            <p:nvPr/>
          </p:nvSpPr>
          <p:spPr>
            <a:xfrm>
              <a:off x="5381740" y="1878023"/>
              <a:ext cx="1432200" cy="380480"/>
            </a:xfrm>
            <a:prstGeom prst="rect">
              <a:avLst/>
            </a:prstGeom>
            <a:noFill/>
          </p:spPr>
          <p:txBody>
            <a:bodyPr wrap="square" lIns="36000" tIns="36000" rIns="36000" bIns="36000" rtlCol="0">
              <a:spAutoFit/>
            </a:bodyPr>
            <a:lstStyle>
              <a:defPPr>
                <a:defRPr lang="zh-CN"/>
              </a:defPPr>
              <a:lvl1pPr marR="0" lvl="0" indent="0" fontAlgn="auto">
                <a:spcBef>
                  <a:spcPts val="0"/>
                </a:spcBef>
                <a:spcAft>
                  <a:spcPts val="0"/>
                </a:spcAft>
                <a:buClrTx/>
                <a:buSzTx/>
                <a:buFontTx/>
                <a:buNone/>
                <a:tabLst/>
                <a:defRPr kumimoji="0" sz="2000" b="0" i="0" u="none" strike="noStrike" cap="none" spc="0" normalizeH="0" baseline="0">
                  <a:ln>
                    <a:noFill/>
                  </a:ln>
                  <a:solidFill>
                    <a:prstClr val="black"/>
                  </a:solidFill>
                  <a:effectLst/>
                  <a:uLnTx/>
                  <a:uFillTx/>
                  <a:latin typeface="宋体" panose="02010600030101010101" pitchFamily="2" charset="-122"/>
                  <a:ea typeface="宋体" panose="02010600030101010101" pitchFamily="2" charset="-122"/>
                </a:defRPr>
              </a:lvl1pPr>
            </a:lstStyle>
            <a:p>
              <a:r>
                <a:rPr lang="zh-CN" altLang="en-US" b="1" dirty="0"/>
                <a:t>右孩子下标</a:t>
              </a:r>
            </a:p>
          </p:txBody>
        </p:sp>
        <p:sp>
          <p:nvSpPr>
            <p:cNvPr id="281" name="文本框 280">
              <a:extLst>
                <a:ext uri="{FF2B5EF4-FFF2-40B4-BE49-F238E27FC236}">
                  <a16:creationId xmlns:a16="http://schemas.microsoft.com/office/drawing/2014/main" id="{7D5EBD02-16B9-8CBA-4A1A-5487FE571422}"/>
                </a:ext>
              </a:extLst>
            </p:cNvPr>
            <p:cNvSpPr txBox="1"/>
            <p:nvPr/>
          </p:nvSpPr>
          <p:spPr>
            <a:xfrm>
              <a:off x="7157511" y="1942710"/>
              <a:ext cx="3806789" cy="287836"/>
            </a:xfrm>
            <a:prstGeom prst="rect">
              <a:avLst/>
            </a:prstGeom>
            <a:noFill/>
          </p:spPr>
          <p:txBody>
            <a:bodyPr wrap="square" bIns="0" rtlCol="0" anchor="b">
              <a:spAutoFit/>
            </a:bodyPr>
            <a:lstStyle/>
            <a:p>
              <a:pPr>
                <a:lnSpc>
                  <a:spcPts val="1800"/>
                </a:lnSpc>
              </a:pPr>
              <a:r>
                <a:rPr lang="en-US" altLang="zh-CN" sz="2000" b="1" dirty="0"/>
                <a:t>3   </a:t>
              </a:r>
              <a:r>
                <a:rPr lang="en-US" altLang="zh-CN" sz="1000" b="1" dirty="0"/>
                <a:t> </a:t>
              </a:r>
              <a:r>
                <a:rPr lang="en-US" altLang="zh-CN" sz="2000" b="1" dirty="0"/>
                <a:t>5  </a:t>
              </a:r>
              <a:r>
                <a:rPr lang="en-US" altLang="zh-CN" sz="1600" b="1" dirty="0"/>
                <a:t> 7</a:t>
              </a:r>
              <a:r>
                <a:rPr lang="en-US" altLang="zh-CN" sz="2000" b="1" dirty="0"/>
                <a:t>  </a:t>
              </a:r>
              <a:r>
                <a:rPr lang="en-US" altLang="zh-CN" b="1" dirty="0"/>
                <a:t> </a:t>
              </a:r>
              <a:r>
                <a:rPr lang="en-US" altLang="zh-CN" sz="1000" b="1" dirty="0"/>
                <a:t> </a:t>
              </a:r>
              <a:r>
                <a:rPr lang="en-US" altLang="zh-CN" b="1" dirty="0"/>
                <a:t>9</a:t>
              </a:r>
              <a:r>
                <a:rPr lang="en-US" altLang="zh-CN" sz="2000" b="1" dirty="0"/>
                <a:t>  11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sz="2000" b="1" dirty="0"/>
                <a:t>  </a:t>
              </a:r>
              <a:r>
                <a:rPr lang="en-US" altLang="zh-CN" b="1" dirty="0"/>
                <a:t> </a:t>
              </a:r>
              <a:r>
                <a:rPr lang="en-US" altLang="zh-CN" b="1" dirty="0">
                  <a:latin typeface="Courier New" panose="02070309020205020404" pitchFamily="49" charset="0"/>
                  <a:cs typeface="Courier New" panose="02070309020205020404" pitchFamily="49" charset="0"/>
                </a:rPr>
                <a:t>-</a:t>
              </a:r>
              <a:r>
                <a:rPr lang="en-US" altLang="zh-CN" b="1" dirty="0"/>
                <a:t>    </a:t>
              </a:r>
              <a:r>
                <a:rPr lang="en-US" altLang="zh-CN" b="1" dirty="0">
                  <a:latin typeface="Courier New" panose="02070309020205020404" pitchFamily="49" charset="0"/>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grpSp>
      <p:sp>
        <p:nvSpPr>
          <p:cNvPr id="282" name="文本框 226">
            <a:extLst>
              <a:ext uri="{FF2B5EF4-FFF2-40B4-BE49-F238E27FC236}">
                <a16:creationId xmlns:a16="http://schemas.microsoft.com/office/drawing/2014/main" id="{1CF5DDF1-EED0-B495-740F-716E63E62798}"/>
              </a:ext>
            </a:extLst>
          </p:cNvPr>
          <p:cNvSpPr txBox="1"/>
          <p:nvPr/>
        </p:nvSpPr>
        <p:spPr>
          <a:xfrm>
            <a:off x="9444770" y="435912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83" name="文本框 227">
            <a:extLst>
              <a:ext uri="{FF2B5EF4-FFF2-40B4-BE49-F238E27FC236}">
                <a16:creationId xmlns:a16="http://schemas.microsoft.com/office/drawing/2014/main" id="{AC002A54-68B6-16AC-43F0-42D4637CEFF3}"/>
              </a:ext>
            </a:extLst>
          </p:cNvPr>
          <p:cNvSpPr txBox="1"/>
          <p:nvPr/>
        </p:nvSpPr>
        <p:spPr>
          <a:xfrm>
            <a:off x="9768770" y="435912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nvGrpSpPr>
          <p:cNvPr id="329" name="组合 328">
            <a:extLst>
              <a:ext uri="{FF2B5EF4-FFF2-40B4-BE49-F238E27FC236}">
                <a16:creationId xmlns:a16="http://schemas.microsoft.com/office/drawing/2014/main" id="{78D04474-EE63-7890-99CF-2A7383E8C6FC}"/>
              </a:ext>
            </a:extLst>
          </p:cNvPr>
          <p:cNvGrpSpPr/>
          <p:nvPr/>
        </p:nvGrpSpPr>
        <p:grpSpPr>
          <a:xfrm>
            <a:off x="10097965" y="1657711"/>
            <a:ext cx="653195" cy="396000"/>
            <a:chOff x="10402706" y="665975"/>
            <a:chExt cx="653195" cy="396000"/>
          </a:xfrm>
        </p:grpSpPr>
        <p:sp>
          <p:nvSpPr>
            <p:cNvPr id="327" name="文本框 326">
              <a:extLst>
                <a:ext uri="{FF2B5EF4-FFF2-40B4-BE49-F238E27FC236}">
                  <a16:creationId xmlns:a16="http://schemas.microsoft.com/office/drawing/2014/main" id="{49B12041-C4F4-B0F4-03BD-0F488B4F44B4}"/>
                </a:ext>
              </a:extLst>
            </p:cNvPr>
            <p:cNvSpPr txBox="1"/>
            <p:nvPr/>
          </p:nvSpPr>
          <p:spPr>
            <a:xfrm>
              <a:off x="10402706" y="665975"/>
              <a:ext cx="324000" cy="396000"/>
            </a:xfrm>
            <a:prstGeom prst="rect">
              <a:avLst/>
            </a:prstGeom>
            <a:solidFill>
              <a:schemeClr val="accent4">
                <a:lumMod val="20000"/>
                <a:lumOff val="80000"/>
              </a:schemeClr>
            </a:solidFill>
            <a:ln>
              <a:solidFill>
                <a:schemeClr val="tx1"/>
              </a:solidFill>
              <a:prstDash val="solid"/>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28" name="文本框 327">
              <a:extLst>
                <a:ext uri="{FF2B5EF4-FFF2-40B4-BE49-F238E27FC236}">
                  <a16:creationId xmlns:a16="http://schemas.microsoft.com/office/drawing/2014/main" id="{68BACB8A-97A9-1227-E5D2-08B078201760}"/>
                </a:ext>
              </a:extLst>
            </p:cNvPr>
            <p:cNvSpPr txBox="1"/>
            <p:nvPr/>
          </p:nvSpPr>
          <p:spPr>
            <a:xfrm>
              <a:off x="10731901" y="665975"/>
              <a:ext cx="324000" cy="396000"/>
            </a:xfrm>
            <a:prstGeom prst="rect">
              <a:avLst/>
            </a:prstGeom>
            <a:solidFill>
              <a:schemeClr val="accent4">
                <a:lumMod val="20000"/>
                <a:lumOff val="80000"/>
              </a:schemeClr>
            </a:solidFill>
            <a:ln>
              <a:solidFill>
                <a:schemeClr val="tx1"/>
              </a:solidFill>
              <a:prstDash val="solid"/>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32" name="组合 331">
            <a:extLst>
              <a:ext uri="{FF2B5EF4-FFF2-40B4-BE49-F238E27FC236}">
                <a16:creationId xmlns:a16="http://schemas.microsoft.com/office/drawing/2014/main" id="{A9E9F02B-F9A7-B0F4-90A1-ECBBD1BDE492}"/>
              </a:ext>
            </a:extLst>
          </p:cNvPr>
          <p:cNvGrpSpPr/>
          <p:nvPr/>
        </p:nvGrpSpPr>
        <p:grpSpPr>
          <a:xfrm>
            <a:off x="10095584" y="4353930"/>
            <a:ext cx="653195" cy="396000"/>
            <a:chOff x="10489914" y="918955"/>
            <a:chExt cx="653195" cy="396000"/>
          </a:xfrm>
        </p:grpSpPr>
        <p:sp>
          <p:nvSpPr>
            <p:cNvPr id="330" name="文本框 329">
              <a:extLst>
                <a:ext uri="{FF2B5EF4-FFF2-40B4-BE49-F238E27FC236}">
                  <a16:creationId xmlns:a16="http://schemas.microsoft.com/office/drawing/2014/main" id="{D9B66F42-1BF3-9086-BDF1-065BF4F91071}"/>
                </a:ext>
              </a:extLst>
            </p:cNvPr>
            <p:cNvSpPr txBox="1"/>
            <p:nvPr/>
          </p:nvSpPr>
          <p:spPr>
            <a:xfrm>
              <a:off x="10489914" y="918955"/>
              <a:ext cx="324000" cy="396000"/>
            </a:xfrm>
            <a:prstGeom prst="rect">
              <a:avLst/>
            </a:prstGeom>
            <a:solidFill>
              <a:schemeClr val="accent4">
                <a:lumMod val="20000"/>
                <a:lumOff val="80000"/>
              </a:schemeClr>
            </a:solidFill>
            <a:ln>
              <a:solidFill>
                <a:schemeClr val="tx1"/>
              </a:solidFill>
              <a:prstDash val="solid"/>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31" name="文本框 330">
              <a:extLst>
                <a:ext uri="{FF2B5EF4-FFF2-40B4-BE49-F238E27FC236}">
                  <a16:creationId xmlns:a16="http://schemas.microsoft.com/office/drawing/2014/main" id="{25B3B83D-F6BE-C0F1-B180-5E1C830528CF}"/>
                </a:ext>
              </a:extLst>
            </p:cNvPr>
            <p:cNvSpPr txBox="1"/>
            <p:nvPr/>
          </p:nvSpPr>
          <p:spPr>
            <a:xfrm>
              <a:off x="10819109" y="918955"/>
              <a:ext cx="324000" cy="396000"/>
            </a:xfrm>
            <a:prstGeom prst="rect">
              <a:avLst/>
            </a:prstGeom>
            <a:solidFill>
              <a:schemeClr val="accent4">
                <a:lumMod val="20000"/>
                <a:lumOff val="80000"/>
              </a:schemeClr>
            </a:solidFill>
            <a:ln>
              <a:solidFill>
                <a:schemeClr val="tx1"/>
              </a:solidFill>
              <a:prstDash val="solid"/>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sp>
        <p:nvSpPr>
          <p:cNvPr id="333" name="文本框 227">
            <a:extLst>
              <a:ext uri="{FF2B5EF4-FFF2-40B4-BE49-F238E27FC236}">
                <a16:creationId xmlns:a16="http://schemas.microsoft.com/office/drawing/2014/main" id="{8B6DAEF1-553D-F583-218B-6FA8807ED655}"/>
              </a:ext>
            </a:extLst>
          </p:cNvPr>
          <p:cNvSpPr txBox="1"/>
          <p:nvPr/>
        </p:nvSpPr>
        <p:spPr>
          <a:xfrm>
            <a:off x="10095066" y="4359125"/>
            <a:ext cx="324000" cy="396000"/>
          </a:xfrm>
          <a:prstGeom prst="rect">
            <a:avLst/>
          </a:prstGeom>
          <a:solidFill>
            <a:schemeClr val="accent4">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marL="0" algn="ctr" defTabSz="914400" rtl="0" eaLnBrk="1" latinLnBrk="0" hangingPunct="1">
              <a:defRPr sz="26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nvGrpSpPr>
          <p:cNvPr id="284" name="组合 283">
            <a:extLst>
              <a:ext uri="{FF2B5EF4-FFF2-40B4-BE49-F238E27FC236}">
                <a16:creationId xmlns:a16="http://schemas.microsoft.com/office/drawing/2014/main" id="{FAE99B07-5A49-BB63-F426-47D1BB2E5610}"/>
              </a:ext>
            </a:extLst>
          </p:cNvPr>
          <p:cNvGrpSpPr/>
          <p:nvPr/>
        </p:nvGrpSpPr>
        <p:grpSpPr>
          <a:xfrm>
            <a:off x="1562621" y="4154692"/>
            <a:ext cx="3049738" cy="1709319"/>
            <a:chOff x="664679" y="332656"/>
            <a:chExt cx="1622678" cy="1113738"/>
          </a:xfrm>
        </p:grpSpPr>
        <p:sp>
          <p:nvSpPr>
            <p:cNvPr id="285" name="直接连接符 176183">
              <a:extLst>
                <a:ext uri="{FF2B5EF4-FFF2-40B4-BE49-F238E27FC236}">
                  <a16:creationId xmlns:a16="http://schemas.microsoft.com/office/drawing/2014/main" id="{E23DEA95-6413-2839-FEF2-50571E3D2FB8}"/>
                </a:ext>
              </a:extLst>
            </p:cNvPr>
            <p:cNvSpPr>
              <a:spLocks noChangeShapeType="1"/>
            </p:cNvSpPr>
            <p:nvPr/>
          </p:nvSpPr>
          <p:spPr bwMode="auto">
            <a:xfrm>
              <a:off x="1561880" y="465858"/>
              <a:ext cx="339699" cy="187330"/>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6" name="直接连接符 176181">
              <a:extLst>
                <a:ext uri="{FF2B5EF4-FFF2-40B4-BE49-F238E27FC236}">
                  <a16:creationId xmlns:a16="http://schemas.microsoft.com/office/drawing/2014/main" id="{15396021-8FC8-DF57-52E9-6C8CE12BEB5C}"/>
                </a:ext>
              </a:extLst>
            </p:cNvPr>
            <p:cNvSpPr>
              <a:spLocks noChangeShapeType="1"/>
            </p:cNvSpPr>
            <p:nvPr/>
          </p:nvSpPr>
          <p:spPr bwMode="auto">
            <a:xfrm flipH="1">
              <a:off x="1101854" y="465859"/>
              <a:ext cx="340211" cy="188230"/>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7" name="直接连接符 176181">
              <a:extLst>
                <a:ext uri="{FF2B5EF4-FFF2-40B4-BE49-F238E27FC236}">
                  <a16:creationId xmlns:a16="http://schemas.microsoft.com/office/drawing/2014/main" id="{A57F3002-3FCA-216D-F46E-899EC09E2C53}"/>
                </a:ext>
              </a:extLst>
            </p:cNvPr>
            <p:cNvSpPr>
              <a:spLocks noChangeShapeType="1"/>
            </p:cNvSpPr>
            <p:nvPr/>
          </p:nvSpPr>
          <p:spPr bwMode="auto">
            <a:xfrm flipH="1">
              <a:off x="1198435" y="1089403"/>
              <a:ext cx="74779" cy="182486"/>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8" name="直接连接符 176183">
              <a:extLst>
                <a:ext uri="{FF2B5EF4-FFF2-40B4-BE49-F238E27FC236}">
                  <a16:creationId xmlns:a16="http://schemas.microsoft.com/office/drawing/2014/main" id="{03ABC635-9707-3017-72AF-425DE7697449}"/>
                </a:ext>
              </a:extLst>
            </p:cNvPr>
            <p:cNvSpPr>
              <a:spLocks noChangeShapeType="1"/>
            </p:cNvSpPr>
            <p:nvPr/>
          </p:nvSpPr>
          <p:spPr bwMode="auto">
            <a:xfrm>
              <a:off x="1321644" y="1085649"/>
              <a:ext cx="88208" cy="200538"/>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90" name="组合 289">
              <a:extLst>
                <a:ext uri="{FF2B5EF4-FFF2-40B4-BE49-F238E27FC236}">
                  <a16:creationId xmlns:a16="http://schemas.microsoft.com/office/drawing/2014/main" id="{94DE8FD5-5CD7-6F44-C38B-C1192C0D6C08}"/>
                </a:ext>
              </a:extLst>
            </p:cNvPr>
            <p:cNvGrpSpPr/>
            <p:nvPr/>
          </p:nvGrpSpPr>
          <p:grpSpPr>
            <a:xfrm>
              <a:off x="664679" y="598485"/>
              <a:ext cx="711741" cy="497766"/>
              <a:chOff x="664679" y="598485"/>
              <a:chExt cx="711741" cy="497766"/>
            </a:xfrm>
          </p:grpSpPr>
          <p:sp>
            <p:nvSpPr>
              <p:cNvPr id="301" name="直接连接符 176183">
                <a:extLst>
                  <a:ext uri="{FF2B5EF4-FFF2-40B4-BE49-F238E27FC236}">
                    <a16:creationId xmlns:a16="http://schemas.microsoft.com/office/drawing/2014/main" id="{A55467E7-AA90-CB0E-BE31-0092981388B0}"/>
                  </a:ext>
                </a:extLst>
              </p:cNvPr>
              <p:cNvSpPr>
                <a:spLocks noChangeShapeType="1"/>
              </p:cNvSpPr>
              <p:nvPr/>
            </p:nvSpPr>
            <p:spPr bwMode="auto">
              <a:xfrm>
                <a:off x="1075035" y="747617"/>
                <a:ext cx="181590" cy="194576"/>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2" name="直接连接符 176181">
                <a:extLst>
                  <a:ext uri="{FF2B5EF4-FFF2-40B4-BE49-F238E27FC236}">
                    <a16:creationId xmlns:a16="http://schemas.microsoft.com/office/drawing/2014/main" id="{2BAB669C-7B2F-35A4-86BA-DAEDA7E4A5EF}"/>
                  </a:ext>
                </a:extLst>
              </p:cNvPr>
              <p:cNvSpPr>
                <a:spLocks noChangeShapeType="1"/>
              </p:cNvSpPr>
              <p:nvPr/>
            </p:nvSpPr>
            <p:spPr bwMode="auto">
              <a:xfrm flipH="1">
                <a:off x="782049" y="776100"/>
                <a:ext cx="201382" cy="151679"/>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3" name="椭圆 176177">
                <a:extLst>
                  <a:ext uri="{FF2B5EF4-FFF2-40B4-BE49-F238E27FC236}">
                    <a16:creationId xmlns:a16="http://schemas.microsoft.com/office/drawing/2014/main" id="{F2DA85D4-2743-F495-A15B-82C490B41BD2}"/>
                  </a:ext>
                </a:extLst>
              </p:cNvPr>
              <p:cNvSpPr>
                <a:spLocks noChangeArrowheads="1"/>
              </p:cNvSpPr>
              <p:nvPr/>
            </p:nvSpPr>
            <p:spPr bwMode="auto">
              <a:xfrm>
                <a:off x="947464" y="598485"/>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p>
            </p:txBody>
          </p:sp>
          <p:sp>
            <p:nvSpPr>
              <p:cNvPr id="304" name="椭圆 176177">
                <a:extLst>
                  <a:ext uri="{FF2B5EF4-FFF2-40B4-BE49-F238E27FC236}">
                    <a16:creationId xmlns:a16="http://schemas.microsoft.com/office/drawing/2014/main" id="{4E93B4BD-CB11-1A4A-BD2A-9FF5A2177501}"/>
                  </a:ext>
                </a:extLst>
              </p:cNvPr>
              <p:cNvSpPr>
                <a:spLocks noChangeArrowheads="1"/>
              </p:cNvSpPr>
              <p:nvPr/>
            </p:nvSpPr>
            <p:spPr bwMode="auto">
              <a:xfrm>
                <a:off x="1214727" y="915693"/>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305" name="椭圆 176177">
                <a:extLst>
                  <a:ext uri="{FF2B5EF4-FFF2-40B4-BE49-F238E27FC236}">
                    <a16:creationId xmlns:a16="http://schemas.microsoft.com/office/drawing/2014/main" id="{87590038-512A-8B42-BFAD-52D6BD21B8F4}"/>
                  </a:ext>
                </a:extLst>
              </p:cNvPr>
              <p:cNvSpPr>
                <a:spLocks noChangeArrowheads="1"/>
              </p:cNvSpPr>
              <p:nvPr/>
            </p:nvSpPr>
            <p:spPr bwMode="auto">
              <a:xfrm>
                <a:off x="664679" y="910889"/>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p>
            </p:txBody>
          </p:sp>
        </p:grpSp>
        <p:sp>
          <p:nvSpPr>
            <p:cNvPr id="291" name="椭圆 176177">
              <a:extLst>
                <a:ext uri="{FF2B5EF4-FFF2-40B4-BE49-F238E27FC236}">
                  <a16:creationId xmlns:a16="http://schemas.microsoft.com/office/drawing/2014/main" id="{DF70F016-A926-F6DF-794A-D8A5960841E0}"/>
                </a:ext>
              </a:extLst>
            </p:cNvPr>
            <p:cNvSpPr>
              <a:spLocks noChangeArrowheads="1"/>
            </p:cNvSpPr>
            <p:nvPr/>
          </p:nvSpPr>
          <p:spPr bwMode="auto">
            <a:xfrm>
              <a:off x="1090223" y="1259534"/>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endPar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2" name="椭圆 176177">
              <a:extLst>
                <a:ext uri="{FF2B5EF4-FFF2-40B4-BE49-F238E27FC236}">
                  <a16:creationId xmlns:a16="http://schemas.microsoft.com/office/drawing/2014/main" id="{F23AD543-D9F5-4646-7522-B3C9EF0A24E4}"/>
                </a:ext>
              </a:extLst>
            </p:cNvPr>
            <p:cNvSpPr>
              <a:spLocks noChangeArrowheads="1"/>
            </p:cNvSpPr>
            <p:nvPr/>
          </p:nvSpPr>
          <p:spPr bwMode="auto">
            <a:xfrm>
              <a:off x="1334816" y="1265836"/>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p>
          </p:txBody>
        </p:sp>
        <p:grpSp>
          <p:nvGrpSpPr>
            <p:cNvPr id="294" name="组合 293">
              <a:extLst>
                <a:ext uri="{FF2B5EF4-FFF2-40B4-BE49-F238E27FC236}">
                  <a16:creationId xmlns:a16="http://schemas.microsoft.com/office/drawing/2014/main" id="{859F3ABC-19B1-DC5E-206B-B7F65E9DA78E}"/>
                </a:ext>
              </a:extLst>
            </p:cNvPr>
            <p:cNvGrpSpPr/>
            <p:nvPr/>
          </p:nvGrpSpPr>
          <p:grpSpPr>
            <a:xfrm>
              <a:off x="1868321" y="603283"/>
              <a:ext cx="419036" cy="497766"/>
              <a:chOff x="947464" y="598485"/>
              <a:chExt cx="419036" cy="497766"/>
            </a:xfrm>
          </p:grpSpPr>
          <p:sp>
            <p:nvSpPr>
              <p:cNvPr id="296" name="直接连接符 176183">
                <a:extLst>
                  <a:ext uri="{FF2B5EF4-FFF2-40B4-BE49-F238E27FC236}">
                    <a16:creationId xmlns:a16="http://schemas.microsoft.com/office/drawing/2014/main" id="{77073DD5-ED98-8999-49D7-2B90A3A18CC5}"/>
                  </a:ext>
                </a:extLst>
              </p:cNvPr>
              <p:cNvSpPr>
                <a:spLocks noChangeShapeType="1"/>
              </p:cNvSpPr>
              <p:nvPr/>
            </p:nvSpPr>
            <p:spPr bwMode="auto">
              <a:xfrm>
                <a:off x="1084748" y="771575"/>
                <a:ext cx="187399" cy="200538"/>
              </a:xfrm>
              <a:prstGeom prst="line">
                <a:avLst/>
              </a:prstGeom>
              <a:noFill/>
              <a:ln w="9525"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8" name="椭圆 176177">
                <a:extLst>
                  <a:ext uri="{FF2B5EF4-FFF2-40B4-BE49-F238E27FC236}">
                    <a16:creationId xmlns:a16="http://schemas.microsoft.com/office/drawing/2014/main" id="{5727CFDF-8DCD-120D-9FDC-59A12D9AF63F}"/>
                  </a:ext>
                </a:extLst>
              </p:cNvPr>
              <p:cNvSpPr>
                <a:spLocks noChangeArrowheads="1"/>
              </p:cNvSpPr>
              <p:nvPr/>
            </p:nvSpPr>
            <p:spPr bwMode="auto">
              <a:xfrm>
                <a:off x="947464" y="598485"/>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p>
            </p:txBody>
          </p:sp>
          <p:sp>
            <p:nvSpPr>
              <p:cNvPr id="299" name="椭圆 176177">
                <a:extLst>
                  <a:ext uri="{FF2B5EF4-FFF2-40B4-BE49-F238E27FC236}">
                    <a16:creationId xmlns:a16="http://schemas.microsoft.com/office/drawing/2014/main" id="{DE5961D7-7005-57E3-1E5B-1E5B07F4F516}"/>
                  </a:ext>
                </a:extLst>
              </p:cNvPr>
              <p:cNvSpPr>
                <a:spLocks noChangeArrowheads="1"/>
              </p:cNvSpPr>
              <p:nvPr/>
            </p:nvSpPr>
            <p:spPr bwMode="auto">
              <a:xfrm>
                <a:off x="1204807" y="915693"/>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p>
            </p:txBody>
          </p:sp>
        </p:grpSp>
        <p:sp>
          <p:nvSpPr>
            <p:cNvPr id="295" name="椭圆 176177">
              <a:extLst>
                <a:ext uri="{FF2B5EF4-FFF2-40B4-BE49-F238E27FC236}">
                  <a16:creationId xmlns:a16="http://schemas.microsoft.com/office/drawing/2014/main" id="{C7D6BE2E-2D93-C263-BDE4-691B8FF8A603}"/>
                </a:ext>
              </a:extLst>
            </p:cNvPr>
            <p:cNvSpPr>
              <a:spLocks noChangeArrowheads="1"/>
            </p:cNvSpPr>
            <p:nvPr/>
          </p:nvSpPr>
          <p:spPr bwMode="auto">
            <a:xfrm>
              <a:off x="1415504" y="332656"/>
              <a:ext cx="161693" cy="180558"/>
            </a:xfrm>
            <a:prstGeom prst="ellipse">
              <a:avLst/>
            </a:prstGeom>
            <a:solidFill>
              <a:schemeClr val="accent6">
                <a:lumMod val="20000"/>
                <a:lumOff val="80000"/>
              </a:schemeClr>
            </a:solidFill>
            <a:ln w="9525" cap="sq">
              <a:solidFill>
                <a:srgbClr val="008080"/>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990033"/>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p>
          </p:txBody>
        </p:sp>
      </p:grpSp>
      <p:sp>
        <p:nvSpPr>
          <p:cNvPr id="306" name="文本框 305">
            <a:extLst>
              <a:ext uri="{FF2B5EF4-FFF2-40B4-BE49-F238E27FC236}">
                <a16:creationId xmlns:a16="http://schemas.microsoft.com/office/drawing/2014/main" id="{3D1AA9B4-E54B-0718-DC27-94E6BAD074E3}"/>
              </a:ext>
            </a:extLst>
          </p:cNvPr>
          <p:cNvSpPr txBox="1"/>
          <p:nvPr/>
        </p:nvSpPr>
        <p:spPr>
          <a:xfrm>
            <a:off x="2674707" y="4094391"/>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07" name="文本框 306">
            <a:extLst>
              <a:ext uri="{FF2B5EF4-FFF2-40B4-BE49-F238E27FC236}">
                <a16:creationId xmlns:a16="http://schemas.microsoft.com/office/drawing/2014/main" id="{56B17295-924D-3E70-9543-F52906FB761D}"/>
              </a:ext>
            </a:extLst>
          </p:cNvPr>
          <p:cNvSpPr txBox="1"/>
          <p:nvPr/>
        </p:nvSpPr>
        <p:spPr>
          <a:xfrm>
            <a:off x="1767407" y="4506116"/>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08" name="文本框 307">
            <a:extLst>
              <a:ext uri="{FF2B5EF4-FFF2-40B4-BE49-F238E27FC236}">
                <a16:creationId xmlns:a16="http://schemas.microsoft.com/office/drawing/2014/main" id="{97C21B66-598C-2445-4B1E-C69E162E69B5}"/>
              </a:ext>
            </a:extLst>
          </p:cNvPr>
          <p:cNvSpPr txBox="1"/>
          <p:nvPr/>
        </p:nvSpPr>
        <p:spPr>
          <a:xfrm>
            <a:off x="3523316" y="4528659"/>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3</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09" name="文本框 308">
            <a:extLst>
              <a:ext uri="{FF2B5EF4-FFF2-40B4-BE49-F238E27FC236}">
                <a16:creationId xmlns:a16="http://schemas.microsoft.com/office/drawing/2014/main" id="{6DDF769C-1C7C-C6E3-A7B6-F71E21FE7D6A}"/>
              </a:ext>
            </a:extLst>
          </p:cNvPr>
          <p:cNvSpPr txBox="1"/>
          <p:nvPr/>
        </p:nvSpPr>
        <p:spPr>
          <a:xfrm>
            <a:off x="1235345" y="4969093"/>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10" name="文本框 309">
            <a:extLst>
              <a:ext uri="{FF2B5EF4-FFF2-40B4-BE49-F238E27FC236}">
                <a16:creationId xmlns:a16="http://schemas.microsoft.com/office/drawing/2014/main" id="{9D620204-4278-60D9-1937-80E7688260BD}"/>
              </a:ext>
            </a:extLst>
          </p:cNvPr>
          <p:cNvSpPr txBox="1"/>
          <p:nvPr/>
        </p:nvSpPr>
        <p:spPr>
          <a:xfrm>
            <a:off x="2275710" y="5004516"/>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5</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11" name="文本框 310">
            <a:extLst>
              <a:ext uri="{FF2B5EF4-FFF2-40B4-BE49-F238E27FC236}">
                <a16:creationId xmlns:a16="http://schemas.microsoft.com/office/drawing/2014/main" id="{1C7A1F97-4601-E2BE-2E97-E038FF49A3C7}"/>
              </a:ext>
            </a:extLst>
          </p:cNvPr>
          <p:cNvSpPr txBox="1"/>
          <p:nvPr/>
        </p:nvSpPr>
        <p:spPr>
          <a:xfrm>
            <a:off x="3279898" y="5035839"/>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6</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12" name="文本框 311">
            <a:extLst>
              <a:ext uri="{FF2B5EF4-FFF2-40B4-BE49-F238E27FC236}">
                <a16:creationId xmlns:a16="http://schemas.microsoft.com/office/drawing/2014/main" id="{41B05ACE-A307-83BF-EBC9-D7B6109FC3DA}"/>
              </a:ext>
            </a:extLst>
          </p:cNvPr>
          <p:cNvSpPr txBox="1"/>
          <p:nvPr/>
        </p:nvSpPr>
        <p:spPr>
          <a:xfrm>
            <a:off x="3988271" y="5041281"/>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7</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13" name="文本框 312">
            <a:extLst>
              <a:ext uri="{FF2B5EF4-FFF2-40B4-BE49-F238E27FC236}">
                <a16:creationId xmlns:a16="http://schemas.microsoft.com/office/drawing/2014/main" id="{6D17DED4-ABE5-9CB8-79E0-5FB6582E9C7F}"/>
              </a:ext>
            </a:extLst>
          </p:cNvPr>
          <p:cNvSpPr txBox="1"/>
          <p:nvPr/>
        </p:nvSpPr>
        <p:spPr>
          <a:xfrm>
            <a:off x="1169862" y="5580828"/>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8</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14" name="文本框 313">
            <a:extLst>
              <a:ext uri="{FF2B5EF4-FFF2-40B4-BE49-F238E27FC236}">
                <a16:creationId xmlns:a16="http://schemas.microsoft.com/office/drawing/2014/main" id="{9DB29CED-4F1D-740D-1834-DC9196224289}"/>
              </a:ext>
            </a:extLst>
          </p:cNvPr>
          <p:cNvSpPr txBox="1"/>
          <p:nvPr/>
        </p:nvSpPr>
        <p:spPr>
          <a:xfrm>
            <a:off x="1615939" y="5566735"/>
            <a:ext cx="432820" cy="40011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9</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15" name="文本框 314">
            <a:extLst>
              <a:ext uri="{FF2B5EF4-FFF2-40B4-BE49-F238E27FC236}">
                <a16:creationId xmlns:a16="http://schemas.microsoft.com/office/drawing/2014/main" id="{2D738C2E-A137-0C4A-57A1-5D47002901EE}"/>
              </a:ext>
            </a:extLst>
          </p:cNvPr>
          <p:cNvSpPr txBox="1"/>
          <p:nvPr/>
        </p:nvSpPr>
        <p:spPr>
          <a:xfrm>
            <a:off x="1976068" y="5628623"/>
            <a:ext cx="553575" cy="369332"/>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10</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16" name="文本框 315">
            <a:extLst>
              <a:ext uri="{FF2B5EF4-FFF2-40B4-BE49-F238E27FC236}">
                <a16:creationId xmlns:a16="http://schemas.microsoft.com/office/drawing/2014/main" id="{E913CCF2-4282-4F2D-FA27-C610932B0CDA}"/>
              </a:ext>
            </a:extLst>
          </p:cNvPr>
          <p:cNvSpPr txBox="1"/>
          <p:nvPr/>
        </p:nvSpPr>
        <p:spPr>
          <a:xfrm>
            <a:off x="2963135" y="4132235"/>
            <a:ext cx="29108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endParaRPr kumimoji="0" lang="zh-C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17" name="文本框 316">
            <a:extLst>
              <a:ext uri="{FF2B5EF4-FFF2-40B4-BE49-F238E27FC236}">
                <a16:creationId xmlns:a16="http://schemas.microsoft.com/office/drawing/2014/main" id="{9D637DAF-F510-F6DF-9F9D-3FC061B3327C}"/>
              </a:ext>
            </a:extLst>
          </p:cNvPr>
          <p:cNvSpPr txBox="1"/>
          <p:nvPr/>
        </p:nvSpPr>
        <p:spPr>
          <a:xfrm>
            <a:off x="2100185" y="4552283"/>
            <a:ext cx="284086"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B</a:t>
            </a:r>
            <a:endParaRPr lang="zh-CN" altLang="en-US" dirty="0">
              <a:latin typeface="Times New Roman" panose="02020603050405020304" pitchFamily="18" charset="0"/>
              <a:cs typeface="Times New Roman" panose="02020603050405020304" pitchFamily="18" charset="0"/>
            </a:endParaRPr>
          </a:p>
        </p:txBody>
      </p:sp>
      <p:sp>
        <p:nvSpPr>
          <p:cNvPr id="318" name="文本框 317">
            <a:extLst>
              <a:ext uri="{FF2B5EF4-FFF2-40B4-BE49-F238E27FC236}">
                <a16:creationId xmlns:a16="http://schemas.microsoft.com/office/drawing/2014/main" id="{620F08E4-6F9C-1207-9EC3-2B0A9E68E815}"/>
              </a:ext>
            </a:extLst>
          </p:cNvPr>
          <p:cNvSpPr txBox="1"/>
          <p:nvPr/>
        </p:nvSpPr>
        <p:spPr>
          <a:xfrm>
            <a:off x="3837812" y="4561803"/>
            <a:ext cx="27399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sp>
        <p:nvSpPr>
          <p:cNvPr id="319" name="文本框 318">
            <a:extLst>
              <a:ext uri="{FF2B5EF4-FFF2-40B4-BE49-F238E27FC236}">
                <a16:creationId xmlns:a16="http://schemas.microsoft.com/office/drawing/2014/main" id="{F8695A73-3AA6-7F28-36B5-46E713BD7654}"/>
              </a:ext>
            </a:extLst>
          </p:cNvPr>
          <p:cNvSpPr txBox="1"/>
          <p:nvPr/>
        </p:nvSpPr>
        <p:spPr>
          <a:xfrm>
            <a:off x="1584991" y="5035839"/>
            <a:ext cx="249869"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D</a:t>
            </a:r>
            <a:endParaRPr lang="zh-CN" altLang="en-US" dirty="0">
              <a:latin typeface="Times New Roman" panose="02020603050405020304" pitchFamily="18" charset="0"/>
              <a:cs typeface="Times New Roman" panose="02020603050405020304" pitchFamily="18" charset="0"/>
            </a:endParaRPr>
          </a:p>
        </p:txBody>
      </p:sp>
      <p:sp>
        <p:nvSpPr>
          <p:cNvPr id="320" name="文本框 319">
            <a:extLst>
              <a:ext uri="{FF2B5EF4-FFF2-40B4-BE49-F238E27FC236}">
                <a16:creationId xmlns:a16="http://schemas.microsoft.com/office/drawing/2014/main" id="{EBA35D84-0CE8-565A-C25A-20E5CBA99F5B}"/>
              </a:ext>
            </a:extLst>
          </p:cNvPr>
          <p:cNvSpPr txBox="1"/>
          <p:nvPr/>
        </p:nvSpPr>
        <p:spPr>
          <a:xfrm>
            <a:off x="2573466" y="5035840"/>
            <a:ext cx="337392"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E</a:t>
            </a:r>
            <a:endParaRPr lang="zh-CN" altLang="en-US" dirty="0">
              <a:latin typeface="Times New Roman" panose="02020603050405020304" pitchFamily="18" charset="0"/>
              <a:cs typeface="Times New Roman" panose="02020603050405020304" pitchFamily="18" charset="0"/>
            </a:endParaRPr>
          </a:p>
        </p:txBody>
      </p:sp>
      <p:sp>
        <p:nvSpPr>
          <p:cNvPr id="322" name="文本框 321">
            <a:extLst>
              <a:ext uri="{FF2B5EF4-FFF2-40B4-BE49-F238E27FC236}">
                <a16:creationId xmlns:a16="http://schemas.microsoft.com/office/drawing/2014/main" id="{20A6A8C8-A4EF-5367-B776-66FD7C68821A}"/>
              </a:ext>
            </a:extLst>
          </p:cNvPr>
          <p:cNvSpPr txBox="1"/>
          <p:nvPr/>
        </p:nvSpPr>
        <p:spPr>
          <a:xfrm>
            <a:off x="4284425" y="5045740"/>
            <a:ext cx="344272"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G</a:t>
            </a:r>
            <a:endParaRPr lang="zh-CN" altLang="en-US" dirty="0">
              <a:latin typeface="Times New Roman" panose="02020603050405020304" pitchFamily="18" charset="0"/>
              <a:cs typeface="Times New Roman" panose="02020603050405020304" pitchFamily="18" charset="0"/>
            </a:endParaRPr>
          </a:p>
        </p:txBody>
      </p:sp>
      <p:sp>
        <p:nvSpPr>
          <p:cNvPr id="324" name="文本框 323">
            <a:extLst>
              <a:ext uri="{FF2B5EF4-FFF2-40B4-BE49-F238E27FC236}">
                <a16:creationId xmlns:a16="http://schemas.microsoft.com/office/drawing/2014/main" id="{204460C7-E719-1FCC-F2D8-9E23DE604202}"/>
              </a:ext>
            </a:extLst>
          </p:cNvPr>
          <p:cNvSpPr txBox="1"/>
          <p:nvPr/>
        </p:nvSpPr>
        <p:spPr>
          <a:xfrm>
            <a:off x="2809558" y="5566735"/>
            <a:ext cx="30715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K</a:t>
            </a:r>
            <a:endParaRPr lang="zh-CN" altLang="en-US" dirty="0">
              <a:latin typeface="Times New Roman" panose="02020603050405020304" pitchFamily="18" charset="0"/>
              <a:cs typeface="Times New Roman" panose="02020603050405020304" pitchFamily="18" charset="0"/>
            </a:endParaRPr>
          </a:p>
        </p:txBody>
      </p:sp>
      <p:sp>
        <p:nvSpPr>
          <p:cNvPr id="325" name="文本框 324">
            <a:extLst>
              <a:ext uri="{FF2B5EF4-FFF2-40B4-BE49-F238E27FC236}">
                <a16:creationId xmlns:a16="http://schemas.microsoft.com/office/drawing/2014/main" id="{739694CB-2B78-FF34-CC3D-D4F18630FA3B}"/>
              </a:ext>
            </a:extLst>
          </p:cNvPr>
          <p:cNvSpPr txBox="1"/>
          <p:nvPr/>
        </p:nvSpPr>
        <p:spPr>
          <a:xfrm>
            <a:off x="2344255" y="5566735"/>
            <a:ext cx="326244" cy="30777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2000" b="1" i="0" u="none" strike="noStrike" cap="none" spc="0" normalizeH="0" baseline="0">
                <a:ln>
                  <a:noFill/>
                </a:ln>
                <a:solidFill>
                  <a:srgbClr val="C00000"/>
                </a:solidFill>
                <a:effectLst/>
                <a:uLnTx/>
                <a:uFillTx/>
                <a:latin typeface="等线" panose="020F0502020204030204"/>
                <a:ea typeface="等线" panose="02010600030101010101" pitchFamily="2" charset="-122"/>
              </a:defRPr>
            </a:lvl1pPr>
          </a:lstStyle>
          <a:p>
            <a:r>
              <a:rPr lang="en-US" altLang="zh-CN" dirty="0">
                <a:latin typeface="Times New Roman" panose="02020603050405020304" pitchFamily="18" charset="0"/>
                <a:cs typeface="Times New Roman" panose="02020603050405020304" pitchFamily="18" charset="0"/>
              </a:rPr>
              <a:t>J</a:t>
            </a:r>
            <a:endParaRPr lang="zh-CN" altLang="en-US" dirty="0">
              <a:latin typeface="Times New Roman" panose="02020603050405020304" pitchFamily="18" charset="0"/>
              <a:cs typeface="Times New Roman" panose="02020603050405020304" pitchFamily="18" charset="0"/>
            </a:endParaRPr>
          </a:p>
        </p:txBody>
      </p:sp>
      <p:sp>
        <p:nvSpPr>
          <p:cNvPr id="326" name="文本框 325">
            <a:extLst>
              <a:ext uri="{FF2B5EF4-FFF2-40B4-BE49-F238E27FC236}">
                <a16:creationId xmlns:a16="http://schemas.microsoft.com/office/drawing/2014/main" id="{9828BD89-0EE2-12DB-830A-C321D7F24101}"/>
              </a:ext>
            </a:extLst>
          </p:cNvPr>
          <p:cNvSpPr txBox="1"/>
          <p:nvPr/>
        </p:nvSpPr>
        <p:spPr>
          <a:xfrm>
            <a:off x="2954474" y="5610242"/>
            <a:ext cx="553575" cy="369332"/>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zh-CN"/>
            </a:defPPr>
            <a:lvl1pPr algn="ctr">
              <a:defRPr sz="26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11</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36" name="文本框 335">
            <a:extLst>
              <a:ext uri="{FF2B5EF4-FFF2-40B4-BE49-F238E27FC236}">
                <a16:creationId xmlns:a16="http://schemas.microsoft.com/office/drawing/2014/main" id="{E74F5EB1-8BE6-AD6F-2614-9088860B457D}"/>
              </a:ext>
            </a:extLst>
          </p:cNvPr>
          <p:cNvSpPr txBox="1"/>
          <p:nvPr/>
        </p:nvSpPr>
        <p:spPr>
          <a:xfrm>
            <a:off x="1032596" y="289083"/>
            <a:ext cx="4890222" cy="461665"/>
          </a:xfrm>
          <a:prstGeom prst="rect">
            <a:avLst/>
          </a:prstGeom>
          <a:noFill/>
        </p:spPr>
        <p:txBody>
          <a:bodyPr wrap="square">
            <a:spAutoFit/>
          </a:bodyPr>
          <a:lstStyle/>
          <a:p>
            <a:pPr indent="26797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6.2.3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二叉树的存储结构</a:t>
            </a:r>
            <a:r>
              <a:rPr lang="zh-CN" altLang="en-US" sz="2400"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06885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0"/>
                                        </p:tgtEl>
                                        <p:attrNameLst>
                                          <p:attrName>style.visibility</p:attrName>
                                        </p:attrNameLst>
                                      </p:cBhvr>
                                      <p:to>
                                        <p:strVal val="visible"/>
                                      </p:to>
                                    </p:set>
                                    <p:animEffect transition="in" filter="wipe(down)">
                                      <p:cBhvr>
                                        <p:cTn id="10" dur="500"/>
                                        <p:tgtEl>
                                          <p:spTgt spid="11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97"/>
                                        </p:tgtEl>
                                        <p:attrNameLst>
                                          <p:attrName>style.visibility</p:attrName>
                                        </p:attrNameLst>
                                      </p:cBhvr>
                                      <p:to>
                                        <p:strVal val="visible"/>
                                      </p:to>
                                    </p:set>
                                    <p:animEffect transition="in" filter="barn(inVertical)">
                                      <p:cBhvr>
                                        <p:cTn id="15" dur="500"/>
                                        <p:tgtEl>
                                          <p:spTgt spid="197"/>
                                        </p:tgtEl>
                                      </p:cBhvr>
                                    </p:animEffect>
                                  </p:childTnLst>
                                </p:cTn>
                              </p:par>
                            </p:childTnLst>
                          </p:cTn>
                        </p:par>
                        <p:par>
                          <p:cTn id="16" fill="hold">
                            <p:stCondLst>
                              <p:cond delay="500"/>
                            </p:stCondLst>
                            <p:childTnLst>
                              <p:par>
                                <p:cTn id="17" presetID="16" presetClass="entr" presetSubtype="21" fill="hold" grpId="0" nodeType="afterEffect">
                                  <p:stCondLst>
                                    <p:cond delay="0"/>
                                  </p:stCondLst>
                                  <p:childTnLst>
                                    <p:set>
                                      <p:cBhvr>
                                        <p:cTn id="18" dur="1" fill="hold">
                                          <p:stCondLst>
                                            <p:cond delay="0"/>
                                          </p:stCondLst>
                                        </p:cTn>
                                        <p:tgtEl>
                                          <p:spTgt spid="198"/>
                                        </p:tgtEl>
                                        <p:attrNameLst>
                                          <p:attrName>style.visibility</p:attrName>
                                        </p:attrNameLst>
                                      </p:cBhvr>
                                      <p:to>
                                        <p:strVal val="visible"/>
                                      </p:to>
                                    </p:set>
                                    <p:animEffect transition="in" filter="barn(inVertical)">
                                      <p:cBhvr>
                                        <p:cTn id="19" dur="500"/>
                                        <p:tgtEl>
                                          <p:spTgt spid="198"/>
                                        </p:tgtEl>
                                      </p:cBhvr>
                                    </p:animEffect>
                                  </p:childTnLst>
                                </p:cTn>
                              </p:par>
                            </p:childTnLst>
                          </p:cTn>
                        </p:par>
                        <p:par>
                          <p:cTn id="20" fill="hold">
                            <p:stCondLst>
                              <p:cond delay="1000"/>
                            </p:stCondLst>
                            <p:childTnLst>
                              <p:par>
                                <p:cTn id="21" presetID="16" presetClass="entr" presetSubtype="21" fill="hold" grpId="0" nodeType="afterEffect">
                                  <p:stCondLst>
                                    <p:cond delay="0"/>
                                  </p:stCondLst>
                                  <p:childTnLst>
                                    <p:set>
                                      <p:cBhvr>
                                        <p:cTn id="22" dur="1" fill="hold">
                                          <p:stCondLst>
                                            <p:cond delay="0"/>
                                          </p:stCondLst>
                                        </p:cTn>
                                        <p:tgtEl>
                                          <p:spTgt spid="199"/>
                                        </p:tgtEl>
                                        <p:attrNameLst>
                                          <p:attrName>style.visibility</p:attrName>
                                        </p:attrNameLst>
                                      </p:cBhvr>
                                      <p:to>
                                        <p:strVal val="visible"/>
                                      </p:to>
                                    </p:set>
                                    <p:animEffect transition="in" filter="barn(inVertical)">
                                      <p:cBhvr>
                                        <p:cTn id="23" dur="500"/>
                                        <p:tgtEl>
                                          <p:spTgt spid="199"/>
                                        </p:tgtEl>
                                      </p:cBhvr>
                                    </p:animEffect>
                                  </p:childTnLst>
                                </p:cTn>
                              </p:par>
                            </p:childTnLst>
                          </p:cTn>
                        </p:par>
                        <p:par>
                          <p:cTn id="24" fill="hold">
                            <p:stCondLst>
                              <p:cond delay="1500"/>
                            </p:stCondLst>
                            <p:childTnLst>
                              <p:par>
                                <p:cTn id="25" presetID="16" presetClass="entr" presetSubtype="21" fill="hold" grpId="0" nodeType="afterEffect">
                                  <p:stCondLst>
                                    <p:cond delay="0"/>
                                  </p:stCondLst>
                                  <p:childTnLst>
                                    <p:set>
                                      <p:cBhvr>
                                        <p:cTn id="26" dur="1" fill="hold">
                                          <p:stCondLst>
                                            <p:cond delay="0"/>
                                          </p:stCondLst>
                                        </p:cTn>
                                        <p:tgtEl>
                                          <p:spTgt spid="200"/>
                                        </p:tgtEl>
                                        <p:attrNameLst>
                                          <p:attrName>style.visibility</p:attrName>
                                        </p:attrNameLst>
                                      </p:cBhvr>
                                      <p:to>
                                        <p:strVal val="visible"/>
                                      </p:to>
                                    </p:set>
                                    <p:animEffect transition="in" filter="barn(inVertical)">
                                      <p:cBhvr>
                                        <p:cTn id="27" dur="500"/>
                                        <p:tgtEl>
                                          <p:spTgt spid="200"/>
                                        </p:tgtEl>
                                      </p:cBhvr>
                                    </p:animEffect>
                                  </p:childTnLst>
                                </p:cTn>
                              </p:par>
                            </p:childTnLst>
                          </p:cTn>
                        </p:par>
                        <p:par>
                          <p:cTn id="28" fill="hold">
                            <p:stCondLst>
                              <p:cond delay="2000"/>
                            </p:stCondLst>
                            <p:childTnLst>
                              <p:par>
                                <p:cTn id="29" presetID="16" presetClass="entr" presetSubtype="21" fill="hold" grpId="0" nodeType="afterEffect">
                                  <p:stCondLst>
                                    <p:cond delay="0"/>
                                  </p:stCondLst>
                                  <p:childTnLst>
                                    <p:set>
                                      <p:cBhvr>
                                        <p:cTn id="30" dur="1" fill="hold">
                                          <p:stCondLst>
                                            <p:cond delay="0"/>
                                          </p:stCondLst>
                                        </p:cTn>
                                        <p:tgtEl>
                                          <p:spTgt spid="201"/>
                                        </p:tgtEl>
                                        <p:attrNameLst>
                                          <p:attrName>style.visibility</p:attrName>
                                        </p:attrNameLst>
                                      </p:cBhvr>
                                      <p:to>
                                        <p:strVal val="visible"/>
                                      </p:to>
                                    </p:set>
                                    <p:animEffect transition="in" filter="barn(inVertical)">
                                      <p:cBhvr>
                                        <p:cTn id="31" dur="500"/>
                                        <p:tgtEl>
                                          <p:spTgt spid="201"/>
                                        </p:tgtEl>
                                      </p:cBhvr>
                                    </p:animEffect>
                                  </p:childTnLst>
                                </p:cTn>
                              </p:par>
                            </p:childTnLst>
                          </p:cTn>
                        </p:par>
                        <p:par>
                          <p:cTn id="32" fill="hold">
                            <p:stCondLst>
                              <p:cond delay="2500"/>
                            </p:stCondLst>
                            <p:childTnLst>
                              <p:par>
                                <p:cTn id="33" presetID="16" presetClass="entr" presetSubtype="21" fill="hold" grpId="0" nodeType="afterEffect">
                                  <p:stCondLst>
                                    <p:cond delay="0"/>
                                  </p:stCondLst>
                                  <p:childTnLst>
                                    <p:set>
                                      <p:cBhvr>
                                        <p:cTn id="34" dur="1" fill="hold">
                                          <p:stCondLst>
                                            <p:cond delay="0"/>
                                          </p:stCondLst>
                                        </p:cTn>
                                        <p:tgtEl>
                                          <p:spTgt spid="202"/>
                                        </p:tgtEl>
                                        <p:attrNameLst>
                                          <p:attrName>style.visibility</p:attrName>
                                        </p:attrNameLst>
                                      </p:cBhvr>
                                      <p:to>
                                        <p:strVal val="visible"/>
                                      </p:to>
                                    </p:set>
                                    <p:animEffect transition="in" filter="barn(inVertical)">
                                      <p:cBhvr>
                                        <p:cTn id="35" dur="500"/>
                                        <p:tgtEl>
                                          <p:spTgt spid="202"/>
                                        </p:tgtEl>
                                      </p:cBhvr>
                                    </p:animEffect>
                                  </p:childTnLst>
                                </p:cTn>
                              </p:par>
                            </p:childTnLst>
                          </p:cTn>
                        </p:par>
                        <p:par>
                          <p:cTn id="36" fill="hold">
                            <p:stCondLst>
                              <p:cond delay="3000"/>
                            </p:stCondLst>
                            <p:childTnLst>
                              <p:par>
                                <p:cTn id="37" presetID="16" presetClass="entr" presetSubtype="21" fill="hold" grpId="0" nodeType="afterEffect">
                                  <p:stCondLst>
                                    <p:cond delay="0"/>
                                  </p:stCondLst>
                                  <p:childTnLst>
                                    <p:set>
                                      <p:cBhvr>
                                        <p:cTn id="38" dur="1" fill="hold">
                                          <p:stCondLst>
                                            <p:cond delay="0"/>
                                          </p:stCondLst>
                                        </p:cTn>
                                        <p:tgtEl>
                                          <p:spTgt spid="203"/>
                                        </p:tgtEl>
                                        <p:attrNameLst>
                                          <p:attrName>style.visibility</p:attrName>
                                        </p:attrNameLst>
                                      </p:cBhvr>
                                      <p:to>
                                        <p:strVal val="visible"/>
                                      </p:to>
                                    </p:set>
                                    <p:animEffect transition="in" filter="barn(inVertical)">
                                      <p:cBhvr>
                                        <p:cTn id="39" dur="500"/>
                                        <p:tgtEl>
                                          <p:spTgt spid="203"/>
                                        </p:tgtEl>
                                      </p:cBhvr>
                                    </p:animEffect>
                                  </p:childTnLst>
                                </p:cTn>
                              </p:par>
                            </p:childTnLst>
                          </p:cTn>
                        </p:par>
                        <p:par>
                          <p:cTn id="40" fill="hold">
                            <p:stCondLst>
                              <p:cond delay="3500"/>
                            </p:stCondLst>
                            <p:childTnLst>
                              <p:par>
                                <p:cTn id="41" presetID="16" presetClass="entr" presetSubtype="21" fill="hold" grpId="0" nodeType="afterEffect">
                                  <p:stCondLst>
                                    <p:cond delay="0"/>
                                  </p:stCondLst>
                                  <p:childTnLst>
                                    <p:set>
                                      <p:cBhvr>
                                        <p:cTn id="42" dur="1" fill="hold">
                                          <p:stCondLst>
                                            <p:cond delay="0"/>
                                          </p:stCondLst>
                                        </p:cTn>
                                        <p:tgtEl>
                                          <p:spTgt spid="204"/>
                                        </p:tgtEl>
                                        <p:attrNameLst>
                                          <p:attrName>style.visibility</p:attrName>
                                        </p:attrNameLst>
                                      </p:cBhvr>
                                      <p:to>
                                        <p:strVal val="visible"/>
                                      </p:to>
                                    </p:set>
                                    <p:animEffect transition="in" filter="barn(inVertical)">
                                      <p:cBhvr>
                                        <p:cTn id="43" dur="500"/>
                                        <p:tgtEl>
                                          <p:spTgt spid="204"/>
                                        </p:tgtEl>
                                      </p:cBhvr>
                                    </p:animEffect>
                                  </p:childTnLst>
                                </p:cTn>
                              </p:par>
                            </p:childTnLst>
                          </p:cTn>
                        </p:par>
                        <p:par>
                          <p:cTn id="44" fill="hold">
                            <p:stCondLst>
                              <p:cond delay="4000"/>
                            </p:stCondLst>
                            <p:childTnLst>
                              <p:par>
                                <p:cTn id="45" presetID="16" presetClass="entr" presetSubtype="21" fill="hold" grpId="0" nodeType="afterEffect">
                                  <p:stCondLst>
                                    <p:cond delay="0"/>
                                  </p:stCondLst>
                                  <p:childTnLst>
                                    <p:set>
                                      <p:cBhvr>
                                        <p:cTn id="46" dur="1" fill="hold">
                                          <p:stCondLst>
                                            <p:cond delay="0"/>
                                          </p:stCondLst>
                                        </p:cTn>
                                        <p:tgtEl>
                                          <p:spTgt spid="206"/>
                                        </p:tgtEl>
                                        <p:attrNameLst>
                                          <p:attrName>style.visibility</p:attrName>
                                        </p:attrNameLst>
                                      </p:cBhvr>
                                      <p:to>
                                        <p:strVal val="visible"/>
                                      </p:to>
                                    </p:set>
                                    <p:animEffect transition="in" filter="barn(inVertical)">
                                      <p:cBhvr>
                                        <p:cTn id="47" dur="500"/>
                                        <p:tgtEl>
                                          <p:spTgt spid="206"/>
                                        </p:tgtEl>
                                      </p:cBhvr>
                                    </p:animEffect>
                                  </p:childTnLst>
                                </p:cTn>
                              </p:par>
                            </p:childTnLst>
                          </p:cTn>
                        </p:par>
                        <p:par>
                          <p:cTn id="48" fill="hold">
                            <p:stCondLst>
                              <p:cond delay="4500"/>
                            </p:stCondLst>
                            <p:childTnLst>
                              <p:par>
                                <p:cTn id="49" presetID="16" presetClass="entr" presetSubtype="21" fill="hold" grpId="0" nodeType="afterEffect">
                                  <p:stCondLst>
                                    <p:cond delay="0"/>
                                  </p:stCondLst>
                                  <p:childTnLst>
                                    <p:set>
                                      <p:cBhvr>
                                        <p:cTn id="50" dur="1" fill="hold">
                                          <p:stCondLst>
                                            <p:cond delay="0"/>
                                          </p:stCondLst>
                                        </p:cTn>
                                        <p:tgtEl>
                                          <p:spTgt spid="207"/>
                                        </p:tgtEl>
                                        <p:attrNameLst>
                                          <p:attrName>style.visibility</p:attrName>
                                        </p:attrNameLst>
                                      </p:cBhvr>
                                      <p:to>
                                        <p:strVal val="visible"/>
                                      </p:to>
                                    </p:set>
                                    <p:animEffect transition="in" filter="barn(inVertical)">
                                      <p:cBhvr>
                                        <p:cTn id="51" dur="500"/>
                                        <p:tgtEl>
                                          <p:spTgt spid="20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56"/>
                                        </p:tgtEl>
                                        <p:attrNameLst>
                                          <p:attrName>style.visibility</p:attrName>
                                        </p:attrNameLst>
                                      </p:cBhvr>
                                      <p:to>
                                        <p:strVal val="visible"/>
                                      </p:to>
                                    </p:set>
                                    <p:animEffect transition="in" filter="wipe(left)">
                                      <p:cBhvr>
                                        <p:cTn id="56" dur="500"/>
                                        <p:tgtEl>
                                          <p:spTgt spid="56"/>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205"/>
                                        </p:tgtEl>
                                        <p:attrNameLst>
                                          <p:attrName>style.visibility</p:attrName>
                                        </p:attrNameLst>
                                      </p:cBhvr>
                                      <p:to>
                                        <p:strVal val="visible"/>
                                      </p:to>
                                    </p:set>
                                    <p:animEffect transition="in" filter="barn(inVertical)">
                                      <p:cBhvr>
                                        <p:cTn id="61" dur="500"/>
                                        <p:tgtEl>
                                          <p:spTgt spid="205"/>
                                        </p:tgtEl>
                                      </p:cBhvr>
                                    </p:animEffect>
                                  </p:childTnLst>
                                </p:cTn>
                              </p:par>
                              <p:par>
                                <p:cTn id="62" presetID="63" presetClass="path" presetSubtype="0" accel="50000" decel="50000" fill="hold" grpId="1" nodeType="withEffect">
                                  <p:stCondLst>
                                    <p:cond delay="0"/>
                                  </p:stCondLst>
                                  <p:childTnLst>
                                    <p:animMotion origin="layout" path="M 2.08333E-6 -2.96296E-6 L 0.32096 0.04005 " pathEditMode="relative" rAng="0" ptsTypes="AA">
                                      <p:cBhvr>
                                        <p:cTn id="63" dur="1500" fill="hold"/>
                                        <p:tgtEl>
                                          <p:spTgt spid="205"/>
                                        </p:tgtEl>
                                        <p:attrNameLst>
                                          <p:attrName>ppt_x</p:attrName>
                                          <p:attrName>ppt_y</p:attrName>
                                        </p:attrNameLst>
                                      </p:cBhvr>
                                      <p:rCtr x="16042" y="1991"/>
                                    </p:animMotion>
                                  </p:childTnLst>
                                </p:cTn>
                              </p:par>
                              <p:par>
                                <p:cTn id="64" presetID="1" presetClass="emph" presetSubtype="2" fill="hold" nodeType="withEffect">
                                  <p:stCondLst>
                                    <p:cond delay="0"/>
                                  </p:stCondLst>
                                  <p:childTnLst>
                                    <p:animClr clrSpc="rgb" dir="cw">
                                      <p:cBhvr>
                                        <p:cTn id="65" dur="1500" fill="hold"/>
                                        <p:tgtEl>
                                          <p:spTgt spid="235"/>
                                        </p:tgtEl>
                                        <p:attrNameLst>
                                          <p:attrName>fillcolor</p:attrName>
                                        </p:attrNameLst>
                                      </p:cBhvr>
                                      <p:to>
                                        <a:srgbClr val="FEE599"/>
                                      </p:to>
                                    </p:animClr>
                                    <p:set>
                                      <p:cBhvr>
                                        <p:cTn id="66" dur="1500" fill="hold"/>
                                        <p:tgtEl>
                                          <p:spTgt spid="235"/>
                                        </p:tgtEl>
                                        <p:attrNameLst>
                                          <p:attrName>fill.type</p:attrName>
                                        </p:attrNameLst>
                                      </p:cBhvr>
                                      <p:to>
                                        <p:strVal val="solid"/>
                                      </p:to>
                                    </p:set>
                                    <p:set>
                                      <p:cBhvr>
                                        <p:cTn id="67" dur="1500" fill="hold"/>
                                        <p:tgtEl>
                                          <p:spTgt spid="235"/>
                                        </p:tgtEl>
                                        <p:attrNameLst>
                                          <p:attrName>fill.on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215"/>
                                        </p:tgtEl>
                                        <p:attrNameLst>
                                          <p:attrName>style.visibility</p:attrName>
                                        </p:attrNameLst>
                                      </p:cBhvr>
                                      <p:to>
                                        <p:strVal val="visible"/>
                                      </p:to>
                                    </p:set>
                                    <p:animEffect transition="in" filter="barn(inVertical)">
                                      <p:cBhvr>
                                        <p:cTn id="72" dur="500"/>
                                        <p:tgtEl>
                                          <p:spTgt spid="215"/>
                                        </p:tgtEl>
                                      </p:cBhvr>
                                    </p:animEffect>
                                  </p:childTnLst>
                                </p:cTn>
                              </p:par>
                              <p:par>
                                <p:cTn id="73" presetID="63" presetClass="path" presetSubtype="0" accel="50000" decel="50000" fill="hold" grpId="1" nodeType="withEffect">
                                  <p:stCondLst>
                                    <p:cond delay="0"/>
                                  </p:stCondLst>
                                  <p:childTnLst>
                                    <p:animMotion origin="layout" path="M -4.16667E-6 4.44444E-6 L 0.41836 -0.02176 " pathEditMode="relative" rAng="0" ptsTypes="AA">
                                      <p:cBhvr>
                                        <p:cTn id="74" dur="1500" fill="hold"/>
                                        <p:tgtEl>
                                          <p:spTgt spid="215"/>
                                        </p:tgtEl>
                                        <p:attrNameLst>
                                          <p:attrName>ppt_x</p:attrName>
                                          <p:attrName>ppt_y</p:attrName>
                                        </p:attrNameLst>
                                      </p:cBhvr>
                                      <p:rCtr x="20911" y="-1088"/>
                                    </p:animMotion>
                                  </p:childTnLst>
                                </p:cTn>
                              </p:par>
                              <p:par>
                                <p:cTn id="75" presetID="1" presetClass="emph" presetSubtype="2" fill="hold" nodeType="withEffect">
                                  <p:stCondLst>
                                    <p:cond delay="0"/>
                                  </p:stCondLst>
                                  <p:childTnLst>
                                    <p:animClr clrSpc="rgb" dir="cw">
                                      <p:cBhvr>
                                        <p:cTn id="76" dur="1500" fill="hold"/>
                                        <p:tgtEl>
                                          <p:spTgt spid="236"/>
                                        </p:tgtEl>
                                        <p:attrNameLst>
                                          <p:attrName>fillcolor</p:attrName>
                                        </p:attrNameLst>
                                      </p:cBhvr>
                                      <p:to>
                                        <a:srgbClr val="FEE599"/>
                                      </p:to>
                                    </p:animClr>
                                    <p:set>
                                      <p:cBhvr>
                                        <p:cTn id="77" dur="1500" fill="hold"/>
                                        <p:tgtEl>
                                          <p:spTgt spid="236"/>
                                        </p:tgtEl>
                                        <p:attrNameLst>
                                          <p:attrName>fill.type</p:attrName>
                                        </p:attrNameLst>
                                      </p:cBhvr>
                                      <p:to>
                                        <p:strVal val="solid"/>
                                      </p:to>
                                    </p:set>
                                    <p:set>
                                      <p:cBhvr>
                                        <p:cTn id="78" dur="1500" fill="hold"/>
                                        <p:tgtEl>
                                          <p:spTgt spid="236"/>
                                        </p:tgtEl>
                                        <p:attrNameLst>
                                          <p:attrName>fill.on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grpId="0" nodeType="clickEffect">
                                  <p:stCondLst>
                                    <p:cond delay="0"/>
                                  </p:stCondLst>
                                  <p:childTnLst>
                                    <p:set>
                                      <p:cBhvr>
                                        <p:cTn id="82" dur="1" fill="hold">
                                          <p:stCondLst>
                                            <p:cond delay="0"/>
                                          </p:stCondLst>
                                        </p:cTn>
                                        <p:tgtEl>
                                          <p:spTgt spid="216"/>
                                        </p:tgtEl>
                                        <p:attrNameLst>
                                          <p:attrName>style.visibility</p:attrName>
                                        </p:attrNameLst>
                                      </p:cBhvr>
                                      <p:to>
                                        <p:strVal val="visible"/>
                                      </p:to>
                                    </p:set>
                                    <p:animEffect transition="in" filter="barn(inVertical)">
                                      <p:cBhvr>
                                        <p:cTn id="83" dur="500"/>
                                        <p:tgtEl>
                                          <p:spTgt spid="216"/>
                                        </p:tgtEl>
                                      </p:cBhvr>
                                    </p:animEffect>
                                  </p:childTnLst>
                                </p:cTn>
                              </p:par>
                              <p:par>
                                <p:cTn id="84" presetID="63" presetClass="path" presetSubtype="0" accel="50000" decel="50000" fill="hold" grpId="1" nodeType="withEffect">
                                  <p:stCondLst>
                                    <p:cond delay="0"/>
                                  </p:stCondLst>
                                  <p:childTnLst>
                                    <p:animMotion origin="layout" path="M -1.66667E-6 -4.44444E-6 L 0.30274 -0.02245 " pathEditMode="relative" rAng="0" ptsTypes="AA">
                                      <p:cBhvr>
                                        <p:cTn id="85" dur="1500" fill="hold"/>
                                        <p:tgtEl>
                                          <p:spTgt spid="216"/>
                                        </p:tgtEl>
                                        <p:attrNameLst>
                                          <p:attrName>ppt_x</p:attrName>
                                          <p:attrName>ppt_y</p:attrName>
                                        </p:attrNameLst>
                                      </p:cBhvr>
                                      <p:rCtr x="15130" y="-1134"/>
                                    </p:animMotion>
                                  </p:childTnLst>
                                </p:cTn>
                              </p:par>
                              <p:par>
                                <p:cTn id="86" presetID="1" presetClass="emph" presetSubtype="2" fill="hold" nodeType="withEffect">
                                  <p:stCondLst>
                                    <p:cond delay="0"/>
                                  </p:stCondLst>
                                  <p:childTnLst>
                                    <p:animClr clrSpc="rgb" dir="cw">
                                      <p:cBhvr>
                                        <p:cTn id="87" dur="1500" fill="hold"/>
                                        <p:tgtEl>
                                          <p:spTgt spid="237"/>
                                        </p:tgtEl>
                                        <p:attrNameLst>
                                          <p:attrName>fillcolor</p:attrName>
                                        </p:attrNameLst>
                                      </p:cBhvr>
                                      <p:to>
                                        <a:srgbClr val="FEE599"/>
                                      </p:to>
                                    </p:animClr>
                                    <p:set>
                                      <p:cBhvr>
                                        <p:cTn id="88" dur="1500" fill="hold"/>
                                        <p:tgtEl>
                                          <p:spTgt spid="237"/>
                                        </p:tgtEl>
                                        <p:attrNameLst>
                                          <p:attrName>fill.type</p:attrName>
                                        </p:attrNameLst>
                                      </p:cBhvr>
                                      <p:to>
                                        <p:strVal val="solid"/>
                                      </p:to>
                                    </p:set>
                                    <p:set>
                                      <p:cBhvr>
                                        <p:cTn id="89" dur="1500" fill="hold"/>
                                        <p:tgtEl>
                                          <p:spTgt spid="237"/>
                                        </p:tgtEl>
                                        <p:attrNameLst>
                                          <p:attrName>fill.on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6" presetClass="entr" presetSubtype="21" fill="hold" grpId="0" nodeType="clickEffect">
                                  <p:stCondLst>
                                    <p:cond delay="0"/>
                                  </p:stCondLst>
                                  <p:childTnLst>
                                    <p:set>
                                      <p:cBhvr>
                                        <p:cTn id="93" dur="1" fill="hold">
                                          <p:stCondLst>
                                            <p:cond delay="0"/>
                                          </p:stCondLst>
                                        </p:cTn>
                                        <p:tgtEl>
                                          <p:spTgt spid="217"/>
                                        </p:tgtEl>
                                        <p:attrNameLst>
                                          <p:attrName>style.visibility</p:attrName>
                                        </p:attrNameLst>
                                      </p:cBhvr>
                                      <p:to>
                                        <p:strVal val="visible"/>
                                      </p:to>
                                    </p:set>
                                    <p:animEffect transition="in" filter="barn(inVertical)">
                                      <p:cBhvr>
                                        <p:cTn id="94" dur="500"/>
                                        <p:tgtEl>
                                          <p:spTgt spid="217"/>
                                        </p:tgtEl>
                                      </p:cBhvr>
                                    </p:animEffect>
                                  </p:childTnLst>
                                </p:cTn>
                              </p:par>
                              <p:par>
                                <p:cTn id="95" presetID="63" presetClass="path" presetSubtype="0" accel="50000" decel="50000" fill="hold" grpId="1" nodeType="withEffect">
                                  <p:stCondLst>
                                    <p:cond delay="0"/>
                                  </p:stCondLst>
                                  <p:childTnLst>
                                    <p:animMotion origin="layout" path="M -4.375E-6 4.07407E-6 L 0.51485 -0.09051 " pathEditMode="relative" rAng="0" ptsTypes="AA">
                                      <p:cBhvr>
                                        <p:cTn id="96" dur="1500" fill="hold"/>
                                        <p:tgtEl>
                                          <p:spTgt spid="217"/>
                                        </p:tgtEl>
                                        <p:attrNameLst>
                                          <p:attrName>ppt_x</p:attrName>
                                          <p:attrName>ppt_y</p:attrName>
                                        </p:attrNameLst>
                                      </p:cBhvr>
                                      <p:rCtr x="25742" y="-4537"/>
                                    </p:animMotion>
                                  </p:childTnLst>
                                </p:cTn>
                              </p:par>
                              <p:par>
                                <p:cTn id="97" presetID="1" presetClass="emph" presetSubtype="2" fill="hold" nodeType="withEffect">
                                  <p:stCondLst>
                                    <p:cond delay="0"/>
                                  </p:stCondLst>
                                  <p:childTnLst>
                                    <p:animClr clrSpc="rgb" dir="cw">
                                      <p:cBhvr>
                                        <p:cTn id="98" dur="1500" fill="hold"/>
                                        <p:tgtEl>
                                          <p:spTgt spid="238"/>
                                        </p:tgtEl>
                                        <p:attrNameLst>
                                          <p:attrName>fillcolor</p:attrName>
                                        </p:attrNameLst>
                                      </p:cBhvr>
                                      <p:to>
                                        <a:srgbClr val="FEE599"/>
                                      </p:to>
                                    </p:animClr>
                                    <p:set>
                                      <p:cBhvr>
                                        <p:cTn id="99" dur="1500" fill="hold"/>
                                        <p:tgtEl>
                                          <p:spTgt spid="238"/>
                                        </p:tgtEl>
                                        <p:attrNameLst>
                                          <p:attrName>fill.type</p:attrName>
                                        </p:attrNameLst>
                                      </p:cBhvr>
                                      <p:to>
                                        <p:strVal val="solid"/>
                                      </p:to>
                                    </p:set>
                                    <p:set>
                                      <p:cBhvr>
                                        <p:cTn id="100" dur="1500" fill="hold"/>
                                        <p:tgtEl>
                                          <p:spTgt spid="238"/>
                                        </p:tgtEl>
                                        <p:attrNameLst>
                                          <p:attrName>fill.on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6" presetClass="entr" presetSubtype="21" fill="hold" grpId="0" nodeType="clickEffect">
                                  <p:stCondLst>
                                    <p:cond delay="0"/>
                                  </p:stCondLst>
                                  <p:childTnLst>
                                    <p:set>
                                      <p:cBhvr>
                                        <p:cTn id="104" dur="1" fill="hold">
                                          <p:stCondLst>
                                            <p:cond delay="0"/>
                                          </p:stCondLst>
                                        </p:cTn>
                                        <p:tgtEl>
                                          <p:spTgt spid="218"/>
                                        </p:tgtEl>
                                        <p:attrNameLst>
                                          <p:attrName>style.visibility</p:attrName>
                                        </p:attrNameLst>
                                      </p:cBhvr>
                                      <p:to>
                                        <p:strVal val="visible"/>
                                      </p:to>
                                    </p:set>
                                    <p:animEffect transition="in" filter="barn(inVertical)">
                                      <p:cBhvr>
                                        <p:cTn id="105" dur="500"/>
                                        <p:tgtEl>
                                          <p:spTgt spid="218"/>
                                        </p:tgtEl>
                                      </p:cBhvr>
                                    </p:animEffect>
                                  </p:childTnLst>
                                </p:cTn>
                              </p:par>
                              <p:par>
                                <p:cTn id="106" presetID="63" presetClass="path" presetSubtype="0" accel="50000" decel="50000" fill="hold" grpId="1" nodeType="withEffect">
                                  <p:stCondLst>
                                    <p:cond delay="0"/>
                                  </p:stCondLst>
                                  <p:childTnLst>
                                    <p:animMotion origin="layout" path="M 2.08333E-7 4.07407E-6 L 0.45625 -0.09167 " pathEditMode="relative" rAng="0" ptsTypes="AA">
                                      <p:cBhvr>
                                        <p:cTn id="107" dur="1500" fill="hold"/>
                                        <p:tgtEl>
                                          <p:spTgt spid="218"/>
                                        </p:tgtEl>
                                        <p:attrNameLst>
                                          <p:attrName>ppt_x</p:attrName>
                                          <p:attrName>ppt_y</p:attrName>
                                        </p:attrNameLst>
                                      </p:cBhvr>
                                      <p:rCtr x="22813" y="-4583"/>
                                    </p:animMotion>
                                  </p:childTnLst>
                                </p:cTn>
                              </p:par>
                              <p:par>
                                <p:cTn id="108" presetID="1" presetClass="emph" presetSubtype="2" fill="hold" nodeType="withEffect">
                                  <p:stCondLst>
                                    <p:cond delay="0"/>
                                  </p:stCondLst>
                                  <p:childTnLst>
                                    <p:animClr clrSpc="rgb" dir="cw">
                                      <p:cBhvr>
                                        <p:cTn id="109" dur="1500" fill="hold"/>
                                        <p:tgtEl>
                                          <p:spTgt spid="239"/>
                                        </p:tgtEl>
                                        <p:attrNameLst>
                                          <p:attrName>fillcolor</p:attrName>
                                        </p:attrNameLst>
                                      </p:cBhvr>
                                      <p:to>
                                        <a:srgbClr val="FEE599"/>
                                      </p:to>
                                    </p:animClr>
                                    <p:set>
                                      <p:cBhvr>
                                        <p:cTn id="110" dur="1500" fill="hold"/>
                                        <p:tgtEl>
                                          <p:spTgt spid="239"/>
                                        </p:tgtEl>
                                        <p:attrNameLst>
                                          <p:attrName>fill.type</p:attrName>
                                        </p:attrNameLst>
                                      </p:cBhvr>
                                      <p:to>
                                        <p:strVal val="solid"/>
                                      </p:to>
                                    </p:set>
                                    <p:set>
                                      <p:cBhvr>
                                        <p:cTn id="111" dur="1500" fill="hold"/>
                                        <p:tgtEl>
                                          <p:spTgt spid="239"/>
                                        </p:tgtEl>
                                        <p:attrNameLst>
                                          <p:attrName>fill.on</p:attrName>
                                        </p:attrNameLst>
                                      </p:cBhvr>
                                      <p:to>
                                        <p:strVal val="true"/>
                                      </p:to>
                                    </p:set>
                                  </p:childTnLst>
                                </p:cTn>
                              </p:par>
                            </p:childTnLst>
                          </p:cTn>
                        </p:par>
                      </p:childTnLst>
                    </p:cTn>
                  </p:par>
                  <p:par>
                    <p:cTn id="112" fill="hold">
                      <p:stCondLst>
                        <p:cond delay="indefinite"/>
                      </p:stCondLst>
                      <p:childTnLst>
                        <p:par>
                          <p:cTn id="113" fill="hold">
                            <p:stCondLst>
                              <p:cond delay="0"/>
                            </p:stCondLst>
                            <p:childTnLst>
                              <p:par>
                                <p:cTn id="114" presetID="16" presetClass="entr" presetSubtype="21" fill="hold" grpId="0" nodeType="clickEffect">
                                  <p:stCondLst>
                                    <p:cond delay="0"/>
                                  </p:stCondLst>
                                  <p:childTnLst>
                                    <p:set>
                                      <p:cBhvr>
                                        <p:cTn id="115" dur="1" fill="hold">
                                          <p:stCondLst>
                                            <p:cond delay="0"/>
                                          </p:stCondLst>
                                        </p:cTn>
                                        <p:tgtEl>
                                          <p:spTgt spid="219"/>
                                        </p:tgtEl>
                                        <p:attrNameLst>
                                          <p:attrName>style.visibility</p:attrName>
                                        </p:attrNameLst>
                                      </p:cBhvr>
                                      <p:to>
                                        <p:strVal val="visible"/>
                                      </p:to>
                                    </p:set>
                                    <p:animEffect transition="in" filter="barn(inVertical)">
                                      <p:cBhvr>
                                        <p:cTn id="116" dur="500"/>
                                        <p:tgtEl>
                                          <p:spTgt spid="219"/>
                                        </p:tgtEl>
                                      </p:cBhvr>
                                    </p:animEffect>
                                  </p:childTnLst>
                                </p:cTn>
                              </p:par>
                              <p:par>
                                <p:cTn id="117" presetID="63" presetClass="path" presetSubtype="0" accel="50000" decel="50000" fill="hold" grpId="1" nodeType="withEffect">
                                  <p:stCondLst>
                                    <p:cond delay="0"/>
                                  </p:stCondLst>
                                  <p:childTnLst>
                                    <p:animMotion origin="layout" path="M -1.04167E-6 4.07407E-6 L 0.42643 -0.09167 " pathEditMode="relative" rAng="0" ptsTypes="AA">
                                      <p:cBhvr>
                                        <p:cTn id="118" dur="1500" fill="hold"/>
                                        <p:tgtEl>
                                          <p:spTgt spid="219"/>
                                        </p:tgtEl>
                                        <p:attrNameLst>
                                          <p:attrName>ppt_x</p:attrName>
                                          <p:attrName>ppt_y</p:attrName>
                                        </p:attrNameLst>
                                      </p:cBhvr>
                                      <p:rCtr x="21315" y="-4583"/>
                                    </p:animMotion>
                                  </p:childTnLst>
                                </p:cTn>
                              </p:par>
                              <p:par>
                                <p:cTn id="119" presetID="1" presetClass="emph" presetSubtype="2" fill="hold" nodeType="withEffect">
                                  <p:stCondLst>
                                    <p:cond delay="0"/>
                                  </p:stCondLst>
                                  <p:childTnLst>
                                    <p:animClr clrSpc="rgb" dir="cw">
                                      <p:cBhvr>
                                        <p:cTn id="120" dur="1500" fill="hold"/>
                                        <p:tgtEl>
                                          <p:spTgt spid="240"/>
                                        </p:tgtEl>
                                        <p:attrNameLst>
                                          <p:attrName>fillcolor</p:attrName>
                                        </p:attrNameLst>
                                      </p:cBhvr>
                                      <p:to>
                                        <a:srgbClr val="FEE599"/>
                                      </p:to>
                                    </p:animClr>
                                    <p:set>
                                      <p:cBhvr>
                                        <p:cTn id="121" dur="1500" fill="hold"/>
                                        <p:tgtEl>
                                          <p:spTgt spid="240"/>
                                        </p:tgtEl>
                                        <p:attrNameLst>
                                          <p:attrName>fill.type</p:attrName>
                                        </p:attrNameLst>
                                      </p:cBhvr>
                                      <p:to>
                                        <p:strVal val="solid"/>
                                      </p:to>
                                    </p:set>
                                    <p:set>
                                      <p:cBhvr>
                                        <p:cTn id="122" dur="1500" fill="hold"/>
                                        <p:tgtEl>
                                          <p:spTgt spid="240"/>
                                        </p:tgtEl>
                                        <p:attrNameLst>
                                          <p:attrName>fill.on</p:attrName>
                                        </p:attrNameLst>
                                      </p:cBhvr>
                                      <p:to>
                                        <p:strVal val="true"/>
                                      </p:to>
                                    </p:set>
                                  </p:childTnLst>
                                </p:cTn>
                              </p:par>
                            </p:childTnLst>
                          </p:cTn>
                        </p:par>
                      </p:childTnLst>
                    </p:cTn>
                  </p:par>
                  <p:par>
                    <p:cTn id="123" fill="hold">
                      <p:stCondLst>
                        <p:cond delay="indefinite"/>
                      </p:stCondLst>
                      <p:childTnLst>
                        <p:par>
                          <p:cTn id="124" fill="hold">
                            <p:stCondLst>
                              <p:cond delay="0"/>
                            </p:stCondLst>
                            <p:childTnLst>
                              <p:par>
                                <p:cTn id="125" presetID="16" presetClass="entr" presetSubtype="21" fill="hold" grpId="0" nodeType="clickEffect">
                                  <p:stCondLst>
                                    <p:cond delay="0"/>
                                  </p:stCondLst>
                                  <p:childTnLst>
                                    <p:set>
                                      <p:cBhvr>
                                        <p:cTn id="126" dur="1" fill="hold">
                                          <p:stCondLst>
                                            <p:cond delay="0"/>
                                          </p:stCondLst>
                                        </p:cTn>
                                        <p:tgtEl>
                                          <p:spTgt spid="220"/>
                                        </p:tgtEl>
                                        <p:attrNameLst>
                                          <p:attrName>style.visibility</p:attrName>
                                        </p:attrNameLst>
                                      </p:cBhvr>
                                      <p:to>
                                        <p:strVal val="visible"/>
                                      </p:to>
                                    </p:set>
                                    <p:animEffect transition="in" filter="barn(inVertical)">
                                      <p:cBhvr>
                                        <p:cTn id="127" dur="500"/>
                                        <p:tgtEl>
                                          <p:spTgt spid="220"/>
                                        </p:tgtEl>
                                      </p:cBhvr>
                                    </p:animEffect>
                                  </p:childTnLst>
                                </p:cTn>
                              </p:par>
                              <p:par>
                                <p:cTn id="128" presetID="63" presetClass="path" presetSubtype="0" accel="50000" decel="50000" fill="hold" grpId="1" nodeType="withEffect">
                                  <p:stCondLst>
                                    <p:cond delay="0"/>
                                  </p:stCondLst>
                                  <p:childTnLst>
                                    <p:animMotion origin="layout" path="M -4.79167E-6 3.7037E-6 L 0.36889 -0.09306 " pathEditMode="relative" rAng="0" ptsTypes="AA">
                                      <p:cBhvr>
                                        <p:cTn id="129" dur="1500" fill="hold"/>
                                        <p:tgtEl>
                                          <p:spTgt spid="220"/>
                                        </p:tgtEl>
                                        <p:attrNameLst>
                                          <p:attrName>ppt_x</p:attrName>
                                          <p:attrName>ppt_y</p:attrName>
                                        </p:attrNameLst>
                                      </p:cBhvr>
                                      <p:rCtr x="18438" y="-4653"/>
                                    </p:animMotion>
                                  </p:childTnLst>
                                </p:cTn>
                              </p:par>
                              <p:par>
                                <p:cTn id="130" presetID="1" presetClass="emph" presetSubtype="2" fill="hold" nodeType="withEffect">
                                  <p:stCondLst>
                                    <p:cond delay="0"/>
                                  </p:stCondLst>
                                  <p:childTnLst>
                                    <p:animClr clrSpc="rgb" dir="cw">
                                      <p:cBhvr>
                                        <p:cTn id="131" dur="1500" fill="hold"/>
                                        <p:tgtEl>
                                          <p:spTgt spid="241"/>
                                        </p:tgtEl>
                                        <p:attrNameLst>
                                          <p:attrName>fillcolor</p:attrName>
                                        </p:attrNameLst>
                                      </p:cBhvr>
                                      <p:to>
                                        <a:srgbClr val="FEE599"/>
                                      </p:to>
                                    </p:animClr>
                                    <p:set>
                                      <p:cBhvr>
                                        <p:cTn id="132" dur="1500" fill="hold"/>
                                        <p:tgtEl>
                                          <p:spTgt spid="241"/>
                                        </p:tgtEl>
                                        <p:attrNameLst>
                                          <p:attrName>fill.type</p:attrName>
                                        </p:attrNameLst>
                                      </p:cBhvr>
                                      <p:to>
                                        <p:strVal val="solid"/>
                                      </p:to>
                                    </p:set>
                                    <p:set>
                                      <p:cBhvr>
                                        <p:cTn id="133" dur="1500" fill="hold"/>
                                        <p:tgtEl>
                                          <p:spTgt spid="241"/>
                                        </p:tgtEl>
                                        <p:attrNameLst>
                                          <p:attrName>fill.on</p:attrName>
                                        </p:attrNameLst>
                                      </p:cBhvr>
                                      <p:to>
                                        <p:strVal val="true"/>
                                      </p:to>
                                    </p:set>
                                  </p:childTnLst>
                                </p:cTn>
                              </p:par>
                            </p:childTnLst>
                          </p:cTn>
                        </p:par>
                      </p:childTnLst>
                    </p:cTn>
                  </p:par>
                  <p:par>
                    <p:cTn id="134" fill="hold">
                      <p:stCondLst>
                        <p:cond delay="indefinite"/>
                      </p:stCondLst>
                      <p:childTnLst>
                        <p:par>
                          <p:cTn id="135" fill="hold">
                            <p:stCondLst>
                              <p:cond delay="0"/>
                            </p:stCondLst>
                            <p:childTnLst>
                              <p:par>
                                <p:cTn id="136" presetID="16" presetClass="entr" presetSubtype="21" fill="hold" grpId="0" nodeType="clickEffect">
                                  <p:stCondLst>
                                    <p:cond delay="0"/>
                                  </p:stCondLst>
                                  <p:childTnLst>
                                    <p:set>
                                      <p:cBhvr>
                                        <p:cTn id="137" dur="1" fill="hold">
                                          <p:stCondLst>
                                            <p:cond delay="0"/>
                                          </p:stCondLst>
                                        </p:cTn>
                                        <p:tgtEl>
                                          <p:spTgt spid="221"/>
                                        </p:tgtEl>
                                        <p:attrNameLst>
                                          <p:attrName>style.visibility</p:attrName>
                                        </p:attrNameLst>
                                      </p:cBhvr>
                                      <p:to>
                                        <p:strVal val="visible"/>
                                      </p:to>
                                    </p:set>
                                    <p:animEffect transition="in" filter="barn(inVertical)">
                                      <p:cBhvr>
                                        <p:cTn id="138" dur="500"/>
                                        <p:tgtEl>
                                          <p:spTgt spid="221"/>
                                        </p:tgtEl>
                                      </p:cBhvr>
                                    </p:animEffect>
                                  </p:childTnLst>
                                </p:cTn>
                              </p:par>
                              <p:par>
                                <p:cTn id="139" presetID="63" presetClass="path" presetSubtype="0" accel="50000" decel="50000" fill="hold" grpId="1" nodeType="withEffect">
                                  <p:stCondLst>
                                    <p:cond delay="0"/>
                                  </p:stCondLst>
                                  <p:childTnLst>
                                    <p:animMotion origin="layout" path="M 2.29167E-6 -7.40741E-7 L 0.64609 -0.16875 " pathEditMode="relative" rAng="0" ptsTypes="AA">
                                      <p:cBhvr>
                                        <p:cTn id="140" dur="1500" fill="hold"/>
                                        <p:tgtEl>
                                          <p:spTgt spid="221"/>
                                        </p:tgtEl>
                                        <p:attrNameLst>
                                          <p:attrName>ppt_x</p:attrName>
                                          <p:attrName>ppt_y</p:attrName>
                                        </p:attrNameLst>
                                      </p:cBhvr>
                                      <p:rCtr x="32305" y="-8449"/>
                                    </p:animMotion>
                                  </p:childTnLst>
                                </p:cTn>
                              </p:par>
                              <p:par>
                                <p:cTn id="141" presetID="1" presetClass="emph" presetSubtype="2" fill="hold" nodeType="withEffect">
                                  <p:stCondLst>
                                    <p:cond delay="0"/>
                                  </p:stCondLst>
                                  <p:childTnLst>
                                    <p:animClr clrSpc="rgb" dir="cw">
                                      <p:cBhvr>
                                        <p:cTn id="142" dur="1500" fill="hold"/>
                                        <p:tgtEl>
                                          <p:spTgt spid="242"/>
                                        </p:tgtEl>
                                        <p:attrNameLst>
                                          <p:attrName>fillcolor</p:attrName>
                                        </p:attrNameLst>
                                      </p:cBhvr>
                                      <p:to>
                                        <a:srgbClr val="FEE599"/>
                                      </p:to>
                                    </p:animClr>
                                    <p:set>
                                      <p:cBhvr>
                                        <p:cTn id="143" dur="1500" fill="hold"/>
                                        <p:tgtEl>
                                          <p:spTgt spid="242"/>
                                        </p:tgtEl>
                                        <p:attrNameLst>
                                          <p:attrName>fill.type</p:attrName>
                                        </p:attrNameLst>
                                      </p:cBhvr>
                                      <p:to>
                                        <p:strVal val="solid"/>
                                      </p:to>
                                    </p:set>
                                    <p:set>
                                      <p:cBhvr>
                                        <p:cTn id="144" dur="1500" fill="hold"/>
                                        <p:tgtEl>
                                          <p:spTgt spid="242"/>
                                        </p:tgtEl>
                                        <p:attrNameLst>
                                          <p:attrName>fill.on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16" presetClass="entr" presetSubtype="21" fill="hold" grpId="0" nodeType="clickEffect">
                                  <p:stCondLst>
                                    <p:cond delay="0"/>
                                  </p:stCondLst>
                                  <p:childTnLst>
                                    <p:set>
                                      <p:cBhvr>
                                        <p:cTn id="148" dur="1" fill="hold">
                                          <p:stCondLst>
                                            <p:cond delay="0"/>
                                          </p:stCondLst>
                                        </p:cTn>
                                        <p:tgtEl>
                                          <p:spTgt spid="222"/>
                                        </p:tgtEl>
                                        <p:attrNameLst>
                                          <p:attrName>style.visibility</p:attrName>
                                        </p:attrNameLst>
                                      </p:cBhvr>
                                      <p:to>
                                        <p:strVal val="visible"/>
                                      </p:to>
                                    </p:set>
                                    <p:animEffect transition="in" filter="barn(inVertical)">
                                      <p:cBhvr>
                                        <p:cTn id="149" dur="500"/>
                                        <p:tgtEl>
                                          <p:spTgt spid="222"/>
                                        </p:tgtEl>
                                      </p:cBhvr>
                                    </p:animEffect>
                                  </p:childTnLst>
                                </p:cTn>
                              </p:par>
                              <p:par>
                                <p:cTn id="150" presetID="63" presetClass="path" presetSubtype="0" accel="50000" decel="50000" fill="hold" grpId="1" nodeType="withEffect">
                                  <p:stCondLst>
                                    <p:cond delay="0"/>
                                  </p:stCondLst>
                                  <p:childTnLst>
                                    <p:animMotion origin="layout" path="M 1.25E-6 -7.40741E-7 L 0.62617 -0.16875 " pathEditMode="relative" rAng="0" ptsTypes="AA">
                                      <p:cBhvr>
                                        <p:cTn id="151" dur="1500" fill="hold"/>
                                        <p:tgtEl>
                                          <p:spTgt spid="222"/>
                                        </p:tgtEl>
                                        <p:attrNameLst>
                                          <p:attrName>ppt_x</p:attrName>
                                          <p:attrName>ppt_y</p:attrName>
                                        </p:attrNameLst>
                                      </p:cBhvr>
                                      <p:rCtr x="31302" y="-8449"/>
                                    </p:animMotion>
                                  </p:childTnLst>
                                </p:cTn>
                              </p:par>
                              <p:par>
                                <p:cTn id="152" presetID="1" presetClass="emph" presetSubtype="2" fill="hold" nodeType="withEffect">
                                  <p:stCondLst>
                                    <p:cond delay="0"/>
                                  </p:stCondLst>
                                  <p:childTnLst>
                                    <p:animClr clrSpc="rgb" dir="cw">
                                      <p:cBhvr>
                                        <p:cTn id="153" dur="1500" fill="hold"/>
                                        <p:tgtEl>
                                          <p:spTgt spid="246"/>
                                        </p:tgtEl>
                                        <p:attrNameLst>
                                          <p:attrName>fillcolor</p:attrName>
                                        </p:attrNameLst>
                                      </p:cBhvr>
                                      <p:to>
                                        <a:srgbClr val="FEE599"/>
                                      </p:to>
                                    </p:animClr>
                                    <p:set>
                                      <p:cBhvr>
                                        <p:cTn id="154" dur="1500" fill="hold"/>
                                        <p:tgtEl>
                                          <p:spTgt spid="246"/>
                                        </p:tgtEl>
                                        <p:attrNameLst>
                                          <p:attrName>fill.type</p:attrName>
                                        </p:attrNameLst>
                                      </p:cBhvr>
                                      <p:to>
                                        <p:strVal val="solid"/>
                                      </p:to>
                                    </p:set>
                                    <p:set>
                                      <p:cBhvr>
                                        <p:cTn id="155" dur="1500" fill="hold"/>
                                        <p:tgtEl>
                                          <p:spTgt spid="246"/>
                                        </p:tgtEl>
                                        <p:attrNameLst>
                                          <p:attrName>fill.on</p:attrName>
                                        </p:attrNameLst>
                                      </p:cBhvr>
                                      <p:to>
                                        <p:strVal val="true"/>
                                      </p:to>
                                    </p:set>
                                  </p:childTnLst>
                                </p:cTn>
                              </p:par>
                            </p:childTnLst>
                          </p:cTn>
                        </p:par>
                      </p:childTnLst>
                    </p:cTn>
                  </p:par>
                  <p:par>
                    <p:cTn id="156" fill="hold">
                      <p:stCondLst>
                        <p:cond delay="indefinite"/>
                      </p:stCondLst>
                      <p:childTnLst>
                        <p:par>
                          <p:cTn id="157" fill="hold">
                            <p:stCondLst>
                              <p:cond delay="0"/>
                            </p:stCondLst>
                            <p:childTnLst>
                              <p:par>
                                <p:cTn id="158" presetID="16" presetClass="entr" presetSubtype="21" fill="hold" grpId="0" nodeType="clickEffect">
                                  <p:stCondLst>
                                    <p:cond delay="0"/>
                                  </p:stCondLst>
                                  <p:childTnLst>
                                    <p:set>
                                      <p:cBhvr>
                                        <p:cTn id="159" dur="1" fill="hold">
                                          <p:stCondLst>
                                            <p:cond delay="0"/>
                                          </p:stCondLst>
                                        </p:cTn>
                                        <p:tgtEl>
                                          <p:spTgt spid="223"/>
                                        </p:tgtEl>
                                        <p:attrNameLst>
                                          <p:attrName>style.visibility</p:attrName>
                                        </p:attrNameLst>
                                      </p:cBhvr>
                                      <p:to>
                                        <p:strVal val="visible"/>
                                      </p:to>
                                    </p:set>
                                    <p:animEffect transition="in" filter="barn(inVertical)">
                                      <p:cBhvr>
                                        <p:cTn id="160" dur="500"/>
                                        <p:tgtEl>
                                          <p:spTgt spid="223"/>
                                        </p:tgtEl>
                                      </p:cBhvr>
                                    </p:animEffect>
                                  </p:childTnLst>
                                </p:cTn>
                              </p:par>
                              <p:par>
                                <p:cTn id="161" presetID="63" presetClass="path" presetSubtype="0" accel="50000" decel="50000" fill="hold" grpId="1" nodeType="withEffect">
                                  <p:stCondLst>
                                    <p:cond delay="0"/>
                                  </p:stCondLst>
                                  <p:childTnLst>
                                    <p:animMotion origin="layout" path="M 1.04167E-6 -2.22222E-6 L 0.61068 -0.17037 " pathEditMode="relative" rAng="0" ptsTypes="AA">
                                      <p:cBhvr>
                                        <p:cTn id="162" dur="1500" fill="hold"/>
                                        <p:tgtEl>
                                          <p:spTgt spid="223"/>
                                        </p:tgtEl>
                                        <p:attrNameLst>
                                          <p:attrName>ppt_x</p:attrName>
                                          <p:attrName>ppt_y</p:attrName>
                                        </p:attrNameLst>
                                      </p:cBhvr>
                                      <p:rCtr x="30534" y="-8519"/>
                                    </p:animMotion>
                                  </p:childTnLst>
                                </p:cTn>
                              </p:par>
                              <p:par>
                                <p:cTn id="163" presetID="1" presetClass="emph" presetSubtype="2" fill="hold" nodeType="withEffect">
                                  <p:stCondLst>
                                    <p:cond delay="0"/>
                                  </p:stCondLst>
                                  <p:childTnLst>
                                    <p:animClr clrSpc="rgb" dir="cw">
                                      <p:cBhvr>
                                        <p:cTn id="164" dur="1500" fill="hold"/>
                                        <p:tgtEl>
                                          <p:spTgt spid="247"/>
                                        </p:tgtEl>
                                        <p:attrNameLst>
                                          <p:attrName>fillcolor</p:attrName>
                                        </p:attrNameLst>
                                      </p:cBhvr>
                                      <p:to>
                                        <a:srgbClr val="FEE599"/>
                                      </p:to>
                                    </p:animClr>
                                    <p:set>
                                      <p:cBhvr>
                                        <p:cTn id="165" dur="1500" fill="hold"/>
                                        <p:tgtEl>
                                          <p:spTgt spid="247"/>
                                        </p:tgtEl>
                                        <p:attrNameLst>
                                          <p:attrName>fill.type</p:attrName>
                                        </p:attrNameLst>
                                      </p:cBhvr>
                                      <p:to>
                                        <p:strVal val="solid"/>
                                      </p:to>
                                    </p:set>
                                    <p:set>
                                      <p:cBhvr>
                                        <p:cTn id="166" dur="1500" fill="hold"/>
                                        <p:tgtEl>
                                          <p:spTgt spid="247"/>
                                        </p:tgtEl>
                                        <p:attrNameLst>
                                          <p:attrName>fill.on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248"/>
                                        </p:tgtEl>
                                        <p:attrNameLst>
                                          <p:attrName>style.visibility</p:attrName>
                                        </p:attrNameLst>
                                      </p:cBhvr>
                                      <p:to>
                                        <p:strVal val="visible"/>
                                      </p:to>
                                    </p:set>
                                    <p:animEffect transition="in" filter="wipe(left)">
                                      <p:cBhvr>
                                        <p:cTn id="171" dur="1500"/>
                                        <p:tgtEl>
                                          <p:spTgt spid="248"/>
                                        </p:tgtEl>
                                      </p:cBhvr>
                                    </p:animEffect>
                                  </p:childTnLst>
                                </p:cTn>
                              </p:par>
                            </p:childTnLst>
                          </p:cTn>
                        </p:par>
                        <p:par>
                          <p:cTn id="172" fill="hold">
                            <p:stCondLst>
                              <p:cond delay="1500"/>
                            </p:stCondLst>
                            <p:childTnLst>
                              <p:par>
                                <p:cTn id="173" presetID="22" presetClass="entr" presetSubtype="8" fill="hold" nodeType="afterEffect">
                                  <p:stCondLst>
                                    <p:cond delay="0"/>
                                  </p:stCondLst>
                                  <p:childTnLst>
                                    <p:set>
                                      <p:cBhvr>
                                        <p:cTn id="174" dur="1" fill="hold">
                                          <p:stCondLst>
                                            <p:cond delay="0"/>
                                          </p:stCondLst>
                                        </p:cTn>
                                        <p:tgtEl>
                                          <p:spTgt spid="249"/>
                                        </p:tgtEl>
                                        <p:attrNameLst>
                                          <p:attrName>style.visibility</p:attrName>
                                        </p:attrNameLst>
                                      </p:cBhvr>
                                      <p:to>
                                        <p:strVal val="visible"/>
                                      </p:to>
                                    </p:set>
                                    <p:animEffect transition="in" filter="wipe(left)">
                                      <p:cBhvr>
                                        <p:cTn id="175" dur="1500"/>
                                        <p:tgtEl>
                                          <p:spTgt spid="249"/>
                                        </p:tgtEl>
                                      </p:cBhvr>
                                    </p:animEffect>
                                  </p:childTnLst>
                                </p:cTn>
                              </p:par>
                            </p:childTnLst>
                          </p:cTn>
                        </p:par>
                        <p:par>
                          <p:cTn id="176" fill="hold">
                            <p:stCondLst>
                              <p:cond delay="3000"/>
                            </p:stCondLst>
                            <p:childTnLst>
                              <p:par>
                                <p:cTn id="177" presetID="22" presetClass="entr" presetSubtype="8" fill="hold" nodeType="afterEffect">
                                  <p:stCondLst>
                                    <p:cond delay="0"/>
                                  </p:stCondLst>
                                  <p:childTnLst>
                                    <p:set>
                                      <p:cBhvr>
                                        <p:cTn id="178" dur="1" fill="hold">
                                          <p:stCondLst>
                                            <p:cond delay="0"/>
                                          </p:stCondLst>
                                        </p:cTn>
                                        <p:tgtEl>
                                          <p:spTgt spid="250"/>
                                        </p:tgtEl>
                                        <p:attrNameLst>
                                          <p:attrName>style.visibility</p:attrName>
                                        </p:attrNameLst>
                                      </p:cBhvr>
                                      <p:to>
                                        <p:strVal val="visible"/>
                                      </p:to>
                                    </p:set>
                                    <p:animEffect transition="in" filter="wipe(left)">
                                      <p:cBhvr>
                                        <p:cTn id="179" dur="1500"/>
                                        <p:tgtEl>
                                          <p:spTgt spid="250"/>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58"/>
                                        </p:tgtEl>
                                        <p:attrNameLst>
                                          <p:attrName>style.visibility</p:attrName>
                                        </p:attrNameLst>
                                      </p:cBhvr>
                                      <p:to>
                                        <p:strVal val="visible"/>
                                      </p:to>
                                    </p:set>
                                    <p:animEffect transition="in" filter="wipe(left)">
                                      <p:cBhvr>
                                        <p:cTn id="184" dur="500"/>
                                        <p:tgtEl>
                                          <p:spTgt spid="58"/>
                                        </p:tgtEl>
                                      </p:cBhvr>
                                    </p:animEffect>
                                  </p:childTnLst>
                                </p:cTn>
                              </p:par>
                            </p:childTnLst>
                          </p:cTn>
                        </p:par>
                        <p:par>
                          <p:cTn id="185" fill="hold">
                            <p:stCondLst>
                              <p:cond delay="500"/>
                            </p:stCondLst>
                            <p:childTnLst>
                              <p:par>
                                <p:cTn id="186" presetID="22" presetClass="entr" presetSubtype="8" fill="hold" grpId="0" nodeType="afterEffect">
                                  <p:stCondLst>
                                    <p:cond delay="0"/>
                                  </p:stCondLst>
                                  <p:childTnLst>
                                    <p:set>
                                      <p:cBhvr>
                                        <p:cTn id="187" dur="1" fill="hold">
                                          <p:stCondLst>
                                            <p:cond delay="0"/>
                                          </p:stCondLst>
                                        </p:cTn>
                                        <p:tgtEl>
                                          <p:spTgt spid="189"/>
                                        </p:tgtEl>
                                        <p:attrNameLst>
                                          <p:attrName>style.visibility</p:attrName>
                                        </p:attrNameLst>
                                      </p:cBhvr>
                                      <p:to>
                                        <p:strVal val="visible"/>
                                      </p:to>
                                    </p:set>
                                    <p:animEffect transition="in" filter="wipe(left)">
                                      <p:cBhvr>
                                        <p:cTn id="188" dur="500"/>
                                        <p:tgtEl>
                                          <p:spTgt spid="189"/>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108"/>
                                        </p:tgtEl>
                                        <p:attrNameLst>
                                          <p:attrName>style.visibility</p:attrName>
                                        </p:attrNameLst>
                                      </p:cBhvr>
                                      <p:to>
                                        <p:strVal val="visible"/>
                                      </p:to>
                                    </p:set>
                                    <p:animEffect transition="in" filter="wipe(left)">
                                      <p:cBhvr>
                                        <p:cTn id="193" dur="500"/>
                                        <p:tgtEl>
                                          <p:spTgt spid="108"/>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1" fill="hold" nodeType="clickEffect">
                                  <p:stCondLst>
                                    <p:cond delay="0"/>
                                  </p:stCondLst>
                                  <p:childTnLst>
                                    <p:set>
                                      <p:cBhvr>
                                        <p:cTn id="197" dur="1" fill="hold">
                                          <p:stCondLst>
                                            <p:cond delay="0"/>
                                          </p:stCondLst>
                                        </p:cTn>
                                        <p:tgtEl>
                                          <p:spTgt spid="284"/>
                                        </p:tgtEl>
                                        <p:attrNameLst>
                                          <p:attrName>style.visibility</p:attrName>
                                        </p:attrNameLst>
                                      </p:cBhvr>
                                      <p:to>
                                        <p:strVal val="visible"/>
                                      </p:to>
                                    </p:set>
                                    <p:animEffect transition="in" filter="wipe(up)">
                                      <p:cBhvr>
                                        <p:cTn id="198" dur="500"/>
                                        <p:tgtEl>
                                          <p:spTgt spid="284"/>
                                        </p:tgtEl>
                                      </p:cBhvr>
                                    </p:animEffect>
                                  </p:childTnLst>
                                </p:cTn>
                              </p:par>
                            </p:childTnLst>
                          </p:cTn>
                        </p:par>
                      </p:childTnLst>
                    </p:cTn>
                  </p:par>
                  <p:par>
                    <p:cTn id="199" fill="hold">
                      <p:stCondLst>
                        <p:cond delay="indefinite"/>
                      </p:stCondLst>
                      <p:childTnLst>
                        <p:par>
                          <p:cTn id="200" fill="hold">
                            <p:stCondLst>
                              <p:cond delay="0"/>
                            </p:stCondLst>
                            <p:childTnLst>
                              <p:par>
                                <p:cTn id="201" presetID="16" presetClass="entr" presetSubtype="21" fill="hold" grpId="0" nodeType="clickEffect">
                                  <p:stCondLst>
                                    <p:cond delay="0"/>
                                  </p:stCondLst>
                                  <p:childTnLst>
                                    <p:set>
                                      <p:cBhvr>
                                        <p:cTn id="202" dur="1" fill="hold">
                                          <p:stCondLst>
                                            <p:cond delay="0"/>
                                          </p:stCondLst>
                                        </p:cTn>
                                        <p:tgtEl>
                                          <p:spTgt spid="306"/>
                                        </p:tgtEl>
                                        <p:attrNameLst>
                                          <p:attrName>style.visibility</p:attrName>
                                        </p:attrNameLst>
                                      </p:cBhvr>
                                      <p:to>
                                        <p:strVal val="visible"/>
                                      </p:to>
                                    </p:set>
                                    <p:animEffect transition="in" filter="barn(inVertical)">
                                      <p:cBhvr>
                                        <p:cTn id="203" dur="500"/>
                                        <p:tgtEl>
                                          <p:spTgt spid="306"/>
                                        </p:tgtEl>
                                      </p:cBhvr>
                                    </p:animEffect>
                                  </p:childTnLst>
                                </p:cTn>
                              </p:par>
                            </p:childTnLst>
                          </p:cTn>
                        </p:par>
                        <p:par>
                          <p:cTn id="204" fill="hold">
                            <p:stCondLst>
                              <p:cond delay="500"/>
                            </p:stCondLst>
                            <p:childTnLst>
                              <p:par>
                                <p:cTn id="205" presetID="16" presetClass="entr" presetSubtype="21" fill="hold" grpId="0" nodeType="afterEffect">
                                  <p:stCondLst>
                                    <p:cond delay="0"/>
                                  </p:stCondLst>
                                  <p:childTnLst>
                                    <p:set>
                                      <p:cBhvr>
                                        <p:cTn id="206" dur="1" fill="hold">
                                          <p:stCondLst>
                                            <p:cond delay="0"/>
                                          </p:stCondLst>
                                        </p:cTn>
                                        <p:tgtEl>
                                          <p:spTgt spid="307"/>
                                        </p:tgtEl>
                                        <p:attrNameLst>
                                          <p:attrName>style.visibility</p:attrName>
                                        </p:attrNameLst>
                                      </p:cBhvr>
                                      <p:to>
                                        <p:strVal val="visible"/>
                                      </p:to>
                                    </p:set>
                                    <p:animEffect transition="in" filter="barn(inVertical)">
                                      <p:cBhvr>
                                        <p:cTn id="207" dur="500"/>
                                        <p:tgtEl>
                                          <p:spTgt spid="307"/>
                                        </p:tgtEl>
                                      </p:cBhvr>
                                    </p:animEffect>
                                  </p:childTnLst>
                                </p:cTn>
                              </p:par>
                            </p:childTnLst>
                          </p:cTn>
                        </p:par>
                        <p:par>
                          <p:cTn id="208" fill="hold">
                            <p:stCondLst>
                              <p:cond delay="1000"/>
                            </p:stCondLst>
                            <p:childTnLst>
                              <p:par>
                                <p:cTn id="209" presetID="16" presetClass="entr" presetSubtype="21" fill="hold" grpId="0" nodeType="afterEffect">
                                  <p:stCondLst>
                                    <p:cond delay="0"/>
                                  </p:stCondLst>
                                  <p:childTnLst>
                                    <p:set>
                                      <p:cBhvr>
                                        <p:cTn id="210" dur="1" fill="hold">
                                          <p:stCondLst>
                                            <p:cond delay="0"/>
                                          </p:stCondLst>
                                        </p:cTn>
                                        <p:tgtEl>
                                          <p:spTgt spid="308"/>
                                        </p:tgtEl>
                                        <p:attrNameLst>
                                          <p:attrName>style.visibility</p:attrName>
                                        </p:attrNameLst>
                                      </p:cBhvr>
                                      <p:to>
                                        <p:strVal val="visible"/>
                                      </p:to>
                                    </p:set>
                                    <p:animEffect transition="in" filter="barn(inVertical)">
                                      <p:cBhvr>
                                        <p:cTn id="211" dur="500"/>
                                        <p:tgtEl>
                                          <p:spTgt spid="308"/>
                                        </p:tgtEl>
                                      </p:cBhvr>
                                    </p:animEffect>
                                  </p:childTnLst>
                                </p:cTn>
                              </p:par>
                            </p:childTnLst>
                          </p:cTn>
                        </p:par>
                        <p:par>
                          <p:cTn id="212" fill="hold">
                            <p:stCondLst>
                              <p:cond delay="1500"/>
                            </p:stCondLst>
                            <p:childTnLst>
                              <p:par>
                                <p:cTn id="213" presetID="16" presetClass="entr" presetSubtype="21" fill="hold" grpId="0" nodeType="afterEffect">
                                  <p:stCondLst>
                                    <p:cond delay="0"/>
                                  </p:stCondLst>
                                  <p:childTnLst>
                                    <p:set>
                                      <p:cBhvr>
                                        <p:cTn id="214" dur="1" fill="hold">
                                          <p:stCondLst>
                                            <p:cond delay="0"/>
                                          </p:stCondLst>
                                        </p:cTn>
                                        <p:tgtEl>
                                          <p:spTgt spid="309"/>
                                        </p:tgtEl>
                                        <p:attrNameLst>
                                          <p:attrName>style.visibility</p:attrName>
                                        </p:attrNameLst>
                                      </p:cBhvr>
                                      <p:to>
                                        <p:strVal val="visible"/>
                                      </p:to>
                                    </p:set>
                                    <p:animEffect transition="in" filter="barn(inVertical)">
                                      <p:cBhvr>
                                        <p:cTn id="215" dur="500"/>
                                        <p:tgtEl>
                                          <p:spTgt spid="309"/>
                                        </p:tgtEl>
                                      </p:cBhvr>
                                    </p:animEffect>
                                  </p:childTnLst>
                                </p:cTn>
                              </p:par>
                            </p:childTnLst>
                          </p:cTn>
                        </p:par>
                        <p:par>
                          <p:cTn id="216" fill="hold">
                            <p:stCondLst>
                              <p:cond delay="2000"/>
                            </p:stCondLst>
                            <p:childTnLst>
                              <p:par>
                                <p:cTn id="217" presetID="16" presetClass="entr" presetSubtype="21" fill="hold" grpId="0" nodeType="afterEffect">
                                  <p:stCondLst>
                                    <p:cond delay="0"/>
                                  </p:stCondLst>
                                  <p:childTnLst>
                                    <p:set>
                                      <p:cBhvr>
                                        <p:cTn id="218" dur="1" fill="hold">
                                          <p:stCondLst>
                                            <p:cond delay="0"/>
                                          </p:stCondLst>
                                        </p:cTn>
                                        <p:tgtEl>
                                          <p:spTgt spid="310"/>
                                        </p:tgtEl>
                                        <p:attrNameLst>
                                          <p:attrName>style.visibility</p:attrName>
                                        </p:attrNameLst>
                                      </p:cBhvr>
                                      <p:to>
                                        <p:strVal val="visible"/>
                                      </p:to>
                                    </p:set>
                                    <p:animEffect transition="in" filter="barn(inVertical)">
                                      <p:cBhvr>
                                        <p:cTn id="219" dur="500"/>
                                        <p:tgtEl>
                                          <p:spTgt spid="310"/>
                                        </p:tgtEl>
                                      </p:cBhvr>
                                    </p:animEffect>
                                  </p:childTnLst>
                                </p:cTn>
                              </p:par>
                            </p:childTnLst>
                          </p:cTn>
                        </p:par>
                        <p:par>
                          <p:cTn id="220" fill="hold">
                            <p:stCondLst>
                              <p:cond delay="2500"/>
                            </p:stCondLst>
                            <p:childTnLst>
                              <p:par>
                                <p:cTn id="221" presetID="16" presetClass="entr" presetSubtype="21" fill="hold" grpId="0" nodeType="afterEffect">
                                  <p:stCondLst>
                                    <p:cond delay="0"/>
                                  </p:stCondLst>
                                  <p:childTnLst>
                                    <p:set>
                                      <p:cBhvr>
                                        <p:cTn id="222" dur="1" fill="hold">
                                          <p:stCondLst>
                                            <p:cond delay="0"/>
                                          </p:stCondLst>
                                        </p:cTn>
                                        <p:tgtEl>
                                          <p:spTgt spid="311"/>
                                        </p:tgtEl>
                                        <p:attrNameLst>
                                          <p:attrName>style.visibility</p:attrName>
                                        </p:attrNameLst>
                                      </p:cBhvr>
                                      <p:to>
                                        <p:strVal val="visible"/>
                                      </p:to>
                                    </p:set>
                                    <p:animEffect transition="in" filter="barn(inVertical)">
                                      <p:cBhvr>
                                        <p:cTn id="223" dur="500"/>
                                        <p:tgtEl>
                                          <p:spTgt spid="311"/>
                                        </p:tgtEl>
                                      </p:cBhvr>
                                    </p:animEffect>
                                  </p:childTnLst>
                                </p:cTn>
                              </p:par>
                            </p:childTnLst>
                          </p:cTn>
                        </p:par>
                        <p:par>
                          <p:cTn id="224" fill="hold">
                            <p:stCondLst>
                              <p:cond delay="3000"/>
                            </p:stCondLst>
                            <p:childTnLst>
                              <p:par>
                                <p:cTn id="225" presetID="16" presetClass="entr" presetSubtype="21" fill="hold" grpId="0" nodeType="afterEffect">
                                  <p:stCondLst>
                                    <p:cond delay="0"/>
                                  </p:stCondLst>
                                  <p:childTnLst>
                                    <p:set>
                                      <p:cBhvr>
                                        <p:cTn id="226" dur="1" fill="hold">
                                          <p:stCondLst>
                                            <p:cond delay="0"/>
                                          </p:stCondLst>
                                        </p:cTn>
                                        <p:tgtEl>
                                          <p:spTgt spid="312"/>
                                        </p:tgtEl>
                                        <p:attrNameLst>
                                          <p:attrName>style.visibility</p:attrName>
                                        </p:attrNameLst>
                                      </p:cBhvr>
                                      <p:to>
                                        <p:strVal val="visible"/>
                                      </p:to>
                                    </p:set>
                                    <p:animEffect transition="in" filter="barn(inVertical)">
                                      <p:cBhvr>
                                        <p:cTn id="227" dur="500"/>
                                        <p:tgtEl>
                                          <p:spTgt spid="312"/>
                                        </p:tgtEl>
                                      </p:cBhvr>
                                    </p:animEffect>
                                  </p:childTnLst>
                                </p:cTn>
                              </p:par>
                            </p:childTnLst>
                          </p:cTn>
                        </p:par>
                        <p:par>
                          <p:cTn id="228" fill="hold">
                            <p:stCondLst>
                              <p:cond delay="3500"/>
                            </p:stCondLst>
                            <p:childTnLst>
                              <p:par>
                                <p:cTn id="229" presetID="16" presetClass="entr" presetSubtype="21" fill="hold" grpId="0" nodeType="afterEffect">
                                  <p:stCondLst>
                                    <p:cond delay="0"/>
                                  </p:stCondLst>
                                  <p:childTnLst>
                                    <p:set>
                                      <p:cBhvr>
                                        <p:cTn id="230" dur="1" fill="hold">
                                          <p:stCondLst>
                                            <p:cond delay="0"/>
                                          </p:stCondLst>
                                        </p:cTn>
                                        <p:tgtEl>
                                          <p:spTgt spid="313"/>
                                        </p:tgtEl>
                                        <p:attrNameLst>
                                          <p:attrName>style.visibility</p:attrName>
                                        </p:attrNameLst>
                                      </p:cBhvr>
                                      <p:to>
                                        <p:strVal val="visible"/>
                                      </p:to>
                                    </p:set>
                                    <p:animEffect transition="in" filter="barn(inVertical)">
                                      <p:cBhvr>
                                        <p:cTn id="231" dur="500"/>
                                        <p:tgtEl>
                                          <p:spTgt spid="313"/>
                                        </p:tgtEl>
                                      </p:cBhvr>
                                    </p:animEffect>
                                  </p:childTnLst>
                                </p:cTn>
                              </p:par>
                            </p:childTnLst>
                          </p:cTn>
                        </p:par>
                        <p:par>
                          <p:cTn id="232" fill="hold">
                            <p:stCondLst>
                              <p:cond delay="4000"/>
                            </p:stCondLst>
                            <p:childTnLst>
                              <p:par>
                                <p:cTn id="233" presetID="16" presetClass="entr" presetSubtype="21" fill="hold" grpId="0" nodeType="afterEffect">
                                  <p:stCondLst>
                                    <p:cond delay="0"/>
                                  </p:stCondLst>
                                  <p:childTnLst>
                                    <p:set>
                                      <p:cBhvr>
                                        <p:cTn id="234" dur="1" fill="hold">
                                          <p:stCondLst>
                                            <p:cond delay="0"/>
                                          </p:stCondLst>
                                        </p:cTn>
                                        <p:tgtEl>
                                          <p:spTgt spid="314"/>
                                        </p:tgtEl>
                                        <p:attrNameLst>
                                          <p:attrName>style.visibility</p:attrName>
                                        </p:attrNameLst>
                                      </p:cBhvr>
                                      <p:to>
                                        <p:strVal val="visible"/>
                                      </p:to>
                                    </p:set>
                                    <p:animEffect transition="in" filter="barn(inVertical)">
                                      <p:cBhvr>
                                        <p:cTn id="235" dur="500"/>
                                        <p:tgtEl>
                                          <p:spTgt spid="314"/>
                                        </p:tgtEl>
                                      </p:cBhvr>
                                    </p:animEffect>
                                  </p:childTnLst>
                                </p:cTn>
                              </p:par>
                            </p:childTnLst>
                          </p:cTn>
                        </p:par>
                        <p:par>
                          <p:cTn id="236" fill="hold">
                            <p:stCondLst>
                              <p:cond delay="4500"/>
                            </p:stCondLst>
                            <p:childTnLst>
                              <p:par>
                                <p:cTn id="237" presetID="16" presetClass="entr" presetSubtype="21" fill="hold" grpId="0" nodeType="afterEffect">
                                  <p:stCondLst>
                                    <p:cond delay="0"/>
                                  </p:stCondLst>
                                  <p:childTnLst>
                                    <p:set>
                                      <p:cBhvr>
                                        <p:cTn id="238" dur="1" fill="hold">
                                          <p:stCondLst>
                                            <p:cond delay="0"/>
                                          </p:stCondLst>
                                        </p:cTn>
                                        <p:tgtEl>
                                          <p:spTgt spid="315"/>
                                        </p:tgtEl>
                                        <p:attrNameLst>
                                          <p:attrName>style.visibility</p:attrName>
                                        </p:attrNameLst>
                                      </p:cBhvr>
                                      <p:to>
                                        <p:strVal val="visible"/>
                                      </p:to>
                                    </p:set>
                                    <p:animEffect transition="in" filter="barn(inVertical)">
                                      <p:cBhvr>
                                        <p:cTn id="239" dur="500"/>
                                        <p:tgtEl>
                                          <p:spTgt spid="315"/>
                                        </p:tgtEl>
                                      </p:cBhvr>
                                    </p:animEffect>
                                  </p:childTnLst>
                                </p:cTn>
                              </p:par>
                            </p:childTnLst>
                          </p:cTn>
                        </p:par>
                        <p:par>
                          <p:cTn id="240" fill="hold">
                            <p:stCondLst>
                              <p:cond delay="5000"/>
                            </p:stCondLst>
                            <p:childTnLst>
                              <p:par>
                                <p:cTn id="241" presetID="16" presetClass="entr" presetSubtype="21" fill="hold" grpId="0" nodeType="afterEffect">
                                  <p:stCondLst>
                                    <p:cond delay="0"/>
                                  </p:stCondLst>
                                  <p:childTnLst>
                                    <p:set>
                                      <p:cBhvr>
                                        <p:cTn id="242" dur="1" fill="hold">
                                          <p:stCondLst>
                                            <p:cond delay="0"/>
                                          </p:stCondLst>
                                        </p:cTn>
                                        <p:tgtEl>
                                          <p:spTgt spid="326"/>
                                        </p:tgtEl>
                                        <p:attrNameLst>
                                          <p:attrName>style.visibility</p:attrName>
                                        </p:attrNameLst>
                                      </p:cBhvr>
                                      <p:to>
                                        <p:strVal val="visible"/>
                                      </p:to>
                                    </p:set>
                                    <p:animEffect transition="in" filter="barn(inVertical)">
                                      <p:cBhvr>
                                        <p:cTn id="243" dur="500"/>
                                        <p:tgtEl>
                                          <p:spTgt spid="326"/>
                                        </p:tgtEl>
                                      </p:cBhvr>
                                    </p:animEffect>
                                  </p:childTnLst>
                                </p:cTn>
                              </p:par>
                            </p:childTnLst>
                          </p:cTn>
                        </p:par>
                      </p:childTnLst>
                    </p:cTn>
                  </p:par>
                  <p:par>
                    <p:cTn id="244" fill="hold">
                      <p:stCondLst>
                        <p:cond delay="indefinite"/>
                      </p:stCondLst>
                      <p:childTnLst>
                        <p:par>
                          <p:cTn id="245" fill="hold">
                            <p:stCondLst>
                              <p:cond delay="0"/>
                            </p:stCondLst>
                            <p:childTnLst>
                              <p:par>
                                <p:cTn id="246" presetID="22" presetClass="entr" presetSubtype="8" fill="hold" grpId="0" nodeType="clickEffect">
                                  <p:stCondLst>
                                    <p:cond delay="0"/>
                                  </p:stCondLst>
                                  <p:childTnLst>
                                    <p:set>
                                      <p:cBhvr>
                                        <p:cTn id="247" dur="1" fill="hold">
                                          <p:stCondLst>
                                            <p:cond delay="0"/>
                                          </p:stCondLst>
                                        </p:cTn>
                                        <p:tgtEl>
                                          <p:spTgt spid="251"/>
                                        </p:tgtEl>
                                        <p:attrNameLst>
                                          <p:attrName>style.visibility</p:attrName>
                                        </p:attrNameLst>
                                      </p:cBhvr>
                                      <p:to>
                                        <p:strVal val="visible"/>
                                      </p:to>
                                    </p:set>
                                    <p:animEffect transition="in" filter="wipe(left)">
                                      <p:cBhvr>
                                        <p:cTn id="248" dur="500"/>
                                        <p:tgtEl>
                                          <p:spTgt spid="251"/>
                                        </p:tgtEl>
                                      </p:cBhvr>
                                    </p:animEffect>
                                  </p:childTnLst>
                                </p:cTn>
                              </p:par>
                            </p:childTnLst>
                          </p:cTn>
                        </p:par>
                      </p:childTnLst>
                    </p:cTn>
                  </p:par>
                  <p:par>
                    <p:cTn id="249" fill="hold">
                      <p:stCondLst>
                        <p:cond delay="indefinite"/>
                      </p:stCondLst>
                      <p:childTnLst>
                        <p:par>
                          <p:cTn id="250" fill="hold">
                            <p:stCondLst>
                              <p:cond delay="0"/>
                            </p:stCondLst>
                            <p:childTnLst>
                              <p:par>
                                <p:cTn id="251" presetID="16" presetClass="entr" presetSubtype="21" fill="hold" grpId="0" nodeType="clickEffect">
                                  <p:stCondLst>
                                    <p:cond delay="0"/>
                                  </p:stCondLst>
                                  <p:childTnLst>
                                    <p:set>
                                      <p:cBhvr>
                                        <p:cTn id="252" dur="1" fill="hold">
                                          <p:stCondLst>
                                            <p:cond delay="0"/>
                                          </p:stCondLst>
                                        </p:cTn>
                                        <p:tgtEl>
                                          <p:spTgt spid="316"/>
                                        </p:tgtEl>
                                        <p:attrNameLst>
                                          <p:attrName>style.visibility</p:attrName>
                                        </p:attrNameLst>
                                      </p:cBhvr>
                                      <p:to>
                                        <p:strVal val="visible"/>
                                      </p:to>
                                    </p:set>
                                    <p:animEffect transition="in" filter="barn(inVertical)">
                                      <p:cBhvr>
                                        <p:cTn id="253" dur="500"/>
                                        <p:tgtEl>
                                          <p:spTgt spid="316"/>
                                        </p:tgtEl>
                                      </p:cBhvr>
                                    </p:animEffect>
                                  </p:childTnLst>
                                </p:cTn>
                              </p:par>
                              <p:par>
                                <p:cTn id="254" presetID="63" presetClass="path" presetSubtype="0" accel="50000" decel="50000" fill="hold" grpId="1" nodeType="withEffect">
                                  <p:stCondLst>
                                    <p:cond delay="0"/>
                                  </p:stCondLst>
                                  <p:childTnLst>
                                    <p:animMotion origin="layout" path="M 2.08333E-6 1.11022E-16 L 0.32096 0.04005 " pathEditMode="relative" rAng="0" ptsTypes="AA">
                                      <p:cBhvr>
                                        <p:cTn id="255" dur="1500" fill="hold"/>
                                        <p:tgtEl>
                                          <p:spTgt spid="316"/>
                                        </p:tgtEl>
                                        <p:attrNameLst>
                                          <p:attrName>ppt_x</p:attrName>
                                          <p:attrName>ppt_y</p:attrName>
                                        </p:attrNameLst>
                                      </p:cBhvr>
                                      <p:rCtr x="16042" y="1991"/>
                                    </p:animMotion>
                                  </p:childTnLst>
                                </p:cTn>
                              </p:par>
                              <p:par>
                                <p:cTn id="256" presetID="1" presetClass="emph" presetSubtype="2" fill="hold" nodeType="withEffect">
                                  <p:stCondLst>
                                    <p:cond delay="0"/>
                                  </p:stCondLst>
                                  <p:childTnLst>
                                    <p:animClr clrSpc="rgb" dir="cw">
                                      <p:cBhvr>
                                        <p:cTn id="257" dur="1500" fill="hold"/>
                                        <p:tgtEl>
                                          <p:spTgt spid="265"/>
                                        </p:tgtEl>
                                        <p:attrNameLst>
                                          <p:attrName>fillcolor</p:attrName>
                                        </p:attrNameLst>
                                      </p:cBhvr>
                                      <p:to>
                                        <a:srgbClr val="FEE599"/>
                                      </p:to>
                                    </p:animClr>
                                    <p:set>
                                      <p:cBhvr>
                                        <p:cTn id="258" dur="1500" fill="hold"/>
                                        <p:tgtEl>
                                          <p:spTgt spid="265"/>
                                        </p:tgtEl>
                                        <p:attrNameLst>
                                          <p:attrName>fill.type</p:attrName>
                                        </p:attrNameLst>
                                      </p:cBhvr>
                                      <p:to>
                                        <p:strVal val="solid"/>
                                      </p:to>
                                    </p:set>
                                    <p:set>
                                      <p:cBhvr>
                                        <p:cTn id="259" dur="1500" fill="hold"/>
                                        <p:tgtEl>
                                          <p:spTgt spid="265"/>
                                        </p:tgtEl>
                                        <p:attrNameLst>
                                          <p:attrName>fill.on</p:attrName>
                                        </p:attrNameLst>
                                      </p:cBhvr>
                                      <p:to>
                                        <p:strVal val="true"/>
                                      </p:to>
                                    </p:set>
                                  </p:childTnLst>
                                </p:cTn>
                              </p:par>
                            </p:childTnLst>
                          </p:cTn>
                        </p:par>
                      </p:childTnLst>
                    </p:cTn>
                  </p:par>
                  <p:par>
                    <p:cTn id="260" fill="hold">
                      <p:stCondLst>
                        <p:cond delay="indefinite"/>
                      </p:stCondLst>
                      <p:childTnLst>
                        <p:par>
                          <p:cTn id="261" fill="hold">
                            <p:stCondLst>
                              <p:cond delay="0"/>
                            </p:stCondLst>
                            <p:childTnLst>
                              <p:par>
                                <p:cTn id="262" presetID="16" presetClass="entr" presetSubtype="21" fill="hold" grpId="0" nodeType="clickEffect">
                                  <p:stCondLst>
                                    <p:cond delay="0"/>
                                  </p:stCondLst>
                                  <p:childTnLst>
                                    <p:set>
                                      <p:cBhvr>
                                        <p:cTn id="263" dur="1" fill="hold">
                                          <p:stCondLst>
                                            <p:cond delay="0"/>
                                          </p:stCondLst>
                                        </p:cTn>
                                        <p:tgtEl>
                                          <p:spTgt spid="317"/>
                                        </p:tgtEl>
                                        <p:attrNameLst>
                                          <p:attrName>style.visibility</p:attrName>
                                        </p:attrNameLst>
                                      </p:cBhvr>
                                      <p:to>
                                        <p:strVal val="visible"/>
                                      </p:to>
                                    </p:set>
                                    <p:animEffect transition="in" filter="barn(inVertical)">
                                      <p:cBhvr>
                                        <p:cTn id="264" dur="500"/>
                                        <p:tgtEl>
                                          <p:spTgt spid="317"/>
                                        </p:tgtEl>
                                      </p:cBhvr>
                                    </p:animEffect>
                                  </p:childTnLst>
                                </p:cTn>
                              </p:par>
                              <p:par>
                                <p:cTn id="265" presetID="63" presetClass="path" presetSubtype="0" accel="50000" decel="50000" fill="hold" grpId="1" nodeType="withEffect">
                                  <p:stCondLst>
                                    <p:cond delay="0"/>
                                  </p:stCondLst>
                                  <p:childTnLst>
                                    <p:animMotion origin="layout" path="M -4.16667E-6 -1.11111E-6 L 0.41836 -0.02176 " pathEditMode="relative" rAng="0" ptsTypes="AA">
                                      <p:cBhvr>
                                        <p:cTn id="266" dur="1500" fill="hold"/>
                                        <p:tgtEl>
                                          <p:spTgt spid="317"/>
                                        </p:tgtEl>
                                        <p:attrNameLst>
                                          <p:attrName>ppt_x</p:attrName>
                                          <p:attrName>ppt_y</p:attrName>
                                        </p:attrNameLst>
                                      </p:cBhvr>
                                      <p:rCtr x="20911" y="-1088"/>
                                    </p:animMotion>
                                  </p:childTnLst>
                                </p:cTn>
                              </p:par>
                              <p:par>
                                <p:cTn id="267" presetID="1" presetClass="emph" presetSubtype="2" fill="hold" nodeType="withEffect">
                                  <p:stCondLst>
                                    <p:cond delay="0"/>
                                  </p:stCondLst>
                                  <p:childTnLst>
                                    <p:animClr clrSpc="rgb" dir="cw">
                                      <p:cBhvr>
                                        <p:cTn id="268" dur="1500" fill="hold"/>
                                        <p:tgtEl>
                                          <p:spTgt spid="266"/>
                                        </p:tgtEl>
                                        <p:attrNameLst>
                                          <p:attrName>fillcolor</p:attrName>
                                        </p:attrNameLst>
                                      </p:cBhvr>
                                      <p:to>
                                        <a:srgbClr val="FEE599"/>
                                      </p:to>
                                    </p:animClr>
                                    <p:set>
                                      <p:cBhvr>
                                        <p:cTn id="269" dur="1500" fill="hold"/>
                                        <p:tgtEl>
                                          <p:spTgt spid="266"/>
                                        </p:tgtEl>
                                        <p:attrNameLst>
                                          <p:attrName>fill.type</p:attrName>
                                        </p:attrNameLst>
                                      </p:cBhvr>
                                      <p:to>
                                        <p:strVal val="solid"/>
                                      </p:to>
                                    </p:set>
                                    <p:set>
                                      <p:cBhvr>
                                        <p:cTn id="270" dur="1500" fill="hold"/>
                                        <p:tgtEl>
                                          <p:spTgt spid="266"/>
                                        </p:tgtEl>
                                        <p:attrNameLst>
                                          <p:attrName>fill.on</p:attrName>
                                        </p:attrNameLst>
                                      </p:cBhvr>
                                      <p:to>
                                        <p:strVal val="true"/>
                                      </p:to>
                                    </p:set>
                                  </p:childTnLst>
                                </p:cTn>
                              </p:par>
                            </p:childTnLst>
                          </p:cTn>
                        </p:par>
                      </p:childTnLst>
                    </p:cTn>
                  </p:par>
                  <p:par>
                    <p:cTn id="271" fill="hold">
                      <p:stCondLst>
                        <p:cond delay="indefinite"/>
                      </p:stCondLst>
                      <p:childTnLst>
                        <p:par>
                          <p:cTn id="272" fill="hold">
                            <p:stCondLst>
                              <p:cond delay="0"/>
                            </p:stCondLst>
                            <p:childTnLst>
                              <p:par>
                                <p:cTn id="273" presetID="16" presetClass="entr" presetSubtype="21" fill="hold" grpId="0" nodeType="clickEffect">
                                  <p:stCondLst>
                                    <p:cond delay="0"/>
                                  </p:stCondLst>
                                  <p:childTnLst>
                                    <p:set>
                                      <p:cBhvr>
                                        <p:cTn id="274" dur="1" fill="hold">
                                          <p:stCondLst>
                                            <p:cond delay="0"/>
                                          </p:stCondLst>
                                        </p:cTn>
                                        <p:tgtEl>
                                          <p:spTgt spid="318"/>
                                        </p:tgtEl>
                                        <p:attrNameLst>
                                          <p:attrName>style.visibility</p:attrName>
                                        </p:attrNameLst>
                                      </p:cBhvr>
                                      <p:to>
                                        <p:strVal val="visible"/>
                                      </p:to>
                                    </p:set>
                                    <p:animEffect transition="in" filter="barn(inVertical)">
                                      <p:cBhvr>
                                        <p:cTn id="275" dur="500"/>
                                        <p:tgtEl>
                                          <p:spTgt spid="318"/>
                                        </p:tgtEl>
                                      </p:cBhvr>
                                    </p:animEffect>
                                  </p:childTnLst>
                                </p:cTn>
                              </p:par>
                              <p:par>
                                <p:cTn id="276" presetID="63" presetClass="path" presetSubtype="0" accel="50000" decel="50000" fill="hold" grpId="1" nodeType="withEffect">
                                  <p:stCondLst>
                                    <p:cond delay="0"/>
                                  </p:stCondLst>
                                  <p:childTnLst>
                                    <p:animMotion origin="layout" path="M -1.66667E-6 1.11022E-16 L 0.30274 -0.02245 " pathEditMode="relative" rAng="0" ptsTypes="AA">
                                      <p:cBhvr>
                                        <p:cTn id="277" dur="1500" fill="hold"/>
                                        <p:tgtEl>
                                          <p:spTgt spid="318"/>
                                        </p:tgtEl>
                                        <p:attrNameLst>
                                          <p:attrName>ppt_x</p:attrName>
                                          <p:attrName>ppt_y</p:attrName>
                                        </p:attrNameLst>
                                      </p:cBhvr>
                                      <p:rCtr x="15130" y="-1134"/>
                                    </p:animMotion>
                                  </p:childTnLst>
                                </p:cTn>
                              </p:par>
                              <p:par>
                                <p:cTn id="278" presetID="1" presetClass="emph" presetSubtype="2" fill="hold" nodeType="withEffect">
                                  <p:stCondLst>
                                    <p:cond delay="0"/>
                                  </p:stCondLst>
                                  <p:childTnLst>
                                    <p:animClr clrSpc="rgb" dir="cw">
                                      <p:cBhvr>
                                        <p:cTn id="279" dur="1500" fill="hold"/>
                                        <p:tgtEl>
                                          <p:spTgt spid="267"/>
                                        </p:tgtEl>
                                        <p:attrNameLst>
                                          <p:attrName>fillcolor</p:attrName>
                                        </p:attrNameLst>
                                      </p:cBhvr>
                                      <p:to>
                                        <a:srgbClr val="FEE599"/>
                                      </p:to>
                                    </p:animClr>
                                    <p:set>
                                      <p:cBhvr>
                                        <p:cTn id="280" dur="1500" fill="hold"/>
                                        <p:tgtEl>
                                          <p:spTgt spid="267"/>
                                        </p:tgtEl>
                                        <p:attrNameLst>
                                          <p:attrName>fill.type</p:attrName>
                                        </p:attrNameLst>
                                      </p:cBhvr>
                                      <p:to>
                                        <p:strVal val="solid"/>
                                      </p:to>
                                    </p:set>
                                    <p:set>
                                      <p:cBhvr>
                                        <p:cTn id="281" dur="1500" fill="hold"/>
                                        <p:tgtEl>
                                          <p:spTgt spid="267"/>
                                        </p:tgtEl>
                                        <p:attrNameLst>
                                          <p:attrName>fill.on</p:attrName>
                                        </p:attrNameLst>
                                      </p:cBhvr>
                                      <p:to>
                                        <p:strVal val="true"/>
                                      </p:to>
                                    </p:set>
                                  </p:childTnLst>
                                </p:cTn>
                              </p:par>
                            </p:childTnLst>
                          </p:cTn>
                        </p:par>
                      </p:childTnLst>
                    </p:cTn>
                  </p:par>
                  <p:par>
                    <p:cTn id="282" fill="hold">
                      <p:stCondLst>
                        <p:cond delay="indefinite"/>
                      </p:stCondLst>
                      <p:childTnLst>
                        <p:par>
                          <p:cTn id="283" fill="hold">
                            <p:stCondLst>
                              <p:cond delay="0"/>
                            </p:stCondLst>
                            <p:childTnLst>
                              <p:par>
                                <p:cTn id="284" presetID="16" presetClass="entr" presetSubtype="21" fill="hold" grpId="0" nodeType="clickEffect">
                                  <p:stCondLst>
                                    <p:cond delay="0"/>
                                  </p:stCondLst>
                                  <p:childTnLst>
                                    <p:set>
                                      <p:cBhvr>
                                        <p:cTn id="285" dur="1" fill="hold">
                                          <p:stCondLst>
                                            <p:cond delay="0"/>
                                          </p:stCondLst>
                                        </p:cTn>
                                        <p:tgtEl>
                                          <p:spTgt spid="319"/>
                                        </p:tgtEl>
                                        <p:attrNameLst>
                                          <p:attrName>style.visibility</p:attrName>
                                        </p:attrNameLst>
                                      </p:cBhvr>
                                      <p:to>
                                        <p:strVal val="visible"/>
                                      </p:to>
                                    </p:set>
                                    <p:animEffect transition="in" filter="barn(inVertical)">
                                      <p:cBhvr>
                                        <p:cTn id="286" dur="500"/>
                                        <p:tgtEl>
                                          <p:spTgt spid="319"/>
                                        </p:tgtEl>
                                      </p:cBhvr>
                                    </p:animEffect>
                                  </p:childTnLst>
                                </p:cTn>
                              </p:par>
                              <p:par>
                                <p:cTn id="287" presetID="63" presetClass="path" presetSubtype="0" accel="50000" decel="50000" fill="hold" grpId="1" nodeType="withEffect">
                                  <p:stCondLst>
                                    <p:cond delay="0"/>
                                  </p:stCondLst>
                                  <p:childTnLst>
                                    <p:animMotion origin="layout" path="M -4.375E-6 -2.96296E-6 L 0.51485 -0.09051 " pathEditMode="relative" rAng="0" ptsTypes="AA">
                                      <p:cBhvr>
                                        <p:cTn id="288" dur="1500" fill="hold"/>
                                        <p:tgtEl>
                                          <p:spTgt spid="319"/>
                                        </p:tgtEl>
                                        <p:attrNameLst>
                                          <p:attrName>ppt_x</p:attrName>
                                          <p:attrName>ppt_y</p:attrName>
                                        </p:attrNameLst>
                                      </p:cBhvr>
                                      <p:rCtr x="25742" y="-4537"/>
                                    </p:animMotion>
                                  </p:childTnLst>
                                </p:cTn>
                              </p:par>
                              <p:par>
                                <p:cTn id="289" presetID="1" presetClass="emph" presetSubtype="2" fill="hold" nodeType="withEffect">
                                  <p:stCondLst>
                                    <p:cond delay="0"/>
                                  </p:stCondLst>
                                  <p:childTnLst>
                                    <p:animClr clrSpc="rgb" dir="cw">
                                      <p:cBhvr>
                                        <p:cTn id="290" dur="1500" fill="hold"/>
                                        <p:tgtEl>
                                          <p:spTgt spid="268"/>
                                        </p:tgtEl>
                                        <p:attrNameLst>
                                          <p:attrName>fillcolor</p:attrName>
                                        </p:attrNameLst>
                                      </p:cBhvr>
                                      <p:to>
                                        <a:srgbClr val="FEE599"/>
                                      </p:to>
                                    </p:animClr>
                                    <p:set>
                                      <p:cBhvr>
                                        <p:cTn id="291" dur="1500" fill="hold"/>
                                        <p:tgtEl>
                                          <p:spTgt spid="268"/>
                                        </p:tgtEl>
                                        <p:attrNameLst>
                                          <p:attrName>fill.type</p:attrName>
                                        </p:attrNameLst>
                                      </p:cBhvr>
                                      <p:to>
                                        <p:strVal val="solid"/>
                                      </p:to>
                                    </p:set>
                                    <p:set>
                                      <p:cBhvr>
                                        <p:cTn id="292" dur="1500" fill="hold"/>
                                        <p:tgtEl>
                                          <p:spTgt spid="268"/>
                                        </p:tgtEl>
                                        <p:attrNameLst>
                                          <p:attrName>fill.on</p:attrName>
                                        </p:attrNameLst>
                                      </p:cBhvr>
                                      <p:to>
                                        <p:strVal val="true"/>
                                      </p:to>
                                    </p:set>
                                  </p:childTnLst>
                                </p:cTn>
                              </p:par>
                            </p:childTnLst>
                          </p:cTn>
                        </p:par>
                      </p:childTnLst>
                    </p:cTn>
                  </p:par>
                  <p:par>
                    <p:cTn id="293" fill="hold">
                      <p:stCondLst>
                        <p:cond delay="indefinite"/>
                      </p:stCondLst>
                      <p:childTnLst>
                        <p:par>
                          <p:cTn id="294" fill="hold">
                            <p:stCondLst>
                              <p:cond delay="0"/>
                            </p:stCondLst>
                            <p:childTnLst>
                              <p:par>
                                <p:cTn id="295" presetID="16" presetClass="entr" presetSubtype="21" fill="hold" grpId="0" nodeType="clickEffect">
                                  <p:stCondLst>
                                    <p:cond delay="0"/>
                                  </p:stCondLst>
                                  <p:childTnLst>
                                    <p:set>
                                      <p:cBhvr>
                                        <p:cTn id="296" dur="1" fill="hold">
                                          <p:stCondLst>
                                            <p:cond delay="0"/>
                                          </p:stCondLst>
                                        </p:cTn>
                                        <p:tgtEl>
                                          <p:spTgt spid="320"/>
                                        </p:tgtEl>
                                        <p:attrNameLst>
                                          <p:attrName>style.visibility</p:attrName>
                                        </p:attrNameLst>
                                      </p:cBhvr>
                                      <p:to>
                                        <p:strVal val="visible"/>
                                      </p:to>
                                    </p:set>
                                    <p:animEffect transition="in" filter="barn(inVertical)">
                                      <p:cBhvr>
                                        <p:cTn id="297" dur="500"/>
                                        <p:tgtEl>
                                          <p:spTgt spid="320"/>
                                        </p:tgtEl>
                                      </p:cBhvr>
                                    </p:animEffect>
                                  </p:childTnLst>
                                </p:cTn>
                              </p:par>
                              <p:par>
                                <p:cTn id="298" presetID="63" presetClass="path" presetSubtype="0" accel="50000" decel="50000" fill="hold" grpId="1" nodeType="withEffect">
                                  <p:stCondLst>
                                    <p:cond delay="0"/>
                                  </p:stCondLst>
                                  <p:childTnLst>
                                    <p:animMotion origin="layout" path="M 2.08333E-7 -2.96296E-6 L 0.45625 -0.09166 " pathEditMode="relative" rAng="0" ptsTypes="AA">
                                      <p:cBhvr>
                                        <p:cTn id="299" dur="1500" fill="hold"/>
                                        <p:tgtEl>
                                          <p:spTgt spid="320"/>
                                        </p:tgtEl>
                                        <p:attrNameLst>
                                          <p:attrName>ppt_x</p:attrName>
                                          <p:attrName>ppt_y</p:attrName>
                                        </p:attrNameLst>
                                      </p:cBhvr>
                                      <p:rCtr x="22813" y="-4583"/>
                                    </p:animMotion>
                                  </p:childTnLst>
                                </p:cTn>
                              </p:par>
                              <p:par>
                                <p:cTn id="300" presetID="1" presetClass="emph" presetSubtype="2" fill="hold" nodeType="withEffect">
                                  <p:stCondLst>
                                    <p:cond delay="0"/>
                                  </p:stCondLst>
                                  <p:childTnLst>
                                    <p:animClr clrSpc="rgb" dir="cw">
                                      <p:cBhvr>
                                        <p:cTn id="301" dur="1500" fill="hold"/>
                                        <p:tgtEl>
                                          <p:spTgt spid="269"/>
                                        </p:tgtEl>
                                        <p:attrNameLst>
                                          <p:attrName>fillcolor</p:attrName>
                                        </p:attrNameLst>
                                      </p:cBhvr>
                                      <p:to>
                                        <a:srgbClr val="FEE599"/>
                                      </p:to>
                                    </p:animClr>
                                    <p:set>
                                      <p:cBhvr>
                                        <p:cTn id="302" dur="1500" fill="hold"/>
                                        <p:tgtEl>
                                          <p:spTgt spid="269"/>
                                        </p:tgtEl>
                                        <p:attrNameLst>
                                          <p:attrName>fill.type</p:attrName>
                                        </p:attrNameLst>
                                      </p:cBhvr>
                                      <p:to>
                                        <p:strVal val="solid"/>
                                      </p:to>
                                    </p:set>
                                    <p:set>
                                      <p:cBhvr>
                                        <p:cTn id="303" dur="1500" fill="hold"/>
                                        <p:tgtEl>
                                          <p:spTgt spid="269"/>
                                        </p:tgtEl>
                                        <p:attrNameLst>
                                          <p:attrName>fill.on</p:attrName>
                                        </p:attrNameLst>
                                      </p:cBhvr>
                                      <p:to>
                                        <p:strVal val="true"/>
                                      </p:to>
                                    </p:set>
                                  </p:childTnLst>
                                </p:cTn>
                              </p:par>
                            </p:childTnLst>
                          </p:cTn>
                        </p:par>
                      </p:childTnLst>
                    </p:cTn>
                  </p:par>
                  <p:par>
                    <p:cTn id="304" fill="hold">
                      <p:stCondLst>
                        <p:cond delay="indefinite"/>
                      </p:stCondLst>
                      <p:childTnLst>
                        <p:par>
                          <p:cTn id="305" fill="hold">
                            <p:stCondLst>
                              <p:cond delay="0"/>
                            </p:stCondLst>
                            <p:childTnLst>
                              <p:par>
                                <p:cTn id="306" presetID="16" presetClass="entr" presetSubtype="21" fill="hold" grpId="0" nodeType="clickEffect">
                                  <p:stCondLst>
                                    <p:cond delay="0"/>
                                  </p:stCondLst>
                                  <p:childTnLst>
                                    <p:set>
                                      <p:cBhvr>
                                        <p:cTn id="307" dur="1" fill="hold">
                                          <p:stCondLst>
                                            <p:cond delay="0"/>
                                          </p:stCondLst>
                                        </p:cTn>
                                        <p:tgtEl>
                                          <p:spTgt spid="322"/>
                                        </p:tgtEl>
                                        <p:attrNameLst>
                                          <p:attrName>style.visibility</p:attrName>
                                        </p:attrNameLst>
                                      </p:cBhvr>
                                      <p:to>
                                        <p:strVal val="visible"/>
                                      </p:to>
                                    </p:set>
                                    <p:animEffect transition="in" filter="barn(inVertical)">
                                      <p:cBhvr>
                                        <p:cTn id="308" dur="500"/>
                                        <p:tgtEl>
                                          <p:spTgt spid="322"/>
                                        </p:tgtEl>
                                      </p:cBhvr>
                                    </p:animEffect>
                                  </p:childTnLst>
                                </p:cTn>
                              </p:par>
                              <p:par>
                                <p:cTn id="309" presetID="63" presetClass="path" presetSubtype="0" accel="50000" decel="50000" fill="hold" grpId="1" nodeType="withEffect">
                                  <p:stCondLst>
                                    <p:cond delay="0"/>
                                  </p:stCondLst>
                                  <p:childTnLst>
                                    <p:animMotion origin="layout" path="M -4.79167E-6 -1.85185E-6 L 0.36889 -0.09305 " pathEditMode="relative" rAng="0" ptsTypes="AA">
                                      <p:cBhvr>
                                        <p:cTn id="310" dur="1500" fill="hold"/>
                                        <p:tgtEl>
                                          <p:spTgt spid="322"/>
                                        </p:tgtEl>
                                        <p:attrNameLst>
                                          <p:attrName>ppt_x</p:attrName>
                                          <p:attrName>ppt_y</p:attrName>
                                        </p:attrNameLst>
                                      </p:cBhvr>
                                      <p:rCtr x="18438" y="-4653"/>
                                    </p:animMotion>
                                  </p:childTnLst>
                                </p:cTn>
                              </p:par>
                              <p:par>
                                <p:cTn id="311" presetID="1" presetClass="emph" presetSubtype="2" fill="hold" nodeType="withEffect">
                                  <p:stCondLst>
                                    <p:cond delay="0"/>
                                  </p:stCondLst>
                                  <p:childTnLst>
                                    <p:animClr clrSpc="rgb" dir="cw">
                                      <p:cBhvr>
                                        <p:cTn id="312" dur="1500" fill="hold"/>
                                        <p:tgtEl>
                                          <p:spTgt spid="271"/>
                                        </p:tgtEl>
                                        <p:attrNameLst>
                                          <p:attrName>fillcolor</p:attrName>
                                        </p:attrNameLst>
                                      </p:cBhvr>
                                      <p:to>
                                        <a:srgbClr val="FEE599"/>
                                      </p:to>
                                    </p:animClr>
                                    <p:set>
                                      <p:cBhvr>
                                        <p:cTn id="313" dur="1500" fill="hold"/>
                                        <p:tgtEl>
                                          <p:spTgt spid="271"/>
                                        </p:tgtEl>
                                        <p:attrNameLst>
                                          <p:attrName>fill.type</p:attrName>
                                        </p:attrNameLst>
                                      </p:cBhvr>
                                      <p:to>
                                        <p:strVal val="solid"/>
                                      </p:to>
                                    </p:set>
                                    <p:set>
                                      <p:cBhvr>
                                        <p:cTn id="314" dur="1500" fill="hold"/>
                                        <p:tgtEl>
                                          <p:spTgt spid="271"/>
                                        </p:tgtEl>
                                        <p:attrNameLst>
                                          <p:attrName>fill.on</p:attrName>
                                        </p:attrNameLst>
                                      </p:cBhvr>
                                      <p:to>
                                        <p:strVal val="true"/>
                                      </p:to>
                                    </p:set>
                                  </p:childTnLst>
                                </p:cTn>
                              </p:par>
                            </p:childTnLst>
                          </p:cTn>
                        </p:par>
                      </p:childTnLst>
                    </p:cTn>
                  </p:par>
                  <p:par>
                    <p:cTn id="315" fill="hold">
                      <p:stCondLst>
                        <p:cond delay="indefinite"/>
                      </p:stCondLst>
                      <p:childTnLst>
                        <p:par>
                          <p:cTn id="316" fill="hold">
                            <p:stCondLst>
                              <p:cond delay="0"/>
                            </p:stCondLst>
                            <p:childTnLst>
                              <p:par>
                                <p:cTn id="317" presetID="16" presetClass="entr" presetSubtype="21" fill="hold" grpId="0" nodeType="clickEffect">
                                  <p:stCondLst>
                                    <p:cond delay="0"/>
                                  </p:stCondLst>
                                  <p:childTnLst>
                                    <p:set>
                                      <p:cBhvr>
                                        <p:cTn id="318" dur="1" fill="hold">
                                          <p:stCondLst>
                                            <p:cond delay="0"/>
                                          </p:stCondLst>
                                        </p:cTn>
                                        <p:tgtEl>
                                          <p:spTgt spid="325"/>
                                        </p:tgtEl>
                                        <p:attrNameLst>
                                          <p:attrName>style.visibility</p:attrName>
                                        </p:attrNameLst>
                                      </p:cBhvr>
                                      <p:to>
                                        <p:strVal val="visible"/>
                                      </p:to>
                                    </p:set>
                                    <p:animEffect transition="in" filter="barn(inVertical)">
                                      <p:cBhvr>
                                        <p:cTn id="319" dur="500"/>
                                        <p:tgtEl>
                                          <p:spTgt spid="325"/>
                                        </p:tgtEl>
                                      </p:cBhvr>
                                    </p:animEffect>
                                  </p:childTnLst>
                                </p:cTn>
                              </p:par>
                              <p:par>
                                <p:cTn id="320" presetID="63" presetClass="path" presetSubtype="0" accel="50000" decel="50000" fill="hold" grpId="1" nodeType="withEffect">
                                  <p:stCondLst>
                                    <p:cond delay="0"/>
                                  </p:stCondLst>
                                  <p:childTnLst>
                                    <p:animMotion origin="layout" path="M 1.04167E-6 2.22222E-6 L 0.61068 -0.17037 " pathEditMode="relative" rAng="0" ptsTypes="AA">
                                      <p:cBhvr>
                                        <p:cTn id="321" dur="1500" fill="hold"/>
                                        <p:tgtEl>
                                          <p:spTgt spid="325"/>
                                        </p:tgtEl>
                                        <p:attrNameLst>
                                          <p:attrName>ppt_x</p:attrName>
                                          <p:attrName>ppt_y</p:attrName>
                                        </p:attrNameLst>
                                      </p:cBhvr>
                                      <p:rCtr x="30534" y="-8519"/>
                                    </p:animMotion>
                                  </p:childTnLst>
                                </p:cTn>
                              </p:par>
                              <p:par>
                                <p:cTn id="322" presetID="1" presetClass="emph" presetSubtype="2" fill="hold" nodeType="withEffect">
                                  <p:stCondLst>
                                    <p:cond delay="0"/>
                                  </p:stCondLst>
                                  <p:childTnLst>
                                    <p:animClr clrSpc="rgb" dir="cw">
                                      <p:cBhvr>
                                        <p:cTn id="323" dur="1500" fill="hold"/>
                                        <p:tgtEl>
                                          <p:spTgt spid="283"/>
                                        </p:tgtEl>
                                        <p:attrNameLst>
                                          <p:attrName>fillcolor</p:attrName>
                                        </p:attrNameLst>
                                      </p:cBhvr>
                                      <p:to>
                                        <a:srgbClr val="FEE599"/>
                                      </p:to>
                                    </p:animClr>
                                    <p:set>
                                      <p:cBhvr>
                                        <p:cTn id="324" dur="1500" fill="hold"/>
                                        <p:tgtEl>
                                          <p:spTgt spid="283"/>
                                        </p:tgtEl>
                                        <p:attrNameLst>
                                          <p:attrName>fill.type</p:attrName>
                                        </p:attrNameLst>
                                      </p:cBhvr>
                                      <p:to>
                                        <p:strVal val="solid"/>
                                      </p:to>
                                    </p:set>
                                    <p:set>
                                      <p:cBhvr>
                                        <p:cTn id="325" dur="1500" fill="hold"/>
                                        <p:tgtEl>
                                          <p:spTgt spid="283"/>
                                        </p:tgtEl>
                                        <p:attrNameLst>
                                          <p:attrName>fill.on</p:attrName>
                                        </p:attrNameLst>
                                      </p:cBhvr>
                                      <p:to>
                                        <p:strVal val="true"/>
                                      </p:to>
                                    </p:set>
                                  </p:childTnLst>
                                </p:cTn>
                              </p:par>
                            </p:childTnLst>
                          </p:cTn>
                        </p:par>
                      </p:childTnLst>
                    </p:cTn>
                  </p:par>
                  <p:par>
                    <p:cTn id="326" fill="hold">
                      <p:stCondLst>
                        <p:cond delay="indefinite"/>
                      </p:stCondLst>
                      <p:childTnLst>
                        <p:par>
                          <p:cTn id="327" fill="hold">
                            <p:stCondLst>
                              <p:cond delay="0"/>
                            </p:stCondLst>
                            <p:childTnLst>
                              <p:par>
                                <p:cTn id="328" presetID="16" presetClass="entr" presetSubtype="21" fill="hold" grpId="0" nodeType="clickEffect">
                                  <p:stCondLst>
                                    <p:cond delay="0"/>
                                  </p:stCondLst>
                                  <p:childTnLst>
                                    <p:set>
                                      <p:cBhvr>
                                        <p:cTn id="329" dur="1" fill="hold">
                                          <p:stCondLst>
                                            <p:cond delay="0"/>
                                          </p:stCondLst>
                                        </p:cTn>
                                        <p:tgtEl>
                                          <p:spTgt spid="324"/>
                                        </p:tgtEl>
                                        <p:attrNameLst>
                                          <p:attrName>style.visibility</p:attrName>
                                        </p:attrNameLst>
                                      </p:cBhvr>
                                      <p:to>
                                        <p:strVal val="visible"/>
                                      </p:to>
                                    </p:set>
                                    <p:animEffect transition="in" filter="barn(inVertical)">
                                      <p:cBhvr>
                                        <p:cTn id="330" dur="500"/>
                                        <p:tgtEl>
                                          <p:spTgt spid="324"/>
                                        </p:tgtEl>
                                      </p:cBhvr>
                                    </p:animEffect>
                                  </p:childTnLst>
                                </p:cTn>
                              </p:par>
                              <p:par>
                                <p:cTn id="331" presetID="63" presetClass="path" presetSubtype="0" accel="50000" decel="50000" fill="hold" grpId="1" nodeType="withEffect">
                                  <p:stCondLst>
                                    <p:cond delay="0"/>
                                  </p:stCondLst>
                                  <p:childTnLst>
                                    <p:animMotion origin="layout" path="M 1.25E-6 2.22222E-6 L 0.59922 -0.16898 " pathEditMode="relative" rAng="0" ptsTypes="AA">
                                      <p:cBhvr>
                                        <p:cTn id="332" dur="1500" fill="hold"/>
                                        <p:tgtEl>
                                          <p:spTgt spid="324"/>
                                        </p:tgtEl>
                                        <p:attrNameLst>
                                          <p:attrName>ppt_x</p:attrName>
                                          <p:attrName>ppt_y</p:attrName>
                                        </p:attrNameLst>
                                      </p:cBhvr>
                                      <p:rCtr x="29961" y="-8449"/>
                                    </p:animMotion>
                                  </p:childTnLst>
                                </p:cTn>
                              </p:par>
                              <p:par>
                                <p:cTn id="333" presetID="1" presetClass="emph" presetSubtype="2" fill="hold" nodeType="withEffect">
                                  <p:stCondLst>
                                    <p:cond delay="0"/>
                                  </p:stCondLst>
                                  <p:childTnLst>
                                    <p:animClr clrSpc="rgb" dir="cw">
                                      <p:cBhvr>
                                        <p:cTn id="334" dur="1500" fill="hold"/>
                                        <p:tgtEl>
                                          <p:spTgt spid="333"/>
                                        </p:tgtEl>
                                        <p:attrNameLst>
                                          <p:attrName>fillcolor</p:attrName>
                                        </p:attrNameLst>
                                      </p:cBhvr>
                                      <p:to>
                                        <a:srgbClr val="FEE599"/>
                                      </p:to>
                                    </p:animClr>
                                    <p:set>
                                      <p:cBhvr>
                                        <p:cTn id="335" dur="1500" fill="hold"/>
                                        <p:tgtEl>
                                          <p:spTgt spid="333"/>
                                        </p:tgtEl>
                                        <p:attrNameLst>
                                          <p:attrName>fill.type</p:attrName>
                                        </p:attrNameLst>
                                      </p:cBhvr>
                                      <p:to>
                                        <p:strVal val="solid"/>
                                      </p:to>
                                    </p:set>
                                    <p:set>
                                      <p:cBhvr>
                                        <p:cTn id="336" dur="1500" fill="hold"/>
                                        <p:tgtEl>
                                          <p:spTgt spid="333"/>
                                        </p:tgtEl>
                                        <p:attrNameLst>
                                          <p:attrName>fill.on</p:attrName>
                                        </p:attrNameLst>
                                      </p:cBhvr>
                                      <p:to>
                                        <p:strVal val="true"/>
                                      </p:to>
                                    </p:set>
                                  </p:childTnLst>
                                </p:cTn>
                              </p:par>
                            </p:childTnLst>
                          </p:cTn>
                        </p:par>
                      </p:childTnLst>
                    </p:cTn>
                  </p:par>
                  <p:par>
                    <p:cTn id="337" fill="hold">
                      <p:stCondLst>
                        <p:cond delay="indefinite"/>
                      </p:stCondLst>
                      <p:childTnLst>
                        <p:par>
                          <p:cTn id="338" fill="hold">
                            <p:stCondLst>
                              <p:cond delay="0"/>
                            </p:stCondLst>
                            <p:childTnLst>
                              <p:par>
                                <p:cTn id="339" presetID="22" presetClass="entr" presetSubtype="8" fill="hold" nodeType="clickEffect">
                                  <p:stCondLst>
                                    <p:cond delay="0"/>
                                  </p:stCondLst>
                                  <p:childTnLst>
                                    <p:set>
                                      <p:cBhvr>
                                        <p:cTn id="340" dur="1" fill="hold">
                                          <p:stCondLst>
                                            <p:cond delay="0"/>
                                          </p:stCondLst>
                                        </p:cTn>
                                        <p:tgtEl>
                                          <p:spTgt spid="273"/>
                                        </p:tgtEl>
                                        <p:attrNameLst>
                                          <p:attrName>style.visibility</p:attrName>
                                        </p:attrNameLst>
                                      </p:cBhvr>
                                      <p:to>
                                        <p:strVal val="visible"/>
                                      </p:to>
                                    </p:set>
                                    <p:animEffect transition="in" filter="wipe(left)">
                                      <p:cBhvr>
                                        <p:cTn id="341" dur="1500"/>
                                        <p:tgtEl>
                                          <p:spTgt spid="273"/>
                                        </p:tgtEl>
                                      </p:cBhvr>
                                    </p:animEffect>
                                  </p:childTnLst>
                                </p:cTn>
                              </p:par>
                            </p:childTnLst>
                          </p:cTn>
                        </p:par>
                        <p:par>
                          <p:cTn id="342" fill="hold">
                            <p:stCondLst>
                              <p:cond delay="1500"/>
                            </p:stCondLst>
                            <p:childTnLst>
                              <p:par>
                                <p:cTn id="343" presetID="22" presetClass="entr" presetSubtype="8" fill="hold" nodeType="afterEffect">
                                  <p:stCondLst>
                                    <p:cond delay="0"/>
                                  </p:stCondLst>
                                  <p:childTnLst>
                                    <p:set>
                                      <p:cBhvr>
                                        <p:cTn id="344" dur="1" fill="hold">
                                          <p:stCondLst>
                                            <p:cond delay="0"/>
                                          </p:stCondLst>
                                        </p:cTn>
                                        <p:tgtEl>
                                          <p:spTgt spid="276"/>
                                        </p:tgtEl>
                                        <p:attrNameLst>
                                          <p:attrName>style.visibility</p:attrName>
                                        </p:attrNameLst>
                                      </p:cBhvr>
                                      <p:to>
                                        <p:strVal val="visible"/>
                                      </p:to>
                                    </p:set>
                                    <p:animEffect transition="in" filter="wipe(left)">
                                      <p:cBhvr>
                                        <p:cTn id="345" dur="1500"/>
                                        <p:tgtEl>
                                          <p:spTgt spid="276"/>
                                        </p:tgtEl>
                                      </p:cBhvr>
                                    </p:animEffect>
                                  </p:childTnLst>
                                </p:cTn>
                              </p:par>
                            </p:childTnLst>
                          </p:cTn>
                        </p:par>
                        <p:par>
                          <p:cTn id="346" fill="hold">
                            <p:stCondLst>
                              <p:cond delay="3000"/>
                            </p:stCondLst>
                            <p:childTnLst>
                              <p:par>
                                <p:cTn id="347" presetID="22" presetClass="entr" presetSubtype="8" fill="hold" nodeType="afterEffect">
                                  <p:stCondLst>
                                    <p:cond delay="0"/>
                                  </p:stCondLst>
                                  <p:childTnLst>
                                    <p:set>
                                      <p:cBhvr>
                                        <p:cTn id="348" dur="1" fill="hold">
                                          <p:stCondLst>
                                            <p:cond delay="0"/>
                                          </p:stCondLst>
                                        </p:cTn>
                                        <p:tgtEl>
                                          <p:spTgt spid="279"/>
                                        </p:tgtEl>
                                        <p:attrNameLst>
                                          <p:attrName>style.visibility</p:attrName>
                                        </p:attrNameLst>
                                      </p:cBhvr>
                                      <p:to>
                                        <p:strVal val="visible"/>
                                      </p:to>
                                    </p:set>
                                    <p:animEffect transition="in" filter="wipe(left)">
                                      <p:cBhvr>
                                        <p:cTn id="349" dur="150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8" grpId="0"/>
      <p:bldP spid="108" grpId="0"/>
      <p:bldP spid="110" grpId="0"/>
      <p:bldP spid="189" grpId="0"/>
      <p:bldP spid="197" grpId="0"/>
      <p:bldP spid="198" grpId="0"/>
      <p:bldP spid="199" grpId="0"/>
      <p:bldP spid="200" grpId="0"/>
      <p:bldP spid="201" grpId="0"/>
      <p:bldP spid="202" grpId="0"/>
      <p:bldP spid="203" grpId="0"/>
      <p:bldP spid="204" grpId="0"/>
      <p:bldP spid="206" grpId="0"/>
      <p:bldP spid="207" grpId="0"/>
      <p:bldP spid="205" grpId="0"/>
      <p:bldP spid="205" grpId="1"/>
      <p:bldP spid="215" grpId="0"/>
      <p:bldP spid="215" grpId="1"/>
      <p:bldP spid="216" grpId="0"/>
      <p:bldP spid="216" grpId="1"/>
      <p:bldP spid="217" grpId="0"/>
      <p:bldP spid="217" grpId="1"/>
      <p:bldP spid="218" grpId="0"/>
      <p:bldP spid="218" grpId="1"/>
      <p:bldP spid="219" grpId="0"/>
      <p:bldP spid="219" grpId="1"/>
      <p:bldP spid="220" grpId="0"/>
      <p:bldP spid="220" grpId="1"/>
      <p:bldP spid="221" grpId="0"/>
      <p:bldP spid="221" grpId="1"/>
      <p:bldP spid="222" grpId="0"/>
      <p:bldP spid="222" grpId="1"/>
      <p:bldP spid="223" grpId="0"/>
      <p:bldP spid="223" grpId="1"/>
      <p:bldP spid="251" grpId="0"/>
      <p:bldP spid="306" grpId="0"/>
      <p:bldP spid="307" grpId="0"/>
      <p:bldP spid="308" grpId="0"/>
      <p:bldP spid="309" grpId="0"/>
      <p:bldP spid="310" grpId="0"/>
      <p:bldP spid="311" grpId="0"/>
      <p:bldP spid="312" grpId="0"/>
      <p:bldP spid="313" grpId="0"/>
      <p:bldP spid="314" grpId="0"/>
      <p:bldP spid="315" grpId="0"/>
      <p:bldP spid="316" grpId="0"/>
      <p:bldP spid="316" grpId="1"/>
      <p:bldP spid="317" grpId="0"/>
      <p:bldP spid="317" grpId="1"/>
      <p:bldP spid="318" grpId="0"/>
      <p:bldP spid="318" grpId="1"/>
      <p:bldP spid="319" grpId="0"/>
      <p:bldP spid="319" grpId="1"/>
      <p:bldP spid="320" grpId="0"/>
      <p:bldP spid="320" grpId="1"/>
      <p:bldP spid="322" grpId="0"/>
      <p:bldP spid="322" grpId="1"/>
      <p:bldP spid="324" grpId="0"/>
      <p:bldP spid="324" grpId="1"/>
      <p:bldP spid="325" grpId="0"/>
      <p:bldP spid="325" grpId="1"/>
      <p:bldP spid="3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2F4E377-A8FD-1E50-7D54-F60505E2739B}"/>
              </a:ext>
            </a:extLst>
          </p:cNvPr>
          <p:cNvSpPr>
            <a:spLocks noGrp="1"/>
          </p:cNvSpPr>
          <p:nvPr>
            <p:ph type="sldNum" sz="quarter" idx="12"/>
          </p:nvPr>
        </p:nvSpPr>
        <p:spPr/>
        <p:txBody>
          <a:bodyPr/>
          <a:lstStyle/>
          <a:p>
            <a:fld id="{D7C0FE0B-717B-41AE-9FA2-CA4BF851D1C3}" type="slidenum">
              <a:rPr lang="zh-CN" altLang="en-US" smtClean="0"/>
              <a:t>9</a:t>
            </a:fld>
            <a:endParaRPr lang="zh-CN" altLang="en-US"/>
          </a:p>
        </p:txBody>
      </p:sp>
      <p:sp>
        <p:nvSpPr>
          <p:cNvPr id="5" name="文本框 4">
            <a:extLst>
              <a:ext uri="{FF2B5EF4-FFF2-40B4-BE49-F238E27FC236}">
                <a16:creationId xmlns:a16="http://schemas.microsoft.com/office/drawing/2014/main" id="{6DDB8479-B6D5-789D-46C6-F4D81164FD8C}"/>
              </a:ext>
            </a:extLst>
          </p:cNvPr>
          <p:cNvSpPr txBox="1"/>
          <p:nvPr/>
        </p:nvSpPr>
        <p:spPr>
          <a:xfrm>
            <a:off x="1032596" y="289083"/>
            <a:ext cx="4769833" cy="461665"/>
          </a:xfrm>
          <a:prstGeom prst="rect">
            <a:avLst/>
          </a:prstGeom>
          <a:noFill/>
        </p:spPr>
        <p:txBody>
          <a:bodyPr wrap="square">
            <a:spAutoFit/>
          </a:bodyPr>
          <a:lstStyle/>
          <a:p>
            <a:pPr indent="26797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6.2.3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二叉树的存储结构</a:t>
            </a:r>
            <a:r>
              <a:rPr lang="zh-CN" altLang="en-US" sz="2400"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grpSp>
        <p:nvGrpSpPr>
          <p:cNvPr id="15" name="组合 14">
            <a:extLst>
              <a:ext uri="{FF2B5EF4-FFF2-40B4-BE49-F238E27FC236}">
                <a16:creationId xmlns:a16="http://schemas.microsoft.com/office/drawing/2014/main" id="{BD485868-5D6E-42FA-DE33-A66B97E5C728}"/>
              </a:ext>
            </a:extLst>
          </p:cNvPr>
          <p:cNvGrpSpPr/>
          <p:nvPr/>
        </p:nvGrpSpPr>
        <p:grpSpPr>
          <a:xfrm>
            <a:off x="1889449" y="3220013"/>
            <a:ext cx="3912980" cy="3409789"/>
            <a:chOff x="1423555" y="3200807"/>
            <a:chExt cx="3912980" cy="3409789"/>
          </a:xfrm>
        </p:grpSpPr>
        <p:pic>
          <p:nvPicPr>
            <p:cNvPr id="1026" name="IM 60">
              <a:extLst>
                <a:ext uri="{FF2B5EF4-FFF2-40B4-BE49-F238E27FC236}">
                  <a16:creationId xmlns:a16="http://schemas.microsoft.com/office/drawing/2014/main" id="{FF0E81AA-930D-C4B1-FCAA-F2BB7FDAE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555" y="3200807"/>
              <a:ext cx="2803741" cy="302971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649FEB4D-301F-16CE-543F-6680EB92AF83}"/>
                </a:ext>
              </a:extLst>
            </p:cNvPr>
            <p:cNvSpPr>
              <a:spLocks noChangeArrowheads="1"/>
            </p:cNvSpPr>
            <p:nvPr/>
          </p:nvSpPr>
          <p:spPr bwMode="auto">
            <a:xfrm rot="10800000" flipV="1">
              <a:off x="1502396" y="6272042"/>
              <a:ext cx="34324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6.7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二叉树的节点及其存储结构</a:t>
              </a:r>
              <a:endParaRPr kumimoji="0" lang="zh-CN" altLang="en-US" sz="1600" b="0" i="0" u="none" strike="noStrike" cap="none" normalizeH="0" baseline="0" dirty="0">
                <a:ln>
                  <a:noFill/>
                </a:ln>
                <a:solidFill>
                  <a:schemeClr val="tx1"/>
                </a:solidFill>
                <a:effectLst/>
              </a:endParaRPr>
            </a:p>
          </p:txBody>
        </p:sp>
        <p:sp>
          <p:nvSpPr>
            <p:cNvPr id="10" name="文本框 9">
              <a:extLst>
                <a:ext uri="{FF2B5EF4-FFF2-40B4-BE49-F238E27FC236}">
                  <a16:creationId xmlns:a16="http://schemas.microsoft.com/office/drawing/2014/main" id="{E13B51B6-4534-CF3A-D738-374C4B7973E5}"/>
                </a:ext>
              </a:extLst>
            </p:cNvPr>
            <p:cNvSpPr txBox="1"/>
            <p:nvPr/>
          </p:nvSpPr>
          <p:spPr>
            <a:xfrm>
              <a:off x="2972234" y="4615367"/>
              <a:ext cx="1308821" cy="307777"/>
            </a:xfrm>
            <a:prstGeom prst="rect">
              <a:avLst/>
            </a:prstGeom>
            <a:noFill/>
          </p:spPr>
          <p:txBody>
            <a:bodyPr wrap="square">
              <a:spAutoFit/>
            </a:bodyPr>
            <a:lstStyle/>
            <a:p>
              <a:r>
                <a:rPr kumimoji="0" lang="zh-CN" altLang="en-US" sz="14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二叉树的节点</a:t>
              </a:r>
              <a:endParaRPr lang="zh-CN" altLang="en-US" sz="1400" b="1" dirty="0">
                <a:solidFill>
                  <a:srgbClr val="0070C0"/>
                </a:solidFill>
              </a:endParaRPr>
            </a:p>
          </p:txBody>
        </p:sp>
        <p:sp>
          <p:nvSpPr>
            <p:cNvPr id="12" name="文本框 11">
              <a:extLst>
                <a:ext uri="{FF2B5EF4-FFF2-40B4-BE49-F238E27FC236}">
                  <a16:creationId xmlns:a16="http://schemas.microsoft.com/office/drawing/2014/main" id="{18129306-6342-E2E8-1B6B-20EEE68F5EBD}"/>
                </a:ext>
              </a:extLst>
            </p:cNvPr>
            <p:cNvSpPr txBox="1"/>
            <p:nvPr/>
          </p:nvSpPr>
          <p:spPr>
            <a:xfrm>
              <a:off x="2928938" y="5303219"/>
              <a:ext cx="2362921" cy="307777"/>
            </a:xfrm>
            <a:prstGeom prst="rect">
              <a:avLst/>
            </a:prstGeom>
            <a:noFill/>
          </p:spPr>
          <p:txBody>
            <a:bodyPr wrap="square">
              <a:spAutoFit/>
            </a:bodyPr>
            <a:lstStyle/>
            <a:p>
              <a:r>
                <a:rPr kumimoji="0" lang="zh-CN" altLang="en-US" sz="14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含有两个指针域的节点结构</a:t>
              </a:r>
              <a:endParaRPr lang="zh-CN" altLang="en-US" sz="1400" b="1" dirty="0">
                <a:solidFill>
                  <a:srgbClr val="0070C0"/>
                </a:solidFill>
              </a:endParaRPr>
            </a:p>
          </p:txBody>
        </p:sp>
        <p:sp>
          <p:nvSpPr>
            <p:cNvPr id="14" name="文本框 13">
              <a:extLst>
                <a:ext uri="{FF2B5EF4-FFF2-40B4-BE49-F238E27FC236}">
                  <a16:creationId xmlns:a16="http://schemas.microsoft.com/office/drawing/2014/main" id="{86FBEC06-EBC9-8F42-43E6-8AA960AFC829}"/>
                </a:ext>
              </a:extLst>
            </p:cNvPr>
            <p:cNvSpPr txBox="1"/>
            <p:nvPr/>
          </p:nvSpPr>
          <p:spPr>
            <a:xfrm>
              <a:off x="2973614" y="5991071"/>
              <a:ext cx="2362921" cy="307777"/>
            </a:xfrm>
            <a:prstGeom prst="rect">
              <a:avLst/>
            </a:prstGeom>
            <a:noFill/>
          </p:spPr>
          <p:txBody>
            <a:bodyPr wrap="square">
              <a:spAutoFit/>
            </a:bodyPr>
            <a:lstStyle/>
            <a:p>
              <a:r>
                <a:rPr kumimoji="0" lang="zh-CN" altLang="en-US" sz="14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含有三个指针域的节点结构</a:t>
              </a:r>
              <a:endParaRPr lang="zh-CN" altLang="en-US" sz="1400" b="1" dirty="0">
                <a:solidFill>
                  <a:srgbClr val="0070C0"/>
                </a:solidFill>
              </a:endParaRPr>
            </a:p>
          </p:txBody>
        </p:sp>
      </p:grpSp>
      <p:grpSp>
        <p:nvGrpSpPr>
          <p:cNvPr id="22" name="组合 21">
            <a:extLst>
              <a:ext uri="{FF2B5EF4-FFF2-40B4-BE49-F238E27FC236}">
                <a16:creationId xmlns:a16="http://schemas.microsoft.com/office/drawing/2014/main" id="{F61948E3-8066-6DE0-67EE-CDD25C8629EE}"/>
              </a:ext>
            </a:extLst>
          </p:cNvPr>
          <p:cNvGrpSpPr/>
          <p:nvPr/>
        </p:nvGrpSpPr>
        <p:grpSpPr>
          <a:xfrm>
            <a:off x="5705436" y="1268543"/>
            <a:ext cx="6133057" cy="5342054"/>
            <a:chOff x="5934036" y="1152796"/>
            <a:chExt cx="6133057" cy="5342054"/>
          </a:xfrm>
        </p:grpSpPr>
        <p:pic>
          <p:nvPicPr>
            <p:cNvPr id="1025" name="IM 62" descr="形状&#10;&#10;AI 生成的内容可能不正确。">
              <a:extLst>
                <a:ext uri="{FF2B5EF4-FFF2-40B4-BE49-F238E27FC236}">
                  <a16:creationId xmlns:a16="http://schemas.microsoft.com/office/drawing/2014/main" id="{B601B795-26E8-4048-715F-E4F80C05DB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036" y="1152796"/>
              <a:ext cx="5994296" cy="475724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a:extLst>
                <a:ext uri="{FF2B5EF4-FFF2-40B4-BE49-F238E27FC236}">
                  <a16:creationId xmlns:a16="http://schemas.microsoft.com/office/drawing/2014/main" id="{EA4510FB-7D8D-0B9B-B59D-C3750FB2ECC6}"/>
                </a:ext>
              </a:extLst>
            </p:cNvPr>
            <p:cNvSpPr>
              <a:spLocks noChangeArrowheads="1"/>
            </p:cNvSpPr>
            <p:nvPr/>
          </p:nvSpPr>
          <p:spPr bwMode="auto">
            <a:xfrm>
              <a:off x="6856083" y="6156296"/>
              <a:ext cx="48564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6.8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链表存储结构</a:t>
              </a:r>
              <a:endParaRPr kumimoji="0" lang="zh-CN" altLang="en-US" sz="1600" b="0" i="0" u="none" strike="noStrike" cap="none" normalizeH="0" baseline="0" dirty="0">
                <a:ln>
                  <a:noFill/>
                </a:ln>
                <a:solidFill>
                  <a:schemeClr val="tx1"/>
                </a:solidFill>
                <a:effectLst/>
              </a:endParaRPr>
            </a:p>
          </p:txBody>
        </p:sp>
        <p:sp>
          <p:nvSpPr>
            <p:cNvPr id="17" name="文本框 16">
              <a:extLst>
                <a:ext uri="{FF2B5EF4-FFF2-40B4-BE49-F238E27FC236}">
                  <a16:creationId xmlns:a16="http://schemas.microsoft.com/office/drawing/2014/main" id="{5713E30D-DC96-1B03-4539-73A3572D28F6}"/>
                </a:ext>
              </a:extLst>
            </p:cNvPr>
            <p:cNvSpPr txBox="1"/>
            <p:nvPr/>
          </p:nvSpPr>
          <p:spPr>
            <a:xfrm>
              <a:off x="9159619" y="2934989"/>
              <a:ext cx="1943659" cy="338554"/>
            </a:xfrm>
            <a:prstGeom prst="rect">
              <a:avLst/>
            </a:prstGeom>
            <a:noFill/>
          </p:spPr>
          <p:txBody>
            <a:bodyPr wrap="square">
              <a:spAutoFit/>
            </a:bodyPr>
            <a:lstStyle/>
            <a:p>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单支树的二叉链表</a:t>
              </a:r>
              <a:endParaRPr lang="zh-CN" altLang="en-US" sz="1600" b="1" dirty="0">
                <a:solidFill>
                  <a:srgbClr val="0070C0"/>
                </a:solidFill>
              </a:endParaRPr>
            </a:p>
          </p:txBody>
        </p:sp>
        <p:sp>
          <p:nvSpPr>
            <p:cNvPr id="19" name="文本框 18">
              <a:extLst>
                <a:ext uri="{FF2B5EF4-FFF2-40B4-BE49-F238E27FC236}">
                  <a16:creationId xmlns:a16="http://schemas.microsoft.com/office/drawing/2014/main" id="{8DC602EB-1372-A9EA-849C-09D33062C737}"/>
                </a:ext>
              </a:extLst>
            </p:cNvPr>
            <p:cNvSpPr txBox="1"/>
            <p:nvPr/>
          </p:nvSpPr>
          <p:spPr>
            <a:xfrm>
              <a:off x="7483816" y="5669587"/>
              <a:ext cx="1013114" cy="307777"/>
            </a:xfrm>
            <a:prstGeom prst="rect">
              <a:avLst/>
            </a:prstGeom>
            <a:noFill/>
          </p:spPr>
          <p:txBody>
            <a:bodyPr wrap="square">
              <a:spAutoFit/>
            </a:bodyPr>
            <a:lstStyle/>
            <a:p>
              <a:r>
                <a:rPr kumimoji="0" lang="zh-CN" altLang="en-US" sz="14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二叉链表</a:t>
              </a:r>
              <a:endParaRPr lang="zh-CN" altLang="en-US" sz="1400" b="1" dirty="0">
                <a:solidFill>
                  <a:srgbClr val="0070C0"/>
                </a:solidFill>
              </a:endParaRPr>
            </a:p>
          </p:txBody>
        </p:sp>
        <p:sp>
          <p:nvSpPr>
            <p:cNvPr id="21" name="文本框 20">
              <a:extLst>
                <a:ext uri="{FF2B5EF4-FFF2-40B4-BE49-F238E27FC236}">
                  <a16:creationId xmlns:a16="http://schemas.microsoft.com/office/drawing/2014/main" id="{6AF59981-D027-0363-9AD4-524B8EE16C54}"/>
                </a:ext>
              </a:extLst>
            </p:cNvPr>
            <p:cNvSpPr txBox="1"/>
            <p:nvPr/>
          </p:nvSpPr>
          <p:spPr>
            <a:xfrm>
              <a:off x="11037094" y="5652517"/>
              <a:ext cx="1029999" cy="338554"/>
            </a:xfrm>
            <a:prstGeom prst="rect">
              <a:avLst/>
            </a:prstGeom>
            <a:noFill/>
          </p:spPr>
          <p:txBody>
            <a:bodyPr wrap="square">
              <a:spAutoFit/>
            </a:bodyPr>
            <a:lstStyle/>
            <a:p>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三叉链表</a:t>
              </a:r>
              <a:endParaRPr lang="zh-CN" altLang="en-US" sz="1600" b="1" dirty="0">
                <a:solidFill>
                  <a:srgbClr val="0070C0"/>
                </a:solidFill>
              </a:endParaRPr>
            </a:p>
          </p:txBody>
        </p:sp>
      </p:grpSp>
      <p:sp>
        <p:nvSpPr>
          <p:cNvPr id="4" name="文本框 3">
            <a:extLst>
              <a:ext uri="{FF2B5EF4-FFF2-40B4-BE49-F238E27FC236}">
                <a16:creationId xmlns:a16="http://schemas.microsoft.com/office/drawing/2014/main" id="{B1477D6C-D652-8F9F-1F23-5CACF14DF124}"/>
              </a:ext>
            </a:extLst>
          </p:cNvPr>
          <p:cNvSpPr txBox="1"/>
          <p:nvPr/>
        </p:nvSpPr>
        <p:spPr>
          <a:xfrm>
            <a:off x="414338" y="841047"/>
            <a:ext cx="7295717" cy="2234201"/>
          </a:xfrm>
          <a:prstGeom prst="rect">
            <a:avLst/>
          </a:prstGeom>
          <a:noFill/>
        </p:spPr>
        <p:txBody>
          <a:bodyPr wrap="square">
            <a:spAutoFit/>
          </a:bodyPr>
          <a:lstStyle/>
          <a:p>
            <a:pPr indent="266700" algn="just">
              <a:buNone/>
            </a:pPr>
            <a:r>
              <a:rPr lang="en-US" altLang="zh-CN" sz="22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200" b="1" kern="100" dirty="0">
                <a:effectLst/>
                <a:latin typeface="等线" panose="02010600030101010101" pitchFamily="2" charset="-122"/>
                <a:ea typeface="楷体" panose="02010609060101010101" pitchFamily="49" charset="-122"/>
                <a:cs typeface="Times New Roman" panose="02020603050405020304" pitchFamily="18" charset="0"/>
              </a:rPr>
              <a:t>链式存储结构</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0000"/>
              </a:lnSpc>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设计不同</a:t>
            </a:r>
            <a:r>
              <a:rPr lang="zh-CN" altLang="zh-CN"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节点结构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可构成不同形式的</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链式存储结构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。由定义可知，二叉树的节点（如图</a:t>
            </a:r>
            <a:r>
              <a:rPr lang="en-US" altLang="zh-CN" sz="1800" dirty="0">
                <a:effectLst/>
                <a:latin typeface="Times New Roman" panose="02020603050405020304" pitchFamily="18" charset="0"/>
                <a:ea typeface="宋体" panose="02010600030101010101" pitchFamily="2" charset="-122"/>
              </a:rPr>
              <a:t>6.7(a)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所示）由一个数据元素和分别指向其左、右子树的两个分支构成，表示二叉树的链表节点至少含</a:t>
            </a:r>
            <a:r>
              <a:rPr lang="en-US" altLang="zh-CN" sz="18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个域：</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数据域</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左</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右指针域</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，如图</a:t>
            </a:r>
            <a:r>
              <a:rPr lang="en-US" altLang="zh-CN" sz="1800" dirty="0">
                <a:effectLst/>
                <a:latin typeface="Times New Roman" panose="02020603050405020304" pitchFamily="18" charset="0"/>
                <a:ea typeface="宋体" panose="02010600030101010101" pitchFamily="2" charset="-122"/>
              </a:rPr>
              <a:t>6.7(b)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所示。为便于找到节点的双亲，还可增加一个指向其双亲节点的指针域，如图</a:t>
            </a:r>
            <a:r>
              <a:rPr lang="en-US" altLang="zh-CN" sz="1800" dirty="0">
                <a:effectLst/>
                <a:latin typeface="Times New Roman" panose="02020603050405020304" pitchFamily="18" charset="0"/>
                <a:ea typeface="宋体" panose="02010600030101010101" pitchFamily="2" charset="-122"/>
              </a:rPr>
              <a:t>6.7(c)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所示。利用这两种节点结构构成的二叉树的存储结构分别称之为</a:t>
            </a:r>
            <a:r>
              <a:rPr lang="zh-CN" altLang="zh-CN" sz="1800" b="1" dirty="0">
                <a:solidFill>
                  <a:srgbClr val="C00000"/>
                </a:solidFill>
                <a:effectLst>
                  <a:outerShdw blurRad="38100" dist="38100" dir="2700000" algn="tl">
                    <a:srgbClr val="000000">
                      <a:alpha val="43137"/>
                    </a:srgbClr>
                  </a:outerShdw>
                </a:effectLst>
                <a:ea typeface="楷体" panose="02010609060101010101" pitchFamily="49" charset="-122"/>
                <a:cs typeface="Times New Roman" panose="02020603050405020304" pitchFamily="18" charset="0"/>
              </a:rPr>
              <a:t>二叉链表</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b="1" dirty="0">
                <a:solidFill>
                  <a:srgbClr val="C00000"/>
                </a:solidFill>
                <a:effectLst>
                  <a:outerShdw blurRad="38100" dist="38100" dir="2700000" algn="tl">
                    <a:srgbClr val="000000">
                      <a:alpha val="43137"/>
                    </a:srgbClr>
                  </a:outerShdw>
                </a:effectLst>
                <a:ea typeface="楷体" panose="02010609060101010101" pitchFamily="49" charset="-122"/>
                <a:cs typeface="Times New Roman" panose="02020603050405020304" pitchFamily="18" charset="0"/>
              </a:rPr>
              <a:t>三叉链表</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，如图</a:t>
            </a:r>
            <a:r>
              <a:rPr lang="en-US" altLang="zh-CN" sz="1800" dirty="0">
                <a:effectLst/>
                <a:latin typeface="Times New Roman" panose="02020603050405020304" pitchFamily="18" charset="0"/>
                <a:ea typeface="宋体" panose="02010600030101010101" pitchFamily="2" charset="-122"/>
              </a:rPr>
              <a:t>6.8</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文本框 23">
            <a:extLst>
              <a:ext uri="{FF2B5EF4-FFF2-40B4-BE49-F238E27FC236}">
                <a16:creationId xmlns:a16="http://schemas.microsoft.com/office/drawing/2014/main" id="{7A2C6370-581D-D16E-475C-490A2C5E54EE}"/>
              </a:ext>
            </a:extLst>
          </p:cNvPr>
          <p:cNvSpPr txBox="1"/>
          <p:nvPr/>
        </p:nvSpPr>
        <p:spPr>
          <a:xfrm>
            <a:off x="404870" y="3243938"/>
            <a:ext cx="1824903" cy="1590948"/>
          </a:xfrm>
          <a:prstGeom prst="rect">
            <a:avLst/>
          </a:prstGeom>
          <a:solidFill>
            <a:srgbClr val="FCF6EA"/>
          </a:solidFill>
        </p:spPr>
        <p:txBody>
          <a:bodyPr wrap="square">
            <a:spAutoFit/>
          </a:bodyPr>
          <a:lstStyle/>
          <a:p>
            <a:pPr algn="just">
              <a:lnSpc>
                <a:spcPct val="110000"/>
              </a:lnSpc>
            </a:pPr>
            <a:r>
              <a:rPr lang="zh-CN" altLang="en-US" sz="1800" b="1" dirty="0">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约定：</a:t>
            </a:r>
            <a:r>
              <a:rPr lang="zh-CN" altLang="zh-CN" sz="18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把存储二叉树和树的</a:t>
            </a:r>
            <a:r>
              <a:rPr lang="zh-CN" altLang="zh-CN" sz="18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节点</a:t>
            </a:r>
            <a:r>
              <a:rPr lang="zh-CN" altLang="zh-CN" sz="18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的链表</a:t>
            </a:r>
            <a:r>
              <a:rPr lang="zh-CN" altLang="zh-CN" sz="18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结点</a:t>
            </a:r>
            <a:r>
              <a:rPr lang="zh-CN" altLang="zh-CN" sz="18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称为</a:t>
            </a:r>
            <a:r>
              <a:rPr lang="zh-CN" altLang="zh-CN" sz="18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节点</a:t>
            </a:r>
            <a:r>
              <a:rPr lang="zh-CN" altLang="zh-CN" sz="18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，以区分于线性结构的结点。</a:t>
            </a:r>
            <a:endParaRPr lang="zh-CN" altLang="en-US" b="1" dirty="0">
              <a:solidFill>
                <a:srgbClr val="041ABC"/>
              </a:solidFill>
            </a:endParaRPr>
          </a:p>
        </p:txBody>
      </p:sp>
    </p:spTree>
    <p:extLst>
      <p:ext uri="{BB962C8B-B14F-4D97-AF65-F5344CB8AC3E}">
        <p14:creationId xmlns:p14="http://schemas.microsoft.com/office/powerpoint/2010/main" val="165556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blinds(horizontal)">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7EECEA-9B5D-1280-BBED-480579CFAC6D}"/>
              </a:ext>
            </a:extLst>
          </p:cNvPr>
          <p:cNvSpPr>
            <a:spLocks noGrp="1"/>
          </p:cNvSpPr>
          <p:nvPr>
            <p:ph type="sldNum" sz="quarter" idx="12"/>
          </p:nvPr>
        </p:nvSpPr>
        <p:spPr/>
        <p:txBody>
          <a:bodyPr/>
          <a:lstStyle/>
          <a:p>
            <a:fld id="{D7C0FE0B-717B-41AE-9FA2-CA4BF851D1C3}" type="slidenum">
              <a:rPr lang="zh-CN" altLang="en-US" smtClean="0"/>
              <a:t>10</a:t>
            </a:fld>
            <a:endParaRPr lang="zh-CN" altLang="en-US"/>
          </a:p>
        </p:txBody>
      </p:sp>
      <p:sp>
        <p:nvSpPr>
          <p:cNvPr id="4" name="文本框 3">
            <a:extLst>
              <a:ext uri="{FF2B5EF4-FFF2-40B4-BE49-F238E27FC236}">
                <a16:creationId xmlns:a16="http://schemas.microsoft.com/office/drawing/2014/main" id="{CB020B2C-7740-0A2C-EDB0-BA233199FACB}"/>
              </a:ext>
            </a:extLst>
          </p:cNvPr>
          <p:cNvSpPr txBox="1"/>
          <p:nvPr/>
        </p:nvSpPr>
        <p:spPr>
          <a:xfrm>
            <a:off x="388885" y="972838"/>
            <a:ext cx="6596115" cy="1736501"/>
          </a:xfrm>
          <a:prstGeom prst="rect">
            <a:avLst/>
          </a:prstGeom>
          <a:noFill/>
        </p:spPr>
        <p:txBody>
          <a:bodyPr wrap="square">
            <a:spAutoFit/>
          </a:bodyPr>
          <a:lstStyle/>
          <a:p>
            <a:pPr algn="just">
              <a:lnSpc>
                <a:spcPct val="120000"/>
              </a:lnSpc>
              <a:buNone/>
            </a:pP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二叉树的二叉链表存储表示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lnSpc>
                <a:spcPct val="120000"/>
              </a:lnSpc>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数据元素</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左右孩子节点指针</a:t>
            </a:r>
          </a:p>
          <a:p>
            <a:pPr algn="just">
              <a:lnSpc>
                <a:spcPct val="120000"/>
              </a:lnSpc>
              <a:spcAft>
                <a:spcPts val="600"/>
              </a:spcAf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节点类型，二叉链表指针类型</a:t>
            </a:r>
          </a:p>
        </p:txBody>
      </p:sp>
      <p:sp>
        <p:nvSpPr>
          <p:cNvPr id="5" name="文本框 4">
            <a:extLst>
              <a:ext uri="{FF2B5EF4-FFF2-40B4-BE49-F238E27FC236}">
                <a16:creationId xmlns:a16="http://schemas.microsoft.com/office/drawing/2014/main" id="{6B77D9E3-F89F-AF49-5753-FF6261C4E7BC}"/>
              </a:ext>
            </a:extLst>
          </p:cNvPr>
          <p:cNvSpPr txBox="1"/>
          <p:nvPr/>
        </p:nvSpPr>
        <p:spPr>
          <a:xfrm>
            <a:off x="1048362" y="289083"/>
            <a:ext cx="4706052" cy="461665"/>
          </a:xfrm>
          <a:prstGeom prst="rect">
            <a:avLst/>
          </a:prstGeom>
          <a:noFill/>
        </p:spPr>
        <p:txBody>
          <a:bodyPr wrap="square">
            <a:spAutoFit/>
          </a:bodyPr>
          <a:lstStyle/>
          <a:p>
            <a:pPr indent="26797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6.2.3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二叉树的存储结构</a:t>
            </a:r>
            <a:r>
              <a:rPr lang="zh-CN" altLang="en-US" sz="2400"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latin typeface="等线" panose="02010600030101010101" pitchFamily="2" charset="-122"/>
              <a:ea typeface="等线" panose="02010600030101010101" pitchFamily="2" charset="-122"/>
            </a:endParaRPr>
          </a:p>
        </p:txBody>
      </p:sp>
      <p:sp>
        <p:nvSpPr>
          <p:cNvPr id="7" name="文本框 6">
            <a:extLst>
              <a:ext uri="{FF2B5EF4-FFF2-40B4-BE49-F238E27FC236}">
                <a16:creationId xmlns:a16="http://schemas.microsoft.com/office/drawing/2014/main" id="{BE3D2741-3746-F8AE-8510-0853F51B64C0}"/>
              </a:ext>
            </a:extLst>
          </p:cNvPr>
          <p:cNvSpPr txBox="1"/>
          <p:nvPr/>
        </p:nvSpPr>
        <p:spPr>
          <a:xfrm>
            <a:off x="412882" y="2793424"/>
            <a:ext cx="6548120" cy="1662443"/>
          </a:xfrm>
          <a:prstGeom prst="rect">
            <a:avLst/>
          </a:prstGeom>
          <a:noFill/>
        </p:spPr>
        <p:txBody>
          <a:bodyPr wrap="square">
            <a:spAutoFit/>
          </a:bodyPr>
          <a:lstStyle/>
          <a:p>
            <a:pPr indent="266700" algn="just">
              <a:lnSpc>
                <a:spcPct val="115000"/>
              </a:lnSpc>
              <a:buNone/>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二叉链表的基本操作的实现。</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67970" algn="just">
              <a:lnSpc>
                <a:spcPct val="115000"/>
              </a:lnSpc>
              <a:buNone/>
            </a:pP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a:t>
            </a:r>
            <a:r>
              <a:rPr lang="en-US" altLang="zh-CN" sz="1800" b="1" kern="100" dirty="0">
                <a:effectLst/>
                <a:latin typeface="等线" panose="02010600030101010101" pitchFamily="2" charset="-122"/>
                <a:ea typeface="楷体" panose="02010609060101010101" pitchFamily="49" charset="-122"/>
                <a:cs typeface="Times New Roman" panose="02020603050405020304" pitchFamily="18" charset="0"/>
              </a:rPr>
              <a:t>1</a:t>
            </a: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a:t>
            </a:r>
            <a:r>
              <a:rPr lang="zh-CN" altLang="zh-CN" sz="18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组建二叉</a:t>
            </a: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树</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顾名思义，</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6.1</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先生成根节点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，和两棵已有的二叉树</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组合</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成一棵二叉树，并返回组建的二叉树。</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LT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LR</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可以为</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NULL</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（空</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二叉树），若都为空，返回的是仅含根节点的二叉树。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69B330B6-5C69-014C-37F3-785C22FCA35B}"/>
              </a:ext>
            </a:extLst>
          </p:cNvPr>
          <p:cNvSpPr txBox="1"/>
          <p:nvPr/>
        </p:nvSpPr>
        <p:spPr>
          <a:xfrm>
            <a:off x="1266656" y="4507243"/>
            <a:ext cx="8996680" cy="2031325"/>
          </a:xfrm>
          <a:prstGeom prst="rect">
            <a:avLst/>
          </a:prstGeom>
          <a:solidFill>
            <a:schemeClr val="tx2">
              <a:lumMod val="10000"/>
              <a:lumOff val="90000"/>
            </a:schemeClr>
          </a:solidFill>
        </p:spPr>
        <p:txBody>
          <a:bodyPr wrap="square">
            <a:spAutoFit/>
          </a:bodyPr>
          <a:lstStyle/>
          <a:p>
            <a:pPr algn="just">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MakeBiTree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LT,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RT) </a:t>
            </a:r>
            <a:r>
              <a:rPr lang="en-US" altLang="zh-CN" sz="18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6.1</a:t>
            </a:r>
            <a:endParaRPr lang="zh-CN" altLang="zh-CN" sz="28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组建并返回一棵二叉树，其中根节点的值为</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e</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L</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R</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分别作为左子树和右子树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t-&gt;data = e;   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LT;   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RT;  </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en-US"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grpSp>
        <p:nvGrpSpPr>
          <p:cNvPr id="12" name="组合 11">
            <a:extLst>
              <a:ext uri="{FF2B5EF4-FFF2-40B4-BE49-F238E27FC236}">
                <a16:creationId xmlns:a16="http://schemas.microsoft.com/office/drawing/2014/main" id="{65A2D26C-D5B4-E139-8B25-C381DFC966AA}"/>
              </a:ext>
            </a:extLst>
          </p:cNvPr>
          <p:cNvGrpSpPr/>
          <p:nvPr/>
        </p:nvGrpSpPr>
        <p:grpSpPr>
          <a:xfrm>
            <a:off x="8181472" y="3003451"/>
            <a:ext cx="883920" cy="970280"/>
            <a:chOff x="7726680" y="2753360"/>
            <a:chExt cx="883920" cy="970280"/>
          </a:xfrm>
        </p:grpSpPr>
        <p:sp>
          <p:nvSpPr>
            <p:cNvPr id="10" name="梯形 9">
              <a:extLst>
                <a:ext uri="{FF2B5EF4-FFF2-40B4-BE49-F238E27FC236}">
                  <a16:creationId xmlns:a16="http://schemas.microsoft.com/office/drawing/2014/main" id="{30E53C55-E863-1991-6190-CF784CB3AB96}"/>
                </a:ext>
              </a:extLst>
            </p:cNvPr>
            <p:cNvSpPr/>
            <p:nvPr/>
          </p:nvSpPr>
          <p:spPr>
            <a:xfrm>
              <a:off x="7726680" y="2844800"/>
              <a:ext cx="883920" cy="878840"/>
            </a:xfrm>
            <a:prstGeom prst="trapezoid">
              <a:avLst>
                <a:gd name="adj" fmla="val 42919"/>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7DA95A64-30C7-BE03-4E4C-E72B57A6E9C2}"/>
                </a:ext>
              </a:extLst>
            </p:cNvPr>
            <p:cNvSpPr/>
            <p:nvPr/>
          </p:nvSpPr>
          <p:spPr>
            <a:xfrm>
              <a:off x="8072120" y="2753360"/>
              <a:ext cx="180000" cy="180000"/>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7DBF215D-2158-133D-1623-927F0A7D0005}"/>
              </a:ext>
            </a:extLst>
          </p:cNvPr>
          <p:cNvGrpSpPr/>
          <p:nvPr/>
        </p:nvGrpSpPr>
        <p:grpSpPr>
          <a:xfrm>
            <a:off x="9658350" y="3003451"/>
            <a:ext cx="883920" cy="1153160"/>
            <a:chOff x="7726680" y="2753360"/>
            <a:chExt cx="883920" cy="970280"/>
          </a:xfrm>
        </p:grpSpPr>
        <p:sp>
          <p:nvSpPr>
            <p:cNvPr id="14" name="梯形 13">
              <a:extLst>
                <a:ext uri="{FF2B5EF4-FFF2-40B4-BE49-F238E27FC236}">
                  <a16:creationId xmlns:a16="http://schemas.microsoft.com/office/drawing/2014/main" id="{2813C346-2D9C-ECCB-B3AC-C68B76072916}"/>
                </a:ext>
              </a:extLst>
            </p:cNvPr>
            <p:cNvSpPr/>
            <p:nvPr/>
          </p:nvSpPr>
          <p:spPr>
            <a:xfrm>
              <a:off x="7726680" y="2844800"/>
              <a:ext cx="883920" cy="878840"/>
            </a:xfrm>
            <a:prstGeom prst="trapezoid">
              <a:avLst>
                <a:gd name="adj" fmla="val 42919"/>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BAF10BB9-EC5A-984C-DDB5-DCB2C5738435}"/>
                </a:ext>
              </a:extLst>
            </p:cNvPr>
            <p:cNvSpPr/>
            <p:nvPr/>
          </p:nvSpPr>
          <p:spPr>
            <a:xfrm>
              <a:off x="8072120" y="2753360"/>
              <a:ext cx="180000" cy="151454"/>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a:extLst>
              <a:ext uri="{FF2B5EF4-FFF2-40B4-BE49-F238E27FC236}">
                <a16:creationId xmlns:a16="http://schemas.microsoft.com/office/drawing/2014/main" id="{6DE34773-96F7-21C1-E465-1F2CFD95E754}"/>
              </a:ext>
            </a:extLst>
          </p:cNvPr>
          <p:cNvSpPr txBox="1"/>
          <p:nvPr/>
        </p:nvSpPr>
        <p:spPr>
          <a:xfrm>
            <a:off x="6994360" y="1478809"/>
            <a:ext cx="4937760" cy="400110"/>
          </a:xfrm>
          <a:prstGeom prst="rect">
            <a:avLst/>
          </a:prstGeom>
          <a:noFill/>
        </p:spPr>
        <p:txBody>
          <a:bodyPr wrap="square">
            <a:spAutoFit/>
          </a:bodyPr>
          <a:lstStyle/>
          <a:p>
            <a:pPr algn="just">
              <a:buNone/>
            </a:pPr>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T</a:t>
            </a:r>
            <a:r>
              <a:rPr lang="en-US" altLang="zh-CN" sz="2000" b="1" kern="100" dirty="0">
                <a:latin typeface="Courier New" panose="02070309020205020404" pitchFamily="49" charset="0"/>
                <a:ea typeface="宋体" panose="02010600030101010101" pitchFamily="2" charset="-122"/>
                <a:cs typeface="Times New Roman" panose="02020603050405020304" pitchFamily="18" charset="0"/>
              </a:rPr>
              <a:t> = </a:t>
            </a:r>
            <a:r>
              <a:rPr lang="en-US" altLang="zh-CN" sz="2000" b="1" kern="100" dirty="0" err="1">
                <a:latin typeface="Courier New" panose="02070309020205020404" pitchFamily="49" charset="0"/>
                <a:cs typeface="Times New Roman" panose="02020603050405020304" pitchFamily="18" charset="0"/>
              </a:rPr>
              <a:t>MakeBiTree</a:t>
            </a:r>
            <a:r>
              <a:rPr lang="en-US" altLang="zh-CN" sz="2000" b="1" kern="100" dirty="0">
                <a:latin typeface="Courier New" panose="02070309020205020404" pitchFamily="49" charset="0"/>
                <a:cs typeface="Times New Roman" panose="02020603050405020304" pitchFamily="18" charset="0"/>
              </a:rPr>
              <a:t>(‘E’,</a:t>
            </a:r>
            <a:r>
              <a:rPr lang="en-US" altLang="zh-CN" sz="2000" b="1" kern="100" dirty="0" err="1">
                <a:latin typeface="Courier New" panose="02070309020205020404" pitchFamily="49" charset="0"/>
                <a:cs typeface="Times New Roman" panose="02020603050405020304" pitchFamily="18" charset="0"/>
              </a:rPr>
              <a:t>L,R</a:t>
            </a:r>
            <a:r>
              <a:rPr lang="en-US" altLang="zh-CN" sz="2000" b="1" kern="100" dirty="0">
                <a:latin typeface="Courier New" panose="02070309020205020404" pitchFamily="49" charset="0"/>
                <a:cs typeface="Times New Roman" panose="02020603050405020304" pitchFamily="18" charset="0"/>
              </a:rPr>
              <a:t>);</a:t>
            </a:r>
            <a:r>
              <a:rPr lang="en-US" altLang="zh-CN" sz="2000" b="1" kern="100" dirty="0">
                <a:latin typeface="Courier New" panose="02070309020205020404" pitchFamily="49" charset="0"/>
                <a:ea typeface="宋体" panose="02010600030101010101" pitchFamily="2" charset="-122"/>
                <a:cs typeface="Times New Roman" panose="02020603050405020304" pitchFamily="18" charset="0"/>
              </a:rPr>
              <a:t> </a:t>
            </a:r>
            <a:endPar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84690950-2123-3703-DDE5-82B569650108}"/>
              </a:ext>
            </a:extLst>
          </p:cNvPr>
          <p:cNvSpPr txBox="1"/>
          <p:nvPr/>
        </p:nvSpPr>
        <p:spPr>
          <a:xfrm>
            <a:off x="6959116" y="1063655"/>
            <a:ext cx="3262432" cy="400110"/>
          </a:xfrm>
          <a:prstGeom prst="rect">
            <a:avLst/>
          </a:prstGeom>
          <a:noFill/>
        </p:spPr>
        <p:txBody>
          <a:bodyPr wrap="none" rtlCol="0">
            <a:spAutoFit/>
          </a:bodyPr>
          <a:lstStyle/>
          <a:p>
            <a:r>
              <a:rPr lang="zh-CN" altLang="en-US" sz="2000" b="1" dirty="0">
                <a:solidFill>
                  <a:srgbClr val="041ABC"/>
                </a:solidFill>
              </a:rPr>
              <a:t>观察执行以下语句的过程：</a:t>
            </a:r>
          </a:p>
        </p:txBody>
      </p:sp>
      <p:grpSp>
        <p:nvGrpSpPr>
          <p:cNvPr id="23" name="组合 22">
            <a:extLst>
              <a:ext uri="{FF2B5EF4-FFF2-40B4-BE49-F238E27FC236}">
                <a16:creationId xmlns:a16="http://schemas.microsoft.com/office/drawing/2014/main" id="{2CD66E67-5C86-2C08-B8DD-B7FAD08A9AFE}"/>
              </a:ext>
            </a:extLst>
          </p:cNvPr>
          <p:cNvGrpSpPr/>
          <p:nvPr/>
        </p:nvGrpSpPr>
        <p:grpSpPr>
          <a:xfrm>
            <a:off x="7914375" y="2709439"/>
            <a:ext cx="614470" cy="400110"/>
            <a:chOff x="7839579" y="2509284"/>
            <a:chExt cx="614470" cy="400110"/>
          </a:xfrm>
        </p:grpSpPr>
        <p:sp>
          <p:nvSpPr>
            <p:cNvPr id="20" name="文本框 19">
              <a:extLst>
                <a:ext uri="{FF2B5EF4-FFF2-40B4-BE49-F238E27FC236}">
                  <a16:creationId xmlns:a16="http://schemas.microsoft.com/office/drawing/2014/main" id="{1EE94635-6C67-D90B-3A27-B750FF3013D9}"/>
                </a:ext>
              </a:extLst>
            </p:cNvPr>
            <p:cNvSpPr txBox="1"/>
            <p:nvPr/>
          </p:nvSpPr>
          <p:spPr>
            <a:xfrm>
              <a:off x="7839579" y="2509284"/>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L</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22" name="直接箭头连接符 21">
              <a:extLst>
                <a:ext uri="{FF2B5EF4-FFF2-40B4-BE49-F238E27FC236}">
                  <a16:creationId xmlns:a16="http://schemas.microsoft.com/office/drawing/2014/main" id="{823EBB07-D4ED-0D0B-C86C-8827E07AEF54}"/>
                </a:ext>
              </a:extLst>
            </p:cNvPr>
            <p:cNvCxnSpPr>
              <a:cxnSpLocks/>
            </p:cNvCxnSpPr>
            <p:nvPr/>
          </p:nvCxnSpPr>
          <p:spPr>
            <a:xfrm>
              <a:off x="8147847" y="2774810"/>
              <a:ext cx="306202" cy="90000"/>
            </a:xfrm>
            <a:prstGeom prst="straightConnector1">
              <a:avLst/>
            </a:prstGeom>
            <a:ln>
              <a:solidFill>
                <a:srgbClr val="8E000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grpSp>
        <p:nvGrpSpPr>
          <p:cNvPr id="24" name="组合 23">
            <a:extLst>
              <a:ext uri="{FF2B5EF4-FFF2-40B4-BE49-F238E27FC236}">
                <a16:creationId xmlns:a16="http://schemas.microsoft.com/office/drawing/2014/main" id="{2A387A73-1E0A-48C9-CC27-4A09EDDD6FCF}"/>
              </a:ext>
            </a:extLst>
          </p:cNvPr>
          <p:cNvGrpSpPr/>
          <p:nvPr/>
        </p:nvGrpSpPr>
        <p:grpSpPr>
          <a:xfrm>
            <a:off x="10183790" y="2682701"/>
            <a:ext cx="582379" cy="400110"/>
            <a:chOff x="7595754" y="2509284"/>
            <a:chExt cx="582379" cy="400110"/>
          </a:xfrm>
        </p:grpSpPr>
        <p:sp>
          <p:nvSpPr>
            <p:cNvPr id="25" name="文本框 24">
              <a:extLst>
                <a:ext uri="{FF2B5EF4-FFF2-40B4-BE49-F238E27FC236}">
                  <a16:creationId xmlns:a16="http://schemas.microsoft.com/office/drawing/2014/main" id="{215798B2-F6A1-F09F-4AEF-87D75F4A9DA8}"/>
                </a:ext>
              </a:extLst>
            </p:cNvPr>
            <p:cNvSpPr txBox="1"/>
            <p:nvPr/>
          </p:nvSpPr>
          <p:spPr>
            <a:xfrm>
              <a:off x="7839579" y="2509284"/>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R</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26" name="直接箭头连接符 25">
              <a:extLst>
                <a:ext uri="{FF2B5EF4-FFF2-40B4-BE49-F238E27FC236}">
                  <a16:creationId xmlns:a16="http://schemas.microsoft.com/office/drawing/2014/main" id="{FC967B74-3E5E-B272-348B-4C3B9B507151}"/>
                </a:ext>
              </a:extLst>
            </p:cNvPr>
            <p:cNvCxnSpPr>
              <a:cxnSpLocks/>
            </p:cNvCxnSpPr>
            <p:nvPr/>
          </p:nvCxnSpPr>
          <p:spPr>
            <a:xfrm flipH="1">
              <a:off x="7595754" y="2783703"/>
              <a:ext cx="281332" cy="125691"/>
            </a:xfrm>
            <a:prstGeom prst="straightConnector1">
              <a:avLst/>
            </a:prstGeom>
            <a:ln>
              <a:solidFill>
                <a:srgbClr val="8E000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grpSp>
        <p:nvGrpSpPr>
          <p:cNvPr id="29" name="组合 28">
            <a:extLst>
              <a:ext uri="{FF2B5EF4-FFF2-40B4-BE49-F238E27FC236}">
                <a16:creationId xmlns:a16="http://schemas.microsoft.com/office/drawing/2014/main" id="{9E471600-9E0A-E72E-3B96-ABE12E70866F}"/>
              </a:ext>
            </a:extLst>
          </p:cNvPr>
          <p:cNvGrpSpPr/>
          <p:nvPr/>
        </p:nvGrpSpPr>
        <p:grpSpPr>
          <a:xfrm>
            <a:off x="8179523" y="2409242"/>
            <a:ext cx="504319" cy="599525"/>
            <a:chOff x="7850035" y="2409142"/>
            <a:chExt cx="504319" cy="599525"/>
          </a:xfrm>
        </p:grpSpPr>
        <p:sp>
          <p:nvSpPr>
            <p:cNvPr id="30" name="文本框 29">
              <a:extLst>
                <a:ext uri="{FF2B5EF4-FFF2-40B4-BE49-F238E27FC236}">
                  <a16:creationId xmlns:a16="http://schemas.microsoft.com/office/drawing/2014/main" id="{A81EBC4E-BBB5-E24C-BD0F-3960DA013707}"/>
                </a:ext>
              </a:extLst>
            </p:cNvPr>
            <p:cNvSpPr txBox="1"/>
            <p:nvPr/>
          </p:nvSpPr>
          <p:spPr>
            <a:xfrm>
              <a:off x="7850035" y="2409142"/>
              <a:ext cx="504319"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LT</a:t>
              </a:r>
              <a:endParaRPr lang="zh-CN" altLang="en-US" sz="2000" b="1" dirty="0">
                <a:latin typeface="Courier New" panose="02070309020205020404" pitchFamily="49" charset="0"/>
                <a:cs typeface="Courier New" panose="02070309020205020404" pitchFamily="49" charset="0"/>
              </a:endParaRPr>
            </a:p>
          </p:txBody>
        </p:sp>
        <p:cxnSp>
          <p:nvCxnSpPr>
            <p:cNvPr id="31" name="直接箭头连接符 30">
              <a:extLst>
                <a:ext uri="{FF2B5EF4-FFF2-40B4-BE49-F238E27FC236}">
                  <a16:creationId xmlns:a16="http://schemas.microsoft.com/office/drawing/2014/main" id="{CEDD7235-E752-6AFC-8085-07CEEF8469CA}"/>
                </a:ext>
              </a:extLst>
            </p:cNvPr>
            <p:cNvCxnSpPr>
              <a:cxnSpLocks/>
            </p:cNvCxnSpPr>
            <p:nvPr/>
          </p:nvCxnSpPr>
          <p:spPr>
            <a:xfrm>
              <a:off x="8136980" y="2758676"/>
              <a:ext cx="123864" cy="249991"/>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grpSp>
        <p:nvGrpSpPr>
          <p:cNvPr id="33" name="组合 32">
            <a:extLst>
              <a:ext uri="{FF2B5EF4-FFF2-40B4-BE49-F238E27FC236}">
                <a16:creationId xmlns:a16="http://schemas.microsoft.com/office/drawing/2014/main" id="{2DB77AA3-A0FF-8413-EB57-8F122BC14431}"/>
              </a:ext>
            </a:extLst>
          </p:cNvPr>
          <p:cNvGrpSpPr/>
          <p:nvPr/>
        </p:nvGrpSpPr>
        <p:grpSpPr>
          <a:xfrm>
            <a:off x="10094412" y="2397596"/>
            <a:ext cx="524754" cy="611171"/>
            <a:chOff x="7922641" y="2409142"/>
            <a:chExt cx="524754" cy="611171"/>
          </a:xfrm>
        </p:grpSpPr>
        <p:sp>
          <p:nvSpPr>
            <p:cNvPr id="34" name="文本框 33">
              <a:extLst>
                <a:ext uri="{FF2B5EF4-FFF2-40B4-BE49-F238E27FC236}">
                  <a16:creationId xmlns:a16="http://schemas.microsoft.com/office/drawing/2014/main" id="{9CF2BB40-A562-4079-BD0C-3D971461CE84}"/>
                </a:ext>
              </a:extLst>
            </p:cNvPr>
            <p:cNvSpPr txBox="1"/>
            <p:nvPr/>
          </p:nvSpPr>
          <p:spPr>
            <a:xfrm>
              <a:off x="7922641" y="2409142"/>
              <a:ext cx="524754"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RT</a:t>
              </a:r>
              <a:endParaRPr lang="zh-CN" altLang="en-US" sz="2000" b="1" dirty="0">
                <a:latin typeface="Courier New" panose="02070309020205020404" pitchFamily="49" charset="0"/>
                <a:cs typeface="Courier New" panose="02070309020205020404" pitchFamily="49" charset="0"/>
              </a:endParaRPr>
            </a:p>
          </p:txBody>
        </p:sp>
        <p:cxnSp>
          <p:nvCxnSpPr>
            <p:cNvPr id="35" name="直接箭头连接符 34">
              <a:extLst>
                <a:ext uri="{FF2B5EF4-FFF2-40B4-BE49-F238E27FC236}">
                  <a16:creationId xmlns:a16="http://schemas.microsoft.com/office/drawing/2014/main" id="{5E076F52-E727-4F0D-9C6D-AD606CB24C94}"/>
                </a:ext>
              </a:extLst>
            </p:cNvPr>
            <p:cNvCxnSpPr>
              <a:cxnSpLocks/>
            </p:cNvCxnSpPr>
            <p:nvPr/>
          </p:nvCxnSpPr>
          <p:spPr>
            <a:xfrm flipH="1">
              <a:off x="7979512" y="2758676"/>
              <a:ext cx="157468" cy="261637"/>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37" name="文本框 36">
            <a:extLst>
              <a:ext uri="{FF2B5EF4-FFF2-40B4-BE49-F238E27FC236}">
                <a16:creationId xmlns:a16="http://schemas.microsoft.com/office/drawing/2014/main" id="{F43CC33D-8CD6-42E5-2FA3-2EDE6E7E7D1F}"/>
              </a:ext>
            </a:extLst>
          </p:cNvPr>
          <p:cNvSpPr txBox="1"/>
          <p:nvPr/>
        </p:nvSpPr>
        <p:spPr>
          <a:xfrm>
            <a:off x="6967141" y="697562"/>
            <a:ext cx="3381054" cy="400110"/>
          </a:xfrm>
          <a:prstGeom prst="rect">
            <a:avLst/>
          </a:prstGeom>
          <a:noFill/>
        </p:spPr>
        <p:txBody>
          <a:bodyPr wrap="none" rtlCol="0">
            <a:spAutoFit/>
          </a:bodyPr>
          <a:lstStyle/>
          <a:p>
            <a:r>
              <a:rPr lang="zh-CN" altLang="en-US" sz="2000" b="1" dirty="0">
                <a:solidFill>
                  <a:srgbClr val="041ABC"/>
                </a:solidFill>
              </a:rPr>
              <a:t>假设已有两棵二叉树</a:t>
            </a:r>
            <a:r>
              <a:rPr lang="en-US" altLang="zh-CN" sz="2000" b="1" dirty="0">
                <a:solidFill>
                  <a:srgbClr val="C00000"/>
                </a:solidFill>
              </a:rPr>
              <a:t>L</a:t>
            </a:r>
            <a:r>
              <a:rPr lang="zh-CN" altLang="en-US" sz="2000" b="1" dirty="0">
                <a:solidFill>
                  <a:srgbClr val="041ABC"/>
                </a:solidFill>
              </a:rPr>
              <a:t>和</a:t>
            </a:r>
            <a:r>
              <a:rPr lang="en-US" altLang="zh-CN" sz="2000" b="1" dirty="0">
                <a:solidFill>
                  <a:srgbClr val="C00000"/>
                </a:solidFill>
              </a:rPr>
              <a:t>R</a:t>
            </a:r>
            <a:r>
              <a:rPr lang="zh-CN" altLang="en-US" sz="2000" b="1" dirty="0">
                <a:solidFill>
                  <a:srgbClr val="041ABC"/>
                </a:solidFill>
              </a:rPr>
              <a:t>。</a:t>
            </a:r>
          </a:p>
        </p:txBody>
      </p:sp>
      <p:sp>
        <p:nvSpPr>
          <p:cNvPr id="38" name="文本框 37">
            <a:extLst>
              <a:ext uri="{FF2B5EF4-FFF2-40B4-BE49-F238E27FC236}">
                <a16:creationId xmlns:a16="http://schemas.microsoft.com/office/drawing/2014/main" id="{9FEBEF7C-4C54-C2DB-C40E-607C1C7B7DCB}"/>
              </a:ext>
            </a:extLst>
          </p:cNvPr>
          <p:cNvSpPr txBox="1"/>
          <p:nvPr/>
        </p:nvSpPr>
        <p:spPr>
          <a:xfrm>
            <a:off x="4910432" y="4280937"/>
            <a:ext cx="646331"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‘E’</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39" name="文本框 38">
            <a:extLst>
              <a:ext uri="{FF2B5EF4-FFF2-40B4-BE49-F238E27FC236}">
                <a16:creationId xmlns:a16="http://schemas.microsoft.com/office/drawing/2014/main" id="{80DDC917-3FA7-7949-439B-EC0FBECD0A6F}"/>
              </a:ext>
            </a:extLst>
          </p:cNvPr>
          <p:cNvSpPr txBox="1"/>
          <p:nvPr/>
        </p:nvSpPr>
        <p:spPr>
          <a:xfrm>
            <a:off x="6451104" y="4281500"/>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L</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40" name="文本框 39">
            <a:extLst>
              <a:ext uri="{FF2B5EF4-FFF2-40B4-BE49-F238E27FC236}">
                <a16:creationId xmlns:a16="http://schemas.microsoft.com/office/drawing/2014/main" id="{803009A3-F0BF-64E2-81A9-3A223C2AC526}"/>
              </a:ext>
            </a:extLst>
          </p:cNvPr>
          <p:cNvSpPr txBox="1"/>
          <p:nvPr/>
        </p:nvSpPr>
        <p:spPr>
          <a:xfrm>
            <a:off x="7932009" y="4280937"/>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R</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42" name="直接连接符 41">
            <a:extLst>
              <a:ext uri="{FF2B5EF4-FFF2-40B4-BE49-F238E27FC236}">
                <a16:creationId xmlns:a16="http://schemas.microsoft.com/office/drawing/2014/main" id="{DDDECF4B-F390-3BDB-1284-D652E6EF82AA}"/>
              </a:ext>
            </a:extLst>
          </p:cNvPr>
          <p:cNvCxnSpPr/>
          <p:nvPr/>
        </p:nvCxnSpPr>
        <p:spPr>
          <a:xfrm>
            <a:off x="2457450" y="5652655"/>
            <a:ext cx="475384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43" name="椭圆 42">
            <a:extLst>
              <a:ext uri="{FF2B5EF4-FFF2-40B4-BE49-F238E27FC236}">
                <a16:creationId xmlns:a16="http://schemas.microsoft.com/office/drawing/2014/main" id="{0A8EDA9E-06EC-A79E-3868-E551826F5308}"/>
              </a:ext>
            </a:extLst>
          </p:cNvPr>
          <p:cNvSpPr/>
          <p:nvPr/>
        </p:nvSpPr>
        <p:spPr>
          <a:xfrm>
            <a:off x="9227127" y="2409241"/>
            <a:ext cx="324000" cy="324000"/>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AF2B05EE-5F1D-F967-3D54-F928E021DAA3}"/>
              </a:ext>
            </a:extLst>
          </p:cNvPr>
          <p:cNvGrpSpPr/>
          <p:nvPr/>
        </p:nvGrpSpPr>
        <p:grpSpPr>
          <a:xfrm>
            <a:off x="8884808" y="1871108"/>
            <a:ext cx="504319" cy="573319"/>
            <a:chOff x="7860113" y="2435348"/>
            <a:chExt cx="504319" cy="573319"/>
          </a:xfrm>
        </p:grpSpPr>
        <p:sp>
          <p:nvSpPr>
            <p:cNvPr id="45" name="文本框 44">
              <a:extLst>
                <a:ext uri="{FF2B5EF4-FFF2-40B4-BE49-F238E27FC236}">
                  <a16:creationId xmlns:a16="http://schemas.microsoft.com/office/drawing/2014/main" id="{744F4B71-C717-469F-D4F3-FF9EA870DBA1}"/>
                </a:ext>
              </a:extLst>
            </p:cNvPr>
            <p:cNvSpPr txBox="1"/>
            <p:nvPr/>
          </p:nvSpPr>
          <p:spPr>
            <a:xfrm>
              <a:off x="7860113" y="2435348"/>
              <a:ext cx="504319" cy="430887"/>
            </a:xfrm>
            <a:prstGeom prst="rect">
              <a:avLst/>
            </a:prstGeom>
            <a:noFill/>
          </p:spPr>
          <p:txBody>
            <a:bodyPr wrap="square" rtlCol="0">
              <a:spAutoFit/>
            </a:bodyPr>
            <a:lstStyle/>
            <a:p>
              <a:r>
                <a:rPr lang="en-US" altLang="zh-CN" sz="2200" b="1" dirty="0">
                  <a:latin typeface="Courier New" panose="02070309020205020404" pitchFamily="49" charset="0"/>
                  <a:cs typeface="Courier New" panose="02070309020205020404" pitchFamily="49" charset="0"/>
                </a:rPr>
                <a:t>t</a:t>
              </a:r>
              <a:endParaRPr lang="zh-CN" altLang="en-US" sz="2200" b="1" dirty="0">
                <a:latin typeface="Courier New" panose="02070309020205020404" pitchFamily="49" charset="0"/>
                <a:cs typeface="Courier New" panose="02070309020205020404" pitchFamily="49" charset="0"/>
              </a:endParaRPr>
            </a:p>
          </p:txBody>
        </p:sp>
        <p:cxnSp>
          <p:nvCxnSpPr>
            <p:cNvPr id="46" name="直接箭头连接符 45">
              <a:extLst>
                <a:ext uri="{FF2B5EF4-FFF2-40B4-BE49-F238E27FC236}">
                  <a16:creationId xmlns:a16="http://schemas.microsoft.com/office/drawing/2014/main" id="{7C3C8DD9-6353-A863-F987-427F62541CAB}"/>
                </a:ext>
              </a:extLst>
            </p:cNvPr>
            <p:cNvCxnSpPr>
              <a:cxnSpLocks/>
            </p:cNvCxnSpPr>
            <p:nvPr/>
          </p:nvCxnSpPr>
          <p:spPr>
            <a:xfrm>
              <a:off x="8136980" y="2758676"/>
              <a:ext cx="123864" cy="249991"/>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cxnSp>
        <p:nvCxnSpPr>
          <p:cNvPr id="47" name="直接连接符 46">
            <a:extLst>
              <a:ext uri="{FF2B5EF4-FFF2-40B4-BE49-F238E27FC236}">
                <a16:creationId xmlns:a16="http://schemas.microsoft.com/office/drawing/2014/main" id="{4AAF23F4-D0AF-470C-A25E-4D9D3E77D98F}"/>
              </a:ext>
            </a:extLst>
          </p:cNvPr>
          <p:cNvCxnSpPr>
            <a:cxnSpLocks/>
          </p:cNvCxnSpPr>
          <p:nvPr/>
        </p:nvCxnSpPr>
        <p:spPr>
          <a:xfrm>
            <a:off x="1612323" y="5919355"/>
            <a:ext cx="163483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49" name="文本框 48">
            <a:extLst>
              <a:ext uri="{FF2B5EF4-FFF2-40B4-BE49-F238E27FC236}">
                <a16:creationId xmlns:a16="http://schemas.microsoft.com/office/drawing/2014/main" id="{377E86D4-F137-C865-95FD-CDE39E632E38}"/>
              </a:ext>
            </a:extLst>
          </p:cNvPr>
          <p:cNvSpPr txBox="1"/>
          <p:nvPr/>
        </p:nvSpPr>
        <p:spPr>
          <a:xfrm>
            <a:off x="9232938" y="2373936"/>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E</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50" name="直接连接符 49">
            <a:extLst>
              <a:ext uri="{FF2B5EF4-FFF2-40B4-BE49-F238E27FC236}">
                <a16:creationId xmlns:a16="http://schemas.microsoft.com/office/drawing/2014/main" id="{D4AEEDA4-76DB-E58F-70F4-61E167F42105}"/>
              </a:ext>
            </a:extLst>
          </p:cNvPr>
          <p:cNvCxnSpPr>
            <a:cxnSpLocks/>
          </p:cNvCxnSpPr>
          <p:nvPr/>
        </p:nvCxnSpPr>
        <p:spPr>
          <a:xfrm>
            <a:off x="3686942" y="5917623"/>
            <a:ext cx="2067472" cy="12122"/>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2" name="直接箭头连接符 51">
            <a:extLst>
              <a:ext uri="{FF2B5EF4-FFF2-40B4-BE49-F238E27FC236}">
                <a16:creationId xmlns:a16="http://schemas.microsoft.com/office/drawing/2014/main" id="{853DC8E4-22A3-1289-311C-CC3787E7D2FE}"/>
              </a:ext>
            </a:extLst>
          </p:cNvPr>
          <p:cNvCxnSpPr>
            <a:cxnSpLocks/>
            <a:endCxn id="11" idx="7"/>
          </p:cNvCxnSpPr>
          <p:nvPr/>
        </p:nvCxnSpPr>
        <p:spPr>
          <a:xfrm flipH="1">
            <a:off x="8680552" y="2679737"/>
            <a:ext cx="588168" cy="350074"/>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cxnSp>
        <p:nvCxnSpPr>
          <p:cNvPr id="55" name="直接连接符 54">
            <a:extLst>
              <a:ext uri="{FF2B5EF4-FFF2-40B4-BE49-F238E27FC236}">
                <a16:creationId xmlns:a16="http://schemas.microsoft.com/office/drawing/2014/main" id="{DBF4B997-6E20-F6EF-9B75-8211FAC9886E}"/>
              </a:ext>
            </a:extLst>
          </p:cNvPr>
          <p:cNvCxnSpPr>
            <a:cxnSpLocks/>
          </p:cNvCxnSpPr>
          <p:nvPr/>
        </p:nvCxnSpPr>
        <p:spPr>
          <a:xfrm>
            <a:off x="6112051" y="5923684"/>
            <a:ext cx="2067472" cy="12122"/>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6" name="直接箭头连接符 55">
            <a:extLst>
              <a:ext uri="{FF2B5EF4-FFF2-40B4-BE49-F238E27FC236}">
                <a16:creationId xmlns:a16="http://schemas.microsoft.com/office/drawing/2014/main" id="{59AF360C-ABDE-1335-BC27-4DA6300A0920}"/>
              </a:ext>
            </a:extLst>
          </p:cNvPr>
          <p:cNvCxnSpPr>
            <a:cxnSpLocks/>
            <a:endCxn id="15" idx="1"/>
          </p:cNvCxnSpPr>
          <p:nvPr/>
        </p:nvCxnSpPr>
        <p:spPr>
          <a:xfrm>
            <a:off x="9515328" y="2686605"/>
            <a:ext cx="514822" cy="343206"/>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cxnSp>
        <p:nvCxnSpPr>
          <p:cNvPr id="59" name="直接连接符 58">
            <a:extLst>
              <a:ext uri="{FF2B5EF4-FFF2-40B4-BE49-F238E27FC236}">
                <a16:creationId xmlns:a16="http://schemas.microsoft.com/office/drawing/2014/main" id="{59516FD1-7574-AD64-698C-CBDF7DAEF1C0}"/>
              </a:ext>
            </a:extLst>
          </p:cNvPr>
          <p:cNvCxnSpPr>
            <a:cxnSpLocks/>
          </p:cNvCxnSpPr>
          <p:nvPr/>
        </p:nvCxnSpPr>
        <p:spPr>
          <a:xfrm>
            <a:off x="1619470" y="6216840"/>
            <a:ext cx="123803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4" name="直接箭头连接符 63">
            <a:extLst>
              <a:ext uri="{FF2B5EF4-FFF2-40B4-BE49-F238E27FC236}">
                <a16:creationId xmlns:a16="http://schemas.microsoft.com/office/drawing/2014/main" id="{D2410E91-568D-EED2-C438-8784EAD47F6B}"/>
              </a:ext>
            </a:extLst>
          </p:cNvPr>
          <p:cNvCxnSpPr>
            <a:cxnSpLocks/>
            <a:endCxn id="43" idx="2"/>
          </p:cNvCxnSpPr>
          <p:nvPr/>
        </p:nvCxnSpPr>
        <p:spPr>
          <a:xfrm>
            <a:off x="8270563" y="1787479"/>
            <a:ext cx="956564" cy="783762"/>
          </a:xfrm>
          <a:prstGeom prst="straightConnector1">
            <a:avLst/>
          </a:prstGeom>
          <a:ln>
            <a:solidFill>
              <a:srgbClr val="C0000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718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circle(in)">
                                      <p:cBhvr>
                                        <p:cTn id="22" dur="1500"/>
                                        <p:tgtEl>
                                          <p:spTgt spid="37"/>
                                        </p:tgtEl>
                                      </p:cBhvr>
                                    </p:animEffect>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left)">
                                      <p:cBhvr>
                                        <p:cTn id="26" dur="500"/>
                                        <p:tgtEl>
                                          <p:spTgt spid="23"/>
                                        </p:tgtEl>
                                      </p:cBhvr>
                                    </p:animEffect>
                                  </p:childTnLst>
                                </p:cTn>
                              </p:par>
                            </p:childTnLst>
                          </p:cTn>
                        </p:par>
                        <p:par>
                          <p:cTn id="27" fill="hold">
                            <p:stCondLst>
                              <p:cond delay="2000"/>
                            </p:stCondLst>
                            <p:childTnLst>
                              <p:par>
                                <p:cTn id="28" presetID="22" presetClass="entr" presetSubtype="1"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childTnLst>
                          </p:cTn>
                        </p:par>
                        <p:par>
                          <p:cTn id="31" fill="hold">
                            <p:stCondLst>
                              <p:cond delay="2500"/>
                            </p:stCondLst>
                            <p:childTnLst>
                              <p:par>
                                <p:cTn id="32" presetID="22" presetClass="entr" presetSubtype="2" fill="hold"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right)">
                                      <p:cBhvr>
                                        <p:cTn id="34" dur="500"/>
                                        <p:tgtEl>
                                          <p:spTgt spid="24"/>
                                        </p:tgtEl>
                                      </p:cBhvr>
                                    </p:animEffect>
                                  </p:childTnLst>
                                </p:cTn>
                              </p:par>
                            </p:childTnLst>
                          </p:cTn>
                        </p:par>
                        <p:par>
                          <p:cTn id="35" fill="hold">
                            <p:stCondLst>
                              <p:cond delay="3000"/>
                            </p:stCondLst>
                            <p:childTnLst>
                              <p:par>
                                <p:cTn id="36" presetID="22" presetClass="entr" presetSubtype="1"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circle(in)">
                                      <p:cBhvr>
                                        <p:cTn id="43" dur="1500"/>
                                        <p:tgtEl>
                                          <p:spTgt spid="19"/>
                                        </p:tgtEl>
                                      </p:cBhvr>
                                    </p:animEffect>
                                  </p:childTnLst>
                                </p:cTn>
                              </p:par>
                            </p:childTnLst>
                          </p:cTn>
                        </p:par>
                        <p:par>
                          <p:cTn id="44" fill="hold">
                            <p:stCondLst>
                              <p:cond delay="1500"/>
                            </p:stCondLst>
                            <p:childTnLst>
                              <p:par>
                                <p:cTn id="45" presetID="6" presetClass="entr" presetSubtype="16"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circle(in)">
                                      <p:cBhvr>
                                        <p:cTn id="47" dur="10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47"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1000"/>
                                        <p:tgtEl>
                                          <p:spTgt spid="38"/>
                                        </p:tgtEl>
                                      </p:cBhvr>
                                    </p:animEffect>
                                    <p:anim calcmode="lin" valueType="num">
                                      <p:cBhvr>
                                        <p:cTn id="53" dur="1000" fill="hold"/>
                                        <p:tgtEl>
                                          <p:spTgt spid="38"/>
                                        </p:tgtEl>
                                        <p:attrNameLst>
                                          <p:attrName>ppt_x</p:attrName>
                                        </p:attrNameLst>
                                      </p:cBhvr>
                                      <p:tavLst>
                                        <p:tav tm="0">
                                          <p:val>
                                            <p:strVal val="#ppt_x"/>
                                          </p:val>
                                        </p:tav>
                                        <p:tav tm="100000">
                                          <p:val>
                                            <p:strVal val="#ppt_x"/>
                                          </p:val>
                                        </p:tav>
                                      </p:tavLst>
                                    </p:anim>
                                    <p:anim calcmode="lin" valueType="num">
                                      <p:cBhvr>
                                        <p:cTn id="54" dur="1000" fill="hold"/>
                                        <p:tgtEl>
                                          <p:spTgt spid="38"/>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47" presetClass="entr" presetSubtype="0" fill="hold" grpId="0" nodeType="after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1000"/>
                                        <p:tgtEl>
                                          <p:spTgt spid="39"/>
                                        </p:tgtEl>
                                      </p:cBhvr>
                                    </p:animEffect>
                                    <p:anim calcmode="lin" valueType="num">
                                      <p:cBhvr>
                                        <p:cTn id="59" dur="1000" fill="hold"/>
                                        <p:tgtEl>
                                          <p:spTgt spid="39"/>
                                        </p:tgtEl>
                                        <p:attrNameLst>
                                          <p:attrName>ppt_x</p:attrName>
                                        </p:attrNameLst>
                                      </p:cBhvr>
                                      <p:tavLst>
                                        <p:tav tm="0">
                                          <p:val>
                                            <p:strVal val="#ppt_x"/>
                                          </p:val>
                                        </p:tav>
                                        <p:tav tm="100000">
                                          <p:val>
                                            <p:strVal val="#ppt_x"/>
                                          </p:val>
                                        </p:tav>
                                      </p:tavLst>
                                    </p:anim>
                                    <p:anim calcmode="lin" valueType="num">
                                      <p:cBhvr>
                                        <p:cTn id="60" dur="1000" fill="hold"/>
                                        <p:tgtEl>
                                          <p:spTgt spid="39"/>
                                        </p:tgtEl>
                                        <p:attrNameLst>
                                          <p:attrName>ppt_y</p:attrName>
                                        </p:attrNameLst>
                                      </p:cBhvr>
                                      <p:tavLst>
                                        <p:tav tm="0">
                                          <p:val>
                                            <p:strVal val="#ppt_y-.1"/>
                                          </p:val>
                                        </p:tav>
                                        <p:tav tm="100000">
                                          <p:val>
                                            <p:strVal val="#ppt_y"/>
                                          </p:val>
                                        </p:tav>
                                      </p:tavLst>
                                    </p:anim>
                                  </p:childTnLst>
                                </p:cTn>
                              </p:par>
                              <p:par>
                                <p:cTn id="61" presetID="22" presetClass="entr" presetSubtype="1" fill="hold" nodeType="with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up)">
                                      <p:cBhvr>
                                        <p:cTn id="63" dur="1000"/>
                                        <p:tgtEl>
                                          <p:spTgt spid="29"/>
                                        </p:tgtEl>
                                      </p:cBhvr>
                                    </p:animEffect>
                                  </p:childTnLst>
                                </p:cTn>
                              </p:par>
                            </p:childTnLst>
                          </p:cTn>
                        </p:par>
                        <p:par>
                          <p:cTn id="64" fill="hold">
                            <p:stCondLst>
                              <p:cond delay="2000"/>
                            </p:stCondLst>
                            <p:childTnLst>
                              <p:par>
                                <p:cTn id="65" presetID="47" presetClass="entr" presetSubtype="0" fill="hold" grpId="0" nodeType="after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1000"/>
                                        <p:tgtEl>
                                          <p:spTgt spid="40"/>
                                        </p:tgtEl>
                                      </p:cBhvr>
                                    </p:animEffect>
                                    <p:anim calcmode="lin" valueType="num">
                                      <p:cBhvr>
                                        <p:cTn id="68" dur="1000" fill="hold"/>
                                        <p:tgtEl>
                                          <p:spTgt spid="40"/>
                                        </p:tgtEl>
                                        <p:attrNameLst>
                                          <p:attrName>ppt_x</p:attrName>
                                        </p:attrNameLst>
                                      </p:cBhvr>
                                      <p:tavLst>
                                        <p:tav tm="0">
                                          <p:val>
                                            <p:strVal val="#ppt_x"/>
                                          </p:val>
                                        </p:tav>
                                        <p:tav tm="100000">
                                          <p:val>
                                            <p:strVal val="#ppt_x"/>
                                          </p:val>
                                        </p:tav>
                                      </p:tavLst>
                                    </p:anim>
                                    <p:anim calcmode="lin" valueType="num">
                                      <p:cBhvr>
                                        <p:cTn id="69" dur="1000" fill="hold"/>
                                        <p:tgtEl>
                                          <p:spTgt spid="40"/>
                                        </p:tgtEl>
                                        <p:attrNameLst>
                                          <p:attrName>ppt_y</p:attrName>
                                        </p:attrNameLst>
                                      </p:cBhvr>
                                      <p:tavLst>
                                        <p:tav tm="0">
                                          <p:val>
                                            <p:strVal val="#ppt_y-.1"/>
                                          </p:val>
                                        </p:tav>
                                        <p:tav tm="100000">
                                          <p:val>
                                            <p:strVal val="#ppt_y"/>
                                          </p:val>
                                        </p:tav>
                                      </p:tavLst>
                                    </p:anim>
                                  </p:childTnLst>
                                </p:cTn>
                              </p:par>
                              <p:par>
                                <p:cTn id="70" presetID="22" presetClass="entr" presetSubtype="1" fill="hold"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wipe(up)">
                                      <p:cBhvr>
                                        <p:cTn id="72" dur="1000"/>
                                        <p:tgtEl>
                                          <p:spTgt spid="33"/>
                                        </p:tgtEl>
                                      </p:cBhvr>
                                    </p:animEffect>
                                  </p:childTnLst>
                                </p:cTn>
                              </p:par>
                            </p:childTnLst>
                          </p:cTn>
                        </p:par>
                        <p:par>
                          <p:cTn id="73" fill="hold">
                            <p:stCondLst>
                              <p:cond delay="3000"/>
                            </p:stCondLst>
                            <p:childTnLst>
                              <p:par>
                                <p:cTn id="74" presetID="22" presetClass="entr" presetSubtype="8" fill="hold" nodeType="after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wipe(left)">
                                      <p:cBhvr>
                                        <p:cTn id="76" dur="1000"/>
                                        <p:tgtEl>
                                          <p:spTgt spid="42"/>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1000"/>
                                        <p:tgtEl>
                                          <p:spTgt spid="43"/>
                                        </p:tgtEl>
                                      </p:cBhvr>
                                    </p:animEffect>
                                    <p:anim calcmode="lin" valueType="num">
                                      <p:cBhvr>
                                        <p:cTn id="82" dur="1000" fill="hold"/>
                                        <p:tgtEl>
                                          <p:spTgt spid="43"/>
                                        </p:tgtEl>
                                        <p:attrNameLst>
                                          <p:attrName>ppt_x</p:attrName>
                                        </p:attrNameLst>
                                      </p:cBhvr>
                                      <p:tavLst>
                                        <p:tav tm="0">
                                          <p:val>
                                            <p:strVal val="#ppt_x"/>
                                          </p:val>
                                        </p:tav>
                                        <p:tav tm="100000">
                                          <p:val>
                                            <p:strVal val="#ppt_x"/>
                                          </p:val>
                                        </p:tav>
                                      </p:tavLst>
                                    </p:anim>
                                    <p:anim calcmode="lin" valueType="num">
                                      <p:cBhvr>
                                        <p:cTn id="83" dur="1000" fill="hold"/>
                                        <p:tgtEl>
                                          <p:spTgt spid="43"/>
                                        </p:tgtEl>
                                        <p:attrNameLst>
                                          <p:attrName>ppt_y</p:attrName>
                                        </p:attrNameLst>
                                      </p:cBhvr>
                                      <p:tavLst>
                                        <p:tav tm="0">
                                          <p:val>
                                            <p:strVal val="#ppt_y+.1"/>
                                          </p:val>
                                        </p:tav>
                                        <p:tav tm="100000">
                                          <p:val>
                                            <p:strVal val="#ppt_y"/>
                                          </p:val>
                                        </p:tav>
                                      </p:tavLst>
                                    </p:anim>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wipe(up)">
                                      <p:cBhvr>
                                        <p:cTn id="87" dur="1000"/>
                                        <p:tgtEl>
                                          <p:spTgt spid="4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xit" presetSubtype="2" fill="hold" nodeType="clickEffect">
                                  <p:stCondLst>
                                    <p:cond delay="0"/>
                                  </p:stCondLst>
                                  <p:childTnLst>
                                    <p:animEffect transition="out" filter="wipe(right)">
                                      <p:cBhvr>
                                        <p:cTn id="91" dur="500"/>
                                        <p:tgtEl>
                                          <p:spTgt spid="42"/>
                                        </p:tgtEl>
                                      </p:cBhvr>
                                    </p:animEffect>
                                    <p:set>
                                      <p:cBhvr>
                                        <p:cTn id="92" dur="1" fill="hold">
                                          <p:stCondLst>
                                            <p:cond delay="499"/>
                                          </p:stCondLst>
                                        </p:cTn>
                                        <p:tgtEl>
                                          <p:spTgt spid="42"/>
                                        </p:tgtEl>
                                        <p:attrNameLst>
                                          <p:attrName>style.visibility</p:attrName>
                                        </p:attrNameLst>
                                      </p:cBhvr>
                                      <p:to>
                                        <p:strVal val="hidden"/>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wipe(left)">
                                      <p:cBhvr>
                                        <p:cTn id="96" dur="1000"/>
                                        <p:tgtEl>
                                          <p:spTgt spid="47"/>
                                        </p:tgtEl>
                                      </p:cBhvr>
                                    </p:animEffect>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1000"/>
                                        <p:tgtEl>
                                          <p:spTgt spid="49"/>
                                        </p:tgtEl>
                                      </p:cBhvr>
                                    </p:animEffect>
                                    <p:anim calcmode="lin" valueType="num">
                                      <p:cBhvr>
                                        <p:cTn id="102" dur="1000" fill="hold"/>
                                        <p:tgtEl>
                                          <p:spTgt spid="49"/>
                                        </p:tgtEl>
                                        <p:attrNameLst>
                                          <p:attrName>ppt_x</p:attrName>
                                        </p:attrNameLst>
                                      </p:cBhvr>
                                      <p:tavLst>
                                        <p:tav tm="0">
                                          <p:val>
                                            <p:strVal val="#ppt_x"/>
                                          </p:val>
                                        </p:tav>
                                        <p:tav tm="100000">
                                          <p:val>
                                            <p:strVal val="#ppt_x"/>
                                          </p:val>
                                        </p:tav>
                                      </p:tavLst>
                                    </p:anim>
                                    <p:anim calcmode="lin" valueType="num">
                                      <p:cBhvr>
                                        <p:cTn id="103" dur="1000" fill="hold"/>
                                        <p:tgtEl>
                                          <p:spTgt spid="49"/>
                                        </p:tgtEl>
                                        <p:attrNameLst>
                                          <p:attrName>ppt_y</p:attrName>
                                        </p:attrNameLst>
                                      </p:cBhvr>
                                      <p:tavLst>
                                        <p:tav tm="0">
                                          <p:val>
                                            <p:strVal val="#ppt_y+.1"/>
                                          </p:val>
                                        </p:tav>
                                        <p:tav tm="100000">
                                          <p:val>
                                            <p:strVal val="#ppt_y"/>
                                          </p:val>
                                        </p:tav>
                                      </p:tavLst>
                                    </p:anim>
                                  </p:childTnLst>
                                </p:cTn>
                              </p:par>
                            </p:childTnLst>
                          </p:cTn>
                        </p:par>
                        <p:par>
                          <p:cTn id="104" fill="hold">
                            <p:stCondLst>
                              <p:cond delay="1000"/>
                            </p:stCondLst>
                            <p:childTnLst>
                              <p:par>
                                <p:cTn id="105" presetID="22" presetClass="exit" presetSubtype="2" fill="hold" nodeType="afterEffect">
                                  <p:stCondLst>
                                    <p:cond delay="0"/>
                                  </p:stCondLst>
                                  <p:childTnLst>
                                    <p:animEffect transition="out" filter="wipe(right)">
                                      <p:cBhvr>
                                        <p:cTn id="106" dur="500"/>
                                        <p:tgtEl>
                                          <p:spTgt spid="47"/>
                                        </p:tgtEl>
                                      </p:cBhvr>
                                    </p:animEffect>
                                    <p:set>
                                      <p:cBhvr>
                                        <p:cTn id="107" dur="1" fill="hold">
                                          <p:stCondLst>
                                            <p:cond delay="499"/>
                                          </p:stCondLst>
                                        </p:cTn>
                                        <p:tgtEl>
                                          <p:spTgt spid="47"/>
                                        </p:tgtEl>
                                        <p:attrNameLst>
                                          <p:attrName>style.visibility</p:attrName>
                                        </p:attrNameLst>
                                      </p:cBhvr>
                                      <p:to>
                                        <p:strVal val="hidden"/>
                                      </p:to>
                                    </p:set>
                                  </p:childTnLst>
                                </p:cTn>
                              </p:par>
                            </p:childTnLst>
                          </p:cTn>
                        </p:par>
                        <p:par>
                          <p:cTn id="108" fill="hold">
                            <p:stCondLst>
                              <p:cond delay="1500"/>
                            </p:stCondLst>
                            <p:childTnLst>
                              <p:par>
                                <p:cTn id="109" presetID="22" presetClass="entr" presetSubtype="8" fill="hold" nodeType="afterEffect">
                                  <p:stCondLst>
                                    <p:cond delay="0"/>
                                  </p:stCondLst>
                                  <p:childTnLst>
                                    <p:set>
                                      <p:cBhvr>
                                        <p:cTn id="110" dur="1" fill="hold">
                                          <p:stCondLst>
                                            <p:cond delay="0"/>
                                          </p:stCondLst>
                                        </p:cTn>
                                        <p:tgtEl>
                                          <p:spTgt spid="50"/>
                                        </p:tgtEl>
                                        <p:attrNameLst>
                                          <p:attrName>style.visibility</p:attrName>
                                        </p:attrNameLst>
                                      </p:cBhvr>
                                      <p:to>
                                        <p:strVal val="visible"/>
                                      </p:to>
                                    </p:set>
                                    <p:animEffect transition="in" filter="wipe(left)">
                                      <p:cBhvr>
                                        <p:cTn id="111" dur="1000"/>
                                        <p:tgtEl>
                                          <p:spTgt spid="50"/>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2" fill="hold" nodeType="click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wipe(right)">
                                      <p:cBhvr>
                                        <p:cTn id="116" dur="1000"/>
                                        <p:tgtEl>
                                          <p:spTgt spid="52"/>
                                        </p:tgtEl>
                                      </p:cBhvr>
                                    </p:animEffect>
                                  </p:childTnLst>
                                </p:cTn>
                              </p:par>
                            </p:childTnLst>
                          </p:cTn>
                        </p:par>
                        <p:par>
                          <p:cTn id="117" fill="hold">
                            <p:stCondLst>
                              <p:cond delay="1000"/>
                            </p:stCondLst>
                            <p:childTnLst>
                              <p:par>
                                <p:cTn id="118" presetID="22" presetClass="exit" presetSubtype="2" fill="hold" nodeType="afterEffect">
                                  <p:stCondLst>
                                    <p:cond delay="0"/>
                                  </p:stCondLst>
                                  <p:childTnLst>
                                    <p:animEffect transition="out" filter="wipe(right)">
                                      <p:cBhvr>
                                        <p:cTn id="119" dur="500"/>
                                        <p:tgtEl>
                                          <p:spTgt spid="50"/>
                                        </p:tgtEl>
                                      </p:cBhvr>
                                    </p:animEffect>
                                    <p:set>
                                      <p:cBhvr>
                                        <p:cTn id="120" dur="1" fill="hold">
                                          <p:stCondLst>
                                            <p:cond delay="499"/>
                                          </p:stCondLst>
                                        </p:cTn>
                                        <p:tgtEl>
                                          <p:spTgt spid="50"/>
                                        </p:tgtEl>
                                        <p:attrNameLst>
                                          <p:attrName>style.visibility</p:attrName>
                                        </p:attrNameLst>
                                      </p:cBhvr>
                                      <p:to>
                                        <p:strVal val="hidden"/>
                                      </p:to>
                                    </p:set>
                                  </p:childTnLst>
                                </p:cTn>
                              </p:par>
                            </p:childTnLst>
                          </p:cTn>
                        </p:par>
                        <p:par>
                          <p:cTn id="121" fill="hold">
                            <p:stCondLst>
                              <p:cond delay="1500"/>
                            </p:stCondLst>
                            <p:childTnLst>
                              <p:par>
                                <p:cTn id="122" presetID="22" presetClass="entr" presetSubtype="8" fill="hold" nodeType="afterEffect">
                                  <p:stCondLst>
                                    <p:cond delay="0"/>
                                  </p:stCondLst>
                                  <p:childTnLst>
                                    <p:set>
                                      <p:cBhvr>
                                        <p:cTn id="123" dur="1" fill="hold">
                                          <p:stCondLst>
                                            <p:cond delay="0"/>
                                          </p:stCondLst>
                                        </p:cTn>
                                        <p:tgtEl>
                                          <p:spTgt spid="55"/>
                                        </p:tgtEl>
                                        <p:attrNameLst>
                                          <p:attrName>style.visibility</p:attrName>
                                        </p:attrNameLst>
                                      </p:cBhvr>
                                      <p:to>
                                        <p:strVal val="visible"/>
                                      </p:to>
                                    </p:set>
                                    <p:animEffect transition="in" filter="wipe(left)">
                                      <p:cBhvr>
                                        <p:cTn id="124" dur="1000"/>
                                        <p:tgtEl>
                                          <p:spTgt spid="55"/>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56"/>
                                        </p:tgtEl>
                                        <p:attrNameLst>
                                          <p:attrName>style.visibility</p:attrName>
                                        </p:attrNameLst>
                                      </p:cBhvr>
                                      <p:to>
                                        <p:strVal val="visible"/>
                                      </p:to>
                                    </p:set>
                                    <p:animEffect transition="in" filter="wipe(left)">
                                      <p:cBhvr>
                                        <p:cTn id="129" dur="1000"/>
                                        <p:tgtEl>
                                          <p:spTgt spid="56"/>
                                        </p:tgtEl>
                                      </p:cBhvr>
                                    </p:animEffect>
                                  </p:childTnLst>
                                </p:cTn>
                              </p:par>
                            </p:childTnLst>
                          </p:cTn>
                        </p:par>
                        <p:par>
                          <p:cTn id="130" fill="hold">
                            <p:stCondLst>
                              <p:cond delay="1000"/>
                            </p:stCondLst>
                            <p:childTnLst>
                              <p:par>
                                <p:cTn id="131" presetID="22" presetClass="exit" presetSubtype="2" fill="hold" nodeType="afterEffect">
                                  <p:stCondLst>
                                    <p:cond delay="0"/>
                                  </p:stCondLst>
                                  <p:childTnLst>
                                    <p:animEffect transition="out" filter="wipe(right)">
                                      <p:cBhvr>
                                        <p:cTn id="132" dur="500"/>
                                        <p:tgtEl>
                                          <p:spTgt spid="55"/>
                                        </p:tgtEl>
                                      </p:cBhvr>
                                    </p:animEffect>
                                    <p:set>
                                      <p:cBhvr>
                                        <p:cTn id="133" dur="1" fill="hold">
                                          <p:stCondLst>
                                            <p:cond delay="499"/>
                                          </p:stCondLst>
                                        </p:cTn>
                                        <p:tgtEl>
                                          <p:spTgt spid="55"/>
                                        </p:tgtEl>
                                        <p:attrNameLst>
                                          <p:attrName>style.visibility</p:attrName>
                                        </p:attrNameLst>
                                      </p:cBhvr>
                                      <p:to>
                                        <p:strVal val="hidden"/>
                                      </p:to>
                                    </p:set>
                                  </p:childTnLst>
                                </p:cTn>
                              </p:par>
                            </p:childTnLst>
                          </p:cTn>
                        </p:par>
                        <p:par>
                          <p:cTn id="134" fill="hold">
                            <p:stCondLst>
                              <p:cond delay="1500"/>
                            </p:stCondLst>
                            <p:childTnLst>
                              <p:par>
                                <p:cTn id="135" presetID="22" presetClass="entr" presetSubtype="8" fill="hold" nodeType="afterEffect">
                                  <p:stCondLst>
                                    <p:cond delay="0"/>
                                  </p:stCondLst>
                                  <p:childTnLst>
                                    <p:set>
                                      <p:cBhvr>
                                        <p:cTn id="136" dur="1" fill="hold">
                                          <p:stCondLst>
                                            <p:cond delay="0"/>
                                          </p:stCondLst>
                                        </p:cTn>
                                        <p:tgtEl>
                                          <p:spTgt spid="59"/>
                                        </p:tgtEl>
                                        <p:attrNameLst>
                                          <p:attrName>style.visibility</p:attrName>
                                        </p:attrNameLst>
                                      </p:cBhvr>
                                      <p:to>
                                        <p:strVal val="visible"/>
                                      </p:to>
                                    </p:set>
                                    <p:animEffect transition="in" filter="wipe(left)">
                                      <p:cBhvr>
                                        <p:cTn id="137" dur="1000"/>
                                        <p:tgtEl>
                                          <p:spTgt spid="59"/>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xit" presetSubtype="2" fill="hold" nodeType="clickEffect">
                                  <p:stCondLst>
                                    <p:cond delay="0"/>
                                  </p:stCondLst>
                                  <p:childTnLst>
                                    <p:animEffect transition="out" filter="wipe(right)">
                                      <p:cBhvr>
                                        <p:cTn id="141" dur="500"/>
                                        <p:tgtEl>
                                          <p:spTgt spid="59"/>
                                        </p:tgtEl>
                                      </p:cBhvr>
                                    </p:animEffect>
                                    <p:set>
                                      <p:cBhvr>
                                        <p:cTn id="142" dur="1" fill="hold">
                                          <p:stCondLst>
                                            <p:cond delay="499"/>
                                          </p:stCondLst>
                                        </p:cTn>
                                        <p:tgtEl>
                                          <p:spTgt spid="59"/>
                                        </p:tgtEl>
                                        <p:attrNameLst>
                                          <p:attrName>style.visibility</p:attrName>
                                        </p:attrNameLst>
                                      </p:cBhvr>
                                      <p:to>
                                        <p:strVal val="hidden"/>
                                      </p:to>
                                    </p:set>
                                  </p:childTnLst>
                                </p:cTn>
                              </p:par>
                            </p:childTnLst>
                          </p:cTn>
                        </p:par>
                        <p:par>
                          <p:cTn id="143" fill="hold">
                            <p:stCondLst>
                              <p:cond delay="500"/>
                            </p:stCondLst>
                            <p:childTnLst>
                              <p:par>
                                <p:cTn id="144" presetID="22" presetClass="entr" presetSubtype="8" fill="hold" nodeType="afterEffect">
                                  <p:stCondLst>
                                    <p:cond delay="0"/>
                                  </p:stCondLst>
                                  <p:childTnLst>
                                    <p:set>
                                      <p:cBhvr>
                                        <p:cTn id="145" dur="1" fill="hold">
                                          <p:stCondLst>
                                            <p:cond delay="0"/>
                                          </p:stCondLst>
                                        </p:cTn>
                                        <p:tgtEl>
                                          <p:spTgt spid="64"/>
                                        </p:tgtEl>
                                        <p:attrNameLst>
                                          <p:attrName>style.visibility</p:attrName>
                                        </p:attrNameLst>
                                      </p:cBhvr>
                                      <p:to>
                                        <p:strVal val="visible"/>
                                      </p:to>
                                    </p:set>
                                    <p:animEffect transition="in" filter="wipe(left)">
                                      <p:cBhvr>
                                        <p:cTn id="146"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8" grpId="0"/>
      <p:bldP spid="19" grpId="0"/>
      <p:bldP spid="37" grpId="0"/>
      <p:bldP spid="38" grpId="0"/>
      <p:bldP spid="39" grpId="0"/>
      <p:bldP spid="40" grpId="0"/>
      <p:bldP spid="43" grpId="0" animBg="1"/>
      <p:bldP spid="4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F534359-731A-3D93-A196-82ABA9F4F6F5}"/>
              </a:ext>
            </a:extLst>
          </p:cNvPr>
          <p:cNvSpPr>
            <a:spLocks noGrp="1"/>
          </p:cNvSpPr>
          <p:nvPr>
            <p:ph type="sldNum" sz="quarter" idx="12"/>
          </p:nvPr>
        </p:nvSpPr>
        <p:spPr/>
        <p:txBody>
          <a:bodyPr/>
          <a:lstStyle/>
          <a:p>
            <a:fld id="{D7C0FE0B-717B-41AE-9FA2-CA4BF851D1C3}" type="slidenum">
              <a:rPr lang="zh-CN" altLang="en-US" smtClean="0"/>
              <a:t>11</a:t>
            </a:fld>
            <a:endParaRPr lang="zh-CN" altLang="en-US"/>
          </a:p>
        </p:txBody>
      </p:sp>
      <p:sp>
        <p:nvSpPr>
          <p:cNvPr id="4" name="文本框 3">
            <a:extLst>
              <a:ext uri="{FF2B5EF4-FFF2-40B4-BE49-F238E27FC236}">
                <a16:creationId xmlns:a16="http://schemas.microsoft.com/office/drawing/2014/main" id="{74F25ADF-D648-5ACC-AE39-E52FFDF2F6E6}"/>
              </a:ext>
            </a:extLst>
          </p:cNvPr>
          <p:cNvSpPr txBox="1"/>
          <p:nvPr/>
        </p:nvSpPr>
        <p:spPr>
          <a:xfrm>
            <a:off x="746760" y="1123261"/>
            <a:ext cx="6096000" cy="2588273"/>
          </a:xfrm>
          <a:prstGeom prst="rect">
            <a:avLst/>
          </a:prstGeom>
          <a:noFill/>
        </p:spPr>
        <p:txBody>
          <a:bodyPr wrap="square">
            <a:spAutoFit/>
          </a:bodyPr>
          <a:lstStyle/>
          <a:p>
            <a:pPr indent="267970" algn="just">
              <a:lnSpc>
                <a:spcPct val="130000"/>
              </a:lnSpc>
            </a:pPr>
            <a:r>
              <a:rPr lang="zh-CN" altLang="zh-CN" b="1" kern="100" dirty="0">
                <a:latin typeface="Times New Roman" panose="02020603050405020304" pitchFamily="18" charset="0"/>
                <a:cs typeface="Times New Roman" panose="02020603050405020304" pitchFamily="18" charset="0"/>
              </a:rPr>
              <a:t>二叉链表的基本操作的实现。</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indent="267970" algn="just">
              <a:lnSpc>
                <a:spcPct val="130000"/>
              </a:lnSpc>
              <a:buNone/>
            </a:pP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a:t>
            </a:r>
            <a:r>
              <a:rPr lang="en-US" altLang="zh-CN" sz="1800" b="1" kern="100" dirty="0">
                <a:effectLst/>
                <a:latin typeface="等线" panose="02010600030101010101" pitchFamily="2" charset="-122"/>
                <a:ea typeface="楷体" panose="02010609060101010101" pitchFamily="49" charset="-122"/>
                <a:cs typeface="Times New Roman" panose="02020603050405020304" pitchFamily="18" charset="0"/>
              </a:rPr>
              <a:t>2</a:t>
            </a: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a:t>
            </a:r>
            <a:r>
              <a:rPr lang="zh-CN" altLang="zh-CN" sz="18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替换右子树</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用已有的二叉树</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RT</a:t>
            </a:r>
            <a:r>
              <a:rPr lang="zh-CN"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替换</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二叉树</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的右子树。</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indent="267970" algn="just">
              <a:lnSpc>
                <a:spcPct val="130000"/>
              </a:lnSpc>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如果</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为空则返回</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NULL</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，否则用</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替换</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的右子树，并返回</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的原右子树，其实现见算法</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6.2</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indent="267970" algn="just">
              <a:lnSpc>
                <a:spcPct val="130000"/>
              </a:lnSpc>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所谓替换子树，实际上具有“插入”和“删除”子树的两面性。当</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RT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为空时，就是删除</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的右子树。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75B017C3-9B7B-DAB8-A362-8375AD27A0DE}"/>
              </a:ext>
            </a:extLst>
          </p:cNvPr>
          <p:cNvSpPr txBox="1"/>
          <p:nvPr/>
        </p:nvSpPr>
        <p:spPr>
          <a:xfrm>
            <a:off x="1048362" y="289083"/>
            <a:ext cx="4706052" cy="461665"/>
          </a:xfrm>
          <a:prstGeom prst="rect">
            <a:avLst/>
          </a:prstGeom>
          <a:noFill/>
        </p:spPr>
        <p:txBody>
          <a:bodyPr wrap="square">
            <a:spAutoFit/>
          </a:bodyPr>
          <a:lstStyle/>
          <a:p>
            <a:pPr indent="26797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6.2.3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二叉树的存储结构</a:t>
            </a:r>
            <a:r>
              <a:rPr lang="zh-CN" altLang="en-US" sz="2400"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latin typeface="等线" panose="02010600030101010101" pitchFamily="2" charset="-122"/>
              <a:ea typeface="等线" panose="02010600030101010101" pitchFamily="2" charset="-122"/>
            </a:endParaRPr>
          </a:p>
        </p:txBody>
      </p:sp>
      <p:sp>
        <p:nvSpPr>
          <p:cNvPr id="7" name="文本框 6">
            <a:extLst>
              <a:ext uri="{FF2B5EF4-FFF2-40B4-BE49-F238E27FC236}">
                <a16:creationId xmlns:a16="http://schemas.microsoft.com/office/drawing/2014/main" id="{D60DF814-7726-CB60-5E27-04663F83FD1C}"/>
              </a:ext>
            </a:extLst>
          </p:cNvPr>
          <p:cNvSpPr txBox="1"/>
          <p:nvPr/>
        </p:nvSpPr>
        <p:spPr>
          <a:xfrm>
            <a:off x="1048362" y="4102558"/>
            <a:ext cx="9232900" cy="2405274"/>
          </a:xfrm>
          <a:prstGeom prst="rect">
            <a:avLst/>
          </a:prstGeom>
          <a:solidFill>
            <a:schemeClr val="tx2">
              <a:lumMod val="10000"/>
              <a:lumOff val="90000"/>
            </a:schemeClr>
          </a:solidFill>
        </p:spPr>
        <p:txBody>
          <a:bodyPr wrap="square">
            <a:spAutoFit/>
          </a:bodyPr>
          <a:lstStyle/>
          <a:p>
            <a:pPr indent="359410" algn="just">
              <a:lnSpc>
                <a:spcPct val="12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ReplaceRight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en-US"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算法</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6.2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替换</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右</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子树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35941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非空，则用</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替换</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右</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子树，并返回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的原</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右</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子树</a:t>
            </a:r>
          </a:p>
          <a:p>
            <a:pPr indent="35941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(NULL==T)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NULL;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为空</a:t>
            </a:r>
          </a:p>
          <a:p>
            <a:pPr indent="359410" algn="just">
              <a:lnSpc>
                <a:spcPct val="120000"/>
              </a:lnSpc>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暂存原</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右</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子树</a:t>
            </a:r>
          </a:p>
          <a:p>
            <a:pPr indent="35941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RT;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LT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作为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右</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子树</a:t>
            </a:r>
          </a:p>
          <a:p>
            <a:pPr indent="359410" algn="just">
              <a:lnSpc>
                <a:spcPct val="120000"/>
              </a:lnSpc>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返回原</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右</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子树</a:t>
            </a:r>
          </a:p>
          <a:p>
            <a:pPr indent="361315" algn="just">
              <a:lnSpc>
                <a:spcPct val="120000"/>
              </a:lnSpc>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grpSp>
        <p:nvGrpSpPr>
          <p:cNvPr id="8" name="组合 7">
            <a:extLst>
              <a:ext uri="{FF2B5EF4-FFF2-40B4-BE49-F238E27FC236}">
                <a16:creationId xmlns:a16="http://schemas.microsoft.com/office/drawing/2014/main" id="{65A2D26C-D5B4-E139-8B25-C381DFC966AA}"/>
              </a:ext>
            </a:extLst>
          </p:cNvPr>
          <p:cNvGrpSpPr/>
          <p:nvPr/>
        </p:nvGrpSpPr>
        <p:grpSpPr>
          <a:xfrm>
            <a:off x="7370128" y="3146180"/>
            <a:ext cx="883920" cy="742735"/>
            <a:chOff x="7720160" y="2753359"/>
            <a:chExt cx="883920" cy="850978"/>
          </a:xfrm>
        </p:grpSpPr>
        <p:sp>
          <p:nvSpPr>
            <p:cNvPr id="36" name="梯形 35">
              <a:extLst>
                <a:ext uri="{FF2B5EF4-FFF2-40B4-BE49-F238E27FC236}">
                  <a16:creationId xmlns:a16="http://schemas.microsoft.com/office/drawing/2014/main" id="{30E53C55-E863-1991-6190-CF784CB3AB96}"/>
                </a:ext>
              </a:extLst>
            </p:cNvPr>
            <p:cNvSpPr/>
            <p:nvPr/>
          </p:nvSpPr>
          <p:spPr>
            <a:xfrm>
              <a:off x="7720160" y="2879593"/>
              <a:ext cx="883920" cy="724744"/>
            </a:xfrm>
            <a:prstGeom prst="trapezoid">
              <a:avLst>
                <a:gd name="adj" fmla="val 54965"/>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7" name="椭圆 36">
              <a:extLst>
                <a:ext uri="{FF2B5EF4-FFF2-40B4-BE49-F238E27FC236}">
                  <a16:creationId xmlns:a16="http://schemas.microsoft.com/office/drawing/2014/main" id="{7DA95A64-30C7-BE03-4E4C-E72B57A6E9C2}"/>
                </a:ext>
              </a:extLst>
            </p:cNvPr>
            <p:cNvSpPr/>
            <p:nvPr/>
          </p:nvSpPr>
          <p:spPr>
            <a:xfrm>
              <a:off x="8072120" y="2753359"/>
              <a:ext cx="180000" cy="206231"/>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9" name="组合 8">
            <a:extLst>
              <a:ext uri="{FF2B5EF4-FFF2-40B4-BE49-F238E27FC236}">
                <a16:creationId xmlns:a16="http://schemas.microsoft.com/office/drawing/2014/main" id="{7DBF215D-2158-133D-1623-927F0A7D0005}"/>
              </a:ext>
            </a:extLst>
          </p:cNvPr>
          <p:cNvGrpSpPr/>
          <p:nvPr/>
        </p:nvGrpSpPr>
        <p:grpSpPr>
          <a:xfrm>
            <a:off x="8880783" y="3119817"/>
            <a:ext cx="820264" cy="632559"/>
            <a:chOff x="7751988" y="2753360"/>
            <a:chExt cx="820264" cy="586543"/>
          </a:xfrm>
        </p:grpSpPr>
        <p:sp>
          <p:nvSpPr>
            <p:cNvPr id="34" name="梯形 33">
              <a:extLst>
                <a:ext uri="{FF2B5EF4-FFF2-40B4-BE49-F238E27FC236}">
                  <a16:creationId xmlns:a16="http://schemas.microsoft.com/office/drawing/2014/main" id="{2813C346-2D9C-ECCB-B3AC-C68B76072916}"/>
                </a:ext>
              </a:extLst>
            </p:cNvPr>
            <p:cNvSpPr/>
            <p:nvPr/>
          </p:nvSpPr>
          <p:spPr>
            <a:xfrm>
              <a:off x="7751988" y="2837345"/>
              <a:ext cx="820264" cy="502558"/>
            </a:xfrm>
            <a:prstGeom prst="trapezoid">
              <a:avLst>
                <a:gd name="adj" fmla="val 59215"/>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椭圆 34">
              <a:extLst>
                <a:ext uri="{FF2B5EF4-FFF2-40B4-BE49-F238E27FC236}">
                  <a16:creationId xmlns:a16="http://schemas.microsoft.com/office/drawing/2014/main" id="{BAF10BB9-EC5A-984C-DDB5-DCB2C5738435}"/>
                </a:ext>
              </a:extLst>
            </p:cNvPr>
            <p:cNvSpPr/>
            <p:nvPr/>
          </p:nvSpPr>
          <p:spPr>
            <a:xfrm>
              <a:off x="8072120" y="2753360"/>
              <a:ext cx="180000" cy="151454"/>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0" name="文本框 17">
            <a:extLst>
              <a:ext uri="{FF2B5EF4-FFF2-40B4-BE49-F238E27FC236}">
                <a16:creationId xmlns:a16="http://schemas.microsoft.com/office/drawing/2014/main" id="{6DE34773-96F7-21C1-E465-1F2CFD95E754}"/>
              </a:ext>
            </a:extLst>
          </p:cNvPr>
          <p:cNvSpPr txBox="1"/>
          <p:nvPr/>
        </p:nvSpPr>
        <p:spPr>
          <a:xfrm>
            <a:off x="7126205" y="1504398"/>
            <a:ext cx="4937760"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None/>
            </a:pPr>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BiTree</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rt</a:t>
            </a:r>
            <a:r>
              <a:rPr lang="en-US" altLang="zh-CN" sz="2000" b="1" kern="100" dirty="0">
                <a:latin typeface="Courier New" panose="02070309020205020404" pitchFamily="49" charset="0"/>
                <a:ea typeface="宋体" panose="02010600030101010101" pitchFamily="2" charset="-122"/>
                <a:cs typeface="Times New Roman" panose="02020603050405020304" pitchFamily="18" charset="0"/>
              </a:rPr>
              <a:t> = </a:t>
            </a:r>
            <a:r>
              <a:rPr lang="en-US" altLang="zh-CN" sz="2000" b="1" kern="100" dirty="0" err="1">
                <a:latin typeface="Courier New" panose="02070309020205020404" pitchFamily="49" charset="0"/>
                <a:cs typeface="Times New Roman" panose="02020603050405020304" pitchFamily="18" charset="0"/>
              </a:rPr>
              <a:t>ReplaceRight</a:t>
            </a:r>
            <a:r>
              <a:rPr lang="en-US" altLang="zh-CN" sz="2000" b="1" kern="100" dirty="0">
                <a:latin typeface="Courier New" panose="02070309020205020404" pitchFamily="49" charset="0"/>
                <a:cs typeface="Times New Roman" panose="02020603050405020304" pitchFamily="18" charset="0"/>
              </a:rPr>
              <a:t>(</a:t>
            </a:r>
            <a:r>
              <a:rPr lang="en-US" altLang="zh-CN" sz="2000" b="1" kern="100" dirty="0" err="1">
                <a:solidFill>
                  <a:srgbClr val="C00000"/>
                </a:solidFill>
                <a:latin typeface="Courier New" panose="02070309020205020404" pitchFamily="49" charset="0"/>
                <a:cs typeface="Times New Roman" panose="02020603050405020304" pitchFamily="18" charset="0"/>
              </a:rPr>
              <a:t>t</a:t>
            </a:r>
            <a:r>
              <a:rPr lang="en-US" altLang="zh-CN" sz="2000" b="1" kern="100" dirty="0" err="1">
                <a:latin typeface="Courier New" panose="02070309020205020404" pitchFamily="49" charset="0"/>
                <a:cs typeface="Times New Roman" panose="02020603050405020304" pitchFamily="18" charset="0"/>
              </a:rPr>
              <a:t>,</a:t>
            </a:r>
            <a:r>
              <a:rPr lang="en-US" altLang="zh-CN" sz="2000" b="1" kern="100" dirty="0" err="1">
                <a:solidFill>
                  <a:srgbClr val="C00000"/>
                </a:solidFill>
                <a:latin typeface="Courier New" panose="02070309020205020404" pitchFamily="49" charset="0"/>
                <a:cs typeface="Times New Roman" panose="02020603050405020304" pitchFamily="18" charset="0"/>
              </a:rPr>
              <a:t>r</a:t>
            </a:r>
            <a:r>
              <a:rPr lang="en-US" altLang="zh-CN" sz="2000" b="1" kern="100" dirty="0">
                <a:latin typeface="Courier New" panose="02070309020205020404" pitchFamily="49" charset="0"/>
                <a:cs typeface="Times New Roman" panose="02020603050405020304" pitchFamily="18" charset="0"/>
              </a:rPr>
              <a:t>);</a:t>
            </a:r>
            <a:r>
              <a:rPr lang="en-US" altLang="zh-CN" sz="2000" b="1" kern="100" dirty="0">
                <a:latin typeface="Courier New" panose="02070309020205020404" pitchFamily="49" charset="0"/>
                <a:ea typeface="宋体" panose="02010600030101010101" pitchFamily="2" charset="-122"/>
                <a:cs typeface="Times New Roman" panose="02020603050405020304" pitchFamily="18" charset="0"/>
              </a:rPr>
              <a:t> </a:t>
            </a:r>
            <a:endPar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11" name="文本框 18">
            <a:extLst>
              <a:ext uri="{FF2B5EF4-FFF2-40B4-BE49-F238E27FC236}">
                <a16:creationId xmlns:a16="http://schemas.microsoft.com/office/drawing/2014/main" id="{84690950-2123-3703-DDE5-82B569650108}"/>
              </a:ext>
            </a:extLst>
          </p:cNvPr>
          <p:cNvSpPr txBox="1"/>
          <p:nvPr/>
        </p:nvSpPr>
        <p:spPr>
          <a:xfrm>
            <a:off x="7090961" y="1089244"/>
            <a:ext cx="3262432"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rgbClr val="041ABC"/>
                </a:solidFill>
              </a:rPr>
              <a:t>观察执行以下语句的过程：</a:t>
            </a:r>
          </a:p>
        </p:txBody>
      </p:sp>
      <p:grpSp>
        <p:nvGrpSpPr>
          <p:cNvPr id="13" name="组合 12">
            <a:extLst>
              <a:ext uri="{FF2B5EF4-FFF2-40B4-BE49-F238E27FC236}">
                <a16:creationId xmlns:a16="http://schemas.microsoft.com/office/drawing/2014/main" id="{2A387A73-1E0A-48C9-CC27-4A09EDDD6FCF}"/>
              </a:ext>
            </a:extLst>
          </p:cNvPr>
          <p:cNvGrpSpPr/>
          <p:nvPr/>
        </p:nvGrpSpPr>
        <p:grpSpPr>
          <a:xfrm>
            <a:off x="9380915" y="3009246"/>
            <a:ext cx="1042800" cy="400110"/>
            <a:chOff x="7351914" y="2719460"/>
            <a:chExt cx="1042800" cy="400110"/>
          </a:xfrm>
        </p:grpSpPr>
        <p:sp>
          <p:nvSpPr>
            <p:cNvPr id="30" name="文本框 24">
              <a:extLst>
                <a:ext uri="{FF2B5EF4-FFF2-40B4-BE49-F238E27FC236}">
                  <a16:creationId xmlns:a16="http://schemas.microsoft.com/office/drawing/2014/main" id="{215798B2-F6A1-F09F-4AEF-87D75F4A9DA8}"/>
                </a:ext>
              </a:extLst>
            </p:cNvPr>
            <p:cNvSpPr txBox="1"/>
            <p:nvPr/>
          </p:nvSpPr>
          <p:spPr>
            <a:xfrm>
              <a:off x="7902271" y="2719460"/>
              <a:ext cx="492443"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err="1">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rc</a:t>
              </a:r>
              <a:endParaRPr lang="zh-CN" altLang="en-US" sz="2000" b="1"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31" name="直接箭头连接符 30">
              <a:extLst>
                <a:ext uri="{FF2B5EF4-FFF2-40B4-BE49-F238E27FC236}">
                  <a16:creationId xmlns:a16="http://schemas.microsoft.com/office/drawing/2014/main" id="{FC967B74-3E5E-B272-348B-4C3B9B507151}"/>
                </a:ext>
              </a:extLst>
            </p:cNvPr>
            <p:cNvCxnSpPr>
              <a:cxnSpLocks/>
              <a:stCxn id="30" idx="1"/>
              <a:endCxn id="35" idx="6"/>
            </p:cNvCxnSpPr>
            <p:nvPr/>
          </p:nvCxnSpPr>
          <p:spPr>
            <a:xfrm flipH="1" flipV="1">
              <a:off x="7351914" y="2911699"/>
              <a:ext cx="550357" cy="7816"/>
            </a:xfrm>
            <a:prstGeom prst="straightConnector1">
              <a:avLst/>
            </a:prstGeom>
            <a:ln>
              <a:solidFill>
                <a:srgbClr val="00B0F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grpSp>
        <p:nvGrpSpPr>
          <p:cNvPr id="15" name="组合 14">
            <a:extLst>
              <a:ext uri="{FF2B5EF4-FFF2-40B4-BE49-F238E27FC236}">
                <a16:creationId xmlns:a16="http://schemas.microsoft.com/office/drawing/2014/main" id="{2DB77AA3-A0FF-8413-EB57-8F122BC14431}"/>
              </a:ext>
            </a:extLst>
          </p:cNvPr>
          <p:cNvGrpSpPr/>
          <p:nvPr/>
        </p:nvGrpSpPr>
        <p:grpSpPr>
          <a:xfrm>
            <a:off x="10613185" y="2472219"/>
            <a:ext cx="354458" cy="620727"/>
            <a:chOff x="7979512" y="2399586"/>
            <a:chExt cx="354458" cy="620727"/>
          </a:xfrm>
        </p:grpSpPr>
        <p:sp>
          <p:nvSpPr>
            <p:cNvPr id="26" name="文本框 33">
              <a:extLst>
                <a:ext uri="{FF2B5EF4-FFF2-40B4-BE49-F238E27FC236}">
                  <a16:creationId xmlns:a16="http://schemas.microsoft.com/office/drawing/2014/main" id="{9CF2BB40-A562-4079-BD0C-3D971461CE84}"/>
                </a:ext>
              </a:extLst>
            </p:cNvPr>
            <p:cNvSpPr txBox="1"/>
            <p:nvPr/>
          </p:nvSpPr>
          <p:spPr>
            <a:xfrm>
              <a:off x="7995416" y="2399586"/>
              <a:ext cx="33855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r</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27" name="直接箭头连接符 26">
              <a:extLst>
                <a:ext uri="{FF2B5EF4-FFF2-40B4-BE49-F238E27FC236}">
                  <a16:creationId xmlns:a16="http://schemas.microsoft.com/office/drawing/2014/main" id="{5E076F52-E727-4F0D-9C6D-AD606CB24C94}"/>
                </a:ext>
              </a:extLst>
            </p:cNvPr>
            <p:cNvCxnSpPr>
              <a:cxnSpLocks/>
            </p:cNvCxnSpPr>
            <p:nvPr/>
          </p:nvCxnSpPr>
          <p:spPr>
            <a:xfrm flipH="1">
              <a:off x="7979512" y="2758676"/>
              <a:ext cx="157468" cy="261637"/>
            </a:xfrm>
            <a:prstGeom prst="straightConnector1">
              <a:avLst/>
            </a:prstGeom>
            <a:ln>
              <a:solidFill>
                <a:srgbClr val="8E000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16" name="文本框 36">
            <a:extLst>
              <a:ext uri="{FF2B5EF4-FFF2-40B4-BE49-F238E27FC236}">
                <a16:creationId xmlns:a16="http://schemas.microsoft.com/office/drawing/2014/main" id="{F43CC33D-8CD6-42E5-2FA3-2EDE6E7E7D1F}"/>
              </a:ext>
            </a:extLst>
          </p:cNvPr>
          <p:cNvSpPr txBox="1"/>
          <p:nvPr/>
        </p:nvSpPr>
        <p:spPr>
          <a:xfrm>
            <a:off x="7098986" y="723151"/>
            <a:ext cx="3381054"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rgbClr val="041ABC"/>
                </a:solidFill>
                <a:latin typeface="Courier New" panose="02070309020205020404" pitchFamily="49" charset="0"/>
                <a:cs typeface="Courier New" panose="02070309020205020404" pitchFamily="49" charset="0"/>
              </a:rPr>
              <a:t>假设已有两棵二叉树</a:t>
            </a:r>
            <a:r>
              <a:rPr lang="en-US" altLang="zh-CN" sz="2000" b="1" dirty="0">
                <a:solidFill>
                  <a:srgbClr val="C00000"/>
                </a:solidFill>
                <a:latin typeface="Courier New" panose="02070309020205020404" pitchFamily="49" charset="0"/>
                <a:cs typeface="Courier New" panose="02070309020205020404" pitchFamily="49" charset="0"/>
              </a:rPr>
              <a:t>t</a:t>
            </a:r>
            <a:r>
              <a:rPr lang="zh-CN" altLang="en-US" sz="2000" b="1" dirty="0">
                <a:solidFill>
                  <a:srgbClr val="041ABC"/>
                </a:solidFill>
                <a:latin typeface="Courier New" panose="02070309020205020404" pitchFamily="49" charset="0"/>
                <a:cs typeface="Courier New" panose="02070309020205020404" pitchFamily="49" charset="0"/>
              </a:rPr>
              <a:t>和</a:t>
            </a:r>
            <a:r>
              <a:rPr lang="en-US" altLang="zh-CN" sz="2000" b="1" dirty="0">
                <a:solidFill>
                  <a:srgbClr val="C00000"/>
                </a:solidFill>
                <a:latin typeface="Courier New" panose="02070309020205020404" pitchFamily="49" charset="0"/>
                <a:cs typeface="Courier New" panose="02070309020205020404" pitchFamily="49" charset="0"/>
              </a:rPr>
              <a:t>r</a:t>
            </a:r>
            <a:r>
              <a:rPr lang="zh-CN" altLang="en-US" sz="2000" b="1" dirty="0">
                <a:solidFill>
                  <a:srgbClr val="041ABC"/>
                </a:solidFill>
                <a:latin typeface="Courier New" panose="02070309020205020404" pitchFamily="49" charset="0"/>
                <a:cs typeface="Courier New" panose="02070309020205020404" pitchFamily="49" charset="0"/>
              </a:rPr>
              <a:t>。</a:t>
            </a:r>
          </a:p>
        </p:txBody>
      </p:sp>
      <p:sp>
        <p:nvSpPr>
          <p:cNvPr id="17" name="文本框 39">
            <a:extLst>
              <a:ext uri="{FF2B5EF4-FFF2-40B4-BE49-F238E27FC236}">
                <a16:creationId xmlns:a16="http://schemas.microsoft.com/office/drawing/2014/main" id="{803009A3-F0BF-64E2-81A9-3A223C2AC526}"/>
              </a:ext>
            </a:extLst>
          </p:cNvPr>
          <p:cNvSpPr txBox="1"/>
          <p:nvPr/>
        </p:nvSpPr>
        <p:spPr>
          <a:xfrm>
            <a:off x="6468076" y="3903086"/>
            <a:ext cx="338554"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r</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8" name="椭圆 17">
            <a:extLst>
              <a:ext uri="{FF2B5EF4-FFF2-40B4-BE49-F238E27FC236}">
                <a16:creationId xmlns:a16="http://schemas.microsoft.com/office/drawing/2014/main" id="{0A8EDA9E-06EC-A79E-3868-E551826F5308}"/>
              </a:ext>
            </a:extLst>
          </p:cNvPr>
          <p:cNvSpPr/>
          <p:nvPr/>
        </p:nvSpPr>
        <p:spPr>
          <a:xfrm>
            <a:off x="8424252" y="2525610"/>
            <a:ext cx="324000" cy="324000"/>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9" name="组合 18">
            <a:extLst>
              <a:ext uri="{FF2B5EF4-FFF2-40B4-BE49-F238E27FC236}">
                <a16:creationId xmlns:a16="http://schemas.microsoft.com/office/drawing/2014/main" id="{AF2B05EE-5F1D-F967-3D54-F928E021DAA3}"/>
              </a:ext>
            </a:extLst>
          </p:cNvPr>
          <p:cNvGrpSpPr/>
          <p:nvPr/>
        </p:nvGrpSpPr>
        <p:grpSpPr>
          <a:xfrm>
            <a:off x="8081933" y="1987477"/>
            <a:ext cx="504319" cy="573319"/>
            <a:chOff x="7860113" y="2435348"/>
            <a:chExt cx="504319" cy="573319"/>
          </a:xfrm>
        </p:grpSpPr>
        <p:sp>
          <p:nvSpPr>
            <p:cNvPr id="24" name="文本框 44">
              <a:extLst>
                <a:ext uri="{FF2B5EF4-FFF2-40B4-BE49-F238E27FC236}">
                  <a16:creationId xmlns:a16="http://schemas.microsoft.com/office/drawing/2014/main" id="{744F4B71-C717-469F-D4F3-FF9EA870DBA1}"/>
                </a:ext>
              </a:extLst>
            </p:cNvPr>
            <p:cNvSpPr txBox="1"/>
            <p:nvPr/>
          </p:nvSpPr>
          <p:spPr>
            <a:xfrm>
              <a:off x="7860113" y="2435348"/>
              <a:ext cx="504319" cy="4308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latin typeface="Courier New" panose="02070309020205020404" pitchFamily="49" charset="0"/>
                  <a:cs typeface="Courier New" panose="02070309020205020404" pitchFamily="49" charset="0"/>
                </a:rPr>
                <a:t>t</a:t>
              </a:r>
              <a:endParaRPr lang="zh-CN" altLang="en-US" sz="2200" b="1" dirty="0">
                <a:solidFill>
                  <a:srgbClr val="C00000"/>
                </a:solidFill>
                <a:latin typeface="Courier New" panose="02070309020205020404" pitchFamily="49" charset="0"/>
                <a:cs typeface="Courier New" panose="02070309020205020404" pitchFamily="49" charset="0"/>
              </a:endParaRPr>
            </a:p>
          </p:txBody>
        </p:sp>
        <p:cxnSp>
          <p:nvCxnSpPr>
            <p:cNvPr id="25" name="直接箭头连接符 24">
              <a:extLst>
                <a:ext uri="{FF2B5EF4-FFF2-40B4-BE49-F238E27FC236}">
                  <a16:creationId xmlns:a16="http://schemas.microsoft.com/office/drawing/2014/main" id="{7C3C8DD9-6353-A863-F987-427F62541CAB}"/>
                </a:ext>
              </a:extLst>
            </p:cNvPr>
            <p:cNvCxnSpPr>
              <a:cxnSpLocks/>
            </p:cNvCxnSpPr>
            <p:nvPr/>
          </p:nvCxnSpPr>
          <p:spPr>
            <a:xfrm>
              <a:off x="8136980" y="2758676"/>
              <a:ext cx="123864" cy="249991"/>
            </a:xfrm>
            <a:prstGeom prst="straightConnector1">
              <a:avLst/>
            </a:prstGeom>
            <a:ln>
              <a:solidFill>
                <a:srgbClr val="8E000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cxnSp>
        <p:nvCxnSpPr>
          <p:cNvPr id="21" name="直接箭头连接符 20">
            <a:extLst>
              <a:ext uri="{FF2B5EF4-FFF2-40B4-BE49-F238E27FC236}">
                <a16:creationId xmlns:a16="http://schemas.microsoft.com/office/drawing/2014/main" id="{853DC8E4-22A3-1289-311C-CC3787E7D2FE}"/>
              </a:ext>
            </a:extLst>
          </p:cNvPr>
          <p:cNvCxnSpPr>
            <a:cxnSpLocks/>
            <a:endCxn id="37" idx="7"/>
          </p:cNvCxnSpPr>
          <p:nvPr/>
        </p:nvCxnSpPr>
        <p:spPr>
          <a:xfrm flipH="1">
            <a:off x="7875728" y="2822466"/>
            <a:ext cx="588168" cy="350074"/>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59AF360C-ABDE-1335-BC27-4DA6300A0920}"/>
              </a:ext>
            </a:extLst>
          </p:cNvPr>
          <p:cNvCxnSpPr>
            <a:cxnSpLocks/>
            <a:endCxn id="35" idx="1"/>
          </p:cNvCxnSpPr>
          <p:nvPr/>
        </p:nvCxnSpPr>
        <p:spPr>
          <a:xfrm>
            <a:off x="8712453" y="2802974"/>
            <a:ext cx="514822" cy="340763"/>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sp>
        <p:nvSpPr>
          <p:cNvPr id="38" name="文本框 39">
            <a:extLst>
              <a:ext uri="{FF2B5EF4-FFF2-40B4-BE49-F238E27FC236}">
                <a16:creationId xmlns:a16="http://schemas.microsoft.com/office/drawing/2014/main" id="{2F070431-CFE1-D3D6-E604-AF48AC15EF43}"/>
              </a:ext>
            </a:extLst>
          </p:cNvPr>
          <p:cNvSpPr txBox="1"/>
          <p:nvPr/>
        </p:nvSpPr>
        <p:spPr>
          <a:xfrm>
            <a:off x="5096476" y="3891723"/>
            <a:ext cx="338554"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t</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39" name="组合 38">
            <a:extLst>
              <a:ext uri="{FF2B5EF4-FFF2-40B4-BE49-F238E27FC236}">
                <a16:creationId xmlns:a16="http://schemas.microsoft.com/office/drawing/2014/main" id="{950D6B3C-426B-D78A-6F7C-D32D806D314B}"/>
              </a:ext>
            </a:extLst>
          </p:cNvPr>
          <p:cNvGrpSpPr/>
          <p:nvPr/>
        </p:nvGrpSpPr>
        <p:grpSpPr>
          <a:xfrm>
            <a:off x="10131624" y="3098858"/>
            <a:ext cx="883920" cy="742734"/>
            <a:chOff x="7720160" y="2753360"/>
            <a:chExt cx="883920" cy="850977"/>
          </a:xfrm>
        </p:grpSpPr>
        <p:sp>
          <p:nvSpPr>
            <p:cNvPr id="40" name="梯形 39">
              <a:extLst>
                <a:ext uri="{FF2B5EF4-FFF2-40B4-BE49-F238E27FC236}">
                  <a16:creationId xmlns:a16="http://schemas.microsoft.com/office/drawing/2014/main" id="{C5CFCFC3-19C6-9145-5E16-2CFCE4AB22A4}"/>
                </a:ext>
              </a:extLst>
            </p:cNvPr>
            <p:cNvSpPr/>
            <p:nvPr/>
          </p:nvSpPr>
          <p:spPr>
            <a:xfrm>
              <a:off x="7720160" y="2879593"/>
              <a:ext cx="883920" cy="724744"/>
            </a:xfrm>
            <a:prstGeom prst="trapezoid">
              <a:avLst>
                <a:gd name="adj" fmla="val 54965"/>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1" name="椭圆 40">
              <a:extLst>
                <a:ext uri="{FF2B5EF4-FFF2-40B4-BE49-F238E27FC236}">
                  <a16:creationId xmlns:a16="http://schemas.microsoft.com/office/drawing/2014/main" id="{1F5B0C33-E498-4186-9AEB-D79BA1B317E5}"/>
                </a:ext>
              </a:extLst>
            </p:cNvPr>
            <p:cNvSpPr/>
            <p:nvPr/>
          </p:nvSpPr>
          <p:spPr>
            <a:xfrm>
              <a:off x="8072120" y="2753360"/>
              <a:ext cx="196158" cy="222131"/>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54" name="直接连接符 53">
            <a:extLst>
              <a:ext uri="{FF2B5EF4-FFF2-40B4-BE49-F238E27FC236}">
                <a16:creationId xmlns:a16="http://schemas.microsoft.com/office/drawing/2014/main" id="{DDDECF4B-F390-3BDB-1284-D652E6EF82AA}"/>
              </a:ext>
            </a:extLst>
          </p:cNvPr>
          <p:cNvCxnSpPr>
            <a:cxnSpLocks/>
          </p:cNvCxnSpPr>
          <p:nvPr/>
        </p:nvCxnSpPr>
        <p:spPr>
          <a:xfrm>
            <a:off x="1897496" y="5450148"/>
            <a:ext cx="299962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5" name="直接连接符 54">
            <a:extLst>
              <a:ext uri="{FF2B5EF4-FFF2-40B4-BE49-F238E27FC236}">
                <a16:creationId xmlns:a16="http://schemas.microsoft.com/office/drawing/2014/main" id="{4AAF23F4-D0AF-470C-A25E-4D9D3E77D98F}"/>
              </a:ext>
            </a:extLst>
          </p:cNvPr>
          <p:cNvCxnSpPr>
            <a:cxnSpLocks/>
          </p:cNvCxnSpPr>
          <p:nvPr/>
        </p:nvCxnSpPr>
        <p:spPr>
          <a:xfrm>
            <a:off x="1897496" y="5782888"/>
            <a:ext cx="203950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8" name="直接箭头连接符 57">
            <a:extLst>
              <a:ext uri="{FF2B5EF4-FFF2-40B4-BE49-F238E27FC236}">
                <a16:creationId xmlns:a16="http://schemas.microsoft.com/office/drawing/2014/main" id="{8B68FA8F-95C8-0F17-2B72-F55A31833E36}"/>
              </a:ext>
            </a:extLst>
          </p:cNvPr>
          <p:cNvCxnSpPr>
            <a:cxnSpLocks/>
            <a:endCxn id="41" idx="1"/>
          </p:cNvCxnSpPr>
          <p:nvPr/>
        </p:nvCxnSpPr>
        <p:spPr>
          <a:xfrm>
            <a:off x="8712453" y="2802974"/>
            <a:ext cx="1799858" cy="324276"/>
          </a:xfrm>
          <a:prstGeom prst="straightConnector1">
            <a:avLst/>
          </a:prstGeom>
          <a:ln>
            <a:solidFill>
              <a:srgbClr val="00B0F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cxnSp>
        <p:nvCxnSpPr>
          <p:cNvPr id="60" name="直接连接符 59">
            <a:extLst>
              <a:ext uri="{FF2B5EF4-FFF2-40B4-BE49-F238E27FC236}">
                <a16:creationId xmlns:a16="http://schemas.microsoft.com/office/drawing/2014/main" id="{1530E049-F212-9140-C8C4-5031CE263A86}"/>
              </a:ext>
            </a:extLst>
          </p:cNvPr>
          <p:cNvCxnSpPr>
            <a:cxnSpLocks/>
          </p:cNvCxnSpPr>
          <p:nvPr/>
        </p:nvCxnSpPr>
        <p:spPr>
          <a:xfrm>
            <a:off x="1897496" y="6118168"/>
            <a:ext cx="140450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2" name="直接箭头连接符 61">
            <a:extLst>
              <a:ext uri="{FF2B5EF4-FFF2-40B4-BE49-F238E27FC236}">
                <a16:creationId xmlns:a16="http://schemas.microsoft.com/office/drawing/2014/main" id="{83D9AE17-4986-3037-03BA-D0417526CE77}"/>
              </a:ext>
            </a:extLst>
          </p:cNvPr>
          <p:cNvCxnSpPr>
            <a:cxnSpLocks/>
          </p:cNvCxnSpPr>
          <p:nvPr/>
        </p:nvCxnSpPr>
        <p:spPr>
          <a:xfrm>
            <a:off x="8482664" y="1841582"/>
            <a:ext cx="744611" cy="234330"/>
          </a:xfrm>
          <a:prstGeom prst="straightConnector1">
            <a:avLst/>
          </a:prstGeom>
          <a:ln>
            <a:solidFill>
              <a:srgbClr val="8E000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nvGrpSpPr>
          <p:cNvPr id="69" name="组合 68">
            <a:extLst>
              <a:ext uri="{FF2B5EF4-FFF2-40B4-BE49-F238E27FC236}">
                <a16:creationId xmlns:a16="http://schemas.microsoft.com/office/drawing/2014/main" id="{9FA5EE6B-120E-1AA7-8F26-4BCEBCC09347}"/>
              </a:ext>
            </a:extLst>
          </p:cNvPr>
          <p:cNvGrpSpPr/>
          <p:nvPr/>
        </p:nvGrpSpPr>
        <p:grpSpPr>
          <a:xfrm>
            <a:off x="7851888" y="2329359"/>
            <a:ext cx="578657" cy="430887"/>
            <a:chOff x="7860113" y="2435348"/>
            <a:chExt cx="578657" cy="430887"/>
          </a:xfrm>
        </p:grpSpPr>
        <p:sp>
          <p:nvSpPr>
            <p:cNvPr id="70" name="文本框 44">
              <a:extLst>
                <a:ext uri="{FF2B5EF4-FFF2-40B4-BE49-F238E27FC236}">
                  <a16:creationId xmlns:a16="http://schemas.microsoft.com/office/drawing/2014/main" id="{7B75BDFA-AD22-236C-D209-A3470BF873CE}"/>
                </a:ext>
              </a:extLst>
            </p:cNvPr>
            <p:cNvSpPr txBox="1"/>
            <p:nvPr/>
          </p:nvSpPr>
          <p:spPr>
            <a:xfrm>
              <a:off x="7860113" y="2435348"/>
              <a:ext cx="504319" cy="4308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latin typeface="Courier New" panose="02070309020205020404" pitchFamily="49" charset="0"/>
                  <a:cs typeface="Courier New" panose="02070309020205020404" pitchFamily="49" charset="0"/>
                </a:rPr>
                <a:t>T</a:t>
              </a:r>
              <a:endParaRPr lang="zh-CN" altLang="en-US" sz="2200" b="1" dirty="0">
                <a:latin typeface="Courier New" panose="02070309020205020404" pitchFamily="49" charset="0"/>
                <a:cs typeface="Courier New" panose="02070309020205020404" pitchFamily="49" charset="0"/>
              </a:endParaRPr>
            </a:p>
          </p:txBody>
        </p:sp>
        <p:cxnSp>
          <p:nvCxnSpPr>
            <p:cNvPr id="71" name="直接箭头连接符 70">
              <a:extLst>
                <a:ext uri="{FF2B5EF4-FFF2-40B4-BE49-F238E27FC236}">
                  <a16:creationId xmlns:a16="http://schemas.microsoft.com/office/drawing/2014/main" id="{6C713727-7ED1-5D2D-A183-986E2563F644}"/>
                </a:ext>
              </a:extLst>
            </p:cNvPr>
            <p:cNvCxnSpPr>
              <a:cxnSpLocks/>
            </p:cNvCxnSpPr>
            <p:nvPr/>
          </p:nvCxnSpPr>
          <p:spPr>
            <a:xfrm>
              <a:off x="8136980" y="2758676"/>
              <a:ext cx="301790" cy="22912"/>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grpSp>
        <p:nvGrpSpPr>
          <p:cNvPr id="73" name="组合 72">
            <a:extLst>
              <a:ext uri="{FF2B5EF4-FFF2-40B4-BE49-F238E27FC236}">
                <a16:creationId xmlns:a16="http://schemas.microsoft.com/office/drawing/2014/main" id="{88C9B3C5-6D99-3E6D-45CA-9D44D4CB4560}"/>
              </a:ext>
            </a:extLst>
          </p:cNvPr>
          <p:cNvGrpSpPr/>
          <p:nvPr/>
        </p:nvGrpSpPr>
        <p:grpSpPr>
          <a:xfrm>
            <a:off x="10159012" y="2504124"/>
            <a:ext cx="533385" cy="594734"/>
            <a:chOff x="7860112" y="2404976"/>
            <a:chExt cx="504319" cy="594734"/>
          </a:xfrm>
        </p:grpSpPr>
        <p:sp>
          <p:nvSpPr>
            <p:cNvPr id="74" name="文本框 44">
              <a:extLst>
                <a:ext uri="{FF2B5EF4-FFF2-40B4-BE49-F238E27FC236}">
                  <a16:creationId xmlns:a16="http://schemas.microsoft.com/office/drawing/2014/main" id="{C56569C6-C725-EBA8-229C-FFE988EFAF1C}"/>
                </a:ext>
              </a:extLst>
            </p:cNvPr>
            <p:cNvSpPr txBox="1"/>
            <p:nvPr/>
          </p:nvSpPr>
          <p:spPr>
            <a:xfrm>
              <a:off x="7860112" y="2404976"/>
              <a:ext cx="504319" cy="4308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latin typeface="Courier New" panose="02070309020205020404" pitchFamily="49" charset="0"/>
                  <a:cs typeface="Courier New" panose="02070309020205020404" pitchFamily="49" charset="0"/>
                </a:rPr>
                <a:t>RT</a:t>
              </a:r>
              <a:endParaRPr lang="zh-CN" altLang="en-US" sz="2200" b="1" dirty="0">
                <a:latin typeface="Courier New" panose="02070309020205020404" pitchFamily="49" charset="0"/>
                <a:cs typeface="Courier New" panose="02070309020205020404" pitchFamily="49" charset="0"/>
              </a:endParaRPr>
            </a:p>
          </p:txBody>
        </p:sp>
        <p:cxnSp>
          <p:nvCxnSpPr>
            <p:cNvPr id="75" name="直接箭头连接符 74">
              <a:extLst>
                <a:ext uri="{FF2B5EF4-FFF2-40B4-BE49-F238E27FC236}">
                  <a16:creationId xmlns:a16="http://schemas.microsoft.com/office/drawing/2014/main" id="{BD790E96-F3F4-5DB2-2093-BFCEC8AE3CBF}"/>
                </a:ext>
              </a:extLst>
            </p:cNvPr>
            <p:cNvCxnSpPr>
              <a:cxnSpLocks/>
              <a:endCxn id="41" idx="0"/>
            </p:cNvCxnSpPr>
            <p:nvPr/>
          </p:nvCxnSpPr>
          <p:spPr>
            <a:xfrm>
              <a:off x="8136980" y="2758676"/>
              <a:ext cx="122751" cy="241034"/>
            </a:xfrm>
            <a:prstGeom prst="straightConnector1">
              <a:avLst/>
            </a:prstGeom>
            <a:ln>
              <a:solidFill>
                <a:srgbClr val="0070C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23815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1000"/>
                                        <p:tgtEl>
                                          <p:spTgt spid="4">
                                            <p:txEl>
                                              <p:pRg st="2" end="2"/>
                                            </p:txEl>
                                          </p:spTgt>
                                        </p:tgtEl>
                                      </p:cBhvr>
                                    </p:animEffect>
                                    <p:anim calcmode="lin" valueType="num">
                                      <p:cBhvr>
                                        <p:cTn id="2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1000"/>
                                        <p:tgtEl>
                                          <p:spTgt spid="4">
                                            <p:txEl>
                                              <p:pRg st="3" end="3"/>
                                            </p:txEl>
                                          </p:spTgt>
                                        </p:tgtEl>
                                      </p:cBhvr>
                                    </p:animEffect>
                                    <p:anim calcmode="lin" valueType="num">
                                      <p:cBhvr>
                                        <p:cTn id="2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1000" fill="hold"/>
                                        <p:tgtEl>
                                          <p:spTgt spid="7"/>
                                        </p:tgtEl>
                                        <p:attrNameLst>
                                          <p:attrName>ppt_w</p:attrName>
                                        </p:attrNameLst>
                                      </p:cBhvr>
                                      <p:tavLst>
                                        <p:tav tm="0">
                                          <p:val>
                                            <p:fltVal val="0"/>
                                          </p:val>
                                        </p:tav>
                                        <p:tav tm="100000">
                                          <p:val>
                                            <p:strVal val="#ppt_w"/>
                                          </p:val>
                                        </p:tav>
                                      </p:tavLst>
                                    </p:anim>
                                    <p:anim calcmode="lin" valueType="num">
                                      <p:cBhvr>
                                        <p:cTn id="35" dur="1000" fill="hold"/>
                                        <p:tgtEl>
                                          <p:spTgt spid="7"/>
                                        </p:tgtEl>
                                        <p:attrNameLst>
                                          <p:attrName>ppt_h</p:attrName>
                                        </p:attrNameLst>
                                      </p:cBhvr>
                                      <p:tavLst>
                                        <p:tav tm="0">
                                          <p:val>
                                            <p:fltVal val="0"/>
                                          </p:val>
                                        </p:tav>
                                        <p:tav tm="100000">
                                          <p:val>
                                            <p:strVal val="#ppt_h"/>
                                          </p:val>
                                        </p:tav>
                                      </p:tavLst>
                                    </p:anim>
                                    <p:anim calcmode="lin" valueType="num">
                                      <p:cBhvr>
                                        <p:cTn id="36" dur="1000" fill="hold"/>
                                        <p:tgtEl>
                                          <p:spTgt spid="7"/>
                                        </p:tgtEl>
                                        <p:attrNameLst>
                                          <p:attrName>style.rotation</p:attrName>
                                        </p:attrNameLst>
                                      </p:cBhvr>
                                      <p:tavLst>
                                        <p:tav tm="0">
                                          <p:val>
                                            <p:fltVal val="90"/>
                                          </p:val>
                                        </p:tav>
                                        <p:tav tm="100000">
                                          <p:val>
                                            <p:fltVal val="0"/>
                                          </p:val>
                                        </p:tav>
                                      </p:tavLst>
                                    </p:anim>
                                    <p:animEffect transition="in" filter="fade">
                                      <p:cBhvr>
                                        <p:cTn id="37" dur="10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randombar(horizontal)">
                                      <p:cBhvr>
                                        <p:cTn id="42" dur="1000"/>
                                        <p:tgtEl>
                                          <p:spTgt spid="16"/>
                                        </p:tgtEl>
                                      </p:cBhvr>
                                    </p:animEffect>
                                  </p:childTnLst>
                                </p:cTn>
                              </p:par>
                            </p:childTnLst>
                          </p:cTn>
                        </p:par>
                        <p:par>
                          <p:cTn id="43" fill="hold">
                            <p:stCondLst>
                              <p:cond delay="1000"/>
                            </p:stCondLst>
                            <p:childTnLst>
                              <p:par>
                                <p:cTn id="44" presetID="22" presetClass="entr" presetSubtype="1"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up)">
                                      <p:cBhvr>
                                        <p:cTn id="46" dur="500"/>
                                        <p:tgtEl>
                                          <p:spTgt spid="19"/>
                                        </p:tgtEl>
                                      </p:cBhvr>
                                    </p:animEffect>
                                  </p:childTnLst>
                                </p:cTn>
                              </p:par>
                            </p:childTnLst>
                          </p:cTn>
                        </p:par>
                        <p:par>
                          <p:cTn id="47" fill="hold">
                            <p:stCondLst>
                              <p:cond delay="1500"/>
                            </p:stCondLst>
                            <p:childTnLst>
                              <p:par>
                                <p:cTn id="48" presetID="22" presetClass="entr" presetSubtype="1"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up)">
                                      <p:cBhvr>
                                        <p:cTn id="50" dur="500"/>
                                        <p:tgtEl>
                                          <p:spTgt spid="18"/>
                                        </p:tgtEl>
                                      </p:cBhvr>
                                    </p:animEffect>
                                  </p:childTnLst>
                                </p:cTn>
                              </p:par>
                              <p:par>
                                <p:cTn id="51" presetID="22" presetClass="entr" presetSubtype="1"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up)">
                                      <p:cBhvr>
                                        <p:cTn id="53" dur="500"/>
                                        <p:tgtEl>
                                          <p:spTgt spid="21"/>
                                        </p:tgtEl>
                                      </p:cBhvr>
                                    </p:animEffect>
                                  </p:childTnLst>
                                </p:cTn>
                              </p:par>
                              <p:par>
                                <p:cTn id="54" presetID="22" presetClass="entr" presetSubtype="1"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up)">
                                      <p:cBhvr>
                                        <p:cTn id="56" dur="500"/>
                                        <p:tgtEl>
                                          <p:spTgt spid="22"/>
                                        </p:tgtEl>
                                      </p:cBhvr>
                                    </p:animEffect>
                                  </p:childTnLst>
                                </p:cTn>
                              </p:par>
                            </p:childTnLst>
                          </p:cTn>
                        </p:par>
                        <p:par>
                          <p:cTn id="57" fill="hold">
                            <p:stCondLst>
                              <p:cond delay="2000"/>
                            </p:stCondLst>
                            <p:childTnLst>
                              <p:par>
                                <p:cTn id="58" presetID="22" presetClass="entr" presetSubtype="1" fill="hold" nodeType="after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wipe(up)">
                                      <p:cBhvr>
                                        <p:cTn id="60" dur="500"/>
                                        <p:tgtEl>
                                          <p:spTgt spid="8"/>
                                        </p:tgtEl>
                                      </p:cBhvr>
                                    </p:animEffect>
                                  </p:childTnLst>
                                </p:cTn>
                              </p:par>
                              <p:par>
                                <p:cTn id="61" presetID="22" presetClass="entr" presetSubtype="1" fill="hold" nodeType="with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wipe(up)">
                                      <p:cBhvr>
                                        <p:cTn id="63" dur="500"/>
                                        <p:tgtEl>
                                          <p:spTgt spid="9"/>
                                        </p:tgtEl>
                                      </p:cBhvr>
                                    </p:animEffect>
                                  </p:childTnLst>
                                </p:cTn>
                              </p:par>
                            </p:childTnLst>
                          </p:cTn>
                        </p:par>
                        <p:par>
                          <p:cTn id="64" fill="hold">
                            <p:stCondLst>
                              <p:cond delay="2500"/>
                            </p:stCondLst>
                            <p:childTnLst>
                              <p:par>
                                <p:cTn id="65" presetID="22" presetClass="entr" presetSubtype="1" fill="hold" nodeType="after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up)">
                                      <p:cBhvr>
                                        <p:cTn id="67" dur="500"/>
                                        <p:tgtEl>
                                          <p:spTgt spid="15"/>
                                        </p:tgtEl>
                                      </p:cBhvr>
                                    </p:animEffect>
                                  </p:childTnLst>
                                </p:cTn>
                              </p:par>
                            </p:childTnLst>
                          </p:cTn>
                        </p:par>
                        <p:par>
                          <p:cTn id="68" fill="hold">
                            <p:stCondLst>
                              <p:cond delay="3000"/>
                            </p:stCondLst>
                            <p:childTnLst>
                              <p:par>
                                <p:cTn id="69" presetID="22" presetClass="entr" presetSubtype="1" fill="hold" nodeType="after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wipe(up)">
                                      <p:cBhvr>
                                        <p:cTn id="71" dur="500"/>
                                        <p:tgtEl>
                                          <p:spTgt spid="3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ipe(up)">
                                      <p:cBhvr>
                                        <p:cTn id="76" dur="1000"/>
                                        <p:tgtEl>
                                          <p:spTgt spid="11"/>
                                        </p:tgtEl>
                                      </p:cBhvr>
                                    </p:animEffect>
                                  </p:childTnLst>
                                </p:cTn>
                              </p:par>
                            </p:childTnLst>
                          </p:cTn>
                        </p:par>
                        <p:par>
                          <p:cTn id="77" fill="hold">
                            <p:stCondLst>
                              <p:cond delay="1000"/>
                            </p:stCondLst>
                            <p:childTnLst>
                              <p:par>
                                <p:cTn id="78" presetID="22" presetClass="entr" presetSubtype="1"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wipe(up)">
                                      <p:cBhvr>
                                        <p:cTn id="80" dur="750"/>
                                        <p:tgtEl>
                                          <p:spTgt spid="10"/>
                                        </p:tgtEl>
                                      </p:cBhvr>
                                    </p:animEffect>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1000"/>
                                        <p:tgtEl>
                                          <p:spTgt spid="17"/>
                                        </p:tgtEl>
                                      </p:cBhvr>
                                    </p:animEffect>
                                    <p:anim calcmode="lin" valueType="num">
                                      <p:cBhvr>
                                        <p:cTn id="86" dur="1000" fill="hold"/>
                                        <p:tgtEl>
                                          <p:spTgt spid="17"/>
                                        </p:tgtEl>
                                        <p:attrNameLst>
                                          <p:attrName>ppt_x</p:attrName>
                                        </p:attrNameLst>
                                      </p:cBhvr>
                                      <p:tavLst>
                                        <p:tav tm="0">
                                          <p:val>
                                            <p:strVal val="#ppt_x"/>
                                          </p:val>
                                        </p:tav>
                                        <p:tav tm="100000">
                                          <p:val>
                                            <p:strVal val="#ppt_x"/>
                                          </p:val>
                                        </p:tav>
                                      </p:tavLst>
                                    </p:anim>
                                    <p:anim calcmode="lin" valueType="num">
                                      <p:cBhvr>
                                        <p:cTn id="87" dur="1000" fill="hold"/>
                                        <p:tgtEl>
                                          <p:spTgt spid="17"/>
                                        </p:tgtEl>
                                        <p:attrNameLst>
                                          <p:attrName>ppt_y</p:attrName>
                                        </p:attrNameLst>
                                      </p:cBhvr>
                                      <p:tavLst>
                                        <p:tav tm="0">
                                          <p:val>
                                            <p:strVal val="#ppt_y-.1"/>
                                          </p:val>
                                        </p:tav>
                                        <p:tav tm="100000">
                                          <p:val>
                                            <p:strVal val="#ppt_y"/>
                                          </p:val>
                                        </p:tav>
                                      </p:tavLst>
                                    </p:anim>
                                  </p:childTnLst>
                                </p:cTn>
                              </p:par>
                            </p:childTnLst>
                          </p:cTn>
                        </p:par>
                        <p:par>
                          <p:cTn id="88" fill="hold">
                            <p:stCondLst>
                              <p:cond delay="1000"/>
                            </p:stCondLst>
                            <p:childTnLst>
                              <p:par>
                                <p:cTn id="89" presetID="22" presetClass="entr" presetSubtype="8" fill="hold" nodeType="afterEffect">
                                  <p:stCondLst>
                                    <p:cond delay="0"/>
                                  </p:stCondLst>
                                  <p:childTnLst>
                                    <p:set>
                                      <p:cBhvr>
                                        <p:cTn id="90" dur="1" fill="hold">
                                          <p:stCondLst>
                                            <p:cond delay="0"/>
                                          </p:stCondLst>
                                        </p:cTn>
                                        <p:tgtEl>
                                          <p:spTgt spid="73"/>
                                        </p:tgtEl>
                                        <p:attrNameLst>
                                          <p:attrName>style.visibility</p:attrName>
                                        </p:attrNameLst>
                                      </p:cBhvr>
                                      <p:to>
                                        <p:strVal val="visible"/>
                                      </p:to>
                                    </p:set>
                                    <p:animEffect transition="in" filter="wipe(left)">
                                      <p:cBhvr>
                                        <p:cTn id="91" dur="1000"/>
                                        <p:tgtEl>
                                          <p:spTgt spid="73"/>
                                        </p:tgtEl>
                                      </p:cBhvr>
                                    </p:animEffect>
                                  </p:childTnLst>
                                </p:cTn>
                              </p:par>
                              <p:par>
                                <p:cTn id="92" presetID="47" presetClass="entr" presetSubtype="0"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1000"/>
                                        <p:tgtEl>
                                          <p:spTgt spid="38"/>
                                        </p:tgtEl>
                                      </p:cBhvr>
                                    </p:animEffect>
                                    <p:anim calcmode="lin" valueType="num">
                                      <p:cBhvr>
                                        <p:cTn id="95" dur="1000" fill="hold"/>
                                        <p:tgtEl>
                                          <p:spTgt spid="38"/>
                                        </p:tgtEl>
                                        <p:attrNameLst>
                                          <p:attrName>ppt_x</p:attrName>
                                        </p:attrNameLst>
                                      </p:cBhvr>
                                      <p:tavLst>
                                        <p:tav tm="0">
                                          <p:val>
                                            <p:strVal val="#ppt_x"/>
                                          </p:val>
                                        </p:tav>
                                        <p:tav tm="100000">
                                          <p:val>
                                            <p:strVal val="#ppt_x"/>
                                          </p:val>
                                        </p:tav>
                                      </p:tavLst>
                                    </p:anim>
                                    <p:anim calcmode="lin" valueType="num">
                                      <p:cBhvr>
                                        <p:cTn id="96" dur="1000" fill="hold"/>
                                        <p:tgtEl>
                                          <p:spTgt spid="38"/>
                                        </p:tgtEl>
                                        <p:attrNameLst>
                                          <p:attrName>ppt_y</p:attrName>
                                        </p:attrNameLst>
                                      </p:cBhvr>
                                      <p:tavLst>
                                        <p:tav tm="0">
                                          <p:val>
                                            <p:strVal val="#ppt_y-.1"/>
                                          </p:val>
                                        </p:tav>
                                        <p:tav tm="100000">
                                          <p:val>
                                            <p:strVal val="#ppt_y"/>
                                          </p:val>
                                        </p:tav>
                                      </p:tavLst>
                                    </p:anim>
                                  </p:childTnLst>
                                </p:cTn>
                              </p:par>
                            </p:childTnLst>
                          </p:cTn>
                        </p:par>
                        <p:par>
                          <p:cTn id="97" fill="hold">
                            <p:stCondLst>
                              <p:cond delay="2000"/>
                            </p:stCondLst>
                            <p:childTnLst>
                              <p:par>
                                <p:cTn id="98" presetID="22" presetClass="entr" presetSubtype="8" fill="hold" nodeType="afterEffect">
                                  <p:stCondLst>
                                    <p:cond delay="0"/>
                                  </p:stCondLst>
                                  <p:childTnLst>
                                    <p:set>
                                      <p:cBhvr>
                                        <p:cTn id="99" dur="1" fill="hold">
                                          <p:stCondLst>
                                            <p:cond delay="0"/>
                                          </p:stCondLst>
                                        </p:cTn>
                                        <p:tgtEl>
                                          <p:spTgt spid="69"/>
                                        </p:tgtEl>
                                        <p:attrNameLst>
                                          <p:attrName>style.visibility</p:attrName>
                                        </p:attrNameLst>
                                      </p:cBhvr>
                                      <p:to>
                                        <p:strVal val="visible"/>
                                      </p:to>
                                    </p:set>
                                    <p:animEffect transition="in" filter="wipe(left)">
                                      <p:cBhvr>
                                        <p:cTn id="100" dur="1000"/>
                                        <p:tgtEl>
                                          <p:spTgt spid="69"/>
                                        </p:tgtEl>
                                      </p:cBhvr>
                                    </p:animEffect>
                                  </p:childTnLst>
                                </p:cTn>
                              </p:par>
                            </p:childTnLst>
                          </p:cTn>
                        </p:par>
                        <p:par>
                          <p:cTn id="101" fill="hold">
                            <p:stCondLst>
                              <p:cond delay="3000"/>
                            </p:stCondLst>
                            <p:childTnLst>
                              <p:par>
                                <p:cTn id="102" presetID="22" presetClass="entr" presetSubtype="8" fill="hold" nodeType="afterEffect">
                                  <p:stCondLst>
                                    <p:cond delay="0"/>
                                  </p:stCondLst>
                                  <p:childTnLst>
                                    <p:set>
                                      <p:cBhvr>
                                        <p:cTn id="103" dur="1" fill="hold">
                                          <p:stCondLst>
                                            <p:cond delay="0"/>
                                          </p:stCondLst>
                                        </p:cTn>
                                        <p:tgtEl>
                                          <p:spTgt spid="54"/>
                                        </p:tgtEl>
                                        <p:attrNameLst>
                                          <p:attrName>style.visibility</p:attrName>
                                        </p:attrNameLst>
                                      </p:cBhvr>
                                      <p:to>
                                        <p:strVal val="visible"/>
                                      </p:to>
                                    </p:set>
                                    <p:animEffect transition="in" filter="wipe(left)">
                                      <p:cBhvr>
                                        <p:cTn id="104" dur="500"/>
                                        <p:tgtEl>
                                          <p:spTgt spid="54"/>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2" fill="hold" nodeType="click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wipe(right)">
                                      <p:cBhvr>
                                        <p:cTn id="109" dur="1000"/>
                                        <p:tgtEl>
                                          <p:spTgt spid="13"/>
                                        </p:tgtEl>
                                      </p:cBhvr>
                                    </p:animEffect>
                                  </p:childTnLst>
                                </p:cTn>
                              </p:par>
                            </p:childTnLst>
                          </p:cTn>
                        </p:par>
                        <p:par>
                          <p:cTn id="110" fill="hold">
                            <p:stCondLst>
                              <p:cond delay="1000"/>
                            </p:stCondLst>
                            <p:childTnLst>
                              <p:par>
                                <p:cTn id="111" presetID="22" presetClass="exit" presetSubtype="2" fill="hold" nodeType="afterEffect">
                                  <p:stCondLst>
                                    <p:cond delay="0"/>
                                  </p:stCondLst>
                                  <p:childTnLst>
                                    <p:animEffect transition="out" filter="wipe(right)">
                                      <p:cBhvr>
                                        <p:cTn id="112" dur="500"/>
                                        <p:tgtEl>
                                          <p:spTgt spid="54"/>
                                        </p:tgtEl>
                                      </p:cBhvr>
                                    </p:animEffect>
                                    <p:set>
                                      <p:cBhvr>
                                        <p:cTn id="113" dur="1" fill="hold">
                                          <p:stCondLst>
                                            <p:cond delay="499"/>
                                          </p:stCondLst>
                                        </p:cTn>
                                        <p:tgtEl>
                                          <p:spTgt spid="54"/>
                                        </p:tgtEl>
                                        <p:attrNameLst>
                                          <p:attrName>style.visibility</p:attrName>
                                        </p:attrNameLst>
                                      </p:cBhvr>
                                      <p:to>
                                        <p:strVal val="hidden"/>
                                      </p:to>
                                    </p:set>
                                  </p:childTnLst>
                                </p:cTn>
                              </p:par>
                            </p:childTnLst>
                          </p:cTn>
                        </p:par>
                        <p:par>
                          <p:cTn id="114" fill="hold">
                            <p:stCondLst>
                              <p:cond delay="1500"/>
                            </p:stCondLst>
                            <p:childTnLst>
                              <p:par>
                                <p:cTn id="115" presetID="22" presetClass="entr" presetSubtype="8" fill="hold" nodeType="afterEffect">
                                  <p:stCondLst>
                                    <p:cond delay="0"/>
                                  </p:stCondLst>
                                  <p:childTnLst>
                                    <p:set>
                                      <p:cBhvr>
                                        <p:cTn id="116" dur="1" fill="hold">
                                          <p:stCondLst>
                                            <p:cond delay="0"/>
                                          </p:stCondLst>
                                        </p:cTn>
                                        <p:tgtEl>
                                          <p:spTgt spid="55"/>
                                        </p:tgtEl>
                                        <p:attrNameLst>
                                          <p:attrName>style.visibility</p:attrName>
                                        </p:attrNameLst>
                                      </p:cBhvr>
                                      <p:to>
                                        <p:strVal val="visible"/>
                                      </p:to>
                                    </p:set>
                                    <p:animEffect transition="in" filter="wipe(left)">
                                      <p:cBhvr>
                                        <p:cTn id="117" dur="500"/>
                                        <p:tgtEl>
                                          <p:spTgt spid="55"/>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xit" presetSubtype="4" fill="hold" nodeType="clickEffect">
                                  <p:stCondLst>
                                    <p:cond delay="0"/>
                                  </p:stCondLst>
                                  <p:childTnLst>
                                    <p:animEffect transition="out" filter="wipe(down)">
                                      <p:cBhvr>
                                        <p:cTn id="121" dur="750"/>
                                        <p:tgtEl>
                                          <p:spTgt spid="22"/>
                                        </p:tgtEl>
                                      </p:cBhvr>
                                    </p:animEffect>
                                    <p:set>
                                      <p:cBhvr>
                                        <p:cTn id="122" dur="1" fill="hold">
                                          <p:stCondLst>
                                            <p:cond delay="749"/>
                                          </p:stCondLst>
                                        </p:cTn>
                                        <p:tgtEl>
                                          <p:spTgt spid="22"/>
                                        </p:tgtEl>
                                        <p:attrNameLst>
                                          <p:attrName>style.visibility</p:attrName>
                                        </p:attrNameLst>
                                      </p:cBhvr>
                                      <p:to>
                                        <p:strVal val="hidden"/>
                                      </p:to>
                                    </p:set>
                                  </p:childTnLst>
                                </p:cTn>
                              </p:par>
                            </p:childTnLst>
                          </p:cTn>
                        </p:par>
                        <p:par>
                          <p:cTn id="123" fill="hold">
                            <p:stCondLst>
                              <p:cond delay="750"/>
                            </p:stCondLst>
                            <p:childTnLst>
                              <p:par>
                                <p:cTn id="124" presetID="22" presetClass="entr" presetSubtype="8" fill="hold" nodeType="afterEffect">
                                  <p:stCondLst>
                                    <p:cond delay="0"/>
                                  </p:stCondLst>
                                  <p:childTnLst>
                                    <p:set>
                                      <p:cBhvr>
                                        <p:cTn id="125" dur="1" fill="hold">
                                          <p:stCondLst>
                                            <p:cond delay="0"/>
                                          </p:stCondLst>
                                        </p:cTn>
                                        <p:tgtEl>
                                          <p:spTgt spid="58"/>
                                        </p:tgtEl>
                                        <p:attrNameLst>
                                          <p:attrName>style.visibility</p:attrName>
                                        </p:attrNameLst>
                                      </p:cBhvr>
                                      <p:to>
                                        <p:strVal val="visible"/>
                                      </p:to>
                                    </p:set>
                                    <p:animEffect transition="in" filter="wipe(left)">
                                      <p:cBhvr>
                                        <p:cTn id="126" dur="750"/>
                                        <p:tgtEl>
                                          <p:spTgt spid="58"/>
                                        </p:tgtEl>
                                      </p:cBhvr>
                                    </p:animEffect>
                                  </p:childTnLst>
                                </p:cTn>
                              </p:par>
                            </p:childTnLst>
                          </p:cTn>
                        </p:par>
                        <p:par>
                          <p:cTn id="127" fill="hold">
                            <p:stCondLst>
                              <p:cond delay="1500"/>
                            </p:stCondLst>
                            <p:childTnLst>
                              <p:par>
                                <p:cTn id="128" presetID="22" presetClass="exit" presetSubtype="2" fill="hold" nodeType="afterEffect">
                                  <p:stCondLst>
                                    <p:cond delay="0"/>
                                  </p:stCondLst>
                                  <p:childTnLst>
                                    <p:animEffect transition="out" filter="wipe(right)">
                                      <p:cBhvr>
                                        <p:cTn id="129" dur="500"/>
                                        <p:tgtEl>
                                          <p:spTgt spid="55"/>
                                        </p:tgtEl>
                                      </p:cBhvr>
                                    </p:animEffect>
                                    <p:set>
                                      <p:cBhvr>
                                        <p:cTn id="130" dur="1" fill="hold">
                                          <p:stCondLst>
                                            <p:cond delay="499"/>
                                          </p:stCondLst>
                                        </p:cTn>
                                        <p:tgtEl>
                                          <p:spTgt spid="55"/>
                                        </p:tgtEl>
                                        <p:attrNameLst>
                                          <p:attrName>style.visibility</p:attrName>
                                        </p:attrNameLst>
                                      </p:cBhvr>
                                      <p:to>
                                        <p:strVal val="hidden"/>
                                      </p:to>
                                    </p:set>
                                  </p:childTnLst>
                                </p:cTn>
                              </p:par>
                            </p:childTnLst>
                          </p:cTn>
                        </p:par>
                        <p:par>
                          <p:cTn id="131" fill="hold">
                            <p:stCondLst>
                              <p:cond delay="2000"/>
                            </p:stCondLst>
                            <p:childTnLst>
                              <p:par>
                                <p:cTn id="132" presetID="22" presetClass="entr" presetSubtype="8" fill="hold" nodeType="after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wipe(left)">
                                      <p:cBhvr>
                                        <p:cTn id="134" dur="500"/>
                                        <p:tgtEl>
                                          <p:spTgt spid="60"/>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xit" presetSubtype="2" fill="hold" nodeType="clickEffect">
                                  <p:stCondLst>
                                    <p:cond delay="0"/>
                                  </p:stCondLst>
                                  <p:childTnLst>
                                    <p:animEffect transition="out" filter="wipe(right)">
                                      <p:cBhvr>
                                        <p:cTn id="138" dur="500"/>
                                        <p:tgtEl>
                                          <p:spTgt spid="60"/>
                                        </p:tgtEl>
                                      </p:cBhvr>
                                    </p:animEffect>
                                    <p:set>
                                      <p:cBhvr>
                                        <p:cTn id="139" dur="1" fill="hold">
                                          <p:stCondLst>
                                            <p:cond delay="499"/>
                                          </p:stCondLst>
                                        </p:cTn>
                                        <p:tgtEl>
                                          <p:spTgt spid="60"/>
                                        </p:tgtEl>
                                        <p:attrNameLst>
                                          <p:attrName>style.visibility</p:attrName>
                                        </p:attrNameLst>
                                      </p:cBhvr>
                                      <p:to>
                                        <p:strVal val="hidden"/>
                                      </p:to>
                                    </p:set>
                                  </p:childTnLst>
                                </p:cTn>
                              </p:par>
                            </p:childTnLst>
                          </p:cTn>
                        </p:par>
                        <p:par>
                          <p:cTn id="140" fill="hold">
                            <p:stCondLst>
                              <p:cond delay="500"/>
                            </p:stCondLst>
                            <p:childTnLst>
                              <p:par>
                                <p:cTn id="141" presetID="64" presetClass="path" presetSubtype="0" accel="50000" decel="50000" fill="hold" nodeType="afterEffect">
                                  <p:stCondLst>
                                    <p:cond delay="0"/>
                                  </p:stCondLst>
                                  <p:childTnLst>
                                    <p:animMotion origin="layout" path="M 8.33333E-7 4.07407E-6 L -0.00026 -0.1544 " pathEditMode="relative" rAng="0" ptsTypes="AA">
                                      <p:cBhvr>
                                        <p:cTn id="142" dur="2000" fill="hold"/>
                                        <p:tgtEl>
                                          <p:spTgt spid="9"/>
                                        </p:tgtEl>
                                        <p:attrNameLst>
                                          <p:attrName>ppt_x</p:attrName>
                                          <p:attrName>ppt_y</p:attrName>
                                        </p:attrNameLst>
                                      </p:cBhvr>
                                      <p:rCtr x="-13" y="-7731"/>
                                    </p:animMotion>
                                  </p:childTnLst>
                                </p:cTn>
                              </p:par>
                              <p:par>
                                <p:cTn id="143" presetID="64" presetClass="path" presetSubtype="0" accel="50000" decel="50000" fill="hold" nodeType="withEffect">
                                  <p:stCondLst>
                                    <p:cond delay="0"/>
                                  </p:stCondLst>
                                  <p:childTnLst>
                                    <p:animMotion origin="layout" path="M 6.25E-7 4.44444E-6 L 6.25E-7 -0.15463 " pathEditMode="relative" rAng="0" ptsTypes="AA">
                                      <p:cBhvr>
                                        <p:cTn id="144" dur="2000" fill="hold"/>
                                        <p:tgtEl>
                                          <p:spTgt spid="13"/>
                                        </p:tgtEl>
                                        <p:attrNameLst>
                                          <p:attrName>ppt_x</p:attrName>
                                          <p:attrName>ppt_y</p:attrName>
                                        </p:attrNameLst>
                                      </p:cBhvr>
                                      <p:rCtr x="0" y="-7731"/>
                                    </p:animMotion>
                                  </p:childTnLst>
                                </p:cTn>
                              </p:par>
                              <p:par>
                                <p:cTn id="145" presetID="22" presetClass="entr" presetSubtype="8" fill="hold" nodeType="withEffect">
                                  <p:stCondLst>
                                    <p:cond delay="1000"/>
                                  </p:stCondLst>
                                  <p:childTnLst>
                                    <p:set>
                                      <p:cBhvr>
                                        <p:cTn id="146" dur="1" fill="hold">
                                          <p:stCondLst>
                                            <p:cond delay="0"/>
                                          </p:stCondLst>
                                        </p:cTn>
                                        <p:tgtEl>
                                          <p:spTgt spid="62"/>
                                        </p:tgtEl>
                                        <p:attrNameLst>
                                          <p:attrName>style.visibility</p:attrName>
                                        </p:attrNameLst>
                                      </p:cBhvr>
                                      <p:to>
                                        <p:strVal val="visible"/>
                                      </p:to>
                                    </p:set>
                                    <p:animEffect transition="in" filter="wipe(left)">
                                      <p:cBhvr>
                                        <p:cTn id="147"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animBg="1"/>
      <p:bldP spid="10" grpId="0"/>
      <p:bldP spid="11" grpId="0"/>
      <p:bldP spid="16" grpId="0"/>
      <p:bldP spid="17" grpId="0"/>
      <p:bldP spid="18" grpId="0" animBg="1"/>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8" name="矩形 267267"/>
          <p:cNvSpPr/>
          <p:nvPr/>
        </p:nvSpPr>
        <p:spPr>
          <a:xfrm>
            <a:off x="8560676" y="3085669"/>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4F2270"/>
                </a:solidFill>
                <a:latin typeface="Courier New" panose="02070309020205020404" pitchFamily="49" charset="0"/>
                <a:ea typeface="黑体" panose="02010609060101010101" pitchFamily="49" charset="-122"/>
                <a:cs typeface="Courier New" panose="02070309020205020404" pitchFamily="49" charset="0"/>
              </a:rPr>
              <a:t>-</a:t>
            </a:r>
            <a:endParaRPr lang="en-US" altLang="zh-CN" sz="2400" b="1" dirty="0">
              <a:solidFill>
                <a:srgbClr val="4F227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267269" name="直接连接符 267268"/>
          <p:cNvSpPr/>
          <p:nvPr/>
        </p:nvSpPr>
        <p:spPr>
          <a:xfrm>
            <a:off x="9039644" y="3085669"/>
            <a:ext cx="0" cy="533400"/>
          </a:xfrm>
          <a:prstGeom prst="line">
            <a:avLst/>
          </a:prstGeom>
          <a:ln w="12700" cap="sq" cmpd="sng">
            <a:solidFill>
              <a:srgbClr val="005400"/>
            </a:solidFill>
            <a:prstDash val="solid"/>
            <a:headEnd type="none" w="sm" len="sm"/>
            <a:tailEnd type="none" w="sm" len="sm"/>
          </a:ln>
        </p:spPr>
      </p:sp>
      <p:sp>
        <p:nvSpPr>
          <p:cNvPr id="267270" name="直接连接符 267269"/>
          <p:cNvSpPr/>
          <p:nvPr/>
        </p:nvSpPr>
        <p:spPr>
          <a:xfrm>
            <a:off x="9622036" y="3085669"/>
            <a:ext cx="0" cy="533400"/>
          </a:xfrm>
          <a:prstGeom prst="line">
            <a:avLst/>
          </a:prstGeom>
          <a:ln w="12700" cap="sq" cmpd="sng">
            <a:solidFill>
              <a:srgbClr val="005400"/>
            </a:solidFill>
            <a:prstDash val="solid"/>
            <a:headEnd type="none" w="sm" len="sm"/>
            <a:tailEnd type="none" w="sm" len="sm"/>
          </a:ln>
        </p:spPr>
      </p:sp>
      <p:sp>
        <p:nvSpPr>
          <p:cNvPr id="267271" name="矩形 267270"/>
          <p:cNvSpPr/>
          <p:nvPr/>
        </p:nvSpPr>
        <p:spPr>
          <a:xfrm>
            <a:off x="10465676" y="4228669"/>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c</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72" name="直接连接符 267271"/>
          <p:cNvSpPr/>
          <p:nvPr/>
        </p:nvSpPr>
        <p:spPr>
          <a:xfrm>
            <a:off x="10944644" y="4228669"/>
            <a:ext cx="0" cy="533400"/>
          </a:xfrm>
          <a:prstGeom prst="line">
            <a:avLst/>
          </a:prstGeom>
          <a:ln w="12700" cap="sq" cmpd="sng">
            <a:solidFill>
              <a:srgbClr val="005400"/>
            </a:solidFill>
            <a:prstDash val="solid"/>
            <a:headEnd type="none" w="sm" len="sm"/>
            <a:tailEnd type="none" w="sm" len="sm"/>
          </a:ln>
        </p:spPr>
      </p:sp>
      <p:sp>
        <p:nvSpPr>
          <p:cNvPr id="267273" name="直接连接符 267272"/>
          <p:cNvSpPr/>
          <p:nvPr/>
        </p:nvSpPr>
        <p:spPr>
          <a:xfrm>
            <a:off x="11527036" y="4228669"/>
            <a:ext cx="0" cy="533400"/>
          </a:xfrm>
          <a:prstGeom prst="line">
            <a:avLst/>
          </a:prstGeom>
          <a:ln w="12700" cap="sq" cmpd="sng">
            <a:solidFill>
              <a:srgbClr val="005400"/>
            </a:solidFill>
            <a:prstDash val="solid"/>
            <a:headEnd type="none" w="sm" len="sm"/>
            <a:tailEnd type="none" w="sm" len="sm"/>
          </a:ln>
        </p:spPr>
      </p:sp>
      <p:sp>
        <p:nvSpPr>
          <p:cNvPr id="267277" name="矩形 267276"/>
          <p:cNvSpPr/>
          <p:nvPr/>
        </p:nvSpPr>
        <p:spPr>
          <a:xfrm>
            <a:off x="6655676" y="4228669"/>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78" name="直接连接符 267277"/>
          <p:cNvSpPr/>
          <p:nvPr/>
        </p:nvSpPr>
        <p:spPr>
          <a:xfrm>
            <a:off x="7142808" y="4228669"/>
            <a:ext cx="0" cy="533400"/>
          </a:xfrm>
          <a:prstGeom prst="line">
            <a:avLst/>
          </a:prstGeom>
          <a:ln w="12700" cap="sq" cmpd="sng">
            <a:solidFill>
              <a:srgbClr val="005400"/>
            </a:solidFill>
            <a:prstDash val="solid"/>
            <a:headEnd type="none" w="sm" len="sm"/>
            <a:tailEnd type="none" w="sm" len="sm"/>
          </a:ln>
        </p:spPr>
      </p:sp>
      <p:sp>
        <p:nvSpPr>
          <p:cNvPr id="267279" name="直接连接符 267278"/>
          <p:cNvSpPr/>
          <p:nvPr/>
        </p:nvSpPr>
        <p:spPr>
          <a:xfrm>
            <a:off x="7717036" y="4228669"/>
            <a:ext cx="0" cy="533400"/>
          </a:xfrm>
          <a:prstGeom prst="line">
            <a:avLst/>
          </a:prstGeom>
          <a:ln w="12700" cap="sq" cmpd="sng">
            <a:solidFill>
              <a:srgbClr val="005400"/>
            </a:solidFill>
            <a:prstDash val="solid"/>
            <a:headEnd type="none" w="sm" len="sm"/>
            <a:tailEnd type="none" w="sm" len="sm"/>
          </a:ln>
        </p:spPr>
      </p:sp>
      <p:sp>
        <p:nvSpPr>
          <p:cNvPr id="267280" name="矩形 267279"/>
          <p:cNvSpPr/>
          <p:nvPr/>
        </p:nvSpPr>
        <p:spPr>
          <a:xfrm>
            <a:off x="8293986" y="5371669"/>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b</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81" name="直接连接符 267280"/>
          <p:cNvSpPr/>
          <p:nvPr/>
        </p:nvSpPr>
        <p:spPr>
          <a:xfrm>
            <a:off x="8772954" y="5371669"/>
            <a:ext cx="0" cy="533400"/>
          </a:xfrm>
          <a:prstGeom prst="line">
            <a:avLst/>
          </a:prstGeom>
          <a:ln w="12700" cap="sq" cmpd="sng">
            <a:solidFill>
              <a:srgbClr val="005400"/>
            </a:solidFill>
            <a:prstDash val="solid"/>
            <a:headEnd type="none" w="sm" len="sm"/>
            <a:tailEnd type="none" w="sm" len="sm"/>
          </a:ln>
        </p:spPr>
      </p:sp>
      <p:sp>
        <p:nvSpPr>
          <p:cNvPr id="267282" name="直接连接符 267281"/>
          <p:cNvSpPr/>
          <p:nvPr/>
        </p:nvSpPr>
        <p:spPr>
          <a:xfrm>
            <a:off x="9355346" y="5371669"/>
            <a:ext cx="0" cy="533400"/>
          </a:xfrm>
          <a:prstGeom prst="line">
            <a:avLst/>
          </a:prstGeom>
          <a:ln w="12700" cap="sq" cmpd="sng">
            <a:solidFill>
              <a:srgbClr val="005400"/>
            </a:solidFill>
            <a:prstDash val="solid"/>
            <a:headEnd type="none" w="sm" len="sm"/>
            <a:tailEnd type="none" w="sm" len="sm"/>
          </a:ln>
        </p:spPr>
      </p:sp>
      <p:sp>
        <p:nvSpPr>
          <p:cNvPr id="267283" name="矩形 267282"/>
          <p:cNvSpPr/>
          <p:nvPr/>
        </p:nvSpPr>
        <p:spPr>
          <a:xfrm>
            <a:off x="5099926" y="5371669"/>
            <a:ext cx="1524000" cy="533400"/>
          </a:xfrm>
          <a:prstGeom prst="rect">
            <a:avLst/>
          </a:prstGeom>
          <a:solidFill>
            <a:schemeClr val="accent6">
              <a:lumMod val="20000"/>
              <a:lumOff val="80000"/>
              <a:alpha val="50000"/>
            </a:schemeClr>
          </a:solidFill>
          <a:ln w="28575" cap="sq" cmpd="sng">
            <a:solidFill>
              <a:srgbClr val="006666"/>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a</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84" name="直接连接符 267283"/>
          <p:cNvSpPr/>
          <p:nvPr/>
        </p:nvSpPr>
        <p:spPr>
          <a:xfrm>
            <a:off x="5578894" y="5371669"/>
            <a:ext cx="0" cy="533400"/>
          </a:xfrm>
          <a:prstGeom prst="line">
            <a:avLst/>
          </a:prstGeom>
          <a:ln w="12700" cap="sq" cmpd="sng">
            <a:solidFill>
              <a:srgbClr val="005400"/>
            </a:solidFill>
            <a:prstDash val="solid"/>
            <a:headEnd type="none" w="sm" len="sm"/>
            <a:tailEnd type="none" w="sm" len="sm"/>
          </a:ln>
        </p:spPr>
      </p:sp>
      <p:sp>
        <p:nvSpPr>
          <p:cNvPr id="267285" name="直接连接符 267284"/>
          <p:cNvSpPr/>
          <p:nvPr/>
        </p:nvSpPr>
        <p:spPr>
          <a:xfrm>
            <a:off x="6154210" y="5371669"/>
            <a:ext cx="0" cy="533400"/>
          </a:xfrm>
          <a:prstGeom prst="line">
            <a:avLst/>
          </a:prstGeom>
          <a:ln w="12700" cap="sq" cmpd="sng">
            <a:solidFill>
              <a:srgbClr val="005400"/>
            </a:solidFill>
            <a:prstDash val="solid"/>
            <a:headEnd type="none" w="sm" len="sm"/>
            <a:tailEnd type="none" w="sm" len="sm"/>
          </a:ln>
        </p:spPr>
      </p:sp>
      <p:sp>
        <p:nvSpPr>
          <p:cNvPr id="267286" name="文本框 267285"/>
          <p:cNvSpPr txBox="1"/>
          <p:nvPr/>
        </p:nvSpPr>
        <p:spPr>
          <a:xfrm>
            <a:off x="5239819" y="5361190"/>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7" name="文本框 267286"/>
          <p:cNvSpPr txBox="1"/>
          <p:nvPr/>
        </p:nvSpPr>
        <p:spPr>
          <a:xfrm>
            <a:off x="6249303" y="5366221"/>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8" name="文本框 267287"/>
          <p:cNvSpPr txBox="1"/>
          <p:nvPr/>
        </p:nvSpPr>
        <p:spPr>
          <a:xfrm>
            <a:off x="11602487" y="4228667"/>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9" name="文本框 267288"/>
          <p:cNvSpPr txBox="1"/>
          <p:nvPr/>
        </p:nvSpPr>
        <p:spPr>
          <a:xfrm>
            <a:off x="10611662" y="4226089"/>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90" name="文本框 267289"/>
          <p:cNvSpPr txBox="1"/>
          <p:nvPr/>
        </p:nvSpPr>
        <p:spPr>
          <a:xfrm>
            <a:off x="8457288" y="5357832"/>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91" name="文本框 267290"/>
          <p:cNvSpPr txBox="1"/>
          <p:nvPr/>
        </p:nvSpPr>
        <p:spPr>
          <a:xfrm>
            <a:off x="9459897" y="5366221"/>
            <a:ext cx="248466" cy="492443"/>
          </a:xfrm>
          <a:prstGeom prst="rect">
            <a:avLst/>
          </a:prstGeom>
          <a:noFill/>
          <a:ln w="12700">
            <a:noFill/>
          </a:ln>
        </p:spPr>
        <p:txBody>
          <a:bodyPr wrap="none" lIns="0" tIns="0" rIns="0" bIns="0" anchor="t" anchorCtr="0">
            <a:spAutoFit/>
          </a:bodyPr>
          <a:lstStyle/>
          <a:p>
            <a:r>
              <a:rPr lang="en-US" altLang="zh-CN" sz="3200" b="1" dirty="0">
                <a:solidFill>
                  <a:schemeClr val="accent2">
                    <a:lumMod val="75000"/>
                  </a:schemeClr>
                </a:solidFill>
                <a:latin typeface="Times New Roman" panose="02020603050405020304" pitchFamily="18" charset="0"/>
                <a:sym typeface="Symbol" panose="05050102010706020507" pitchFamily="18" charset="2"/>
              </a:rPr>
              <a:t></a:t>
            </a:r>
            <a:endParaRPr lang="en-US" altLang="zh-CN" sz="3200" b="1" dirty="0">
              <a:solidFill>
                <a:schemeClr val="accent2">
                  <a:lumMod val="75000"/>
                </a:schemeClr>
              </a:solidFill>
              <a:latin typeface="Times New Roman" panose="02020603050405020304" pitchFamily="18" charset="0"/>
            </a:endParaRPr>
          </a:p>
        </p:txBody>
      </p:sp>
      <p:sp>
        <p:nvSpPr>
          <p:cNvPr id="267293" name="直接连接符 267292"/>
          <p:cNvSpPr/>
          <p:nvPr/>
        </p:nvSpPr>
        <p:spPr>
          <a:xfrm>
            <a:off x="9872014" y="3360157"/>
            <a:ext cx="1384808" cy="868509"/>
          </a:xfrm>
          <a:prstGeom prst="line">
            <a:avLst/>
          </a:prstGeom>
          <a:ln w="38100" cap="sq" cmpd="sng">
            <a:solidFill>
              <a:srgbClr val="005400"/>
            </a:solidFill>
            <a:prstDash val="solid"/>
            <a:headEnd type="none" w="sm" len="sm"/>
            <a:tailEnd type="none" w="sm" len="sm"/>
          </a:ln>
        </p:spPr>
      </p:sp>
      <p:sp>
        <p:nvSpPr>
          <p:cNvPr id="267294" name="直接连接符 267293"/>
          <p:cNvSpPr/>
          <p:nvPr/>
        </p:nvSpPr>
        <p:spPr>
          <a:xfrm>
            <a:off x="7959673" y="4509655"/>
            <a:ext cx="1135440" cy="862013"/>
          </a:xfrm>
          <a:prstGeom prst="line">
            <a:avLst/>
          </a:prstGeom>
          <a:ln w="38100" cap="sq" cmpd="sng">
            <a:solidFill>
              <a:srgbClr val="005400"/>
            </a:solidFill>
            <a:prstDash val="solid"/>
            <a:headEnd type="none" w="sm" len="sm"/>
            <a:tailEnd type="none" w="sm" len="sm"/>
          </a:ln>
        </p:spPr>
      </p:sp>
      <p:sp>
        <p:nvSpPr>
          <p:cNvPr id="267296" name="直接连接符 267295"/>
          <p:cNvSpPr/>
          <p:nvPr/>
        </p:nvSpPr>
        <p:spPr>
          <a:xfrm flipH="1">
            <a:off x="5907959" y="4549345"/>
            <a:ext cx="1025220" cy="822323"/>
          </a:xfrm>
          <a:prstGeom prst="line">
            <a:avLst/>
          </a:prstGeom>
          <a:ln w="38100" cap="sq" cmpd="sng">
            <a:solidFill>
              <a:srgbClr val="005400"/>
            </a:solidFill>
            <a:prstDash val="solid"/>
            <a:headEnd type="none" w="sm" len="sm"/>
            <a:tailEnd type="none" w="sm" len="sm"/>
          </a:ln>
        </p:spPr>
      </p:sp>
      <p:sp>
        <p:nvSpPr>
          <p:cNvPr id="267299" name="直接连接符 267298"/>
          <p:cNvSpPr/>
          <p:nvPr/>
        </p:nvSpPr>
        <p:spPr>
          <a:xfrm flipH="1">
            <a:off x="7441487" y="3390869"/>
            <a:ext cx="1398059" cy="837800"/>
          </a:xfrm>
          <a:prstGeom prst="line">
            <a:avLst/>
          </a:prstGeom>
          <a:ln w="38100" cap="sq" cmpd="sng">
            <a:solidFill>
              <a:srgbClr val="005400"/>
            </a:solidFill>
            <a:prstDash val="solid"/>
            <a:headEnd type="none" w="sm" len="sm"/>
            <a:tailEnd type="none" w="sm" len="sm"/>
          </a:ln>
        </p:spPr>
      </p:sp>
      <p:cxnSp>
        <p:nvCxnSpPr>
          <p:cNvPr id="5" name="直接箭头连接符 4">
            <a:extLst>
              <a:ext uri="{FF2B5EF4-FFF2-40B4-BE49-F238E27FC236}">
                <a16:creationId xmlns:a16="http://schemas.microsoft.com/office/drawing/2014/main" id="{0F7F0138-9B9B-4B97-9C9B-A3157662E137}"/>
              </a:ext>
            </a:extLst>
          </p:cNvPr>
          <p:cNvCxnSpPr>
            <a:cxnSpLocks/>
          </p:cNvCxnSpPr>
          <p:nvPr/>
        </p:nvCxnSpPr>
        <p:spPr>
          <a:xfrm>
            <a:off x="8670068" y="2537982"/>
            <a:ext cx="0" cy="548626"/>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57" name="直接箭头连接符 56">
            <a:extLst>
              <a:ext uri="{FF2B5EF4-FFF2-40B4-BE49-F238E27FC236}">
                <a16:creationId xmlns:a16="http://schemas.microsoft.com/office/drawing/2014/main" id="{77C04A2A-EF26-4B58-820E-D94E62BA2E2E}"/>
              </a:ext>
            </a:extLst>
          </p:cNvPr>
          <p:cNvCxnSpPr>
            <a:cxnSpLocks/>
          </p:cNvCxnSpPr>
          <p:nvPr/>
        </p:nvCxnSpPr>
        <p:spPr>
          <a:xfrm flipH="1">
            <a:off x="6797072" y="3352397"/>
            <a:ext cx="1901989" cy="86674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7632356F-2878-463B-9323-1709F84300F7}"/>
              </a:ext>
            </a:extLst>
          </p:cNvPr>
          <p:cNvCxnSpPr>
            <a:cxnSpLocks/>
          </p:cNvCxnSpPr>
          <p:nvPr/>
        </p:nvCxnSpPr>
        <p:spPr>
          <a:xfrm flipH="1">
            <a:off x="5154915" y="4495369"/>
            <a:ext cx="1592201" cy="860661"/>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6C214A58-48A4-473A-8014-2765985E41AA}"/>
              </a:ext>
            </a:extLst>
          </p:cNvPr>
          <p:cNvCxnSpPr>
            <a:cxnSpLocks/>
          </p:cNvCxnSpPr>
          <p:nvPr/>
        </p:nvCxnSpPr>
        <p:spPr>
          <a:xfrm flipH="1">
            <a:off x="5160534" y="5388314"/>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0631596E-B816-428F-9A4F-72620763ECCA}"/>
              </a:ext>
            </a:extLst>
          </p:cNvPr>
          <p:cNvCxnSpPr>
            <a:cxnSpLocks/>
          </p:cNvCxnSpPr>
          <p:nvPr/>
        </p:nvCxnSpPr>
        <p:spPr>
          <a:xfrm>
            <a:off x="6211175" y="5811083"/>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95" name="连接符: 曲线 10">
            <a:extLst>
              <a:ext uri="{FF2B5EF4-FFF2-40B4-BE49-F238E27FC236}">
                <a16:creationId xmlns:a16="http://schemas.microsoft.com/office/drawing/2014/main" id="{00897316-572F-4B02-B407-B71A201C44F7}"/>
              </a:ext>
            </a:extLst>
          </p:cNvPr>
          <p:cNvCxnSpPr>
            <a:cxnSpLocks/>
          </p:cNvCxnSpPr>
          <p:nvPr/>
        </p:nvCxnSpPr>
        <p:spPr>
          <a:xfrm>
            <a:off x="6551404" y="5347177"/>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直接箭头连接符 98">
            <a:extLst>
              <a:ext uri="{FF2B5EF4-FFF2-40B4-BE49-F238E27FC236}">
                <a16:creationId xmlns:a16="http://schemas.microsoft.com/office/drawing/2014/main" id="{9120C23D-D25D-47D2-8D0C-AD4DECE6E40E}"/>
              </a:ext>
            </a:extLst>
          </p:cNvPr>
          <p:cNvCxnSpPr>
            <a:cxnSpLocks/>
          </p:cNvCxnSpPr>
          <p:nvPr/>
        </p:nvCxnSpPr>
        <p:spPr>
          <a:xfrm>
            <a:off x="9713153" y="3582025"/>
            <a:ext cx="821996" cy="64406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44" name="连接符: 肘形 143">
            <a:extLst>
              <a:ext uri="{FF2B5EF4-FFF2-40B4-BE49-F238E27FC236}">
                <a16:creationId xmlns:a16="http://schemas.microsoft.com/office/drawing/2014/main" id="{06A374C6-7C2E-430A-B2EE-F1C822EA76B2}"/>
              </a:ext>
            </a:extLst>
          </p:cNvPr>
          <p:cNvCxnSpPr>
            <a:cxnSpLocks/>
          </p:cNvCxnSpPr>
          <p:nvPr/>
        </p:nvCxnSpPr>
        <p:spPr>
          <a:xfrm flipH="1" flipV="1">
            <a:off x="8161206" y="4534472"/>
            <a:ext cx="1602753" cy="79327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5" name="直接连接符 124">
            <a:extLst>
              <a:ext uri="{FF2B5EF4-FFF2-40B4-BE49-F238E27FC236}">
                <a16:creationId xmlns:a16="http://schemas.microsoft.com/office/drawing/2014/main" id="{4B7C1DF7-4210-48B8-BDB6-394F76191D24}"/>
              </a:ext>
            </a:extLst>
          </p:cNvPr>
          <p:cNvCxnSpPr>
            <a:cxnSpLocks/>
            <a:stCxn id="11" idx="4"/>
          </p:cNvCxnSpPr>
          <p:nvPr/>
        </p:nvCxnSpPr>
        <p:spPr>
          <a:xfrm flipV="1">
            <a:off x="5525375" y="5905070"/>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72" name="连接符: 曲线 10">
            <a:extLst>
              <a:ext uri="{FF2B5EF4-FFF2-40B4-BE49-F238E27FC236}">
                <a16:creationId xmlns:a16="http://schemas.microsoft.com/office/drawing/2014/main" id="{6C6FE75C-2F65-4CD2-A207-DFA2DEAB2A13}"/>
              </a:ext>
            </a:extLst>
          </p:cNvPr>
          <p:cNvCxnSpPr>
            <a:cxnSpLocks/>
          </p:cNvCxnSpPr>
          <p:nvPr/>
        </p:nvCxnSpPr>
        <p:spPr>
          <a:xfrm>
            <a:off x="5529980" y="5839425"/>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68" name="组合 67">
            <a:extLst>
              <a:ext uri="{FF2B5EF4-FFF2-40B4-BE49-F238E27FC236}">
                <a16:creationId xmlns:a16="http://schemas.microsoft.com/office/drawing/2014/main" id="{ACA6644C-137C-48AE-AB8C-96ECEBCE0DFC}"/>
              </a:ext>
            </a:extLst>
          </p:cNvPr>
          <p:cNvGrpSpPr/>
          <p:nvPr/>
        </p:nvGrpSpPr>
        <p:grpSpPr>
          <a:xfrm>
            <a:off x="5390502" y="2005481"/>
            <a:ext cx="2339699" cy="1691573"/>
            <a:chOff x="8792830" y="4127480"/>
            <a:chExt cx="1810450" cy="1314341"/>
          </a:xfrm>
        </p:grpSpPr>
        <p:sp>
          <p:nvSpPr>
            <p:cNvPr id="69" name="直接连接符 278657">
              <a:extLst>
                <a:ext uri="{FF2B5EF4-FFF2-40B4-BE49-F238E27FC236}">
                  <a16:creationId xmlns:a16="http://schemas.microsoft.com/office/drawing/2014/main" id="{A821E5D7-3828-461C-AF37-5AECAE0A6BB4}"/>
                </a:ext>
              </a:extLst>
            </p:cNvPr>
            <p:cNvSpPr>
              <a:spLocks noChangeShapeType="1"/>
            </p:cNvSpPr>
            <p:nvPr/>
          </p:nvSpPr>
          <p:spPr bwMode="auto">
            <a:xfrm flipH="1">
              <a:off x="9474397" y="4378577"/>
              <a:ext cx="381001" cy="2637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p:nvSpPr>
            <p:cNvPr id="80" name="直接连接符 278657">
              <a:extLst>
                <a:ext uri="{FF2B5EF4-FFF2-40B4-BE49-F238E27FC236}">
                  <a16:creationId xmlns:a16="http://schemas.microsoft.com/office/drawing/2014/main" id="{728BD4C1-9BD9-4274-8304-71F4520D4C57}"/>
                </a:ext>
              </a:extLst>
            </p:cNvPr>
            <p:cNvSpPr>
              <a:spLocks noChangeShapeType="1"/>
            </p:cNvSpPr>
            <p:nvPr/>
          </p:nvSpPr>
          <p:spPr bwMode="auto">
            <a:xfrm flipH="1" flipV="1">
              <a:off x="9892086" y="4328158"/>
              <a:ext cx="519215" cy="4040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grpSp>
          <p:nvGrpSpPr>
            <p:cNvPr id="81" name="组合 80">
              <a:extLst>
                <a:ext uri="{FF2B5EF4-FFF2-40B4-BE49-F238E27FC236}">
                  <a16:creationId xmlns:a16="http://schemas.microsoft.com/office/drawing/2014/main" id="{FED30A4A-FF0B-454F-94DD-C65383EA2DCB}"/>
                </a:ext>
              </a:extLst>
            </p:cNvPr>
            <p:cNvGrpSpPr/>
            <p:nvPr/>
          </p:nvGrpSpPr>
          <p:grpSpPr>
            <a:xfrm>
              <a:off x="9681059" y="4127480"/>
              <a:ext cx="408780" cy="381001"/>
              <a:chOff x="2879793" y="1041760"/>
              <a:chExt cx="408780" cy="381001"/>
            </a:xfrm>
          </p:grpSpPr>
          <p:sp>
            <p:nvSpPr>
              <p:cNvPr id="98" name="椭圆 278653">
                <a:extLst>
                  <a:ext uri="{FF2B5EF4-FFF2-40B4-BE49-F238E27FC236}">
                    <a16:creationId xmlns:a16="http://schemas.microsoft.com/office/drawing/2014/main" id="{4D7FD598-2743-4BF0-8140-5AB393058498}"/>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100" name="矩形 278659">
                <a:extLst>
                  <a:ext uri="{FF2B5EF4-FFF2-40B4-BE49-F238E27FC236}">
                    <a16:creationId xmlns:a16="http://schemas.microsoft.com/office/drawing/2014/main" id="{65F1D957-97B7-4589-9191-2C74BB6F3F61}"/>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t>
                </a:r>
              </a:p>
            </p:txBody>
          </p:sp>
        </p:grpSp>
        <p:grpSp>
          <p:nvGrpSpPr>
            <p:cNvPr id="82" name="组合 81">
              <a:extLst>
                <a:ext uri="{FF2B5EF4-FFF2-40B4-BE49-F238E27FC236}">
                  <a16:creationId xmlns:a16="http://schemas.microsoft.com/office/drawing/2014/main" id="{91492B7D-FD47-4076-8673-AD2A7FF650E4}"/>
                </a:ext>
              </a:extLst>
            </p:cNvPr>
            <p:cNvGrpSpPr/>
            <p:nvPr/>
          </p:nvGrpSpPr>
          <p:grpSpPr>
            <a:xfrm>
              <a:off x="10194500" y="4554197"/>
              <a:ext cx="408780" cy="381001"/>
              <a:chOff x="2879793" y="1041760"/>
              <a:chExt cx="408780" cy="381001"/>
            </a:xfrm>
          </p:grpSpPr>
          <p:sp>
            <p:nvSpPr>
              <p:cNvPr id="96" name="椭圆 278653">
                <a:extLst>
                  <a:ext uri="{FF2B5EF4-FFF2-40B4-BE49-F238E27FC236}">
                    <a16:creationId xmlns:a16="http://schemas.microsoft.com/office/drawing/2014/main" id="{230A8FE0-5FCE-47E7-A1A1-C48CD185BD29}"/>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7" name="矩形 278659">
                <a:extLst>
                  <a:ext uri="{FF2B5EF4-FFF2-40B4-BE49-F238E27FC236}">
                    <a16:creationId xmlns:a16="http://schemas.microsoft.com/office/drawing/2014/main" id="{9A5111C8-B8F6-44B5-96E6-C16EEEA5C2C8}"/>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c</a:t>
                </a:r>
              </a:p>
            </p:txBody>
          </p:sp>
        </p:grpSp>
        <p:sp>
          <p:nvSpPr>
            <p:cNvPr id="83" name="直接连接符 278657">
              <a:extLst>
                <a:ext uri="{FF2B5EF4-FFF2-40B4-BE49-F238E27FC236}">
                  <a16:creationId xmlns:a16="http://schemas.microsoft.com/office/drawing/2014/main" id="{FE76FD2A-A903-46DD-8A24-4EAA1168F611}"/>
                </a:ext>
              </a:extLst>
            </p:cNvPr>
            <p:cNvSpPr>
              <a:spLocks noChangeShapeType="1"/>
            </p:cNvSpPr>
            <p:nvPr/>
          </p:nvSpPr>
          <p:spPr bwMode="auto">
            <a:xfrm flipH="1">
              <a:off x="8953179" y="4810237"/>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p:nvSpPr>
            <p:cNvPr id="84" name="直接连接符 278658">
              <a:extLst>
                <a:ext uri="{FF2B5EF4-FFF2-40B4-BE49-F238E27FC236}">
                  <a16:creationId xmlns:a16="http://schemas.microsoft.com/office/drawing/2014/main" id="{ADB56604-0B4B-4F1E-B06A-C30BF9B7B2D0}"/>
                </a:ext>
              </a:extLst>
            </p:cNvPr>
            <p:cNvSpPr>
              <a:spLocks noChangeShapeType="1"/>
            </p:cNvSpPr>
            <p:nvPr/>
          </p:nvSpPr>
          <p:spPr bwMode="auto">
            <a:xfrm>
              <a:off x="9442646" y="4802507"/>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grpSp>
          <p:nvGrpSpPr>
            <p:cNvPr id="85" name="组合 84">
              <a:extLst>
                <a:ext uri="{FF2B5EF4-FFF2-40B4-BE49-F238E27FC236}">
                  <a16:creationId xmlns:a16="http://schemas.microsoft.com/office/drawing/2014/main" id="{D11BA589-A885-4966-94E9-E544C7F9D071}"/>
                </a:ext>
              </a:extLst>
            </p:cNvPr>
            <p:cNvGrpSpPr/>
            <p:nvPr/>
          </p:nvGrpSpPr>
          <p:grpSpPr>
            <a:xfrm>
              <a:off x="9155435" y="4554197"/>
              <a:ext cx="408780" cy="381001"/>
              <a:chOff x="2879793" y="1041760"/>
              <a:chExt cx="408780" cy="381001"/>
            </a:xfrm>
          </p:grpSpPr>
          <p:sp>
            <p:nvSpPr>
              <p:cNvPr id="93" name="椭圆 278653">
                <a:extLst>
                  <a:ext uri="{FF2B5EF4-FFF2-40B4-BE49-F238E27FC236}">
                    <a16:creationId xmlns:a16="http://schemas.microsoft.com/office/drawing/2014/main" id="{5694E612-D214-4013-93FB-251CF3411CC6}"/>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4" name="矩形 278659">
                <a:extLst>
                  <a:ext uri="{FF2B5EF4-FFF2-40B4-BE49-F238E27FC236}">
                    <a16:creationId xmlns:a16="http://schemas.microsoft.com/office/drawing/2014/main" id="{AF7CF186-DC7B-4ACF-8753-976CEF2F870E}"/>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t>
                </a:r>
              </a:p>
            </p:txBody>
          </p:sp>
        </p:grpSp>
        <p:grpSp>
          <p:nvGrpSpPr>
            <p:cNvPr id="86" name="组合 85">
              <a:extLst>
                <a:ext uri="{FF2B5EF4-FFF2-40B4-BE49-F238E27FC236}">
                  <a16:creationId xmlns:a16="http://schemas.microsoft.com/office/drawing/2014/main" id="{823B1F1E-6FC0-419C-8BDC-E30B327EF626}"/>
                </a:ext>
              </a:extLst>
            </p:cNvPr>
            <p:cNvGrpSpPr/>
            <p:nvPr/>
          </p:nvGrpSpPr>
          <p:grpSpPr>
            <a:xfrm>
              <a:off x="8792830" y="5056496"/>
              <a:ext cx="408780" cy="381001"/>
              <a:chOff x="2879793" y="1041760"/>
              <a:chExt cx="408780" cy="381001"/>
            </a:xfrm>
          </p:grpSpPr>
          <p:sp>
            <p:nvSpPr>
              <p:cNvPr id="91" name="椭圆 278653">
                <a:extLst>
                  <a:ext uri="{FF2B5EF4-FFF2-40B4-BE49-F238E27FC236}">
                    <a16:creationId xmlns:a16="http://schemas.microsoft.com/office/drawing/2014/main" id="{B58F65E1-D787-4840-9E4B-D0CA22951E07}"/>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2" name="矩形 278659">
                <a:extLst>
                  <a:ext uri="{FF2B5EF4-FFF2-40B4-BE49-F238E27FC236}">
                    <a16:creationId xmlns:a16="http://schemas.microsoft.com/office/drawing/2014/main" id="{CEA1E8BC-CCD0-4B57-977E-DA58174EE06A}"/>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a:t>
                </a:r>
              </a:p>
            </p:txBody>
          </p:sp>
        </p:grpSp>
        <p:grpSp>
          <p:nvGrpSpPr>
            <p:cNvPr id="87" name="组合 86">
              <a:extLst>
                <a:ext uri="{FF2B5EF4-FFF2-40B4-BE49-F238E27FC236}">
                  <a16:creationId xmlns:a16="http://schemas.microsoft.com/office/drawing/2014/main" id="{4C8AD0D8-6207-4A42-9156-1E097EE92025}"/>
                </a:ext>
              </a:extLst>
            </p:cNvPr>
            <p:cNvGrpSpPr/>
            <p:nvPr/>
          </p:nvGrpSpPr>
          <p:grpSpPr>
            <a:xfrm>
              <a:off x="9536978" y="5060820"/>
              <a:ext cx="408780" cy="381001"/>
              <a:chOff x="2879793" y="1041760"/>
              <a:chExt cx="408780" cy="381001"/>
            </a:xfrm>
          </p:grpSpPr>
          <p:sp>
            <p:nvSpPr>
              <p:cNvPr id="88" name="椭圆 278653">
                <a:extLst>
                  <a:ext uri="{FF2B5EF4-FFF2-40B4-BE49-F238E27FC236}">
                    <a16:creationId xmlns:a16="http://schemas.microsoft.com/office/drawing/2014/main" id="{BBEA20BC-2078-4660-AC49-3181900D0ABF}"/>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89" name="矩形 278659">
                <a:extLst>
                  <a:ext uri="{FF2B5EF4-FFF2-40B4-BE49-F238E27FC236}">
                    <a16:creationId xmlns:a16="http://schemas.microsoft.com/office/drawing/2014/main" id="{1ABEA049-AA7C-4715-B777-3CA07CD5C465}"/>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b</a:t>
                </a:r>
              </a:p>
            </p:txBody>
          </p:sp>
        </p:grpSp>
      </p:grpSp>
      <p:sp>
        <p:nvSpPr>
          <p:cNvPr id="11" name="任意多边形: 形状 10">
            <a:extLst>
              <a:ext uri="{FF2B5EF4-FFF2-40B4-BE49-F238E27FC236}">
                <a16:creationId xmlns:a16="http://schemas.microsoft.com/office/drawing/2014/main" id="{A3C15290-DA92-430A-B742-CD61BA0ACB7A}"/>
              </a:ext>
            </a:extLst>
          </p:cNvPr>
          <p:cNvSpPr/>
          <p:nvPr/>
        </p:nvSpPr>
        <p:spPr>
          <a:xfrm>
            <a:off x="5167235" y="6331470"/>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a:extLst>
              <a:ext uri="{FF2B5EF4-FFF2-40B4-BE49-F238E27FC236}">
                <a16:creationId xmlns:a16="http://schemas.microsoft.com/office/drawing/2014/main" id="{3A0163D1-F692-49EB-A3F8-EE8382C10BA2}"/>
              </a:ext>
            </a:extLst>
          </p:cNvPr>
          <p:cNvSpPr/>
          <p:nvPr/>
        </p:nvSpPr>
        <p:spPr>
          <a:xfrm>
            <a:off x="6203734" y="6329125"/>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a:extLst>
              <a:ext uri="{FF2B5EF4-FFF2-40B4-BE49-F238E27FC236}">
                <a16:creationId xmlns:a16="http://schemas.microsoft.com/office/drawing/2014/main" id="{ABBFD9E8-4E43-416E-83A0-3DA25DBC1998}"/>
              </a:ext>
            </a:extLst>
          </p:cNvPr>
          <p:cNvCxnSpPr>
            <a:cxnSpLocks/>
          </p:cNvCxnSpPr>
          <p:nvPr/>
        </p:nvCxnSpPr>
        <p:spPr>
          <a:xfrm flipV="1">
            <a:off x="6556492" y="5905070"/>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3" name="连接符: 曲线 10">
            <a:extLst>
              <a:ext uri="{FF2B5EF4-FFF2-40B4-BE49-F238E27FC236}">
                <a16:creationId xmlns:a16="http://schemas.microsoft.com/office/drawing/2014/main" id="{F7FFAE52-01D8-4F83-B7AB-ED4410B169A1}"/>
              </a:ext>
            </a:extLst>
          </p:cNvPr>
          <p:cNvCxnSpPr>
            <a:cxnSpLocks/>
          </p:cNvCxnSpPr>
          <p:nvPr/>
        </p:nvCxnSpPr>
        <p:spPr>
          <a:xfrm>
            <a:off x="8090431" y="4226089"/>
            <a:ext cx="0" cy="34734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5" name="直接箭头连接符 104">
            <a:extLst>
              <a:ext uri="{FF2B5EF4-FFF2-40B4-BE49-F238E27FC236}">
                <a16:creationId xmlns:a16="http://schemas.microsoft.com/office/drawing/2014/main" id="{7C3D25A7-9E5A-4927-882C-D74FD5035EE6}"/>
              </a:ext>
            </a:extLst>
          </p:cNvPr>
          <p:cNvCxnSpPr>
            <a:cxnSpLocks/>
          </p:cNvCxnSpPr>
          <p:nvPr/>
        </p:nvCxnSpPr>
        <p:spPr>
          <a:xfrm flipH="1">
            <a:off x="8353157" y="5393761"/>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11A6A37D-30E4-4766-B31E-253552C139C9}"/>
              </a:ext>
            </a:extLst>
          </p:cNvPr>
          <p:cNvCxnSpPr>
            <a:cxnSpLocks/>
          </p:cNvCxnSpPr>
          <p:nvPr/>
        </p:nvCxnSpPr>
        <p:spPr>
          <a:xfrm>
            <a:off x="9404525" y="5825266"/>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7" name="连接符: 曲线 10">
            <a:extLst>
              <a:ext uri="{FF2B5EF4-FFF2-40B4-BE49-F238E27FC236}">
                <a16:creationId xmlns:a16="http://schemas.microsoft.com/office/drawing/2014/main" id="{3379ED89-7601-4756-909E-E640B84DA81D}"/>
              </a:ext>
            </a:extLst>
          </p:cNvPr>
          <p:cNvCxnSpPr>
            <a:cxnSpLocks/>
          </p:cNvCxnSpPr>
          <p:nvPr/>
        </p:nvCxnSpPr>
        <p:spPr>
          <a:xfrm>
            <a:off x="9744754" y="5361360"/>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8" name="直接连接符 107">
            <a:extLst>
              <a:ext uri="{FF2B5EF4-FFF2-40B4-BE49-F238E27FC236}">
                <a16:creationId xmlns:a16="http://schemas.microsoft.com/office/drawing/2014/main" id="{2C102C2D-D654-405F-B717-21F2B23F3FDF}"/>
              </a:ext>
            </a:extLst>
          </p:cNvPr>
          <p:cNvCxnSpPr>
            <a:cxnSpLocks/>
            <a:stCxn id="110" idx="4"/>
          </p:cNvCxnSpPr>
          <p:nvPr/>
        </p:nvCxnSpPr>
        <p:spPr>
          <a:xfrm flipV="1">
            <a:off x="8718725" y="5919253"/>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9" name="连接符: 曲线 10">
            <a:extLst>
              <a:ext uri="{FF2B5EF4-FFF2-40B4-BE49-F238E27FC236}">
                <a16:creationId xmlns:a16="http://schemas.microsoft.com/office/drawing/2014/main" id="{82EB863C-A1D3-4D33-927B-FD18148006C0}"/>
              </a:ext>
            </a:extLst>
          </p:cNvPr>
          <p:cNvCxnSpPr>
            <a:cxnSpLocks/>
          </p:cNvCxnSpPr>
          <p:nvPr/>
        </p:nvCxnSpPr>
        <p:spPr>
          <a:xfrm>
            <a:off x="8723330" y="5853608"/>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0" name="任意多边形: 形状 109">
            <a:extLst>
              <a:ext uri="{FF2B5EF4-FFF2-40B4-BE49-F238E27FC236}">
                <a16:creationId xmlns:a16="http://schemas.microsoft.com/office/drawing/2014/main" id="{22F7E526-35BB-4B26-AA0F-0A6540721606}"/>
              </a:ext>
            </a:extLst>
          </p:cNvPr>
          <p:cNvSpPr/>
          <p:nvPr/>
        </p:nvSpPr>
        <p:spPr>
          <a:xfrm>
            <a:off x="8360585" y="6345653"/>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任意多边形: 形状 110">
            <a:extLst>
              <a:ext uri="{FF2B5EF4-FFF2-40B4-BE49-F238E27FC236}">
                <a16:creationId xmlns:a16="http://schemas.microsoft.com/office/drawing/2014/main" id="{0E8385DB-8C19-43BC-AEF5-52FD0AD1631A}"/>
              </a:ext>
            </a:extLst>
          </p:cNvPr>
          <p:cNvSpPr/>
          <p:nvPr/>
        </p:nvSpPr>
        <p:spPr>
          <a:xfrm>
            <a:off x="9397084" y="6343308"/>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 name="直接连接符 111">
            <a:extLst>
              <a:ext uri="{FF2B5EF4-FFF2-40B4-BE49-F238E27FC236}">
                <a16:creationId xmlns:a16="http://schemas.microsoft.com/office/drawing/2014/main" id="{CFA21F6C-8B48-4D49-817D-225437634468}"/>
              </a:ext>
            </a:extLst>
          </p:cNvPr>
          <p:cNvCxnSpPr>
            <a:cxnSpLocks/>
          </p:cNvCxnSpPr>
          <p:nvPr/>
        </p:nvCxnSpPr>
        <p:spPr>
          <a:xfrm flipV="1">
            <a:off x="9749842" y="5919253"/>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3" name="直接箭头连接符 112">
            <a:extLst>
              <a:ext uri="{FF2B5EF4-FFF2-40B4-BE49-F238E27FC236}">
                <a16:creationId xmlns:a16="http://schemas.microsoft.com/office/drawing/2014/main" id="{F7647047-99AB-4231-8494-8D8C3B1E7714}"/>
              </a:ext>
            </a:extLst>
          </p:cNvPr>
          <p:cNvCxnSpPr>
            <a:cxnSpLocks/>
          </p:cNvCxnSpPr>
          <p:nvPr/>
        </p:nvCxnSpPr>
        <p:spPr>
          <a:xfrm flipH="1">
            <a:off x="10527721" y="4260371"/>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4" name="直接箭头连接符 113">
            <a:extLst>
              <a:ext uri="{FF2B5EF4-FFF2-40B4-BE49-F238E27FC236}">
                <a16:creationId xmlns:a16="http://schemas.microsoft.com/office/drawing/2014/main" id="{74729DC4-B1BE-43A3-BF44-E133746A823E}"/>
              </a:ext>
            </a:extLst>
          </p:cNvPr>
          <p:cNvCxnSpPr>
            <a:cxnSpLocks/>
          </p:cNvCxnSpPr>
          <p:nvPr/>
        </p:nvCxnSpPr>
        <p:spPr>
          <a:xfrm>
            <a:off x="11579089" y="4691876"/>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6" name="连接符: 曲线 10">
            <a:extLst>
              <a:ext uri="{FF2B5EF4-FFF2-40B4-BE49-F238E27FC236}">
                <a16:creationId xmlns:a16="http://schemas.microsoft.com/office/drawing/2014/main" id="{45A5A3DB-E7EC-4630-BEAC-863F3AE16CA4}"/>
              </a:ext>
            </a:extLst>
          </p:cNvPr>
          <p:cNvCxnSpPr>
            <a:cxnSpLocks/>
          </p:cNvCxnSpPr>
          <p:nvPr/>
        </p:nvCxnSpPr>
        <p:spPr>
          <a:xfrm>
            <a:off x="11919318" y="4227970"/>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76D12709-C07D-41B2-BD02-AE50BBF23601}"/>
              </a:ext>
            </a:extLst>
          </p:cNvPr>
          <p:cNvCxnSpPr>
            <a:cxnSpLocks/>
            <a:stCxn id="119" idx="4"/>
          </p:cNvCxnSpPr>
          <p:nvPr/>
        </p:nvCxnSpPr>
        <p:spPr>
          <a:xfrm flipV="1">
            <a:off x="10893289" y="4785863"/>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8" name="连接符: 曲线 10">
            <a:extLst>
              <a:ext uri="{FF2B5EF4-FFF2-40B4-BE49-F238E27FC236}">
                <a16:creationId xmlns:a16="http://schemas.microsoft.com/office/drawing/2014/main" id="{DE6B5E71-3A17-4248-B394-767699A5882E}"/>
              </a:ext>
            </a:extLst>
          </p:cNvPr>
          <p:cNvCxnSpPr>
            <a:cxnSpLocks/>
          </p:cNvCxnSpPr>
          <p:nvPr/>
        </p:nvCxnSpPr>
        <p:spPr>
          <a:xfrm>
            <a:off x="10905514" y="4704978"/>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9" name="任意多边形: 形状 118">
            <a:extLst>
              <a:ext uri="{FF2B5EF4-FFF2-40B4-BE49-F238E27FC236}">
                <a16:creationId xmlns:a16="http://schemas.microsoft.com/office/drawing/2014/main" id="{394500C4-CB73-4A8E-AD3D-67F89740C75A}"/>
              </a:ext>
            </a:extLst>
          </p:cNvPr>
          <p:cNvSpPr/>
          <p:nvPr/>
        </p:nvSpPr>
        <p:spPr>
          <a:xfrm>
            <a:off x="10535149" y="5212263"/>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任意多边形: 形状 119">
            <a:extLst>
              <a:ext uri="{FF2B5EF4-FFF2-40B4-BE49-F238E27FC236}">
                <a16:creationId xmlns:a16="http://schemas.microsoft.com/office/drawing/2014/main" id="{B827B8B5-4B4E-4314-B741-44F907490B8F}"/>
              </a:ext>
            </a:extLst>
          </p:cNvPr>
          <p:cNvSpPr/>
          <p:nvPr/>
        </p:nvSpPr>
        <p:spPr>
          <a:xfrm>
            <a:off x="11571648" y="5209918"/>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 name="直接连接符 120">
            <a:extLst>
              <a:ext uri="{FF2B5EF4-FFF2-40B4-BE49-F238E27FC236}">
                <a16:creationId xmlns:a16="http://schemas.microsoft.com/office/drawing/2014/main" id="{37327B9D-BA02-4936-B76A-06CD71B18BA9}"/>
              </a:ext>
            </a:extLst>
          </p:cNvPr>
          <p:cNvCxnSpPr>
            <a:cxnSpLocks/>
          </p:cNvCxnSpPr>
          <p:nvPr/>
        </p:nvCxnSpPr>
        <p:spPr>
          <a:xfrm flipV="1">
            <a:off x="11924406" y="4785863"/>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2" name="直接连接符 121">
            <a:extLst>
              <a:ext uri="{FF2B5EF4-FFF2-40B4-BE49-F238E27FC236}">
                <a16:creationId xmlns:a16="http://schemas.microsoft.com/office/drawing/2014/main" id="{E19A3109-A0EA-497C-858E-8DF0CB18E1B8}"/>
              </a:ext>
            </a:extLst>
          </p:cNvPr>
          <p:cNvCxnSpPr>
            <a:cxnSpLocks/>
          </p:cNvCxnSpPr>
          <p:nvPr/>
        </p:nvCxnSpPr>
        <p:spPr>
          <a:xfrm flipV="1">
            <a:off x="6561874" y="4743019"/>
            <a:ext cx="464641" cy="604158"/>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3" name="连接符: 曲线 10">
            <a:extLst>
              <a:ext uri="{FF2B5EF4-FFF2-40B4-BE49-F238E27FC236}">
                <a16:creationId xmlns:a16="http://schemas.microsoft.com/office/drawing/2014/main" id="{EE513D93-C263-4795-9EFD-FA432545885C}"/>
              </a:ext>
            </a:extLst>
          </p:cNvPr>
          <p:cNvCxnSpPr>
            <a:cxnSpLocks/>
          </p:cNvCxnSpPr>
          <p:nvPr/>
        </p:nvCxnSpPr>
        <p:spPr>
          <a:xfrm flipV="1">
            <a:off x="7024410" y="4691876"/>
            <a:ext cx="732991" cy="10875"/>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DF85CB99-34E2-449C-89C5-CB7C7B08E3C2}"/>
              </a:ext>
            </a:extLst>
          </p:cNvPr>
          <p:cNvCxnSpPr>
            <a:cxnSpLocks/>
          </p:cNvCxnSpPr>
          <p:nvPr/>
        </p:nvCxnSpPr>
        <p:spPr>
          <a:xfrm>
            <a:off x="7818672" y="4702751"/>
            <a:ext cx="534031" cy="67394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6" name="连接符: 肘形 143">
            <a:extLst>
              <a:ext uri="{FF2B5EF4-FFF2-40B4-BE49-F238E27FC236}">
                <a16:creationId xmlns:a16="http://schemas.microsoft.com/office/drawing/2014/main" id="{1A9B1297-6D0A-4CF2-9B41-D69C22D53C6A}"/>
              </a:ext>
            </a:extLst>
          </p:cNvPr>
          <p:cNvCxnSpPr>
            <a:cxnSpLocks/>
          </p:cNvCxnSpPr>
          <p:nvPr/>
        </p:nvCxnSpPr>
        <p:spPr>
          <a:xfrm flipH="1" flipV="1">
            <a:off x="10084676" y="3360158"/>
            <a:ext cx="1822654" cy="84678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497382E3-B803-45A6-AFBC-79BB063575F7}"/>
              </a:ext>
            </a:extLst>
          </p:cNvPr>
          <p:cNvCxnSpPr>
            <a:cxnSpLocks/>
          </p:cNvCxnSpPr>
          <p:nvPr/>
        </p:nvCxnSpPr>
        <p:spPr>
          <a:xfrm flipV="1">
            <a:off x="8090431" y="3605530"/>
            <a:ext cx="872229" cy="601291"/>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8" name="连接符: 曲线 10">
            <a:extLst>
              <a:ext uri="{FF2B5EF4-FFF2-40B4-BE49-F238E27FC236}">
                <a16:creationId xmlns:a16="http://schemas.microsoft.com/office/drawing/2014/main" id="{F3C262F1-D25B-41DB-A485-C6A52F337A31}"/>
              </a:ext>
            </a:extLst>
          </p:cNvPr>
          <p:cNvCxnSpPr>
            <a:cxnSpLocks/>
          </p:cNvCxnSpPr>
          <p:nvPr/>
        </p:nvCxnSpPr>
        <p:spPr>
          <a:xfrm flipV="1">
            <a:off x="8960555" y="3554388"/>
            <a:ext cx="732991" cy="10874"/>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1" name="连接符: 曲线 10">
            <a:extLst>
              <a:ext uri="{FF2B5EF4-FFF2-40B4-BE49-F238E27FC236}">
                <a16:creationId xmlns:a16="http://schemas.microsoft.com/office/drawing/2014/main" id="{FEBA9159-88EC-4A02-9DC5-F38E31541BA2}"/>
              </a:ext>
            </a:extLst>
          </p:cNvPr>
          <p:cNvCxnSpPr>
            <a:cxnSpLocks/>
          </p:cNvCxnSpPr>
          <p:nvPr/>
        </p:nvCxnSpPr>
        <p:spPr>
          <a:xfrm>
            <a:off x="6740848" y="4210849"/>
            <a:ext cx="0" cy="34734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连接符: 曲线 10">
            <a:extLst>
              <a:ext uri="{FF2B5EF4-FFF2-40B4-BE49-F238E27FC236}">
                <a16:creationId xmlns:a16="http://schemas.microsoft.com/office/drawing/2014/main" id="{952AFD24-8C5C-4F99-93AD-F10EF80A6398}"/>
              </a:ext>
            </a:extLst>
          </p:cNvPr>
          <p:cNvCxnSpPr>
            <a:cxnSpLocks/>
          </p:cNvCxnSpPr>
          <p:nvPr/>
        </p:nvCxnSpPr>
        <p:spPr>
          <a:xfrm>
            <a:off x="8668242" y="3080638"/>
            <a:ext cx="0" cy="27175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2" name="直接连接符 141">
            <a:extLst>
              <a:ext uri="{FF2B5EF4-FFF2-40B4-BE49-F238E27FC236}">
                <a16:creationId xmlns:a16="http://schemas.microsoft.com/office/drawing/2014/main" id="{2161941D-E1B6-4F41-A06D-DF4F99C380CA}"/>
              </a:ext>
            </a:extLst>
          </p:cNvPr>
          <p:cNvCxnSpPr>
            <a:cxnSpLocks/>
          </p:cNvCxnSpPr>
          <p:nvPr/>
        </p:nvCxnSpPr>
        <p:spPr>
          <a:xfrm flipV="1">
            <a:off x="10010671" y="2578038"/>
            <a:ext cx="0" cy="774331"/>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sp>
        <p:nvSpPr>
          <p:cNvPr id="150" name="文本框 149">
            <a:extLst>
              <a:ext uri="{FF2B5EF4-FFF2-40B4-BE49-F238E27FC236}">
                <a16:creationId xmlns:a16="http://schemas.microsoft.com/office/drawing/2014/main" id="{95BB25AE-8C62-4815-97EF-CB12B6FA333B}"/>
              </a:ext>
            </a:extLst>
          </p:cNvPr>
          <p:cNvSpPr txBox="1"/>
          <p:nvPr/>
        </p:nvSpPr>
        <p:spPr>
          <a:xfrm>
            <a:off x="781699" y="4534472"/>
            <a:ext cx="3326346" cy="1937838"/>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Trav(</a:t>
            </a:r>
            <a:r>
              <a:rPr lang="en-US" altLang="zh-CN" b="1" dirty="0" err="1">
                <a:latin typeface="Courier New" panose="02070309020205020404" pitchFamily="49" charset="0"/>
                <a:cs typeface="Courier New" panose="02070309020205020404" pitchFamily="49" charset="0"/>
              </a:rPr>
              <a:t>BiTree</a:t>
            </a:r>
            <a:r>
              <a:rPr lang="en-US" altLang="zh-CN" b="1" dirty="0">
                <a:latin typeface="Courier New" panose="02070309020205020404" pitchFamily="49" charset="0"/>
                <a:cs typeface="Courier New" panose="02070309020205020404" pitchFamily="49" charset="0"/>
              </a:rPr>
              <a:t> 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 ( T )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152" name="文本框 151">
            <a:extLst>
              <a:ext uri="{FF2B5EF4-FFF2-40B4-BE49-F238E27FC236}">
                <a16:creationId xmlns:a16="http://schemas.microsoft.com/office/drawing/2014/main" id="{6E48284B-31F2-44FE-BD9A-239E76E9F10B}"/>
              </a:ext>
            </a:extLst>
          </p:cNvPr>
          <p:cNvSpPr txBox="1"/>
          <p:nvPr/>
        </p:nvSpPr>
        <p:spPr>
          <a:xfrm>
            <a:off x="1325235" y="6091238"/>
            <a:ext cx="2849409" cy="369332"/>
          </a:xfrm>
          <a:prstGeom prst="rect">
            <a:avLst/>
          </a:prstGeom>
          <a:noFill/>
        </p:spPr>
        <p:txBody>
          <a:bodyPr wrap="square">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6.3 </a:t>
            </a:r>
            <a:r>
              <a:rPr lang="zh-CN" altLang="en-US" b="1" dirty="0">
                <a:solidFill>
                  <a:srgbClr val="041ABC"/>
                </a:solidFill>
                <a:effectLst>
                  <a:outerShdw blurRad="38100" dist="38100" dir="2700000" algn="tl">
                    <a:srgbClr val="000000">
                      <a:alpha val="43137"/>
                    </a:srgbClr>
                  </a:outerShdw>
                </a:effectLst>
              </a:rPr>
              <a:t>先序遍历</a:t>
            </a:r>
            <a:endParaRPr lang="zh-CN" altLang="en-US" dirty="0">
              <a:solidFill>
                <a:srgbClr val="041ABC"/>
              </a:solidFill>
            </a:endParaRPr>
          </a:p>
        </p:txBody>
      </p:sp>
      <p:sp>
        <p:nvSpPr>
          <p:cNvPr id="154" name="文本框 153">
            <a:extLst>
              <a:ext uri="{FF2B5EF4-FFF2-40B4-BE49-F238E27FC236}">
                <a16:creationId xmlns:a16="http://schemas.microsoft.com/office/drawing/2014/main" id="{48911E5F-25A5-4F09-BEA5-F4C676113B20}"/>
              </a:ext>
            </a:extLst>
          </p:cNvPr>
          <p:cNvSpPr txBox="1"/>
          <p:nvPr/>
        </p:nvSpPr>
        <p:spPr>
          <a:xfrm>
            <a:off x="1390061" y="5052082"/>
            <a:ext cx="2363023" cy="369332"/>
          </a:xfrm>
          <a:prstGeom prst="rect">
            <a:avLst/>
          </a:prstGeom>
          <a:noFill/>
        </p:spPr>
        <p:txBody>
          <a:bodyPr wrap="square">
            <a:spAutoFit/>
          </a:bodyPr>
          <a:lstStyle/>
          <a:p>
            <a:r>
              <a:rPr lang="en-US" altLang="zh-CN"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Visit(T-&gt;data);</a:t>
            </a:r>
          </a:p>
        </p:txBody>
      </p:sp>
      <p:sp>
        <p:nvSpPr>
          <p:cNvPr id="156" name="文本框 155">
            <a:extLst>
              <a:ext uri="{FF2B5EF4-FFF2-40B4-BE49-F238E27FC236}">
                <a16:creationId xmlns:a16="http://schemas.microsoft.com/office/drawing/2014/main" id="{73012F1D-80B6-40E3-8F08-2E14B591A7FF}"/>
              </a:ext>
            </a:extLst>
          </p:cNvPr>
          <p:cNvSpPr txBox="1"/>
          <p:nvPr/>
        </p:nvSpPr>
        <p:spPr>
          <a:xfrm>
            <a:off x="1390061" y="5327346"/>
            <a:ext cx="2445865"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l</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158" name="文本框 157">
            <a:extLst>
              <a:ext uri="{FF2B5EF4-FFF2-40B4-BE49-F238E27FC236}">
                <a16:creationId xmlns:a16="http://schemas.microsoft.com/office/drawing/2014/main" id="{DE961EFF-BFB1-47FD-BFDB-8DB1F549FFB9}"/>
              </a:ext>
            </a:extLst>
          </p:cNvPr>
          <p:cNvSpPr txBox="1"/>
          <p:nvPr/>
        </p:nvSpPr>
        <p:spPr>
          <a:xfrm>
            <a:off x="1390061" y="5609840"/>
            <a:ext cx="2549252"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r</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48" name="文本框 47">
            <a:extLst>
              <a:ext uri="{FF2B5EF4-FFF2-40B4-BE49-F238E27FC236}">
                <a16:creationId xmlns:a16="http://schemas.microsoft.com/office/drawing/2014/main" id="{06470CD0-50C2-46D3-91DF-D4FC9ED1C14F}"/>
              </a:ext>
            </a:extLst>
          </p:cNvPr>
          <p:cNvSpPr txBox="1"/>
          <p:nvPr/>
        </p:nvSpPr>
        <p:spPr>
          <a:xfrm>
            <a:off x="5525375" y="755258"/>
            <a:ext cx="6408902" cy="1121525"/>
          </a:xfrm>
          <a:prstGeom prst="rect">
            <a:avLst/>
          </a:prstGeom>
          <a:noFill/>
        </p:spPr>
        <p:txBody>
          <a:bodyPr wrap="square" rtlCol="0">
            <a:spAutoFit/>
          </a:bodyPr>
          <a:lstStyle/>
          <a:p>
            <a:pPr>
              <a:lnSpc>
                <a:spcPct val="130000"/>
              </a:lnSpc>
            </a:pPr>
            <a:r>
              <a:rPr lang="zh-CN" altLang="en-US" b="1" dirty="0">
                <a:latin typeface="宋体" panose="02010600030101010101" pitchFamily="2" charset="-122"/>
                <a:ea typeface="宋体" panose="02010600030101010101" pitchFamily="2" charset="-122"/>
              </a:rPr>
              <a:t>对这棵二叉树依次进行</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先序</a:t>
            </a:r>
            <a:r>
              <a:rPr lang="zh-CN" altLang="en-US" b="1" dirty="0">
                <a:latin typeface="宋体" panose="02010600030101010101" pitchFamily="2" charset="-122"/>
                <a:ea typeface="宋体" panose="02010600030101010101" pitchFamily="2" charset="-122"/>
              </a:rPr>
              <a:t>、</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中序</a:t>
            </a:r>
            <a:r>
              <a:rPr lang="zh-CN" altLang="en-US" b="1" dirty="0">
                <a:latin typeface="宋体" panose="02010600030101010101" pitchFamily="2" charset="-122"/>
                <a:ea typeface="宋体" panose="02010600030101010101" pitchFamily="2" charset="-122"/>
              </a:rPr>
              <a:t>和</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后序遍历</a:t>
            </a:r>
            <a:r>
              <a:rPr lang="zh-CN" altLang="en-US" b="1" dirty="0">
                <a:latin typeface="宋体" panose="02010600030101010101" pitchFamily="2" charset="-122"/>
                <a:ea typeface="宋体" panose="02010600030101010101" pitchFamily="2" charset="-122"/>
              </a:rPr>
              <a:t>（所列算法是简化版本）。观察指针参数</a:t>
            </a:r>
            <a:r>
              <a:rPr lang="en-US" altLang="zh-CN" b="1" dirty="0">
                <a:latin typeface="宋体" panose="02010600030101010101" pitchFamily="2" charset="-122"/>
                <a:ea typeface="宋体" panose="02010600030101010101" pitchFamily="2" charset="-122"/>
              </a:rPr>
              <a:t>T</a:t>
            </a:r>
            <a:r>
              <a:rPr lang="zh-CN" altLang="en-US" b="1" dirty="0">
                <a:latin typeface="宋体" panose="02010600030101010101" pitchFamily="2" charset="-122"/>
                <a:ea typeface="宋体" panose="02010600030101010101" pitchFamily="2" charset="-122"/>
              </a:rPr>
              <a:t>层层递归“传递</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返回”走过</a:t>
            </a:r>
            <a:r>
              <a:rPr lang="zh-CN" altLang="en-US" b="1" dirty="0">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轨迹</a:t>
            </a:r>
            <a:r>
              <a:rPr lang="zh-CN" altLang="en-US" b="1" dirty="0">
                <a:latin typeface="宋体" panose="02010600030101010101" pitchFamily="2" charset="-122"/>
                <a:ea typeface="宋体" panose="02010600030101010101" pitchFamily="2" charset="-122"/>
              </a:rPr>
              <a:t>（算法底色表示递归层次）。</a:t>
            </a:r>
          </a:p>
        </p:txBody>
      </p:sp>
      <p:grpSp>
        <p:nvGrpSpPr>
          <p:cNvPr id="53" name="组合 52">
            <a:extLst>
              <a:ext uri="{FF2B5EF4-FFF2-40B4-BE49-F238E27FC236}">
                <a16:creationId xmlns:a16="http://schemas.microsoft.com/office/drawing/2014/main" id="{9D5C2823-C5F2-4E95-86CE-0DA317E69041}"/>
              </a:ext>
            </a:extLst>
          </p:cNvPr>
          <p:cNvGrpSpPr/>
          <p:nvPr/>
        </p:nvGrpSpPr>
        <p:grpSpPr>
          <a:xfrm>
            <a:off x="8293986" y="2111697"/>
            <a:ext cx="369012" cy="463964"/>
            <a:chOff x="6200945" y="598811"/>
            <a:chExt cx="369012" cy="463964"/>
          </a:xfrm>
        </p:grpSpPr>
        <p:sp>
          <p:nvSpPr>
            <p:cNvPr id="49" name="文本框 48">
              <a:extLst>
                <a:ext uri="{FF2B5EF4-FFF2-40B4-BE49-F238E27FC236}">
                  <a16:creationId xmlns:a16="http://schemas.microsoft.com/office/drawing/2014/main" id="{3248A69B-6CFB-46E7-8432-B2916DC5FE10}"/>
                </a:ext>
              </a:extLst>
            </p:cNvPr>
            <p:cNvSpPr txBox="1"/>
            <p:nvPr/>
          </p:nvSpPr>
          <p:spPr>
            <a:xfrm>
              <a:off x="6200945" y="598811"/>
              <a:ext cx="369012" cy="461665"/>
            </a:xfrm>
            <a:prstGeom prst="rect">
              <a:avLst/>
            </a:prstGeom>
            <a:noFill/>
          </p:spPr>
          <p:txBody>
            <a:bodyPr wrap="none" rtlCol="0">
              <a:spAutoFit/>
            </a:bodyPr>
            <a:lstStyle/>
            <a:p>
              <a:r>
                <a:rPr lang="en-US" altLang="zh-CN" sz="2400" b="1" dirty="0">
                  <a:latin typeface="Courier New" panose="02070309020205020404" pitchFamily="49" charset="0"/>
                  <a:cs typeface="Courier New" panose="02070309020205020404" pitchFamily="49" charset="0"/>
                </a:rPr>
                <a:t>T</a:t>
              </a:r>
              <a:endParaRPr lang="zh-CN" altLang="en-US" sz="2400" b="1" dirty="0">
                <a:latin typeface="Courier New" panose="02070309020205020404" pitchFamily="49" charset="0"/>
                <a:cs typeface="Courier New" panose="02070309020205020404" pitchFamily="49" charset="0"/>
              </a:endParaRPr>
            </a:p>
          </p:txBody>
        </p:sp>
        <p:cxnSp>
          <p:nvCxnSpPr>
            <p:cNvPr id="51" name="直接箭头连接符 50">
              <a:extLst>
                <a:ext uri="{FF2B5EF4-FFF2-40B4-BE49-F238E27FC236}">
                  <a16:creationId xmlns:a16="http://schemas.microsoft.com/office/drawing/2014/main" id="{F6E7F043-33F8-427D-AD67-CA4535AAA520}"/>
                </a:ext>
              </a:extLst>
            </p:cNvPr>
            <p:cNvCxnSpPr>
              <a:stCxn id="49"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AA3A7577-84FD-4109-87CA-DD91A76CE143}"/>
              </a:ext>
            </a:extLst>
          </p:cNvPr>
          <p:cNvGrpSpPr/>
          <p:nvPr/>
        </p:nvGrpSpPr>
        <p:grpSpPr>
          <a:xfrm>
            <a:off x="6472192" y="3742857"/>
            <a:ext cx="369012" cy="463964"/>
            <a:chOff x="6200945" y="598811"/>
            <a:chExt cx="369012" cy="463964"/>
          </a:xfrm>
        </p:grpSpPr>
        <p:sp>
          <p:nvSpPr>
            <p:cNvPr id="166" name="文本框 165">
              <a:extLst>
                <a:ext uri="{FF2B5EF4-FFF2-40B4-BE49-F238E27FC236}">
                  <a16:creationId xmlns:a16="http://schemas.microsoft.com/office/drawing/2014/main" id="{D4A4AD4B-C37E-4151-A1A4-01FEFF65BBBB}"/>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68" name="直接箭头连接符 167">
              <a:extLst>
                <a:ext uri="{FF2B5EF4-FFF2-40B4-BE49-F238E27FC236}">
                  <a16:creationId xmlns:a16="http://schemas.microsoft.com/office/drawing/2014/main" id="{73270879-344A-4B1F-B963-7914791E7C58}"/>
                </a:ext>
              </a:extLst>
            </p:cNvPr>
            <p:cNvCxnSpPr>
              <a:stCxn id="166"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69" name="组合 168">
            <a:extLst>
              <a:ext uri="{FF2B5EF4-FFF2-40B4-BE49-F238E27FC236}">
                <a16:creationId xmlns:a16="http://schemas.microsoft.com/office/drawing/2014/main" id="{7D6900EE-AEF7-4B3C-A8ED-8D9117E45BE1}"/>
              </a:ext>
            </a:extLst>
          </p:cNvPr>
          <p:cNvGrpSpPr/>
          <p:nvPr/>
        </p:nvGrpSpPr>
        <p:grpSpPr>
          <a:xfrm>
            <a:off x="4822299" y="4858414"/>
            <a:ext cx="369012" cy="463964"/>
            <a:chOff x="6200945" y="598811"/>
            <a:chExt cx="369012" cy="463964"/>
          </a:xfrm>
        </p:grpSpPr>
        <p:sp>
          <p:nvSpPr>
            <p:cNvPr id="170" name="文本框 169">
              <a:extLst>
                <a:ext uri="{FF2B5EF4-FFF2-40B4-BE49-F238E27FC236}">
                  <a16:creationId xmlns:a16="http://schemas.microsoft.com/office/drawing/2014/main" id="{896E4DB9-C052-4F07-898D-67C230F4FBC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71" name="直接箭头连接符 170">
              <a:extLst>
                <a:ext uri="{FF2B5EF4-FFF2-40B4-BE49-F238E27FC236}">
                  <a16:creationId xmlns:a16="http://schemas.microsoft.com/office/drawing/2014/main" id="{9CBEEF20-D0FC-47A8-BB3F-039C7733C435}"/>
                </a:ext>
              </a:extLst>
            </p:cNvPr>
            <p:cNvCxnSpPr>
              <a:stCxn id="170"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2" name="组合 171">
            <a:extLst>
              <a:ext uri="{FF2B5EF4-FFF2-40B4-BE49-F238E27FC236}">
                <a16:creationId xmlns:a16="http://schemas.microsoft.com/office/drawing/2014/main" id="{19D6C711-5909-4A68-9D34-47C604CEC8B1}"/>
              </a:ext>
            </a:extLst>
          </p:cNvPr>
          <p:cNvGrpSpPr/>
          <p:nvPr/>
        </p:nvGrpSpPr>
        <p:grpSpPr>
          <a:xfrm>
            <a:off x="4782697" y="6138406"/>
            <a:ext cx="369012" cy="463964"/>
            <a:chOff x="6200945" y="598811"/>
            <a:chExt cx="369012" cy="463964"/>
          </a:xfrm>
        </p:grpSpPr>
        <p:sp>
          <p:nvSpPr>
            <p:cNvPr id="173" name="文本框 172">
              <a:extLst>
                <a:ext uri="{FF2B5EF4-FFF2-40B4-BE49-F238E27FC236}">
                  <a16:creationId xmlns:a16="http://schemas.microsoft.com/office/drawing/2014/main" id="{2AEF7ACE-C624-4D82-BDFA-00002D4DA7E0}"/>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74" name="直接箭头连接符 173">
              <a:extLst>
                <a:ext uri="{FF2B5EF4-FFF2-40B4-BE49-F238E27FC236}">
                  <a16:creationId xmlns:a16="http://schemas.microsoft.com/office/drawing/2014/main" id="{61D6434A-BBF3-460B-AAE6-A1167F74FA99}"/>
                </a:ext>
              </a:extLst>
            </p:cNvPr>
            <p:cNvCxnSpPr>
              <a:stCxn id="173"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5" name="组合 174">
            <a:extLst>
              <a:ext uri="{FF2B5EF4-FFF2-40B4-BE49-F238E27FC236}">
                <a16:creationId xmlns:a16="http://schemas.microsoft.com/office/drawing/2014/main" id="{EC3BB433-0D2D-4C02-BCFE-67A766A4AA44}"/>
              </a:ext>
            </a:extLst>
          </p:cNvPr>
          <p:cNvGrpSpPr/>
          <p:nvPr/>
        </p:nvGrpSpPr>
        <p:grpSpPr>
          <a:xfrm>
            <a:off x="5833580" y="6138406"/>
            <a:ext cx="369012" cy="463964"/>
            <a:chOff x="6200945" y="598811"/>
            <a:chExt cx="369012" cy="463964"/>
          </a:xfrm>
        </p:grpSpPr>
        <p:sp>
          <p:nvSpPr>
            <p:cNvPr id="176" name="文本框 175">
              <a:extLst>
                <a:ext uri="{FF2B5EF4-FFF2-40B4-BE49-F238E27FC236}">
                  <a16:creationId xmlns:a16="http://schemas.microsoft.com/office/drawing/2014/main" id="{31D85DF4-A92B-4FE3-B699-0F21D155293C}"/>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77" name="直接箭头连接符 176">
              <a:extLst>
                <a:ext uri="{FF2B5EF4-FFF2-40B4-BE49-F238E27FC236}">
                  <a16:creationId xmlns:a16="http://schemas.microsoft.com/office/drawing/2014/main" id="{4BEBEB9C-71FD-4AA8-A98C-5310E0C4A972}"/>
                </a:ext>
              </a:extLst>
            </p:cNvPr>
            <p:cNvCxnSpPr>
              <a:stCxn id="176"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8" name="组合 177">
            <a:extLst>
              <a:ext uri="{FF2B5EF4-FFF2-40B4-BE49-F238E27FC236}">
                <a16:creationId xmlns:a16="http://schemas.microsoft.com/office/drawing/2014/main" id="{37597A26-CD74-4044-B19A-7875FB5DBF81}"/>
              </a:ext>
            </a:extLst>
          </p:cNvPr>
          <p:cNvGrpSpPr/>
          <p:nvPr/>
        </p:nvGrpSpPr>
        <p:grpSpPr>
          <a:xfrm>
            <a:off x="8137937" y="4910220"/>
            <a:ext cx="369012" cy="463964"/>
            <a:chOff x="6200945" y="598811"/>
            <a:chExt cx="369012" cy="463964"/>
          </a:xfrm>
        </p:grpSpPr>
        <p:sp>
          <p:nvSpPr>
            <p:cNvPr id="179" name="文本框 178">
              <a:extLst>
                <a:ext uri="{FF2B5EF4-FFF2-40B4-BE49-F238E27FC236}">
                  <a16:creationId xmlns:a16="http://schemas.microsoft.com/office/drawing/2014/main" id="{5BF4E60B-8876-4403-BA65-42AC4BC16E10}"/>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80" name="直接箭头连接符 179">
              <a:extLst>
                <a:ext uri="{FF2B5EF4-FFF2-40B4-BE49-F238E27FC236}">
                  <a16:creationId xmlns:a16="http://schemas.microsoft.com/office/drawing/2014/main" id="{44834D51-264C-4D6F-9822-959E7D47A471}"/>
                </a:ext>
              </a:extLst>
            </p:cNvPr>
            <p:cNvCxnSpPr>
              <a:stCxn id="179"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1" name="组合 180">
            <a:extLst>
              <a:ext uri="{FF2B5EF4-FFF2-40B4-BE49-F238E27FC236}">
                <a16:creationId xmlns:a16="http://schemas.microsoft.com/office/drawing/2014/main" id="{FF02916E-5DCC-4D00-8E31-2D11ECFED46E}"/>
              </a:ext>
            </a:extLst>
          </p:cNvPr>
          <p:cNvGrpSpPr/>
          <p:nvPr/>
        </p:nvGrpSpPr>
        <p:grpSpPr>
          <a:xfrm>
            <a:off x="7978764" y="6147544"/>
            <a:ext cx="369012" cy="463964"/>
            <a:chOff x="6200945" y="598811"/>
            <a:chExt cx="369012" cy="463964"/>
          </a:xfrm>
        </p:grpSpPr>
        <p:sp>
          <p:nvSpPr>
            <p:cNvPr id="182" name="文本框 181">
              <a:extLst>
                <a:ext uri="{FF2B5EF4-FFF2-40B4-BE49-F238E27FC236}">
                  <a16:creationId xmlns:a16="http://schemas.microsoft.com/office/drawing/2014/main" id="{898F7FE4-B60B-4DE6-867A-0CDBBC33A308}"/>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83" name="直接箭头连接符 182">
              <a:extLst>
                <a:ext uri="{FF2B5EF4-FFF2-40B4-BE49-F238E27FC236}">
                  <a16:creationId xmlns:a16="http://schemas.microsoft.com/office/drawing/2014/main" id="{BC465D80-8E50-4259-9F11-FBF8A1DBE817}"/>
                </a:ext>
              </a:extLst>
            </p:cNvPr>
            <p:cNvCxnSpPr>
              <a:stCxn id="182"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4" name="组合 183">
            <a:extLst>
              <a:ext uri="{FF2B5EF4-FFF2-40B4-BE49-F238E27FC236}">
                <a16:creationId xmlns:a16="http://schemas.microsoft.com/office/drawing/2014/main" id="{67086B2E-F6AA-426B-9213-065E27B7D495}"/>
              </a:ext>
            </a:extLst>
          </p:cNvPr>
          <p:cNvGrpSpPr/>
          <p:nvPr/>
        </p:nvGrpSpPr>
        <p:grpSpPr>
          <a:xfrm>
            <a:off x="9038205" y="6147544"/>
            <a:ext cx="369012" cy="463964"/>
            <a:chOff x="6200945" y="598811"/>
            <a:chExt cx="369012" cy="463964"/>
          </a:xfrm>
        </p:grpSpPr>
        <p:sp>
          <p:nvSpPr>
            <p:cNvPr id="185" name="文本框 184">
              <a:extLst>
                <a:ext uri="{FF2B5EF4-FFF2-40B4-BE49-F238E27FC236}">
                  <a16:creationId xmlns:a16="http://schemas.microsoft.com/office/drawing/2014/main" id="{25C37B11-2E39-4D32-A75A-49C8E206299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86" name="直接箭头连接符 185">
              <a:extLst>
                <a:ext uri="{FF2B5EF4-FFF2-40B4-BE49-F238E27FC236}">
                  <a16:creationId xmlns:a16="http://schemas.microsoft.com/office/drawing/2014/main" id="{E30C0338-4782-4575-A739-8E06E6F87981}"/>
                </a:ext>
              </a:extLst>
            </p:cNvPr>
            <p:cNvCxnSpPr>
              <a:stCxn id="185"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7" name="组合 186">
            <a:extLst>
              <a:ext uri="{FF2B5EF4-FFF2-40B4-BE49-F238E27FC236}">
                <a16:creationId xmlns:a16="http://schemas.microsoft.com/office/drawing/2014/main" id="{D9D87A81-E4AF-44CD-8CF4-59AF68CD8C2B}"/>
              </a:ext>
            </a:extLst>
          </p:cNvPr>
          <p:cNvGrpSpPr/>
          <p:nvPr/>
        </p:nvGrpSpPr>
        <p:grpSpPr>
          <a:xfrm>
            <a:off x="10241548" y="3762493"/>
            <a:ext cx="369012" cy="463964"/>
            <a:chOff x="6200945" y="598811"/>
            <a:chExt cx="369012" cy="463964"/>
          </a:xfrm>
        </p:grpSpPr>
        <p:sp>
          <p:nvSpPr>
            <p:cNvPr id="188" name="文本框 187">
              <a:extLst>
                <a:ext uri="{FF2B5EF4-FFF2-40B4-BE49-F238E27FC236}">
                  <a16:creationId xmlns:a16="http://schemas.microsoft.com/office/drawing/2014/main" id="{986FCE05-F88A-410E-B625-B748B4AE79CA}"/>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89" name="直接箭头连接符 188">
              <a:extLst>
                <a:ext uri="{FF2B5EF4-FFF2-40B4-BE49-F238E27FC236}">
                  <a16:creationId xmlns:a16="http://schemas.microsoft.com/office/drawing/2014/main" id="{6B34775D-DA5E-43E2-919B-B57313D3DEAD}"/>
                </a:ext>
              </a:extLst>
            </p:cNvPr>
            <p:cNvCxnSpPr>
              <a:stCxn id="188"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2528417C-1CA7-4714-BF4E-D8E2A61E1664}"/>
              </a:ext>
            </a:extLst>
          </p:cNvPr>
          <p:cNvGrpSpPr/>
          <p:nvPr/>
        </p:nvGrpSpPr>
        <p:grpSpPr>
          <a:xfrm>
            <a:off x="10153083" y="5010463"/>
            <a:ext cx="369012" cy="463964"/>
            <a:chOff x="6200945" y="598811"/>
            <a:chExt cx="369012" cy="463964"/>
          </a:xfrm>
        </p:grpSpPr>
        <p:sp>
          <p:nvSpPr>
            <p:cNvPr id="191" name="文本框 190">
              <a:extLst>
                <a:ext uri="{FF2B5EF4-FFF2-40B4-BE49-F238E27FC236}">
                  <a16:creationId xmlns:a16="http://schemas.microsoft.com/office/drawing/2014/main" id="{B55A6F48-2761-42A6-ABD3-D78E2362B28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92" name="直接箭头连接符 191">
              <a:extLst>
                <a:ext uri="{FF2B5EF4-FFF2-40B4-BE49-F238E27FC236}">
                  <a16:creationId xmlns:a16="http://schemas.microsoft.com/office/drawing/2014/main" id="{6747E592-7B66-41E0-962A-49465435B9C9}"/>
                </a:ext>
              </a:extLst>
            </p:cNvPr>
            <p:cNvCxnSpPr>
              <a:stCxn id="191"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93" name="组合 192">
            <a:extLst>
              <a:ext uri="{FF2B5EF4-FFF2-40B4-BE49-F238E27FC236}">
                <a16:creationId xmlns:a16="http://schemas.microsoft.com/office/drawing/2014/main" id="{3999A11B-BC2B-48F1-8D9B-421CCC257A53}"/>
              </a:ext>
            </a:extLst>
          </p:cNvPr>
          <p:cNvGrpSpPr/>
          <p:nvPr/>
        </p:nvGrpSpPr>
        <p:grpSpPr>
          <a:xfrm>
            <a:off x="11210077" y="4988347"/>
            <a:ext cx="369012" cy="463964"/>
            <a:chOff x="6200945" y="598811"/>
            <a:chExt cx="369012" cy="463964"/>
          </a:xfrm>
        </p:grpSpPr>
        <p:sp>
          <p:nvSpPr>
            <p:cNvPr id="194" name="文本框 193">
              <a:extLst>
                <a:ext uri="{FF2B5EF4-FFF2-40B4-BE49-F238E27FC236}">
                  <a16:creationId xmlns:a16="http://schemas.microsoft.com/office/drawing/2014/main" id="{88620E4C-A12E-46C0-86D2-7FBF2A02C14A}"/>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95" name="直接箭头连接符 194">
              <a:extLst>
                <a:ext uri="{FF2B5EF4-FFF2-40B4-BE49-F238E27FC236}">
                  <a16:creationId xmlns:a16="http://schemas.microsoft.com/office/drawing/2014/main" id="{D4250976-F9A4-4904-92BD-BB57FA0A74C7}"/>
                </a:ext>
              </a:extLst>
            </p:cNvPr>
            <p:cNvCxnSpPr>
              <a:stCxn id="194"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2" name="等腰三角形 1">
            <a:extLst>
              <a:ext uri="{FF2B5EF4-FFF2-40B4-BE49-F238E27FC236}">
                <a16:creationId xmlns:a16="http://schemas.microsoft.com/office/drawing/2014/main" id="{2720BD46-1850-48B9-A84D-11F010216C98}"/>
              </a:ext>
            </a:extLst>
          </p:cNvPr>
          <p:cNvSpPr/>
          <p:nvPr/>
        </p:nvSpPr>
        <p:spPr>
          <a:xfrm>
            <a:off x="8032178" y="3000157"/>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3" name="等腰三角形 2">
            <a:extLst>
              <a:ext uri="{FF2B5EF4-FFF2-40B4-BE49-F238E27FC236}">
                <a16:creationId xmlns:a16="http://schemas.microsoft.com/office/drawing/2014/main" id="{97EE9332-5FB8-4D4E-9B53-295A7A564FA1}"/>
              </a:ext>
            </a:extLst>
          </p:cNvPr>
          <p:cNvSpPr/>
          <p:nvPr/>
        </p:nvSpPr>
        <p:spPr>
          <a:xfrm>
            <a:off x="6181918" y="4095970"/>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4" name="等腰三角形 3">
            <a:extLst>
              <a:ext uri="{FF2B5EF4-FFF2-40B4-BE49-F238E27FC236}">
                <a16:creationId xmlns:a16="http://schemas.microsoft.com/office/drawing/2014/main" id="{A1FBEA8F-265C-44EC-8063-45E952A53217}"/>
              </a:ext>
            </a:extLst>
          </p:cNvPr>
          <p:cNvSpPr/>
          <p:nvPr/>
        </p:nvSpPr>
        <p:spPr>
          <a:xfrm>
            <a:off x="4650574" y="5381672"/>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a:t>
            </a:r>
          </a:p>
        </p:txBody>
      </p:sp>
      <p:sp>
        <p:nvSpPr>
          <p:cNvPr id="6" name="等腰三角形 5">
            <a:extLst>
              <a:ext uri="{FF2B5EF4-FFF2-40B4-BE49-F238E27FC236}">
                <a16:creationId xmlns:a16="http://schemas.microsoft.com/office/drawing/2014/main" id="{421796CA-410F-43C6-9AAF-986DB33EF7B1}"/>
              </a:ext>
            </a:extLst>
          </p:cNvPr>
          <p:cNvSpPr/>
          <p:nvPr/>
        </p:nvSpPr>
        <p:spPr>
          <a:xfrm>
            <a:off x="7851233" y="5404678"/>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b</a:t>
            </a:r>
          </a:p>
        </p:txBody>
      </p:sp>
      <p:sp>
        <p:nvSpPr>
          <p:cNvPr id="7" name="等腰三角形 6">
            <a:extLst>
              <a:ext uri="{FF2B5EF4-FFF2-40B4-BE49-F238E27FC236}">
                <a16:creationId xmlns:a16="http://schemas.microsoft.com/office/drawing/2014/main" id="{133171B9-158F-4F02-9A9C-0BE6F2F84C34}"/>
              </a:ext>
            </a:extLst>
          </p:cNvPr>
          <p:cNvSpPr/>
          <p:nvPr/>
        </p:nvSpPr>
        <p:spPr>
          <a:xfrm>
            <a:off x="9985457" y="4261883"/>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c</a:t>
            </a:r>
          </a:p>
        </p:txBody>
      </p:sp>
      <p:sp>
        <p:nvSpPr>
          <p:cNvPr id="8" name="文本框 3">
            <a:extLst>
              <a:ext uri="{FF2B5EF4-FFF2-40B4-BE49-F238E27FC236}">
                <a16:creationId xmlns:a16="http://schemas.microsoft.com/office/drawing/2014/main" id="{2A46ECF6-F5DA-8D1E-EBC3-A5E68C01DE9E}"/>
              </a:ext>
            </a:extLst>
          </p:cNvPr>
          <p:cNvSpPr txBox="1"/>
          <p:nvPr/>
        </p:nvSpPr>
        <p:spPr>
          <a:xfrm>
            <a:off x="282495" y="861188"/>
            <a:ext cx="4964258" cy="351769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lgn="just">
              <a:lnSpc>
                <a:spcPct val="110000"/>
              </a:lnSpc>
              <a:spcBef>
                <a:spcPts val="1300"/>
              </a:spcBef>
              <a:spcAft>
                <a:spcPts val="1300"/>
              </a:spcAft>
              <a:buNone/>
            </a:pPr>
            <a:r>
              <a:rPr lang="en-US" altLang="zh-CN" sz="1800" b="1" kern="100" dirty="0">
                <a:effectLst/>
                <a:latin typeface="黑体" panose="02010609060101010101" pitchFamily="49" charset="-122"/>
                <a:ea typeface="等线" panose="02010600030101010101" pitchFamily="2" charset="-122"/>
                <a:cs typeface="Times New Roman" panose="02020603050405020304" pitchFamily="18" charset="0"/>
              </a:rPr>
              <a:t>6.3.1  </a:t>
            </a:r>
            <a:r>
              <a:rPr lang="zh-CN" altLang="zh-CN" sz="1800" b="1" kern="100" dirty="0">
                <a:effectLst/>
                <a:latin typeface="等线" panose="02010600030101010101" pitchFamily="2" charset="-122"/>
                <a:ea typeface="黑体" panose="02010609060101010101" pitchFamily="49" charset="-122"/>
                <a:cs typeface="Times New Roman" panose="02020603050405020304" pitchFamily="18" charset="0"/>
              </a:rPr>
              <a:t>遍历二叉树</a:t>
            </a:r>
            <a:endParaRPr lang="zh-CN" altLang="zh-CN" sz="3200" b="1" kern="100" dirty="0">
              <a:effectLst/>
              <a:latin typeface="等线" panose="02010600030101010101" pitchFamily="2" charset="-122"/>
              <a:ea typeface="等线" panose="02010600030101010101" pitchFamily="2" charset="-122"/>
            </a:endParaRPr>
          </a:p>
          <a:p>
            <a:pPr algn="just">
              <a:lnSpc>
                <a:spcPct val="110000"/>
              </a:lnSpc>
              <a:buNone/>
            </a:pPr>
            <a:r>
              <a:rPr lang="zh-CN" altLang="en-US" sz="1800" b="1"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遍</a:t>
            </a:r>
            <a:r>
              <a:rPr lang="zh-CN" altLang="zh-CN" sz="1800" b="1"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历二叉树（</a:t>
            </a:r>
            <a:r>
              <a:rPr lang="en-US" altLang="zh-CN" sz="1800" b="1"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traversing binary tree</a:t>
            </a:r>
            <a:r>
              <a:rPr lang="zh-CN" altLang="zh-CN" sz="1800" b="1"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按某条搜索路径巡访树中每个节点，使得每个节点均被访问一次，而且仅被访问一次。</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“访问”的含义很广，可以是对节点作各种处理，如输出节点的信息等。</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遍历对线性结构来说，是一个容易解决的问题。</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二叉树是一种非线性结构，每个节点都可能有两棵子树，因而需要寻找规律，以便使二叉树上的节点能排列在一个线性队列上，便于遍历。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5">
            <a:extLst>
              <a:ext uri="{FF2B5EF4-FFF2-40B4-BE49-F238E27FC236}">
                <a16:creationId xmlns:a16="http://schemas.microsoft.com/office/drawing/2014/main" id="{C44C43F6-C368-08FE-EDCC-BDB91D71FEC5}"/>
              </a:ext>
            </a:extLst>
          </p:cNvPr>
          <p:cNvSpPr txBox="1"/>
          <p:nvPr/>
        </p:nvSpPr>
        <p:spPr>
          <a:xfrm>
            <a:off x="1170986" y="191515"/>
            <a:ext cx="4947920"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spcAft>
                <a:spcPts val="1300"/>
              </a:spcAft>
              <a:buNone/>
            </a:pPr>
            <a:r>
              <a:rPr lang="en-US"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6.3  </a:t>
            </a:r>
            <a:r>
              <a:rPr lang="zh-CN"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遍历二叉树和线索二叉树</a:t>
            </a:r>
            <a:endParaRPr lang="zh-CN" altLang="zh-CN" sz="2800" b="1" kern="100" dirty="0">
              <a:solidFill>
                <a:srgbClr val="041ABC"/>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
        <p:nvSpPr>
          <p:cNvPr id="12" name="灯片编号占位符 1">
            <a:extLst>
              <a:ext uri="{FF2B5EF4-FFF2-40B4-BE49-F238E27FC236}">
                <a16:creationId xmlns:a16="http://schemas.microsoft.com/office/drawing/2014/main" id="{68B09A8C-7645-05E2-2A7D-76229187BE18}"/>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12</a:t>
            </a:fld>
            <a:endParaRPr lang="zh-CN" altLang="en-US" dirty="0"/>
          </a:p>
        </p:txBody>
      </p:sp>
    </p:spTree>
    <p:extLst>
      <p:ext uri="{BB962C8B-B14F-4D97-AF65-F5344CB8AC3E}">
        <p14:creationId xmlns:p14="http://schemas.microsoft.com/office/powerpoint/2010/main" val="127527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150"/>
                                        </p:tgtEl>
                                        <p:attrNameLst>
                                          <p:attrName>style.visibility</p:attrName>
                                        </p:attrNameLst>
                                      </p:cBhvr>
                                      <p:to>
                                        <p:strVal val="visible"/>
                                      </p:to>
                                    </p:set>
                                    <p:anim calcmode="lin" valueType="num">
                                      <p:cBhvr>
                                        <p:cTn id="14" dur="1000" fill="hold"/>
                                        <p:tgtEl>
                                          <p:spTgt spid="150"/>
                                        </p:tgtEl>
                                        <p:attrNameLst>
                                          <p:attrName>ppt_w</p:attrName>
                                        </p:attrNameLst>
                                      </p:cBhvr>
                                      <p:tavLst>
                                        <p:tav tm="0">
                                          <p:val>
                                            <p:fltVal val="0"/>
                                          </p:val>
                                        </p:tav>
                                        <p:tav tm="100000">
                                          <p:val>
                                            <p:strVal val="#ppt_w"/>
                                          </p:val>
                                        </p:tav>
                                      </p:tavLst>
                                    </p:anim>
                                    <p:anim calcmode="lin" valueType="num">
                                      <p:cBhvr>
                                        <p:cTn id="15" dur="1000" fill="hold"/>
                                        <p:tgtEl>
                                          <p:spTgt spid="150"/>
                                        </p:tgtEl>
                                        <p:attrNameLst>
                                          <p:attrName>ppt_h</p:attrName>
                                        </p:attrNameLst>
                                      </p:cBhvr>
                                      <p:tavLst>
                                        <p:tav tm="0">
                                          <p:val>
                                            <p:fltVal val="0"/>
                                          </p:val>
                                        </p:tav>
                                        <p:tav tm="100000">
                                          <p:val>
                                            <p:strVal val="#ppt_h"/>
                                          </p:val>
                                        </p:tav>
                                      </p:tavLst>
                                    </p:anim>
                                    <p:anim calcmode="lin" valueType="num">
                                      <p:cBhvr>
                                        <p:cTn id="16" dur="1000" fill="hold"/>
                                        <p:tgtEl>
                                          <p:spTgt spid="150"/>
                                        </p:tgtEl>
                                        <p:attrNameLst>
                                          <p:attrName>style.rotation</p:attrName>
                                        </p:attrNameLst>
                                      </p:cBhvr>
                                      <p:tavLst>
                                        <p:tav tm="0">
                                          <p:val>
                                            <p:fltVal val="90"/>
                                          </p:val>
                                        </p:tav>
                                        <p:tav tm="100000">
                                          <p:val>
                                            <p:fltVal val="0"/>
                                          </p:val>
                                        </p:tav>
                                      </p:tavLst>
                                    </p:anim>
                                    <p:animEffect transition="in" filter="fade">
                                      <p:cBhvr>
                                        <p:cTn id="17" dur="1000"/>
                                        <p:tgtEl>
                                          <p:spTgt spid="150"/>
                                        </p:tgtEl>
                                      </p:cBhvr>
                                    </p:animEffect>
                                  </p:childTnLst>
                                </p:cTn>
                              </p:par>
                              <p:par>
                                <p:cTn id="18" presetID="31" presetClass="entr" presetSubtype="0" fill="hold" grpId="1" nodeType="withEffect">
                                  <p:stCondLst>
                                    <p:cond delay="0"/>
                                  </p:stCondLst>
                                  <p:childTnLst>
                                    <p:set>
                                      <p:cBhvr>
                                        <p:cTn id="19" dur="1" fill="hold">
                                          <p:stCondLst>
                                            <p:cond delay="0"/>
                                          </p:stCondLst>
                                        </p:cTn>
                                        <p:tgtEl>
                                          <p:spTgt spid="154"/>
                                        </p:tgtEl>
                                        <p:attrNameLst>
                                          <p:attrName>style.visibility</p:attrName>
                                        </p:attrNameLst>
                                      </p:cBhvr>
                                      <p:to>
                                        <p:strVal val="visible"/>
                                      </p:to>
                                    </p:set>
                                    <p:anim calcmode="lin" valueType="num">
                                      <p:cBhvr>
                                        <p:cTn id="20" dur="1000" fill="hold"/>
                                        <p:tgtEl>
                                          <p:spTgt spid="154"/>
                                        </p:tgtEl>
                                        <p:attrNameLst>
                                          <p:attrName>ppt_w</p:attrName>
                                        </p:attrNameLst>
                                      </p:cBhvr>
                                      <p:tavLst>
                                        <p:tav tm="0">
                                          <p:val>
                                            <p:fltVal val="0"/>
                                          </p:val>
                                        </p:tav>
                                        <p:tav tm="100000">
                                          <p:val>
                                            <p:strVal val="#ppt_w"/>
                                          </p:val>
                                        </p:tav>
                                      </p:tavLst>
                                    </p:anim>
                                    <p:anim calcmode="lin" valueType="num">
                                      <p:cBhvr>
                                        <p:cTn id="21" dur="1000" fill="hold"/>
                                        <p:tgtEl>
                                          <p:spTgt spid="154"/>
                                        </p:tgtEl>
                                        <p:attrNameLst>
                                          <p:attrName>ppt_h</p:attrName>
                                        </p:attrNameLst>
                                      </p:cBhvr>
                                      <p:tavLst>
                                        <p:tav tm="0">
                                          <p:val>
                                            <p:fltVal val="0"/>
                                          </p:val>
                                        </p:tav>
                                        <p:tav tm="100000">
                                          <p:val>
                                            <p:strVal val="#ppt_h"/>
                                          </p:val>
                                        </p:tav>
                                      </p:tavLst>
                                    </p:anim>
                                    <p:anim calcmode="lin" valueType="num">
                                      <p:cBhvr>
                                        <p:cTn id="22" dur="1000" fill="hold"/>
                                        <p:tgtEl>
                                          <p:spTgt spid="154"/>
                                        </p:tgtEl>
                                        <p:attrNameLst>
                                          <p:attrName>style.rotation</p:attrName>
                                        </p:attrNameLst>
                                      </p:cBhvr>
                                      <p:tavLst>
                                        <p:tav tm="0">
                                          <p:val>
                                            <p:fltVal val="90"/>
                                          </p:val>
                                        </p:tav>
                                        <p:tav tm="100000">
                                          <p:val>
                                            <p:fltVal val="0"/>
                                          </p:val>
                                        </p:tav>
                                      </p:tavLst>
                                    </p:anim>
                                    <p:animEffect transition="in" filter="fade">
                                      <p:cBhvr>
                                        <p:cTn id="23" dur="1000"/>
                                        <p:tgtEl>
                                          <p:spTgt spid="154"/>
                                        </p:tgtEl>
                                      </p:cBhvr>
                                    </p:animEffect>
                                  </p:childTnLst>
                                </p:cTn>
                              </p:par>
                              <p:par>
                                <p:cTn id="24" presetID="31" presetClass="entr" presetSubtype="0" fill="hold" grpId="1" nodeType="withEffect">
                                  <p:stCondLst>
                                    <p:cond delay="0"/>
                                  </p:stCondLst>
                                  <p:childTnLst>
                                    <p:set>
                                      <p:cBhvr>
                                        <p:cTn id="25" dur="1" fill="hold">
                                          <p:stCondLst>
                                            <p:cond delay="0"/>
                                          </p:stCondLst>
                                        </p:cTn>
                                        <p:tgtEl>
                                          <p:spTgt spid="152"/>
                                        </p:tgtEl>
                                        <p:attrNameLst>
                                          <p:attrName>style.visibility</p:attrName>
                                        </p:attrNameLst>
                                      </p:cBhvr>
                                      <p:to>
                                        <p:strVal val="visible"/>
                                      </p:to>
                                    </p:set>
                                    <p:anim calcmode="lin" valueType="num">
                                      <p:cBhvr>
                                        <p:cTn id="26" dur="1000" fill="hold"/>
                                        <p:tgtEl>
                                          <p:spTgt spid="152"/>
                                        </p:tgtEl>
                                        <p:attrNameLst>
                                          <p:attrName>ppt_w</p:attrName>
                                        </p:attrNameLst>
                                      </p:cBhvr>
                                      <p:tavLst>
                                        <p:tav tm="0">
                                          <p:val>
                                            <p:fltVal val="0"/>
                                          </p:val>
                                        </p:tav>
                                        <p:tav tm="100000">
                                          <p:val>
                                            <p:strVal val="#ppt_w"/>
                                          </p:val>
                                        </p:tav>
                                      </p:tavLst>
                                    </p:anim>
                                    <p:anim calcmode="lin" valueType="num">
                                      <p:cBhvr>
                                        <p:cTn id="27" dur="1000" fill="hold"/>
                                        <p:tgtEl>
                                          <p:spTgt spid="152"/>
                                        </p:tgtEl>
                                        <p:attrNameLst>
                                          <p:attrName>ppt_h</p:attrName>
                                        </p:attrNameLst>
                                      </p:cBhvr>
                                      <p:tavLst>
                                        <p:tav tm="0">
                                          <p:val>
                                            <p:fltVal val="0"/>
                                          </p:val>
                                        </p:tav>
                                        <p:tav tm="100000">
                                          <p:val>
                                            <p:strVal val="#ppt_h"/>
                                          </p:val>
                                        </p:tav>
                                      </p:tavLst>
                                    </p:anim>
                                    <p:anim calcmode="lin" valueType="num">
                                      <p:cBhvr>
                                        <p:cTn id="28" dur="1000" fill="hold"/>
                                        <p:tgtEl>
                                          <p:spTgt spid="152"/>
                                        </p:tgtEl>
                                        <p:attrNameLst>
                                          <p:attrName>style.rotation</p:attrName>
                                        </p:attrNameLst>
                                      </p:cBhvr>
                                      <p:tavLst>
                                        <p:tav tm="0">
                                          <p:val>
                                            <p:fltVal val="90"/>
                                          </p:val>
                                        </p:tav>
                                        <p:tav tm="100000">
                                          <p:val>
                                            <p:fltVal val="0"/>
                                          </p:val>
                                        </p:tav>
                                      </p:tavLst>
                                    </p:anim>
                                    <p:animEffect transition="in" filter="fade">
                                      <p:cBhvr>
                                        <p:cTn id="29" dur="1000"/>
                                        <p:tgtEl>
                                          <p:spTgt spid="152"/>
                                        </p:tgtEl>
                                      </p:cBhvr>
                                    </p:animEffect>
                                  </p:childTnLst>
                                </p:cTn>
                              </p:par>
                              <p:par>
                                <p:cTn id="30" presetID="31" presetClass="entr" presetSubtype="0" fill="hold" grpId="0" nodeType="withEffect">
                                  <p:stCondLst>
                                    <p:cond delay="0"/>
                                  </p:stCondLst>
                                  <p:childTnLst>
                                    <p:set>
                                      <p:cBhvr>
                                        <p:cTn id="31" dur="1" fill="hold">
                                          <p:stCondLst>
                                            <p:cond delay="0"/>
                                          </p:stCondLst>
                                        </p:cTn>
                                        <p:tgtEl>
                                          <p:spTgt spid="156"/>
                                        </p:tgtEl>
                                        <p:attrNameLst>
                                          <p:attrName>style.visibility</p:attrName>
                                        </p:attrNameLst>
                                      </p:cBhvr>
                                      <p:to>
                                        <p:strVal val="visible"/>
                                      </p:to>
                                    </p:set>
                                    <p:anim calcmode="lin" valueType="num">
                                      <p:cBhvr>
                                        <p:cTn id="32" dur="1000" fill="hold"/>
                                        <p:tgtEl>
                                          <p:spTgt spid="156"/>
                                        </p:tgtEl>
                                        <p:attrNameLst>
                                          <p:attrName>ppt_w</p:attrName>
                                        </p:attrNameLst>
                                      </p:cBhvr>
                                      <p:tavLst>
                                        <p:tav tm="0">
                                          <p:val>
                                            <p:fltVal val="0"/>
                                          </p:val>
                                        </p:tav>
                                        <p:tav tm="100000">
                                          <p:val>
                                            <p:strVal val="#ppt_w"/>
                                          </p:val>
                                        </p:tav>
                                      </p:tavLst>
                                    </p:anim>
                                    <p:anim calcmode="lin" valueType="num">
                                      <p:cBhvr>
                                        <p:cTn id="33" dur="1000" fill="hold"/>
                                        <p:tgtEl>
                                          <p:spTgt spid="156"/>
                                        </p:tgtEl>
                                        <p:attrNameLst>
                                          <p:attrName>ppt_h</p:attrName>
                                        </p:attrNameLst>
                                      </p:cBhvr>
                                      <p:tavLst>
                                        <p:tav tm="0">
                                          <p:val>
                                            <p:fltVal val="0"/>
                                          </p:val>
                                        </p:tav>
                                        <p:tav tm="100000">
                                          <p:val>
                                            <p:strVal val="#ppt_h"/>
                                          </p:val>
                                        </p:tav>
                                      </p:tavLst>
                                    </p:anim>
                                    <p:anim calcmode="lin" valueType="num">
                                      <p:cBhvr>
                                        <p:cTn id="34" dur="1000" fill="hold"/>
                                        <p:tgtEl>
                                          <p:spTgt spid="156"/>
                                        </p:tgtEl>
                                        <p:attrNameLst>
                                          <p:attrName>style.rotation</p:attrName>
                                        </p:attrNameLst>
                                      </p:cBhvr>
                                      <p:tavLst>
                                        <p:tav tm="0">
                                          <p:val>
                                            <p:fltVal val="90"/>
                                          </p:val>
                                        </p:tav>
                                        <p:tav tm="100000">
                                          <p:val>
                                            <p:fltVal val="0"/>
                                          </p:val>
                                        </p:tav>
                                      </p:tavLst>
                                    </p:anim>
                                    <p:animEffect transition="in" filter="fade">
                                      <p:cBhvr>
                                        <p:cTn id="35" dur="1000"/>
                                        <p:tgtEl>
                                          <p:spTgt spid="156"/>
                                        </p:tgtEl>
                                      </p:cBhvr>
                                    </p:animEffect>
                                  </p:childTnLst>
                                </p:cTn>
                              </p:par>
                              <p:par>
                                <p:cTn id="36" presetID="31" presetClass="entr" presetSubtype="0" fill="hold" grpId="0" nodeType="withEffect">
                                  <p:stCondLst>
                                    <p:cond delay="0"/>
                                  </p:stCondLst>
                                  <p:childTnLst>
                                    <p:set>
                                      <p:cBhvr>
                                        <p:cTn id="37" dur="1" fill="hold">
                                          <p:stCondLst>
                                            <p:cond delay="0"/>
                                          </p:stCondLst>
                                        </p:cTn>
                                        <p:tgtEl>
                                          <p:spTgt spid="158"/>
                                        </p:tgtEl>
                                        <p:attrNameLst>
                                          <p:attrName>style.visibility</p:attrName>
                                        </p:attrNameLst>
                                      </p:cBhvr>
                                      <p:to>
                                        <p:strVal val="visible"/>
                                      </p:to>
                                    </p:set>
                                    <p:anim calcmode="lin" valueType="num">
                                      <p:cBhvr>
                                        <p:cTn id="38" dur="1000" fill="hold"/>
                                        <p:tgtEl>
                                          <p:spTgt spid="158"/>
                                        </p:tgtEl>
                                        <p:attrNameLst>
                                          <p:attrName>ppt_w</p:attrName>
                                        </p:attrNameLst>
                                      </p:cBhvr>
                                      <p:tavLst>
                                        <p:tav tm="0">
                                          <p:val>
                                            <p:fltVal val="0"/>
                                          </p:val>
                                        </p:tav>
                                        <p:tav tm="100000">
                                          <p:val>
                                            <p:strVal val="#ppt_w"/>
                                          </p:val>
                                        </p:tav>
                                      </p:tavLst>
                                    </p:anim>
                                    <p:anim calcmode="lin" valueType="num">
                                      <p:cBhvr>
                                        <p:cTn id="39" dur="1000" fill="hold"/>
                                        <p:tgtEl>
                                          <p:spTgt spid="158"/>
                                        </p:tgtEl>
                                        <p:attrNameLst>
                                          <p:attrName>ppt_h</p:attrName>
                                        </p:attrNameLst>
                                      </p:cBhvr>
                                      <p:tavLst>
                                        <p:tav tm="0">
                                          <p:val>
                                            <p:fltVal val="0"/>
                                          </p:val>
                                        </p:tav>
                                        <p:tav tm="100000">
                                          <p:val>
                                            <p:strVal val="#ppt_h"/>
                                          </p:val>
                                        </p:tav>
                                      </p:tavLst>
                                    </p:anim>
                                    <p:anim calcmode="lin" valueType="num">
                                      <p:cBhvr>
                                        <p:cTn id="40" dur="1000" fill="hold"/>
                                        <p:tgtEl>
                                          <p:spTgt spid="158"/>
                                        </p:tgtEl>
                                        <p:attrNameLst>
                                          <p:attrName>style.rotation</p:attrName>
                                        </p:attrNameLst>
                                      </p:cBhvr>
                                      <p:tavLst>
                                        <p:tav tm="0">
                                          <p:val>
                                            <p:fltVal val="90"/>
                                          </p:val>
                                        </p:tav>
                                        <p:tav tm="100000">
                                          <p:val>
                                            <p:fltVal val="0"/>
                                          </p:val>
                                        </p:tav>
                                      </p:tavLst>
                                    </p:anim>
                                    <p:animEffect transition="in" filter="fade">
                                      <p:cBhvr>
                                        <p:cTn id="41" dur="1000"/>
                                        <p:tgtEl>
                                          <p:spTgt spid="15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53"/>
                                        </p:tgtEl>
                                        <p:attrNameLst>
                                          <p:attrName>style.visibility</p:attrName>
                                        </p:attrNameLst>
                                      </p:cBhvr>
                                      <p:to>
                                        <p:strVal val="visible"/>
                                      </p:to>
                                    </p:set>
                                  </p:childTnLst>
                                </p:cTn>
                              </p:par>
                            </p:childTnLst>
                          </p:cTn>
                        </p:par>
                        <p:par>
                          <p:cTn id="46" fill="hold">
                            <p:stCondLst>
                              <p:cond delay="0"/>
                            </p:stCondLst>
                            <p:childTnLst>
                              <p:par>
                                <p:cTn id="47" presetID="42" presetClass="path" presetSubtype="0" accel="50000" decel="50000" fill="hold" nodeType="afterEffect">
                                  <p:stCondLst>
                                    <p:cond delay="0"/>
                                  </p:stCondLst>
                                  <p:childTnLst>
                                    <p:animMotion origin="layout" path="M -2.70833E-6 3.33333E-6 L 0.00078 0.07754 " pathEditMode="relative" rAng="0" ptsTypes="AA">
                                      <p:cBhvr>
                                        <p:cTn id="48" dur="1000" fill="hold"/>
                                        <p:tgtEl>
                                          <p:spTgt spid="53"/>
                                        </p:tgtEl>
                                        <p:attrNameLst>
                                          <p:attrName>ppt_x</p:attrName>
                                          <p:attrName>ppt_y</p:attrName>
                                        </p:attrNameLst>
                                      </p:cBhvr>
                                      <p:rCtr x="39" y="3866"/>
                                    </p:animMotion>
                                  </p:childTnLst>
                                </p:cTn>
                              </p:par>
                            </p:childTnLst>
                          </p:cTn>
                        </p:par>
                        <p:par>
                          <p:cTn id="49" fill="hold">
                            <p:stCondLst>
                              <p:cond delay="1000"/>
                            </p:stCondLst>
                            <p:childTnLst>
                              <p:par>
                                <p:cTn id="50" presetID="22" presetClass="entr" presetSubtype="1"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up)">
                                      <p:cBhvr>
                                        <p:cTn id="52" dur="500"/>
                                        <p:tgtEl>
                                          <p:spTgt spid="5"/>
                                        </p:tgtEl>
                                      </p:cBhvr>
                                    </p:animEffect>
                                  </p:childTnLst>
                                </p:cTn>
                              </p:par>
                            </p:childTnLst>
                          </p:cTn>
                        </p:par>
                        <p:par>
                          <p:cTn id="53" fill="hold">
                            <p:stCondLst>
                              <p:cond delay="1500"/>
                            </p:stCondLst>
                            <p:childTnLst>
                              <p:par>
                                <p:cTn id="54" presetID="22" presetClass="entr" presetSubtype="8" fill="hold" nodeType="afterEffect">
                                  <p:stCondLst>
                                    <p:cond delay="0"/>
                                  </p:stCondLst>
                                  <p:childTnLst>
                                    <p:set>
                                      <p:cBhvr>
                                        <p:cTn id="55" dur="1" fill="hold">
                                          <p:stCondLst>
                                            <p:cond delay="0"/>
                                          </p:stCondLst>
                                        </p:cTn>
                                        <p:tgtEl>
                                          <p:spTgt spid="135"/>
                                        </p:tgtEl>
                                        <p:attrNameLst>
                                          <p:attrName>style.visibility</p:attrName>
                                        </p:attrNameLst>
                                      </p:cBhvr>
                                      <p:to>
                                        <p:strVal val="visible"/>
                                      </p:to>
                                    </p:set>
                                    <p:animEffect transition="in" filter="wipe(left)">
                                      <p:cBhvr>
                                        <p:cTn id="56" dur="500"/>
                                        <p:tgtEl>
                                          <p:spTgt spid="135"/>
                                        </p:tgtEl>
                                      </p:cBhvr>
                                    </p:animEffect>
                                  </p:childTnLst>
                                </p:cTn>
                              </p:par>
                            </p:childTnLst>
                          </p:cTn>
                        </p:par>
                        <p:par>
                          <p:cTn id="57" fill="hold">
                            <p:stCondLst>
                              <p:cond delay="2000"/>
                            </p:stCondLst>
                            <p:childTnLst>
                              <p:par>
                                <p:cTn id="58" presetID="12" presetClass="entr" presetSubtype="2" fill="hold" grpId="0"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additive="base">
                                        <p:cTn id="60" dur="750"/>
                                        <p:tgtEl>
                                          <p:spTgt spid="2"/>
                                        </p:tgtEl>
                                        <p:attrNameLst>
                                          <p:attrName>ppt_x</p:attrName>
                                        </p:attrNameLst>
                                      </p:cBhvr>
                                      <p:tavLst>
                                        <p:tav tm="0">
                                          <p:val>
                                            <p:strVal val="#ppt_x+#ppt_w*1.125000"/>
                                          </p:val>
                                        </p:tav>
                                        <p:tav tm="100000">
                                          <p:val>
                                            <p:strVal val="#ppt_x"/>
                                          </p:val>
                                        </p:tav>
                                      </p:tavLst>
                                    </p:anim>
                                    <p:animEffect transition="in" filter="wipe(left)">
                                      <p:cBhvr>
                                        <p:cTn id="61" dur="75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57"/>
                                        </p:tgtEl>
                                        <p:attrNameLst>
                                          <p:attrName>style.visibility</p:attrName>
                                        </p:attrNameLst>
                                      </p:cBhvr>
                                      <p:to>
                                        <p:strVal val="visible"/>
                                      </p:to>
                                    </p:set>
                                    <p:animEffect transition="in" filter="wipe(up)">
                                      <p:cBhvr>
                                        <p:cTn id="66" dur="500"/>
                                        <p:tgtEl>
                                          <p:spTgt spid="57"/>
                                        </p:tgtEl>
                                      </p:cBhvr>
                                    </p:animEffect>
                                  </p:childTnLst>
                                </p:cTn>
                              </p:par>
                              <p:par>
                                <p:cTn id="67" presetID="1" presetClass="emph" presetSubtype="2" fill="hold" nodeType="withEffect">
                                  <p:stCondLst>
                                    <p:cond delay="0"/>
                                  </p:stCondLst>
                                  <p:childTnLst>
                                    <p:animClr clrSpc="rgb" dir="cw">
                                      <p:cBhvr>
                                        <p:cTn id="68" dur="500" fill="hold"/>
                                        <p:tgtEl>
                                          <p:spTgt spid="150"/>
                                        </p:tgtEl>
                                        <p:attrNameLst>
                                          <p:attrName>fillcolor</p:attrName>
                                        </p:attrNameLst>
                                      </p:cBhvr>
                                      <p:to>
                                        <a:srgbClr val="FBE5D5"/>
                                      </p:to>
                                    </p:animClr>
                                    <p:set>
                                      <p:cBhvr>
                                        <p:cTn id="69" dur="500" fill="hold"/>
                                        <p:tgtEl>
                                          <p:spTgt spid="150"/>
                                        </p:tgtEl>
                                        <p:attrNameLst>
                                          <p:attrName>fill.type</p:attrName>
                                        </p:attrNameLst>
                                      </p:cBhvr>
                                      <p:to>
                                        <p:strVal val="solid"/>
                                      </p:to>
                                    </p:set>
                                    <p:set>
                                      <p:cBhvr>
                                        <p:cTn id="70" dur="500" fill="hold"/>
                                        <p:tgtEl>
                                          <p:spTgt spid="150"/>
                                        </p:tgtEl>
                                        <p:attrNameLst>
                                          <p:attrName>fill.on</p:attrName>
                                        </p:attrNameLst>
                                      </p:cBhvr>
                                      <p:to>
                                        <p:strVal val="true"/>
                                      </p:to>
                                    </p:set>
                                  </p:childTnLst>
                                </p:cTn>
                              </p:par>
                            </p:childTnLst>
                          </p:cTn>
                        </p:par>
                        <p:par>
                          <p:cTn id="71" fill="hold">
                            <p:stCondLst>
                              <p:cond delay="500"/>
                            </p:stCondLst>
                            <p:childTnLst>
                              <p:par>
                                <p:cTn id="72" presetID="22" presetClass="entr" presetSubtype="1" fill="hold" nodeType="afterEffect">
                                  <p:stCondLst>
                                    <p:cond delay="0"/>
                                  </p:stCondLst>
                                  <p:childTnLst>
                                    <p:set>
                                      <p:cBhvr>
                                        <p:cTn id="73" dur="1" fill="hold">
                                          <p:stCondLst>
                                            <p:cond delay="0"/>
                                          </p:stCondLst>
                                        </p:cTn>
                                        <p:tgtEl>
                                          <p:spTgt spid="164"/>
                                        </p:tgtEl>
                                        <p:attrNameLst>
                                          <p:attrName>style.visibility</p:attrName>
                                        </p:attrNameLst>
                                      </p:cBhvr>
                                      <p:to>
                                        <p:strVal val="visible"/>
                                      </p:to>
                                    </p:set>
                                    <p:animEffect transition="in" filter="wipe(up)">
                                      <p:cBhvr>
                                        <p:cTn id="74" dur="500"/>
                                        <p:tgtEl>
                                          <p:spTgt spid="164"/>
                                        </p:tgtEl>
                                      </p:cBhvr>
                                    </p:animEffect>
                                  </p:childTnLst>
                                </p:cTn>
                              </p:par>
                            </p:childTnLst>
                          </p:cTn>
                        </p:par>
                        <p:par>
                          <p:cTn id="75" fill="hold">
                            <p:stCondLst>
                              <p:cond delay="1000"/>
                            </p:stCondLst>
                            <p:childTnLst>
                              <p:par>
                                <p:cTn id="76" presetID="12" presetClass="entr" presetSubtype="2" fill="hold" grpId="0" nodeType="afterEffect">
                                  <p:stCondLst>
                                    <p:cond delay="0"/>
                                  </p:stCondLst>
                                  <p:childTnLst>
                                    <p:set>
                                      <p:cBhvr>
                                        <p:cTn id="77" dur="1" fill="hold">
                                          <p:stCondLst>
                                            <p:cond delay="0"/>
                                          </p:stCondLst>
                                        </p:cTn>
                                        <p:tgtEl>
                                          <p:spTgt spid="3"/>
                                        </p:tgtEl>
                                        <p:attrNameLst>
                                          <p:attrName>style.visibility</p:attrName>
                                        </p:attrNameLst>
                                      </p:cBhvr>
                                      <p:to>
                                        <p:strVal val="visible"/>
                                      </p:to>
                                    </p:set>
                                    <p:anim calcmode="lin" valueType="num">
                                      <p:cBhvr additive="base">
                                        <p:cTn id="78" dur="750"/>
                                        <p:tgtEl>
                                          <p:spTgt spid="3"/>
                                        </p:tgtEl>
                                        <p:attrNameLst>
                                          <p:attrName>ppt_x</p:attrName>
                                        </p:attrNameLst>
                                      </p:cBhvr>
                                      <p:tavLst>
                                        <p:tav tm="0">
                                          <p:val>
                                            <p:strVal val="#ppt_x+#ppt_w*1.125000"/>
                                          </p:val>
                                        </p:tav>
                                        <p:tav tm="100000">
                                          <p:val>
                                            <p:strVal val="#ppt_x"/>
                                          </p:val>
                                        </p:tav>
                                      </p:tavLst>
                                    </p:anim>
                                    <p:animEffect transition="in" filter="wipe(left)">
                                      <p:cBhvr>
                                        <p:cTn id="79" dur="750"/>
                                        <p:tgtEl>
                                          <p:spTgt spid="3"/>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31"/>
                                        </p:tgtEl>
                                        <p:attrNameLst>
                                          <p:attrName>style.visibility</p:attrName>
                                        </p:attrNameLst>
                                      </p:cBhvr>
                                      <p:to>
                                        <p:strVal val="visible"/>
                                      </p:to>
                                    </p:set>
                                    <p:animEffect transition="in" filter="wipe(left)">
                                      <p:cBhvr>
                                        <p:cTn id="84" dur="500"/>
                                        <p:tgtEl>
                                          <p:spTgt spid="131"/>
                                        </p:tgtEl>
                                      </p:cBhvr>
                                    </p:animEffect>
                                  </p:childTnLst>
                                </p:cTn>
                              </p:par>
                            </p:childTnLst>
                          </p:cTn>
                        </p:par>
                        <p:par>
                          <p:cTn id="85" fill="hold">
                            <p:stCondLst>
                              <p:cond delay="500"/>
                            </p:stCondLst>
                            <p:childTnLst>
                              <p:par>
                                <p:cTn id="86" presetID="22" presetClass="entr" presetSubtype="1" fill="hold" nodeType="after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wipe(up)">
                                      <p:cBhvr>
                                        <p:cTn id="88" dur="500"/>
                                        <p:tgtEl>
                                          <p:spTgt spid="60"/>
                                        </p:tgtEl>
                                      </p:cBhvr>
                                    </p:animEffect>
                                  </p:childTnLst>
                                </p:cTn>
                              </p:par>
                              <p:par>
                                <p:cTn id="89" presetID="1" presetClass="emph" presetSubtype="2" fill="hold" nodeType="withEffect">
                                  <p:stCondLst>
                                    <p:cond delay="0"/>
                                  </p:stCondLst>
                                  <p:childTnLst>
                                    <p:animClr clrSpc="rgb" dir="cw">
                                      <p:cBhvr>
                                        <p:cTn id="90" dur="500" fill="hold"/>
                                        <p:tgtEl>
                                          <p:spTgt spid="150"/>
                                        </p:tgtEl>
                                        <p:attrNameLst>
                                          <p:attrName>fillcolor</p:attrName>
                                        </p:attrNameLst>
                                      </p:cBhvr>
                                      <p:to>
                                        <a:srgbClr val="DEEBF6"/>
                                      </p:to>
                                    </p:animClr>
                                    <p:set>
                                      <p:cBhvr>
                                        <p:cTn id="91" dur="500" fill="hold"/>
                                        <p:tgtEl>
                                          <p:spTgt spid="150"/>
                                        </p:tgtEl>
                                        <p:attrNameLst>
                                          <p:attrName>fill.type</p:attrName>
                                        </p:attrNameLst>
                                      </p:cBhvr>
                                      <p:to>
                                        <p:strVal val="solid"/>
                                      </p:to>
                                    </p:set>
                                    <p:set>
                                      <p:cBhvr>
                                        <p:cTn id="92" dur="500" fill="hold"/>
                                        <p:tgtEl>
                                          <p:spTgt spid="150"/>
                                        </p:tgtEl>
                                        <p:attrNameLst>
                                          <p:attrName>fill.on</p:attrName>
                                        </p:attrNameLst>
                                      </p:cBhvr>
                                      <p:to>
                                        <p:strVal val="true"/>
                                      </p:to>
                                    </p:set>
                                  </p:childTnLst>
                                </p:cTn>
                              </p:par>
                            </p:childTnLst>
                          </p:cTn>
                        </p:par>
                        <p:par>
                          <p:cTn id="93" fill="hold">
                            <p:stCondLst>
                              <p:cond delay="1000"/>
                            </p:stCondLst>
                            <p:childTnLst>
                              <p:par>
                                <p:cTn id="94" presetID="22" presetClass="entr" presetSubtype="1" fill="hold" nodeType="afterEffect">
                                  <p:stCondLst>
                                    <p:cond delay="0"/>
                                  </p:stCondLst>
                                  <p:childTnLst>
                                    <p:set>
                                      <p:cBhvr>
                                        <p:cTn id="95" dur="1" fill="hold">
                                          <p:stCondLst>
                                            <p:cond delay="0"/>
                                          </p:stCondLst>
                                        </p:cTn>
                                        <p:tgtEl>
                                          <p:spTgt spid="169"/>
                                        </p:tgtEl>
                                        <p:attrNameLst>
                                          <p:attrName>style.visibility</p:attrName>
                                        </p:attrNameLst>
                                      </p:cBhvr>
                                      <p:to>
                                        <p:strVal val="visible"/>
                                      </p:to>
                                    </p:set>
                                    <p:animEffect transition="in" filter="wipe(up)">
                                      <p:cBhvr>
                                        <p:cTn id="96" dur="500"/>
                                        <p:tgtEl>
                                          <p:spTgt spid="169"/>
                                        </p:tgtEl>
                                      </p:cBhvr>
                                    </p:animEffect>
                                  </p:childTnLst>
                                </p:cTn>
                              </p:par>
                            </p:childTnLst>
                          </p:cTn>
                        </p:par>
                        <p:par>
                          <p:cTn id="97" fill="hold">
                            <p:stCondLst>
                              <p:cond delay="1500"/>
                            </p:stCondLst>
                            <p:childTnLst>
                              <p:par>
                                <p:cTn id="98" presetID="12" presetClass="entr" presetSubtype="2" fill="hold" grpId="0" nodeType="afterEffect">
                                  <p:stCondLst>
                                    <p:cond delay="0"/>
                                  </p:stCondLst>
                                  <p:childTnLst>
                                    <p:set>
                                      <p:cBhvr>
                                        <p:cTn id="99" dur="1" fill="hold">
                                          <p:stCondLst>
                                            <p:cond delay="0"/>
                                          </p:stCondLst>
                                        </p:cTn>
                                        <p:tgtEl>
                                          <p:spTgt spid="4"/>
                                        </p:tgtEl>
                                        <p:attrNameLst>
                                          <p:attrName>style.visibility</p:attrName>
                                        </p:attrNameLst>
                                      </p:cBhvr>
                                      <p:to>
                                        <p:strVal val="visible"/>
                                      </p:to>
                                    </p:set>
                                    <p:anim calcmode="lin" valueType="num">
                                      <p:cBhvr additive="base">
                                        <p:cTn id="100" dur="750"/>
                                        <p:tgtEl>
                                          <p:spTgt spid="4"/>
                                        </p:tgtEl>
                                        <p:attrNameLst>
                                          <p:attrName>ppt_x</p:attrName>
                                        </p:attrNameLst>
                                      </p:cBhvr>
                                      <p:tavLst>
                                        <p:tav tm="0">
                                          <p:val>
                                            <p:strVal val="#ppt_x+#ppt_w*1.125000"/>
                                          </p:val>
                                        </p:tav>
                                        <p:tav tm="100000">
                                          <p:val>
                                            <p:strVal val="#ppt_x"/>
                                          </p:val>
                                        </p:tav>
                                      </p:tavLst>
                                    </p:anim>
                                    <p:animEffect transition="in" filter="wipe(left)">
                                      <p:cBhvr>
                                        <p:cTn id="101" dur="750"/>
                                        <p:tgtEl>
                                          <p:spTgt spid="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nodeType="click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wipe(up)">
                                      <p:cBhvr>
                                        <p:cTn id="106" dur="500"/>
                                        <p:tgtEl>
                                          <p:spTgt spid="47"/>
                                        </p:tgtEl>
                                      </p:cBhvr>
                                    </p:animEffect>
                                  </p:childTnLst>
                                </p:cTn>
                              </p:par>
                              <p:par>
                                <p:cTn id="107" presetID="1" presetClass="emph" presetSubtype="2" fill="hold" nodeType="withEffect">
                                  <p:stCondLst>
                                    <p:cond delay="0"/>
                                  </p:stCondLst>
                                  <p:childTnLst>
                                    <p:animClr clrSpc="rgb" dir="cw">
                                      <p:cBhvr>
                                        <p:cTn id="108" dur="500" fill="hold"/>
                                        <p:tgtEl>
                                          <p:spTgt spid="150"/>
                                        </p:tgtEl>
                                        <p:attrNameLst>
                                          <p:attrName>fillcolor</p:attrName>
                                        </p:attrNameLst>
                                      </p:cBhvr>
                                      <p:to>
                                        <a:srgbClr val="F4E9F7"/>
                                      </p:to>
                                    </p:animClr>
                                    <p:set>
                                      <p:cBhvr>
                                        <p:cTn id="109" dur="500" fill="hold"/>
                                        <p:tgtEl>
                                          <p:spTgt spid="150"/>
                                        </p:tgtEl>
                                        <p:attrNameLst>
                                          <p:attrName>fill.type</p:attrName>
                                        </p:attrNameLst>
                                      </p:cBhvr>
                                      <p:to>
                                        <p:strVal val="solid"/>
                                      </p:to>
                                    </p:set>
                                    <p:set>
                                      <p:cBhvr>
                                        <p:cTn id="110" dur="500" fill="hold"/>
                                        <p:tgtEl>
                                          <p:spTgt spid="150"/>
                                        </p:tgtEl>
                                        <p:attrNameLst>
                                          <p:attrName>fill.on</p:attrName>
                                        </p:attrNameLst>
                                      </p:cBhvr>
                                      <p:to>
                                        <p:strVal val="true"/>
                                      </p:to>
                                    </p:set>
                                  </p:childTnLst>
                                </p:cTn>
                              </p:par>
                            </p:childTnLst>
                          </p:cTn>
                        </p:par>
                        <p:par>
                          <p:cTn id="111" fill="hold">
                            <p:stCondLst>
                              <p:cond delay="500"/>
                            </p:stCondLst>
                            <p:childTnLst>
                              <p:par>
                                <p:cTn id="112" presetID="22" presetClass="entr" presetSubtype="1" fill="hold" nodeType="afterEffect">
                                  <p:stCondLst>
                                    <p:cond delay="0"/>
                                  </p:stCondLst>
                                  <p:childTnLst>
                                    <p:set>
                                      <p:cBhvr>
                                        <p:cTn id="113" dur="1" fill="hold">
                                          <p:stCondLst>
                                            <p:cond delay="0"/>
                                          </p:stCondLst>
                                        </p:cTn>
                                        <p:tgtEl>
                                          <p:spTgt spid="172"/>
                                        </p:tgtEl>
                                        <p:attrNameLst>
                                          <p:attrName>style.visibility</p:attrName>
                                        </p:attrNameLst>
                                      </p:cBhvr>
                                      <p:to>
                                        <p:strVal val="visible"/>
                                      </p:to>
                                    </p:set>
                                    <p:animEffect transition="in" filter="wipe(up)">
                                      <p:cBhvr>
                                        <p:cTn id="114" dur="500"/>
                                        <p:tgtEl>
                                          <p:spTgt spid="172"/>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xit" presetSubtype="4" fill="hold" nodeType="clickEffect">
                                  <p:stCondLst>
                                    <p:cond delay="0"/>
                                  </p:stCondLst>
                                  <p:childTnLst>
                                    <p:animEffect transition="out" filter="wipe(down)">
                                      <p:cBhvr>
                                        <p:cTn id="118" dur="500"/>
                                        <p:tgtEl>
                                          <p:spTgt spid="172"/>
                                        </p:tgtEl>
                                      </p:cBhvr>
                                    </p:animEffect>
                                    <p:set>
                                      <p:cBhvr>
                                        <p:cTn id="119" dur="1" fill="hold">
                                          <p:stCondLst>
                                            <p:cond delay="499"/>
                                          </p:stCondLst>
                                        </p:cTn>
                                        <p:tgtEl>
                                          <p:spTgt spid="172"/>
                                        </p:tgtEl>
                                        <p:attrNameLst>
                                          <p:attrName>style.visibility</p:attrName>
                                        </p:attrNameLst>
                                      </p:cBhvr>
                                      <p:to>
                                        <p:strVal val="hidden"/>
                                      </p:to>
                                    </p:set>
                                  </p:childTnLst>
                                </p:cTn>
                              </p:par>
                              <p:par>
                                <p:cTn id="120" presetID="22" presetClass="entr" presetSubtype="8" fill="hold" grpId="0" nodeType="withEffect">
                                  <p:stCondLst>
                                    <p:cond delay="0"/>
                                  </p:stCondLst>
                                  <p:childTnLst>
                                    <p:set>
                                      <p:cBhvr>
                                        <p:cTn id="121" dur="1" fill="hold">
                                          <p:stCondLst>
                                            <p:cond delay="0"/>
                                          </p:stCondLst>
                                        </p:cTn>
                                        <p:tgtEl>
                                          <p:spTgt spid="11"/>
                                        </p:tgtEl>
                                        <p:attrNameLst>
                                          <p:attrName>style.visibility</p:attrName>
                                        </p:attrNameLst>
                                      </p:cBhvr>
                                      <p:to>
                                        <p:strVal val="visible"/>
                                      </p:to>
                                    </p:set>
                                    <p:animEffect transition="in" filter="wipe(left)">
                                      <p:cBhvr>
                                        <p:cTn id="122" dur="500"/>
                                        <p:tgtEl>
                                          <p:spTgt spid="11"/>
                                        </p:tgtEl>
                                      </p:cBhvr>
                                    </p:animEffect>
                                  </p:childTnLst>
                                </p:cTn>
                              </p:par>
                            </p:childTnLst>
                          </p:cTn>
                        </p:par>
                        <p:par>
                          <p:cTn id="123" fill="hold">
                            <p:stCondLst>
                              <p:cond delay="500"/>
                            </p:stCondLst>
                            <p:childTnLst>
                              <p:par>
                                <p:cTn id="124" presetID="22" presetClass="entr" presetSubtype="4" fill="hold" nodeType="afterEffect">
                                  <p:stCondLst>
                                    <p:cond delay="0"/>
                                  </p:stCondLst>
                                  <p:childTnLst>
                                    <p:set>
                                      <p:cBhvr>
                                        <p:cTn id="125" dur="1" fill="hold">
                                          <p:stCondLst>
                                            <p:cond delay="0"/>
                                          </p:stCondLst>
                                        </p:cTn>
                                        <p:tgtEl>
                                          <p:spTgt spid="125"/>
                                        </p:tgtEl>
                                        <p:attrNameLst>
                                          <p:attrName>style.visibility</p:attrName>
                                        </p:attrNameLst>
                                      </p:cBhvr>
                                      <p:to>
                                        <p:strVal val="visible"/>
                                      </p:to>
                                    </p:set>
                                    <p:animEffect transition="in" filter="wipe(down)">
                                      <p:cBhvr>
                                        <p:cTn id="126" dur="500"/>
                                        <p:tgtEl>
                                          <p:spTgt spid="125"/>
                                        </p:tgtEl>
                                      </p:cBhvr>
                                    </p:animEffect>
                                  </p:childTnLst>
                                </p:cTn>
                              </p:par>
                            </p:childTnLst>
                          </p:cTn>
                        </p:par>
                        <p:par>
                          <p:cTn id="127" fill="hold">
                            <p:stCondLst>
                              <p:cond delay="1000"/>
                            </p:stCondLst>
                            <p:childTnLst>
                              <p:par>
                                <p:cTn id="128" presetID="22" presetClass="entr" presetSubtype="8" fill="hold" nodeType="afterEffect">
                                  <p:stCondLst>
                                    <p:cond delay="0"/>
                                  </p:stCondLst>
                                  <p:childTnLst>
                                    <p:set>
                                      <p:cBhvr>
                                        <p:cTn id="129" dur="1" fill="hold">
                                          <p:stCondLst>
                                            <p:cond delay="0"/>
                                          </p:stCondLst>
                                        </p:cTn>
                                        <p:tgtEl>
                                          <p:spTgt spid="72"/>
                                        </p:tgtEl>
                                        <p:attrNameLst>
                                          <p:attrName>style.visibility</p:attrName>
                                        </p:attrNameLst>
                                      </p:cBhvr>
                                      <p:to>
                                        <p:strVal val="visible"/>
                                      </p:to>
                                    </p:set>
                                    <p:animEffect transition="in" filter="wipe(left)">
                                      <p:cBhvr>
                                        <p:cTn id="130" dur="500"/>
                                        <p:tgtEl>
                                          <p:spTgt spid="72"/>
                                        </p:tgtEl>
                                      </p:cBhvr>
                                    </p:animEffect>
                                  </p:childTnLst>
                                </p:cTn>
                              </p:par>
                              <p:par>
                                <p:cTn id="131" presetID="1" presetClass="emph" presetSubtype="2" fill="hold" nodeType="withEffect">
                                  <p:stCondLst>
                                    <p:cond delay="0"/>
                                  </p:stCondLst>
                                  <p:childTnLst>
                                    <p:animClr clrSpc="rgb" dir="cw">
                                      <p:cBhvr>
                                        <p:cTn id="132" dur="500" fill="hold"/>
                                        <p:tgtEl>
                                          <p:spTgt spid="150"/>
                                        </p:tgtEl>
                                        <p:attrNameLst>
                                          <p:attrName>fillcolor</p:attrName>
                                        </p:attrNameLst>
                                      </p:cBhvr>
                                      <p:to>
                                        <a:srgbClr val="DEEBF6"/>
                                      </p:to>
                                    </p:animClr>
                                    <p:set>
                                      <p:cBhvr>
                                        <p:cTn id="133" dur="500" fill="hold"/>
                                        <p:tgtEl>
                                          <p:spTgt spid="150"/>
                                        </p:tgtEl>
                                        <p:attrNameLst>
                                          <p:attrName>fill.type</p:attrName>
                                        </p:attrNameLst>
                                      </p:cBhvr>
                                      <p:to>
                                        <p:strVal val="solid"/>
                                      </p:to>
                                    </p:set>
                                    <p:set>
                                      <p:cBhvr>
                                        <p:cTn id="134" dur="500" fill="hold"/>
                                        <p:tgtEl>
                                          <p:spTgt spid="150"/>
                                        </p:tgtEl>
                                        <p:attrNameLst>
                                          <p:attrName>fill.on</p:attrName>
                                        </p:attrNameLst>
                                      </p:cBhvr>
                                      <p:to>
                                        <p:strVal val="true"/>
                                      </p:to>
                                    </p:se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nodeType="clickEffect">
                                  <p:stCondLst>
                                    <p:cond delay="0"/>
                                  </p:stCondLst>
                                  <p:childTnLst>
                                    <p:set>
                                      <p:cBhvr>
                                        <p:cTn id="138" dur="1" fill="hold">
                                          <p:stCondLst>
                                            <p:cond delay="0"/>
                                          </p:stCondLst>
                                        </p:cTn>
                                        <p:tgtEl>
                                          <p:spTgt spid="13"/>
                                        </p:tgtEl>
                                        <p:attrNameLst>
                                          <p:attrName>style.visibility</p:attrName>
                                        </p:attrNameLst>
                                      </p:cBhvr>
                                      <p:to>
                                        <p:strVal val="visible"/>
                                      </p:to>
                                    </p:set>
                                    <p:animEffect transition="in" filter="wipe(left)">
                                      <p:cBhvr>
                                        <p:cTn id="139" dur="500"/>
                                        <p:tgtEl>
                                          <p:spTgt spid="13"/>
                                        </p:tgtEl>
                                      </p:cBhvr>
                                    </p:animEffect>
                                  </p:childTnLst>
                                </p:cTn>
                              </p:par>
                              <p:par>
                                <p:cTn id="140" presetID="1" presetClass="emph" presetSubtype="2" fill="hold" nodeType="withEffect">
                                  <p:stCondLst>
                                    <p:cond delay="0"/>
                                  </p:stCondLst>
                                  <p:childTnLst>
                                    <p:animClr clrSpc="rgb" dir="cw">
                                      <p:cBhvr>
                                        <p:cTn id="141" dur="500" fill="hold"/>
                                        <p:tgtEl>
                                          <p:spTgt spid="150"/>
                                        </p:tgtEl>
                                        <p:attrNameLst>
                                          <p:attrName>fillcolor</p:attrName>
                                        </p:attrNameLst>
                                      </p:cBhvr>
                                      <p:to>
                                        <a:srgbClr val="F4E9F7"/>
                                      </p:to>
                                    </p:animClr>
                                    <p:set>
                                      <p:cBhvr>
                                        <p:cTn id="142" dur="500" fill="hold"/>
                                        <p:tgtEl>
                                          <p:spTgt spid="150"/>
                                        </p:tgtEl>
                                        <p:attrNameLst>
                                          <p:attrName>fill.type</p:attrName>
                                        </p:attrNameLst>
                                      </p:cBhvr>
                                      <p:to>
                                        <p:strVal val="solid"/>
                                      </p:to>
                                    </p:set>
                                    <p:set>
                                      <p:cBhvr>
                                        <p:cTn id="143" dur="500" fill="hold"/>
                                        <p:tgtEl>
                                          <p:spTgt spid="150"/>
                                        </p:tgtEl>
                                        <p:attrNameLst>
                                          <p:attrName>fill.on</p:attrName>
                                        </p:attrNameLst>
                                      </p:cBhvr>
                                      <p:to>
                                        <p:strVal val="true"/>
                                      </p:to>
                                    </p:set>
                                  </p:childTnLst>
                                </p:cTn>
                              </p:par>
                            </p:childTnLst>
                          </p:cTn>
                        </p:par>
                        <p:par>
                          <p:cTn id="144" fill="hold">
                            <p:stCondLst>
                              <p:cond delay="500"/>
                            </p:stCondLst>
                            <p:childTnLst>
                              <p:par>
                                <p:cTn id="145" presetID="22" presetClass="entr" presetSubtype="1" fill="hold" nodeType="afterEffect">
                                  <p:stCondLst>
                                    <p:cond delay="0"/>
                                  </p:stCondLst>
                                  <p:childTnLst>
                                    <p:set>
                                      <p:cBhvr>
                                        <p:cTn id="146" dur="1" fill="hold">
                                          <p:stCondLst>
                                            <p:cond delay="0"/>
                                          </p:stCondLst>
                                        </p:cTn>
                                        <p:tgtEl>
                                          <p:spTgt spid="175"/>
                                        </p:tgtEl>
                                        <p:attrNameLst>
                                          <p:attrName>style.visibility</p:attrName>
                                        </p:attrNameLst>
                                      </p:cBhvr>
                                      <p:to>
                                        <p:strVal val="visible"/>
                                      </p:to>
                                    </p:set>
                                    <p:animEffect transition="in" filter="wipe(up)">
                                      <p:cBhvr>
                                        <p:cTn id="147" dur="500"/>
                                        <p:tgtEl>
                                          <p:spTgt spid="175"/>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xit" presetSubtype="4" fill="hold" nodeType="clickEffect">
                                  <p:stCondLst>
                                    <p:cond delay="0"/>
                                  </p:stCondLst>
                                  <p:childTnLst>
                                    <p:animEffect transition="out" filter="wipe(down)">
                                      <p:cBhvr>
                                        <p:cTn id="151" dur="500"/>
                                        <p:tgtEl>
                                          <p:spTgt spid="175"/>
                                        </p:tgtEl>
                                      </p:cBhvr>
                                    </p:animEffect>
                                    <p:set>
                                      <p:cBhvr>
                                        <p:cTn id="152" dur="1" fill="hold">
                                          <p:stCondLst>
                                            <p:cond delay="499"/>
                                          </p:stCondLst>
                                        </p:cTn>
                                        <p:tgtEl>
                                          <p:spTgt spid="175"/>
                                        </p:tgtEl>
                                        <p:attrNameLst>
                                          <p:attrName>style.visibility</p:attrName>
                                        </p:attrNameLst>
                                      </p:cBhvr>
                                      <p:to>
                                        <p:strVal val="hidden"/>
                                      </p:to>
                                    </p:set>
                                  </p:childTnLst>
                                </p:cTn>
                              </p:par>
                              <p:par>
                                <p:cTn id="153" presetID="22" presetClass="entr" presetSubtype="8" fill="hold" grpId="0" nodeType="withEffect">
                                  <p:stCondLst>
                                    <p:cond delay="0"/>
                                  </p:stCondLst>
                                  <p:childTnLst>
                                    <p:set>
                                      <p:cBhvr>
                                        <p:cTn id="154" dur="1" fill="hold">
                                          <p:stCondLst>
                                            <p:cond delay="0"/>
                                          </p:stCondLst>
                                        </p:cTn>
                                        <p:tgtEl>
                                          <p:spTgt spid="101"/>
                                        </p:tgtEl>
                                        <p:attrNameLst>
                                          <p:attrName>style.visibility</p:attrName>
                                        </p:attrNameLst>
                                      </p:cBhvr>
                                      <p:to>
                                        <p:strVal val="visible"/>
                                      </p:to>
                                    </p:set>
                                    <p:animEffect transition="in" filter="wipe(left)">
                                      <p:cBhvr>
                                        <p:cTn id="155" dur="500"/>
                                        <p:tgtEl>
                                          <p:spTgt spid="101"/>
                                        </p:tgtEl>
                                      </p:cBhvr>
                                    </p:animEffect>
                                  </p:childTnLst>
                                </p:cTn>
                              </p:par>
                            </p:childTnLst>
                          </p:cTn>
                        </p:par>
                        <p:par>
                          <p:cTn id="156" fill="hold">
                            <p:stCondLst>
                              <p:cond delay="500"/>
                            </p:stCondLst>
                            <p:childTnLst>
                              <p:par>
                                <p:cTn id="157" presetID="22" presetClass="entr" presetSubtype="4" fill="hold" nodeType="afterEffect">
                                  <p:stCondLst>
                                    <p:cond delay="0"/>
                                  </p:stCondLst>
                                  <p:childTnLst>
                                    <p:set>
                                      <p:cBhvr>
                                        <p:cTn id="158" dur="1" fill="hold">
                                          <p:stCondLst>
                                            <p:cond delay="0"/>
                                          </p:stCondLst>
                                        </p:cTn>
                                        <p:tgtEl>
                                          <p:spTgt spid="102"/>
                                        </p:tgtEl>
                                        <p:attrNameLst>
                                          <p:attrName>style.visibility</p:attrName>
                                        </p:attrNameLst>
                                      </p:cBhvr>
                                      <p:to>
                                        <p:strVal val="visible"/>
                                      </p:to>
                                    </p:set>
                                    <p:animEffect transition="in" filter="wipe(down)">
                                      <p:cBhvr>
                                        <p:cTn id="159" dur="500"/>
                                        <p:tgtEl>
                                          <p:spTgt spid="102"/>
                                        </p:tgtEl>
                                      </p:cBhvr>
                                    </p:animEffect>
                                  </p:childTnLst>
                                </p:cTn>
                              </p:par>
                            </p:childTnLst>
                          </p:cTn>
                        </p:par>
                        <p:par>
                          <p:cTn id="160" fill="hold">
                            <p:stCondLst>
                              <p:cond delay="1000"/>
                            </p:stCondLst>
                            <p:childTnLst>
                              <p:par>
                                <p:cTn id="161" presetID="22" presetClass="entr" presetSubtype="8" fill="hold" nodeType="afterEffect">
                                  <p:stCondLst>
                                    <p:cond delay="0"/>
                                  </p:stCondLst>
                                  <p:childTnLst>
                                    <p:set>
                                      <p:cBhvr>
                                        <p:cTn id="162" dur="1" fill="hold">
                                          <p:stCondLst>
                                            <p:cond delay="0"/>
                                          </p:stCondLst>
                                        </p:cTn>
                                        <p:tgtEl>
                                          <p:spTgt spid="95"/>
                                        </p:tgtEl>
                                        <p:attrNameLst>
                                          <p:attrName>style.visibility</p:attrName>
                                        </p:attrNameLst>
                                      </p:cBhvr>
                                      <p:to>
                                        <p:strVal val="visible"/>
                                      </p:to>
                                    </p:set>
                                    <p:animEffect transition="in" filter="wipe(left)">
                                      <p:cBhvr>
                                        <p:cTn id="163" dur="500"/>
                                        <p:tgtEl>
                                          <p:spTgt spid="95"/>
                                        </p:tgtEl>
                                      </p:cBhvr>
                                    </p:animEffect>
                                  </p:childTnLst>
                                </p:cTn>
                              </p:par>
                              <p:par>
                                <p:cTn id="164" presetID="1" presetClass="emph" presetSubtype="2" fill="hold" nodeType="withEffect">
                                  <p:stCondLst>
                                    <p:cond delay="0"/>
                                  </p:stCondLst>
                                  <p:childTnLst>
                                    <p:animClr clrSpc="rgb" dir="cw">
                                      <p:cBhvr>
                                        <p:cTn id="165" dur="500" fill="hold"/>
                                        <p:tgtEl>
                                          <p:spTgt spid="150"/>
                                        </p:tgtEl>
                                        <p:attrNameLst>
                                          <p:attrName>fillcolor</p:attrName>
                                        </p:attrNameLst>
                                      </p:cBhvr>
                                      <p:to>
                                        <a:srgbClr val="DEEBF6"/>
                                      </p:to>
                                    </p:animClr>
                                    <p:set>
                                      <p:cBhvr>
                                        <p:cTn id="166" dur="500" fill="hold"/>
                                        <p:tgtEl>
                                          <p:spTgt spid="150"/>
                                        </p:tgtEl>
                                        <p:attrNameLst>
                                          <p:attrName>fill.type</p:attrName>
                                        </p:attrNameLst>
                                      </p:cBhvr>
                                      <p:to>
                                        <p:strVal val="solid"/>
                                      </p:to>
                                    </p:set>
                                    <p:set>
                                      <p:cBhvr>
                                        <p:cTn id="167" dur="500" fill="hold"/>
                                        <p:tgtEl>
                                          <p:spTgt spid="150"/>
                                        </p:tgtEl>
                                        <p:attrNameLst>
                                          <p:attrName>fill.on</p:attrName>
                                        </p:attrNameLst>
                                      </p:cBhvr>
                                      <p:to>
                                        <p:strVal val="true"/>
                                      </p:to>
                                    </p:set>
                                  </p:childTnLst>
                                </p:cTn>
                              </p:par>
                            </p:childTnLst>
                          </p:cTn>
                        </p:par>
                      </p:childTnLst>
                    </p:cTn>
                  </p:par>
                  <p:par>
                    <p:cTn id="168" fill="hold">
                      <p:stCondLst>
                        <p:cond delay="indefinite"/>
                      </p:stCondLst>
                      <p:childTnLst>
                        <p:par>
                          <p:cTn id="169" fill="hold">
                            <p:stCondLst>
                              <p:cond delay="0"/>
                            </p:stCondLst>
                            <p:childTnLst>
                              <p:par>
                                <p:cTn id="170" presetID="22" presetClass="exit" presetSubtype="4" fill="hold" nodeType="clickEffect">
                                  <p:stCondLst>
                                    <p:cond delay="0"/>
                                  </p:stCondLst>
                                  <p:childTnLst>
                                    <p:animEffect transition="out" filter="wipe(down)">
                                      <p:cBhvr>
                                        <p:cTn id="171" dur="500"/>
                                        <p:tgtEl>
                                          <p:spTgt spid="169"/>
                                        </p:tgtEl>
                                      </p:cBhvr>
                                    </p:animEffect>
                                    <p:set>
                                      <p:cBhvr>
                                        <p:cTn id="172" dur="1" fill="hold">
                                          <p:stCondLst>
                                            <p:cond delay="499"/>
                                          </p:stCondLst>
                                        </p:cTn>
                                        <p:tgtEl>
                                          <p:spTgt spid="169"/>
                                        </p:tgtEl>
                                        <p:attrNameLst>
                                          <p:attrName>style.visibility</p:attrName>
                                        </p:attrNameLst>
                                      </p:cBhvr>
                                      <p:to>
                                        <p:strVal val="hidden"/>
                                      </p:to>
                                    </p:set>
                                  </p:childTnLst>
                                </p:cTn>
                              </p:par>
                            </p:childTnLst>
                          </p:cTn>
                        </p:par>
                        <p:par>
                          <p:cTn id="173" fill="hold">
                            <p:stCondLst>
                              <p:cond delay="500"/>
                            </p:stCondLst>
                            <p:childTnLst>
                              <p:par>
                                <p:cTn id="174" presetID="22" presetClass="entr" presetSubtype="4" fill="hold" nodeType="afterEffect">
                                  <p:stCondLst>
                                    <p:cond delay="0"/>
                                  </p:stCondLst>
                                  <p:childTnLst>
                                    <p:set>
                                      <p:cBhvr>
                                        <p:cTn id="175" dur="1" fill="hold">
                                          <p:stCondLst>
                                            <p:cond delay="0"/>
                                          </p:stCondLst>
                                        </p:cTn>
                                        <p:tgtEl>
                                          <p:spTgt spid="122"/>
                                        </p:tgtEl>
                                        <p:attrNameLst>
                                          <p:attrName>style.visibility</p:attrName>
                                        </p:attrNameLst>
                                      </p:cBhvr>
                                      <p:to>
                                        <p:strVal val="visible"/>
                                      </p:to>
                                    </p:set>
                                    <p:animEffect transition="in" filter="wipe(down)">
                                      <p:cBhvr>
                                        <p:cTn id="176" dur="500"/>
                                        <p:tgtEl>
                                          <p:spTgt spid="122"/>
                                        </p:tgtEl>
                                      </p:cBhvr>
                                    </p:animEffect>
                                  </p:childTnLst>
                                </p:cTn>
                              </p:par>
                            </p:childTnLst>
                          </p:cTn>
                        </p:par>
                        <p:par>
                          <p:cTn id="177" fill="hold">
                            <p:stCondLst>
                              <p:cond delay="1000"/>
                            </p:stCondLst>
                            <p:childTnLst>
                              <p:par>
                                <p:cTn id="178" presetID="22" presetClass="entr" presetSubtype="8" fill="hold" nodeType="afterEffect">
                                  <p:stCondLst>
                                    <p:cond delay="0"/>
                                  </p:stCondLst>
                                  <p:childTnLst>
                                    <p:set>
                                      <p:cBhvr>
                                        <p:cTn id="179" dur="1" fill="hold">
                                          <p:stCondLst>
                                            <p:cond delay="0"/>
                                          </p:stCondLst>
                                        </p:cTn>
                                        <p:tgtEl>
                                          <p:spTgt spid="123"/>
                                        </p:tgtEl>
                                        <p:attrNameLst>
                                          <p:attrName>style.visibility</p:attrName>
                                        </p:attrNameLst>
                                      </p:cBhvr>
                                      <p:to>
                                        <p:strVal val="visible"/>
                                      </p:to>
                                    </p:set>
                                    <p:animEffect transition="in" filter="wipe(left)">
                                      <p:cBhvr>
                                        <p:cTn id="180" dur="500"/>
                                        <p:tgtEl>
                                          <p:spTgt spid="123"/>
                                        </p:tgtEl>
                                      </p:cBhvr>
                                    </p:animEffect>
                                  </p:childTnLst>
                                </p:cTn>
                              </p:par>
                              <p:par>
                                <p:cTn id="181" presetID="1" presetClass="emph" presetSubtype="2" fill="hold" nodeType="withEffect">
                                  <p:stCondLst>
                                    <p:cond delay="0"/>
                                  </p:stCondLst>
                                  <p:childTnLst>
                                    <p:animClr clrSpc="rgb" dir="cw">
                                      <p:cBhvr>
                                        <p:cTn id="182" dur="500" fill="hold"/>
                                        <p:tgtEl>
                                          <p:spTgt spid="150"/>
                                        </p:tgtEl>
                                        <p:attrNameLst>
                                          <p:attrName>fillcolor</p:attrName>
                                        </p:attrNameLst>
                                      </p:cBhvr>
                                      <p:to>
                                        <a:srgbClr val="FBE5D5"/>
                                      </p:to>
                                    </p:animClr>
                                    <p:set>
                                      <p:cBhvr>
                                        <p:cTn id="183" dur="500" fill="hold"/>
                                        <p:tgtEl>
                                          <p:spTgt spid="150"/>
                                        </p:tgtEl>
                                        <p:attrNameLst>
                                          <p:attrName>fill.type</p:attrName>
                                        </p:attrNameLst>
                                      </p:cBhvr>
                                      <p:to>
                                        <p:strVal val="solid"/>
                                      </p:to>
                                    </p:set>
                                    <p:set>
                                      <p:cBhvr>
                                        <p:cTn id="184" dur="500" fill="hold"/>
                                        <p:tgtEl>
                                          <p:spTgt spid="150"/>
                                        </p:tgtEl>
                                        <p:attrNameLst>
                                          <p:attrName>fill.on</p:attrName>
                                        </p:attrNameLst>
                                      </p:cBhvr>
                                      <p:to>
                                        <p:strVal val="true"/>
                                      </p:to>
                                    </p:set>
                                  </p:childTnLst>
                                </p:cTn>
                              </p:par>
                            </p:childTnLst>
                          </p:cTn>
                        </p:par>
                      </p:childTnLst>
                    </p:cTn>
                  </p:par>
                  <p:par>
                    <p:cTn id="185" fill="hold">
                      <p:stCondLst>
                        <p:cond delay="indefinite"/>
                      </p:stCondLst>
                      <p:childTnLst>
                        <p:par>
                          <p:cTn id="186" fill="hold">
                            <p:stCondLst>
                              <p:cond delay="0"/>
                            </p:stCondLst>
                            <p:childTnLst>
                              <p:par>
                                <p:cTn id="187" presetID="22" presetClass="entr" presetSubtype="1" fill="hold" nodeType="clickEffect">
                                  <p:stCondLst>
                                    <p:cond delay="0"/>
                                  </p:stCondLst>
                                  <p:childTnLst>
                                    <p:set>
                                      <p:cBhvr>
                                        <p:cTn id="188" dur="1" fill="hold">
                                          <p:stCondLst>
                                            <p:cond delay="0"/>
                                          </p:stCondLst>
                                        </p:cTn>
                                        <p:tgtEl>
                                          <p:spTgt spid="124"/>
                                        </p:tgtEl>
                                        <p:attrNameLst>
                                          <p:attrName>style.visibility</p:attrName>
                                        </p:attrNameLst>
                                      </p:cBhvr>
                                      <p:to>
                                        <p:strVal val="visible"/>
                                      </p:to>
                                    </p:set>
                                    <p:animEffect transition="in" filter="wipe(up)">
                                      <p:cBhvr>
                                        <p:cTn id="189" dur="500"/>
                                        <p:tgtEl>
                                          <p:spTgt spid="124"/>
                                        </p:tgtEl>
                                      </p:cBhvr>
                                    </p:animEffect>
                                  </p:childTnLst>
                                </p:cTn>
                              </p:par>
                            </p:childTnLst>
                          </p:cTn>
                        </p:par>
                        <p:par>
                          <p:cTn id="190" fill="hold">
                            <p:stCondLst>
                              <p:cond delay="500"/>
                            </p:stCondLst>
                            <p:childTnLst>
                              <p:par>
                                <p:cTn id="191" presetID="22" presetClass="entr" presetSubtype="1" fill="hold" nodeType="afterEffect">
                                  <p:stCondLst>
                                    <p:cond delay="0"/>
                                  </p:stCondLst>
                                  <p:childTnLst>
                                    <p:set>
                                      <p:cBhvr>
                                        <p:cTn id="192" dur="1" fill="hold">
                                          <p:stCondLst>
                                            <p:cond delay="0"/>
                                          </p:stCondLst>
                                        </p:cTn>
                                        <p:tgtEl>
                                          <p:spTgt spid="178"/>
                                        </p:tgtEl>
                                        <p:attrNameLst>
                                          <p:attrName>style.visibility</p:attrName>
                                        </p:attrNameLst>
                                      </p:cBhvr>
                                      <p:to>
                                        <p:strVal val="visible"/>
                                      </p:to>
                                    </p:set>
                                    <p:animEffect transition="in" filter="wipe(up)">
                                      <p:cBhvr>
                                        <p:cTn id="193" dur="500"/>
                                        <p:tgtEl>
                                          <p:spTgt spid="178"/>
                                        </p:tgtEl>
                                      </p:cBhvr>
                                    </p:animEffect>
                                  </p:childTnLst>
                                </p:cTn>
                              </p:par>
                            </p:childTnLst>
                          </p:cTn>
                        </p:par>
                        <p:par>
                          <p:cTn id="194" fill="hold">
                            <p:stCondLst>
                              <p:cond delay="1000"/>
                            </p:stCondLst>
                            <p:childTnLst>
                              <p:par>
                                <p:cTn id="195" presetID="12" presetClass="entr" presetSubtype="2" fill="hold" grpId="0" nodeType="afterEffect">
                                  <p:stCondLst>
                                    <p:cond delay="0"/>
                                  </p:stCondLst>
                                  <p:childTnLst>
                                    <p:set>
                                      <p:cBhvr>
                                        <p:cTn id="196" dur="1" fill="hold">
                                          <p:stCondLst>
                                            <p:cond delay="0"/>
                                          </p:stCondLst>
                                        </p:cTn>
                                        <p:tgtEl>
                                          <p:spTgt spid="6"/>
                                        </p:tgtEl>
                                        <p:attrNameLst>
                                          <p:attrName>style.visibility</p:attrName>
                                        </p:attrNameLst>
                                      </p:cBhvr>
                                      <p:to>
                                        <p:strVal val="visible"/>
                                      </p:to>
                                    </p:set>
                                    <p:anim calcmode="lin" valueType="num">
                                      <p:cBhvr additive="base">
                                        <p:cTn id="197" dur="750"/>
                                        <p:tgtEl>
                                          <p:spTgt spid="6"/>
                                        </p:tgtEl>
                                        <p:attrNameLst>
                                          <p:attrName>ppt_x</p:attrName>
                                        </p:attrNameLst>
                                      </p:cBhvr>
                                      <p:tavLst>
                                        <p:tav tm="0">
                                          <p:val>
                                            <p:strVal val="#ppt_x+#ppt_w*1.125000"/>
                                          </p:val>
                                        </p:tav>
                                        <p:tav tm="100000">
                                          <p:val>
                                            <p:strVal val="#ppt_x"/>
                                          </p:val>
                                        </p:tav>
                                      </p:tavLst>
                                    </p:anim>
                                    <p:animEffect transition="in" filter="wipe(left)">
                                      <p:cBhvr>
                                        <p:cTn id="198" dur="750"/>
                                        <p:tgtEl>
                                          <p:spTgt spid="6"/>
                                        </p:tgtEl>
                                      </p:cBhvr>
                                    </p:animEffect>
                                  </p:childTnLst>
                                </p:cTn>
                              </p:par>
                              <p:par>
                                <p:cTn id="199" presetID="1" presetClass="emph" presetSubtype="2" fill="hold" nodeType="withEffect">
                                  <p:stCondLst>
                                    <p:cond delay="0"/>
                                  </p:stCondLst>
                                  <p:childTnLst>
                                    <p:animClr clrSpc="rgb" dir="cw">
                                      <p:cBhvr>
                                        <p:cTn id="200" dur="500" fill="hold"/>
                                        <p:tgtEl>
                                          <p:spTgt spid="150"/>
                                        </p:tgtEl>
                                        <p:attrNameLst>
                                          <p:attrName>fillcolor</p:attrName>
                                        </p:attrNameLst>
                                      </p:cBhvr>
                                      <p:to>
                                        <a:srgbClr val="DEEBF6"/>
                                      </p:to>
                                    </p:animClr>
                                    <p:set>
                                      <p:cBhvr>
                                        <p:cTn id="201" dur="500" fill="hold"/>
                                        <p:tgtEl>
                                          <p:spTgt spid="150"/>
                                        </p:tgtEl>
                                        <p:attrNameLst>
                                          <p:attrName>fill.type</p:attrName>
                                        </p:attrNameLst>
                                      </p:cBhvr>
                                      <p:to>
                                        <p:strVal val="solid"/>
                                      </p:to>
                                    </p:set>
                                    <p:set>
                                      <p:cBhvr>
                                        <p:cTn id="202" dur="500" fill="hold"/>
                                        <p:tgtEl>
                                          <p:spTgt spid="150"/>
                                        </p:tgtEl>
                                        <p:attrNameLst>
                                          <p:attrName>fill.on</p:attrName>
                                        </p:attrNameLst>
                                      </p:cBhvr>
                                      <p:to>
                                        <p:strVal val="true"/>
                                      </p:to>
                                    </p:set>
                                  </p:childTnLst>
                                </p:cTn>
                              </p:par>
                            </p:childTnLst>
                          </p:cTn>
                        </p:par>
                      </p:childTnLst>
                    </p:cTn>
                  </p:par>
                  <p:par>
                    <p:cTn id="203" fill="hold">
                      <p:stCondLst>
                        <p:cond delay="indefinite"/>
                      </p:stCondLst>
                      <p:childTnLst>
                        <p:par>
                          <p:cTn id="204" fill="hold">
                            <p:stCondLst>
                              <p:cond delay="0"/>
                            </p:stCondLst>
                            <p:childTnLst>
                              <p:par>
                                <p:cTn id="205" presetID="22" presetClass="entr" presetSubtype="1" fill="hold" nodeType="clickEffect">
                                  <p:stCondLst>
                                    <p:cond delay="0"/>
                                  </p:stCondLst>
                                  <p:childTnLst>
                                    <p:set>
                                      <p:cBhvr>
                                        <p:cTn id="206" dur="1" fill="hold">
                                          <p:stCondLst>
                                            <p:cond delay="0"/>
                                          </p:stCondLst>
                                        </p:cTn>
                                        <p:tgtEl>
                                          <p:spTgt spid="105"/>
                                        </p:tgtEl>
                                        <p:attrNameLst>
                                          <p:attrName>style.visibility</p:attrName>
                                        </p:attrNameLst>
                                      </p:cBhvr>
                                      <p:to>
                                        <p:strVal val="visible"/>
                                      </p:to>
                                    </p:set>
                                    <p:animEffect transition="in" filter="wipe(up)">
                                      <p:cBhvr>
                                        <p:cTn id="207" dur="500"/>
                                        <p:tgtEl>
                                          <p:spTgt spid="105"/>
                                        </p:tgtEl>
                                      </p:cBhvr>
                                    </p:animEffect>
                                  </p:childTnLst>
                                </p:cTn>
                              </p:par>
                            </p:childTnLst>
                          </p:cTn>
                        </p:par>
                        <p:par>
                          <p:cTn id="208" fill="hold">
                            <p:stCondLst>
                              <p:cond delay="500"/>
                            </p:stCondLst>
                            <p:childTnLst>
                              <p:par>
                                <p:cTn id="209" presetID="22" presetClass="entr" presetSubtype="1" fill="hold" nodeType="afterEffect">
                                  <p:stCondLst>
                                    <p:cond delay="0"/>
                                  </p:stCondLst>
                                  <p:childTnLst>
                                    <p:set>
                                      <p:cBhvr>
                                        <p:cTn id="210" dur="1" fill="hold">
                                          <p:stCondLst>
                                            <p:cond delay="0"/>
                                          </p:stCondLst>
                                        </p:cTn>
                                        <p:tgtEl>
                                          <p:spTgt spid="181"/>
                                        </p:tgtEl>
                                        <p:attrNameLst>
                                          <p:attrName>style.visibility</p:attrName>
                                        </p:attrNameLst>
                                      </p:cBhvr>
                                      <p:to>
                                        <p:strVal val="visible"/>
                                      </p:to>
                                    </p:set>
                                    <p:animEffect transition="in" filter="wipe(up)">
                                      <p:cBhvr>
                                        <p:cTn id="211" dur="500"/>
                                        <p:tgtEl>
                                          <p:spTgt spid="181"/>
                                        </p:tgtEl>
                                      </p:cBhvr>
                                    </p:animEffect>
                                  </p:childTnLst>
                                </p:cTn>
                              </p:par>
                              <p:par>
                                <p:cTn id="212" presetID="1" presetClass="emph" presetSubtype="2" fill="hold" nodeType="withEffect">
                                  <p:stCondLst>
                                    <p:cond delay="0"/>
                                  </p:stCondLst>
                                  <p:childTnLst>
                                    <p:animClr clrSpc="rgb" dir="cw">
                                      <p:cBhvr>
                                        <p:cTn id="213" dur="500" fill="hold"/>
                                        <p:tgtEl>
                                          <p:spTgt spid="150"/>
                                        </p:tgtEl>
                                        <p:attrNameLst>
                                          <p:attrName>fillcolor</p:attrName>
                                        </p:attrNameLst>
                                      </p:cBhvr>
                                      <p:to>
                                        <a:srgbClr val="F4E9F7"/>
                                      </p:to>
                                    </p:animClr>
                                    <p:set>
                                      <p:cBhvr>
                                        <p:cTn id="214" dur="500" fill="hold"/>
                                        <p:tgtEl>
                                          <p:spTgt spid="150"/>
                                        </p:tgtEl>
                                        <p:attrNameLst>
                                          <p:attrName>fill.type</p:attrName>
                                        </p:attrNameLst>
                                      </p:cBhvr>
                                      <p:to>
                                        <p:strVal val="solid"/>
                                      </p:to>
                                    </p:set>
                                    <p:set>
                                      <p:cBhvr>
                                        <p:cTn id="215" dur="500" fill="hold"/>
                                        <p:tgtEl>
                                          <p:spTgt spid="150"/>
                                        </p:tgtEl>
                                        <p:attrNameLst>
                                          <p:attrName>fill.on</p:attrName>
                                        </p:attrNameLst>
                                      </p:cBhvr>
                                      <p:to>
                                        <p:strVal val="true"/>
                                      </p:to>
                                    </p:set>
                                  </p:childTnLst>
                                </p:cTn>
                              </p:par>
                            </p:childTnLst>
                          </p:cTn>
                        </p:par>
                      </p:childTnLst>
                    </p:cTn>
                  </p:par>
                  <p:par>
                    <p:cTn id="216" fill="hold">
                      <p:stCondLst>
                        <p:cond delay="indefinite"/>
                      </p:stCondLst>
                      <p:childTnLst>
                        <p:par>
                          <p:cTn id="217" fill="hold">
                            <p:stCondLst>
                              <p:cond delay="0"/>
                            </p:stCondLst>
                            <p:childTnLst>
                              <p:par>
                                <p:cTn id="218" presetID="22" presetClass="exit" presetSubtype="4" fill="hold" nodeType="clickEffect">
                                  <p:stCondLst>
                                    <p:cond delay="0"/>
                                  </p:stCondLst>
                                  <p:childTnLst>
                                    <p:animEffect transition="out" filter="wipe(down)">
                                      <p:cBhvr>
                                        <p:cTn id="219" dur="500"/>
                                        <p:tgtEl>
                                          <p:spTgt spid="181"/>
                                        </p:tgtEl>
                                      </p:cBhvr>
                                    </p:animEffect>
                                    <p:set>
                                      <p:cBhvr>
                                        <p:cTn id="220" dur="1" fill="hold">
                                          <p:stCondLst>
                                            <p:cond delay="499"/>
                                          </p:stCondLst>
                                        </p:cTn>
                                        <p:tgtEl>
                                          <p:spTgt spid="181"/>
                                        </p:tgtEl>
                                        <p:attrNameLst>
                                          <p:attrName>style.visibility</p:attrName>
                                        </p:attrNameLst>
                                      </p:cBhvr>
                                      <p:to>
                                        <p:strVal val="hidden"/>
                                      </p:to>
                                    </p:set>
                                  </p:childTnLst>
                                </p:cTn>
                              </p:par>
                              <p:par>
                                <p:cTn id="221" presetID="22" presetClass="entr" presetSubtype="8" fill="hold" grpId="0" nodeType="withEffect">
                                  <p:stCondLst>
                                    <p:cond delay="0"/>
                                  </p:stCondLst>
                                  <p:childTnLst>
                                    <p:set>
                                      <p:cBhvr>
                                        <p:cTn id="222" dur="1" fill="hold">
                                          <p:stCondLst>
                                            <p:cond delay="0"/>
                                          </p:stCondLst>
                                        </p:cTn>
                                        <p:tgtEl>
                                          <p:spTgt spid="110"/>
                                        </p:tgtEl>
                                        <p:attrNameLst>
                                          <p:attrName>style.visibility</p:attrName>
                                        </p:attrNameLst>
                                      </p:cBhvr>
                                      <p:to>
                                        <p:strVal val="visible"/>
                                      </p:to>
                                    </p:set>
                                    <p:animEffect transition="in" filter="wipe(left)">
                                      <p:cBhvr>
                                        <p:cTn id="223" dur="500"/>
                                        <p:tgtEl>
                                          <p:spTgt spid="110"/>
                                        </p:tgtEl>
                                      </p:cBhvr>
                                    </p:animEffect>
                                  </p:childTnLst>
                                </p:cTn>
                              </p:par>
                            </p:childTnLst>
                          </p:cTn>
                        </p:par>
                        <p:par>
                          <p:cTn id="224" fill="hold">
                            <p:stCondLst>
                              <p:cond delay="500"/>
                            </p:stCondLst>
                            <p:childTnLst>
                              <p:par>
                                <p:cTn id="225" presetID="22" presetClass="entr" presetSubtype="4" fill="hold" nodeType="afterEffect">
                                  <p:stCondLst>
                                    <p:cond delay="0"/>
                                  </p:stCondLst>
                                  <p:childTnLst>
                                    <p:set>
                                      <p:cBhvr>
                                        <p:cTn id="226" dur="1" fill="hold">
                                          <p:stCondLst>
                                            <p:cond delay="0"/>
                                          </p:stCondLst>
                                        </p:cTn>
                                        <p:tgtEl>
                                          <p:spTgt spid="108"/>
                                        </p:tgtEl>
                                        <p:attrNameLst>
                                          <p:attrName>style.visibility</p:attrName>
                                        </p:attrNameLst>
                                      </p:cBhvr>
                                      <p:to>
                                        <p:strVal val="visible"/>
                                      </p:to>
                                    </p:set>
                                    <p:animEffect transition="in" filter="wipe(down)">
                                      <p:cBhvr>
                                        <p:cTn id="227" dur="500"/>
                                        <p:tgtEl>
                                          <p:spTgt spid="108"/>
                                        </p:tgtEl>
                                      </p:cBhvr>
                                    </p:animEffect>
                                  </p:childTnLst>
                                </p:cTn>
                              </p:par>
                            </p:childTnLst>
                          </p:cTn>
                        </p:par>
                        <p:par>
                          <p:cTn id="228" fill="hold">
                            <p:stCondLst>
                              <p:cond delay="1000"/>
                            </p:stCondLst>
                            <p:childTnLst>
                              <p:par>
                                <p:cTn id="229" presetID="22" presetClass="entr" presetSubtype="8" fill="hold" nodeType="afterEffect">
                                  <p:stCondLst>
                                    <p:cond delay="0"/>
                                  </p:stCondLst>
                                  <p:childTnLst>
                                    <p:set>
                                      <p:cBhvr>
                                        <p:cTn id="230" dur="1" fill="hold">
                                          <p:stCondLst>
                                            <p:cond delay="0"/>
                                          </p:stCondLst>
                                        </p:cTn>
                                        <p:tgtEl>
                                          <p:spTgt spid="109"/>
                                        </p:tgtEl>
                                        <p:attrNameLst>
                                          <p:attrName>style.visibility</p:attrName>
                                        </p:attrNameLst>
                                      </p:cBhvr>
                                      <p:to>
                                        <p:strVal val="visible"/>
                                      </p:to>
                                    </p:set>
                                    <p:animEffect transition="in" filter="wipe(left)">
                                      <p:cBhvr>
                                        <p:cTn id="231" dur="500"/>
                                        <p:tgtEl>
                                          <p:spTgt spid="109"/>
                                        </p:tgtEl>
                                      </p:cBhvr>
                                    </p:animEffect>
                                  </p:childTnLst>
                                </p:cTn>
                              </p:par>
                              <p:par>
                                <p:cTn id="232" presetID="1" presetClass="emph" presetSubtype="2" fill="hold" nodeType="withEffect">
                                  <p:stCondLst>
                                    <p:cond delay="0"/>
                                  </p:stCondLst>
                                  <p:childTnLst>
                                    <p:animClr clrSpc="rgb" dir="cw">
                                      <p:cBhvr>
                                        <p:cTn id="233" dur="500" fill="hold"/>
                                        <p:tgtEl>
                                          <p:spTgt spid="150"/>
                                        </p:tgtEl>
                                        <p:attrNameLst>
                                          <p:attrName>fillcolor</p:attrName>
                                        </p:attrNameLst>
                                      </p:cBhvr>
                                      <p:to>
                                        <a:srgbClr val="DEEBF6"/>
                                      </p:to>
                                    </p:animClr>
                                    <p:set>
                                      <p:cBhvr>
                                        <p:cTn id="234" dur="500" fill="hold"/>
                                        <p:tgtEl>
                                          <p:spTgt spid="150"/>
                                        </p:tgtEl>
                                        <p:attrNameLst>
                                          <p:attrName>fill.type</p:attrName>
                                        </p:attrNameLst>
                                      </p:cBhvr>
                                      <p:to>
                                        <p:strVal val="solid"/>
                                      </p:to>
                                    </p:set>
                                    <p:set>
                                      <p:cBhvr>
                                        <p:cTn id="235" dur="500" fill="hold"/>
                                        <p:tgtEl>
                                          <p:spTgt spid="150"/>
                                        </p:tgtEl>
                                        <p:attrNameLst>
                                          <p:attrName>fill.on</p:attrName>
                                        </p:attrNameLst>
                                      </p:cBhvr>
                                      <p:to>
                                        <p:strVal val="true"/>
                                      </p:to>
                                    </p:set>
                                  </p:childTnLst>
                                </p:cTn>
                              </p:par>
                            </p:childTnLst>
                          </p:cTn>
                        </p:par>
                      </p:childTnLst>
                    </p:cTn>
                  </p:par>
                  <p:par>
                    <p:cTn id="236" fill="hold">
                      <p:stCondLst>
                        <p:cond delay="indefinite"/>
                      </p:stCondLst>
                      <p:childTnLst>
                        <p:par>
                          <p:cTn id="237" fill="hold">
                            <p:stCondLst>
                              <p:cond delay="0"/>
                            </p:stCondLst>
                            <p:childTnLst>
                              <p:par>
                                <p:cTn id="238" presetID="22" presetClass="entr" presetSubtype="8" fill="hold" nodeType="clickEffect">
                                  <p:stCondLst>
                                    <p:cond delay="0"/>
                                  </p:stCondLst>
                                  <p:childTnLst>
                                    <p:set>
                                      <p:cBhvr>
                                        <p:cTn id="239" dur="1" fill="hold">
                                          <p:stCondLst>
                                            <p:cond delay="0"/>
                                          </p:stCondLst>
                                        </p:cTn>
                                        <p:tgtEl>
                                          <p:spTgt spid="106"/>
                                        </p:tgtEl>
                                        <p:attrNameLst>
                                          <p:attrName>style.visibility</p:attrName>
                                        </p:attrNameLst>
                                      </p:cBhvr>
                                      <p:to>
                                        <p:strVal val="visible"/>
                                      </p:to>
                                    </p:set>
                                    <p:animEffect transition="in" filter="wipe(left)">
                                      <p:cBhvr>
                                        <p:cTn id="240" dur="500"/>
                                        <p:tgtEl>
                                          <p:spTgt spid="106"/>
                                        </p:tgtEl>
                                      </p:cBhvr>
                                    </p:animEffect>
                                  </p:childTnLst>
                                </p:cTn>
                              </p:par>
                            </p:childTnLst>
                          </p:cTn>
                        </p:par>
                        <p:par>
                          <p:cTn id="241" fill="hold">
                            <p:stCondLst>
                              <p:cond delay="500"/>
                            </p:stCondLst>
                            <p:childTnLst>
                              <p:par>
                                <p:cTn id="242" presetID="22" presetClass="entr" presetSubtype="1" fill="hold" nodeType="afterEffect">
                                  <p:stCondLst>
                                    <p:cond delay="0"/>
                                  </p:stCondLst>
                                  <p:childTnLst>
                                    <p:set>
                                      <p:cBhvr>
                                        <p:cTn id="243" dur="1" fill="hold">
                                          <p:stCondLst>
                                            <p:cond delay="0"/>
                                          </p:stCondLst>
                                        </p:cTn>
                                        <p:tgtEl>
                                          <p:spTgt spid="184"/>
                                        </p:tgtEl>
                                        <p:attrNameLst>
                                          <p:attrName>style.visibility</p:attrName>
                                        </p:attrNameLst>
                                      </p:cBhvr>
                                      <p:to>
                                        <p:strVal val="visible"/>
                                      </p:to>
                                    </p:set>
                                    <p:animEffect transition="in" filter="wipe(up)">
                                      <p:cBhvr>
                                        <p:cTn id="244" dur="500"/>
                                        <p:tgtEl>
                                          <p:spTgt spid="184"/>
                                        </p:tgtEl>
                                      </p:cBhvr>
                                    </p:animEffect>
                                  </p:childTnLst>
                                </p:cTn>
                              </p:par>
                              <p:par>
                                <p:cTn id="245" presetID="1" presetClass="emph" presetSubtype="2" fill="hold" nodeType="withEffect">
                                  <p:stCondLst>
                                    <p:cond delay="0"/>
                                  </p:stCondLst>
                                  <p:childTnLst>
                                    <p:animClr clrSpc="rgb" dir="cw">
                                      <p:cBhvr>
                                        <p:cTn id="246" dur="500" fill="hold"/>
                                        <p:tgtEl>
                                          <p:spTgt spid="150"/>
                                        </p:tgtEl>
                                        <p:attrNameLst>
                                          <p:attrName>fillcolor</p:attrName>
                                        </p:attrNameLst>
                                      </p:cBhvr>
                                      <p:to>
                                        <a:srgbClr val="F4E9F7"/>
                                      </p:to>
                                    </p:animClr>
                                    <p:set>
                                      <p:cBhvr>
                                        <p:cTn id="247" dur="500" fill="hold"/>
                                        <p:tgtEl>
                                          <p:spTgt spid="150"/>
                                        </p:tgtEl>
                                        <p:attrNameLst>
                                          <p:attrName>fill.type</p:attrName>
                                        </p:attrNameLst>
                                      </p:cBhvr>
                                      <p:to>
                                        <p:strVal val="solid"/>
                                      </p:to>
                                    </p:set>
                                    <p:set>
                                      <p:cBhvr>
                                        <p:cTn id="248" dur="500" fill="hold"/>
                                        <p:tgtEl>
                                          <p:spTgt spid="150"/>
                                        </p:tgtEl>
                                        <p:attrNameLst>
                                          <p:attrName>fill.on</p:attrName>
                                        </p:attrNameLst>
                                      </p:cBhvr>
                                      <p:to>
                                        <p:strVal val="true"/>
                                      </p:to>
                                    </p:set>
                                  </p:childTnLst>
                                </p:cTn>
                              </p:par>
                            </p:childTnLst>
                          </p:cTn>
                        </p:par>
                      </p:childTnLst>
                    </p:cTn>
                  </p:par>
                  <p:par>
                    <p:cTn id="249" fill="hold">
                      <p:stCondLst>
                        <p:cond delay="indefinite"/>
                      </p:stCondLst>
                      <p:childTnLst>
                        <p:par>
                          <p:cTn id="250" fill="hold">
                            <p:stCondLst>
                              <p:cond delay="0"/>
                            </p:stCondLst>
                            <p:childTnLst>
                              <p:par>
                                <p:cTn id="251" presetID="22" presetClass="exit" presetSubtype="4" fill="hold" nodeType="clickEffect">
                                  <p:stCondLst>
                                    <p:cond delay="0"/>
                                  </p:stCondLst>
                                  <p:childTnLst>
                                    <p:animEffect transition="out" filter="wipe(down)">
                                      <p:cBhvr>
                                        <p:cTn id="252" dur="500"/>
                                        <p:tgtEl>
                                          <p:spTgt spid="184"/>
                                        </p:tgtEl>
                                      </p:cBhvr>
                                    </p:animEffect>
                                    <p:set>
                                      <p:cBhvr>
                                        <p:cTn id="253" dur="1" fill="hold">
                                          <p:stCondLst>
                                            <p:cond delay="499"/>
                                          </p:stCondLst>
                                        </p:cTn>
                                        <p:tgtEl>
                                          <p:spTgt spid="184"/>
                                        </p:tgtEl>
                                        <p:attrNameLst>
                                          <p:attrName>style.visibility</p:attrName>
                                        </p:attrNameLst>
                                      </p:cBhvr>
                                      <p:to>
                                        <p:strVal val="hidden"/>
                                      </p:to>
                                    </p:set>
                                  </p:childTnLst>
                                </p:cTn>
                              </p:par>
                              <p:par>
                                <p:cTn id="254" presetID="22" presetClass="entr" presetSubtype="8" fill="hold" grpId="0" nodeType="withEffect">
                                  <p:stCondLst>
                                    <p:cond delay="0"/>
                                  </p:stCondLst>
                                  <p:childTnLst>
                                    <p:set>
                                      <p:cBhvr>
                                        <p:cTn id="255" dur="1" fill="hold">
                                          <p:stCondLst>
                                            <p:cond delay="0"/>
                                          </p:stCondLst>
                                        </p:cTn>
                                        <p:tgtEl>
                                          <p:spTgt spid="111"/>
                                        </p:tgtEl>
                                        <p:attrNameLst>
                                          <p:attrName>style.visibility</p:attrName>
                                        </p:attrNameLst>
                                      </p:cBhvr>
                                      <p:to>
                                        <p:strVal val="visible"/>
                                      </p:to>
                                    </p:set>
                                    <p:animEffect transition="in" filter="wipe(left)">
                                      <p:cBhvr>
                                        <p:cTn id="256" dur="500"/>
                                        <p:tgtEl>
                                          <p:spTgt spid="111"/>
                                        </p:tgtEl>
                                      </p:cBhvr>
                                    </p:animEffect>
                                  </p:childTnLst>
                                </p:cTn>
                              </p:par>
                            </p:childTnLst>
                          </p:cTn>
                        </p:par>
                        <p:par>
                          <p:cTn id="257" fill="hold">
                            <p:stCondLst>
                              <p:cond delay="500"/>
                            </p:stCondLst>
                            <p:childTnLst>
                              <p:par>
                                <p:cTn id="258" presetID="22" presetClass="entr" presetSubtype="4" fill="hold" nodeType="afterEffect">
                                  <p:stCondLst>
                                    <p:cond delay="0"/>
                                  </p:stCondLst>
                                  <p:childTnLst>
                                    <p:set>
                                      <p:cBhvr>
                                        <p:cTn id="259" dur="1" fill="hold">
                                          <p:stCondLst>
                                            <p:cond delay="0"/>
                                          </p:stCondLst>
                                        </p:cTn>
                                        <p:tgtEl>
                                          <p:spTgt spid="112"/>
                                        </p:tgtEl>
                                        <p:attrNameLst>
                                          <p:attrName>style.visibility</p:attrName>
                                        </p:attrNameLst>
                                      </p:cBhvr>
                                      <p:to>
                                        <p:strVal val="visible"/>
                                      </p:to>
                                    </p:set>
                                    <p:animEffect transition="in" filter="wipe(down)">
                                      <p:cBhvr>
                                        <p:cTn id="260" dur="500"/>
                                        <p:tgtEl>
                                          <p:spTgt spid="112"/>
                                        </p:tgtEl>
                                      </p:cBhvr>
                                    </p:animEffect>
                                  </p:childTnLst>
                                </p:cTn>
                              </p:par>
                            </p:childTnLst>
                          </p:cTn>
                        </p:par>
                        <p:par>
                          <p:cTn id="261" fill="hold">
                            <p:stCondLst>
                              <p:cond delay="1000"/>
                            </p:stCondLst>
                            <p:childTnLst>
                              <p:par>
                                <p:cTn id="262" presetID="22" presetClass="entr" presetSubtype="8" fill="hold" nodeType="afterEffect">
                                  <p:stCondLst>
                                    <p:cond delay="0"/>
                                  </p:stCondLst>
                                  <p:childTnLst>
                                    <p:set>
                                      <p:cBhvr>
                                        <p:cTn id="263" dur="1" fill="hold">
                                          <p:stCondLst>
                                            <p:cond delay="0"/>
                                          </p:stCondLst>
                                        </p:cTn>
                                        <p:tgtEl>
                                          <p:spTgt spid="107"/>
                                        </p:tgtEl>
                                        <p:attrNameLst>
                                          <p:attrName>style.visibility</p:attrName>
                                        </p:attrNameLst>
                                      </p:cBhvr>
                                      <p:to>
                                        <p:strVal val="visible"/>
                                      </p:to>
                                    </p:set>
                                    <p:animEffect transition="in" filter="wipe(left)">
                                      <p:cBhvr>
                                        <p:cTn id="264" dur="500"/>
                                        <p:tgtEl>
                                          <p:spTgt spid="107"/>
                                        </p:tgtEl>
                                      </p:cBhvr>
                                    </p:animEffect>
                                  </p:childTnLst>
                                </p:cTn>
                              </p:par>
                              <p:par>
                                <p:cTn id="265" presetID="1" presetClass="emph" presetSubtype="2" fill="hold" nodeType="withEffect">
                                  <p:stCondLst>
                                    <p:cond delay="0"/>
                                  </p:stCondLst>
                                  <p:childTnLst>
                                    <p:animClr clrSpc="rgb" dir="cw">
                                      <p:cBhvr>
                                        <p:cTn id="266" dur="500" fill="hold"/>
                                        <p:tgtEl>
                                          <p:spTgt spid="150"/>
                                        </p:tgtEl>
                                        <p:attrNameLst>
                                          <p:attrName>fillcolor</p:attrName>
                                        </p:attrNameLst>
                                      </p:cBhvr>
                                      <p:to>
                                        <a:srgbClr val="DEEBF6"/>
                                      </p:to>
                                    </p:animClr>
                                    <p:set>
                                      <p:cBhvr>
                                        <p:cTn id="267" dur="500" fill="hold"/>
                                        <p:tgtEl>
                                          <p:spTgt spid="150"/>
                                        </p:tgtEl>
                                        <p:attrNameLst>
                                          <p:attrName>fill.type</p:attrName>
                                        </p:attrNameLst>
                                      </p:cBhvr>
                                      <p:to>
                                        <p:strVal val="solid"/>
                                      </p:to>
                                    </p:set>
                                    <p:set>
                                      <p:cBhvr>
                                        <p:cTn id="268" dur="500" fill="hold"/>
                                        <p:tgtEl>
                                          <p:spTgt spid="150"/>
                                        </p:tgtEl>
                                        <p:attrNameLst>
                                          <p:attrName>fill.on</p:attrName>
                                        </p:attrNameLst>
                                      </p:cBhvr>
                                      <p:to>
                                        <p:strVal val="true"/>
                                      </p:to>
                                    </p:set>
                                  </p:childTnLst>
                                </p:cTn>
                              </p:par>
                            </p:childTnLst>
                          </p:cTn>
                        </p:par>
                      </p:childTnLst>
                    </p:cTn>
                  </p:par>
                  <p:par>
                    <p:cTn id="269" fill="hold">
                      <p:stCondLst>
                        <p:cond delay="indefinite"/>
                      </p:stCondLst>
                      <p:childTnLst>
                        <p:par>
                          <p:cTn id="270" fill="hold">
                            <p:stCondLst>
                              <p:cond delay="0"/>
                            </p:stCondLst>
                            <p:childTnLst>
                              <p:par>
                                <p:cTn id="271" presetID="22" presetClass="exit" presetSubtype="4" fill="hold" nodeType="clickEffect">
                                  <p:stCondLst>
                                    <p:cond delay="0"/>
                                  </p:stCondLst>
                                  <p:childTnLst>
                                    <p:animEffect transition="out" filter="wipe(down)">
                                      <p:cBhvr>
                                        <p:cTn id="272" dur="500"/>
                                        <p:tgtEl>
                                          <p:spTgt spid="178"/>
                                        </p:tgtEl>
                                      </p:cBhvr>
                                    </p:animEffect>
                                    <p:set>
                                      <p:cBhvr>
                                        <p:cTn id="273" dur="1" fill="hold">
                                          <p:stCondLst>
                                            <p:cond delay="499"/>
                                          </p:stCondLst>
                                        </p:cTn>
                                        <p:tgtEl>
                                          <p:spTgt spid="178"/>
                                        </p:tgtEl>
                                        <p:attrNameLst>
                                          <p:attrName>style.visibility</p:attrName>
                                        </p:attrNameLst>
                                      </p:cBhvr>
                                      <p:to>
                                        <p:strVal val="hidden"/>
                                      </p:to>
                                    </p:set>
                                  </p:childTnLst>
                                </p:cTn>
                              </p:par>
                            </p:childTnLst>
                          </p:cTn>
                        </p:par>
                        <p:par>
                          <p:cTn id="274" fill="hold">
                            <p:stCondLst>
                              <p:cond delay="500"/>
                            </p:stCondLst>
                            <p:childTnLst>
                              <p:par>
                                <p:cTn id="275" presetID="22" presetClass="entr" presetSubtype="4" fill="hold" nodeType="afterEffect">
                                  <p:stCondLst>
                                    <p:cond delay="0"/>
                                  </p:stCondLst>
                                  <p:childTnLst>
                                    <p:set>
                                      <p:cBhvr>
                                        <p:cTn id="276" dur="1" fill="hold">
                                          <p:stCondLst>
                                            <p:cond delay="0"/>
                                          </p:stCondLst>
                                        </p:cTn>
                                        <p:tgtEl>
                                          <p:spTgt spid="144"/>
                                        </p:tgtEl>
                                        <p:attrNameLst>
                                          <p:attrName>style.visibility</p:attrName>
                                        </p:attrNameLst>
                                      </p:cBhvr>
                                      <p:to>
                                        <p:strVal val="visible"/>
                                      </p:to>
                                    </p:set>
                                    <p:animEffect transition="in" filter="wipe(down)">
                                      <p:cBhvr>
                                        <p:cTn id="277" dur="500"/>
                                        <p:tgtEl>
                                          <p:spTgt spid="144"/>
                                        </p:tgtEl>
                                      </p:cBhvr>
                                    </p:animEffect>
                                  </p:childTnLst>
                                </p:cTn>
                              </p:par>
                            </p:childTnLst>
                          </p:cTn>
                        </p:par>
                        <p:par>
                          <p:cTn id="278" fill="hold">
                            <p:stCondLst>
                              <p:cond delay="1000"/>
                            </p:stCondLst>
                            <p:childTnLst>
                              <p:par>
                                <p:cTn id="279" presetID="22" presetClass="entr" presetSubtype="8" fill="hold" nodeType="afterEffect">
                                  <p:stCondLst>
                                    <p:cond delay="0"/>
                                  </p:stCondLst>
                                  <p:childTnLst>
                                    <p:set>
                                      <p:cBhvr>
                                        <p:cTn id="280" dur="1" fill="hold">
                                          <p:stCondLst>
                                            <p:cond delay="0"/>
                                          </p:stCondLst>
                                        </p:cTn>
                                        <p:tgtEl>
                                          <p:spTgt spid="103"/>
                                        </p:tgtEl>
                                        <p:attrNameLst>
                                          <p:attrName>style.visibility</p:attrName>
                                        </p:attrNameLst>
                                      </p:cBhvr>
                                      <p:to>
                                        <p:strVal val="visible"/>
                                      </p:to>
                                    </p:set>
                                    <p:animEffect transition="in" filter="wipe(left)">
                                      <p:cBhvr>
                                        <p:cTn id="281" dur="500"/>
                                        <p:tgtEl>
                                          <p:spTgt spid="103"/>
                                        </p:tgtEl>
                                      </p:cBhvr>
                                    </p:animEffect>
                                  </p:childTnLst>
                                </p:cTn>
                              </p:par>
                              <p:par>
                                <p:cTn id="282" presetID="1" presetClass="emph" presetSubtype="2" fill="hold" nodeType="withEffect">
                                  <p:stCondLst>
                                    <p:cond delay="0"/>
                                  </p:stCondLst>
                                  <p:childTnLst>
                                    <p:animClr clrSpc="rgb" dir="cw">
                                      <p:cBhvr>
                                        <p:cTn id="283" dur="500" fill="hold"/>
                                        <p:tgtEl>
                                          <p:spTgt spid="150"/>
                                        </p:tgtEl>
                                        <p:attrNameLst>
                                          <p:attrName>fillcolor</p:attrName>
                                        </p:attrNameLst>
                                      </p:cBhvr>
                                      <p:to>
                                        <a:srgbClr val="FBE5D5"/>
                                      </p:to>
                                    </p:animClr>
                                    <p:set>
                                      <p:cBhvr>
                                        <p:cTn id="284" dur="500" fill="hold"/>
                                        <p:tgtEl>
                                          <p:spTgt spid="150"/>
                                        </p:tgtEl>
                                        <p:attrNameLst>
                                          <p:attrName>fill.type</p:attrName>
                                        </p:attrNameLst>
                                      </p:cBhvr>
                                      <p:to>
                                        <p:strVal val="solid"/>
                                      </p:to>
                                    </p:set>
                                    <p:set>
                                      <p:cBhvr>
                                        <p:cTn id="285" dur="500" fill="hold"/>
                                        <p:tgtEl>
                                          <p:spTgt spid="150"/>
                                        </p:tgtEl>
                                        <p:attrNameLst>
                                          <p:attrName>fill.on</p:attrName>
                                        </p:attrNameLst>
                                      </p:cBhvr>
                                      <p:to>
                                        <p:strVal val="true"/>
                                      </p:to>
                                    </p:set>
                                  </p:childTnLst>
                                </p:cTn>
                              </p:par>
                            </p:childTnLst>
                          </p:cTn>
                        </p:par>
                      </p:childTnLst>
                    </p:cTn>
                  </p:par>
                  <p:par>
                    <p:cTn id="286" fill="hold">
                      <p:stCondLst>
                        <p:cond delay="indefinite"/>
                      </p:stCondLst>
                      <p:childTnLst>
                        <p:par>
                          <p:cTn id="287" fill="hold">
                            <p:stCondLst>
                              <p:cond delay="0"/>
                            </p:stCondLst>
                            <p:childTnLst>
                              <p:par>
                                <p:cTn id="288" presetID="22" presetClass="exit" presetSubtype="4" fill="hold" nodeType="clickEffect">
                                  <p:stCondLst>
                                    <p:cond delay="0"/>
                                  </p:stCondLst>
                                  <p:childTnLst>
                                    <p:animEffect transition="out" filter="wipe(down)">
                                      <p:cBhvr>
                                        <p:cTn id="289" dur="500"/>
                                        <p:tgtEl>
                                          <p:spTgt spid="164"/>
                                        </p:tgtEl>
                                      </p:cBhvr>
                                    </p:animEffect>
                                    <p:set>
                                      <p:cBhvr>
                                        <p:cTn id="290" dur="1" fill="hold">
                                          <p:stCondLst>
                                            <p:cond delay="499"/>
                                          </p:stCondLst>
                                        </p:cTn>
                                        <p:tgtEl>
                                          <p:spTgt spid="164"/>
                                        </p:tgtEl>
                                        <p:attrNameLst>
                                          <p:attrName>style.visibility</p:attrName>
                                        </p:attrNameLst>
                                      </p:cBhvr>
                                      <p:to>
                                        <p:strVal val="hidden"/>
                                      </p:to>
                                    </p:set>
                                  </p:childTnLst>
                                </p:cTn>
                              </p:par>
                            </p:childTnLst>
                          </p:cTn>
                        </p:par>
                        <p:par>
                          <p:cTn id="291" fill="hold">
                            <p:stCondLst>
                              <p:cond delay="500"/>
                            </p:stCondLst>
                            <p:childTnLst>
                              <p:par>
                                <p:cTn id="292" presetID="22" presetClass="entr" presetSubtype="4" fill="hold" nodeType="afterEffect">
                                  <p:stCondLst>
                                    <p:cond delay="0"/>
                                  </p:stCondLst>
                                  <p:childTnLst>
                                    <p:set>
                                      <p:cBhvr>
                                        <p:cTn id="293" dur="1" fill="hold">
                                          <p:stCondLst>
                                            <p:cond delay="0"/>
                                          </p:stCondLst>
                                        </p:cTn>
                                        <p:tgtEl>
                                          <p:spTgt spid="127"/>
                                        </p:tgtEl>
                                        <p:attrNameLst>
                                          <p:attrName>style.visibility</p:attrName>
                                        </p:attrNameLst>
                                      </p:cBhvr>
                                      <p:to>
                                        <p:strVal val="visible"/>
                                      </p:to>
                                    </p:set>
                                    <p:animEffect transition="in" filter="wipe(down)">
                                      <p:cBhvr>
                                        <p:cTn id="294" dur="500"/>
                                        <p:tgtEl>
                                          <p:spTgt spid="127"/>
                                        </p:tgtEl>
                                      </p:cBhvr>
                                    </p:animEffect>
                                  </p:childTnLst>
                                </p:cTn>
                              </p:par>
                            </p:childTnLst>
                          </p:cTn>
                        </p:par>
                        <p:par>
                          <p:cTn id="295" fill="hold">
                            <p:stCondLst>
                              <p:cond delay="1000"/>
                            </p:stCondLst>
                            <p:childTnLst>
                              <p:par>
                                <p:cTn id="296" presetID="22" presetClass="entr" presetSubtype="8" fill="hold" nodeType="afterEffect">
                                  <p:stCondLst>
                                    <p:cond delay="0"/>
                                  </p:stCondLst>
                                  <p:childTnLst>
                                    <p:set>
                                      <p:cBhvr>
                                        <p:cTn id="297" dur="1" fill="hold">
                                          <p:stCondLst>
                                            <p:cond delay="0"/>
                                          </p:stCondLst>
                                        </p:cTn>
                                        <p:tgtEl>
                                          <p:spTgt spid="128"/>
                                        </p:tgtEl>
                                        <p:attrNameLst>
                                          <p:attrName>style.visibility</p:attrName>
                                        </p:attrNameLst>
                                      </p:cBhvr>
                                      <p:to>
                                        <p:strVal val="visible"/>
                                      </p:to>
                                    </p:set>
                                    <p:animEffect transition="in" filter="wipe(left)">
                                      <p:cBhvr>
                                        <p:cTn id="298" dur="500"/>
                                        <p:tgtEl>
                                          <p:spTgt spid="128"/>
                                        </p:tgtEl>
                                      </p:cBhvr>
                                    </p:animEffect>
                                  </p:childTnLst>
                                </p:cTn>
                              </p:par>
                              <p:par>
                                <p:cTn id="299" presetID="1" presetClass="emph" presetSubtype="2" fill="hold" nodeType="withEffect">
                                  <p:stCondLst>
                                    <p:cond delay="0"/>
                                  </p:stCondLst>
                                  <p:childTnLst>
                                    <p:animClr clrSpc="rgb" dir="cw">
                                      <p:cBhvr>
                                        <p:cTn id="300" dur="500" fill="hold"/>
                                        <p:tgtEl>
                                          <p:spTgt spid="150"/>
                                        </p:tgtEl>
                                        <p:attrNameLst>
                                          <p:attrName>fillcolor</p:attrName>
                                        </p:attrNameLst>
                                      </p:cBhvr>
                                      <p:to>
                                        <a:srgbClr val="E2EFD9"/>
                                      </p:to>
                                    </p:animClr>
                                    <p:set>
                                      <p:cBhvr>
                                        <p:cTn id="301" dur="500" fill="hold"/>
                                        <p:tgtEl>
                                          <p:spTgt spid="150"/>
                                        </p:tgtEl>
                                        <p:attrNameLst>
                                          <p:attrName>fill.type</p:attrName>
                                        </p:attrNameLst>
                                      </p:cBhvr>
                                      <p:to>
                                        <p:strVal val="solid"/>
                                      </p:to>
                                    </p:set>
                                    <p:set>
                                      <p:cBhvr>
                                        <p:cTn id="302" dur="500" fill="hold"/>
                                        <p:tgtEl>
                                          <p:spTgt spid="150"/>
                                        </p:tgtEl>
                                        <p:attrNameLst>
                                          <p:attrName>fill.on</p:attrName>
                                        </p:attrNameLst>
                                      </p:cBhvr>
                                      <p:to>
                                        <p:strVal val="true"/>
                                      </p:to>
                                    </p:set>
                                  </p:childTnLst>
                                </p:cTn>
                              </p:par>
                            </p:childTnLst>
                          </p:cTn>
                        </p:par>
                      </p:childTnLst>
                    </p:cTn>
                  </p:par>
                  <p:par>
                    <p:cTn id="303" fill="hold">
                      <p:stCondLst>
                        <p:cond delay="indefinite"/>
                      </p:stCondLst>
                      <p:childTnLst>
                        <p:par>
                          <p:cTn id="304" fill="hold">
                            <p:stCondLst>
                              <p:cond delay="0"/>
                            </p:stCondLst>
                            <p:childTnLst>
                              <p:par>
                                <p:cTn id="305" presetID="22" presetClass="entr" presetSubtype="1" fill="hold" nodeType="clickEffect">
                                  <p:stCondLst>
                                    <p:cond delay="0"/>
                                  </p:stCondLst>
                                  <p:childTnLst>
                                    <p:set>
                                      <p:cBhvr>
                                        <p:cTn id="306" dur="1" fill="hold">
                                          <p:stCondLst>
                                            <p:cond delay="0"/>
                                          </p:stCondLst>
                                        </p:cTn>
                                        <p:tgtEl>
                                          <p:spTgt spid="99"/>
                                        </p:tgtEl>
                                        <p:attrNameLst>
                                          <p:attrName>style.visibility</p:attrName>
                                        </p:attrNameLst>
                                      </p:cBhvr>
                                      <p:to>
                                        <p:strVal val="visible"/>
                                      </p:to>
                                    </p:set>
                                    <p:animEffect transition="in" filter="wipe(up)">
                                      <p:cBhvr>
                                        <p:cTn id="307" dur="500"/>
                                        <p:tgtEl>
                                          <p:spTgt spid="99"/>
                                        </p:tgtEl>
                                      </p:cBhvr>
                                    </p:animEffect>
                                  </p:childTnLst>
                                </p:cTn>
                              </p:par>
                            </p:childTnLst>
                          </p:cTn>
                        </p:par>
                        <p:par>
                          <p:cTn id="308" fill="hold">
                            <p:stCondLst>
                              <p:cond delay="500"/>
                            </p:stCondLst>
                            <p:childTnLst>
                              <p:par>
                                <p:cTn id="309" presetID="22" presetClass="entr" presetSubtype="1" fill="hold" nodeType="afterEffect">
                                  <p:stCondLst>
                                    <p:cond delay="0"/>
                                  </p:stCondLst>
                                  <p:childTnLst>
                                    <p:set>
                                      <p:cBhvr>
                                        <p:cTn id="310" dur="1" fill="hold">
                                          <p:stCondLst>
                                            <p:cond delay="0"/>
                                          </p:stCondLst>
                                        </p:cTn>
                                        <p:tgtEl>
                                          <p:spTgt spid="187"/>
                                        </p:tgtEl>
                                        <p:attrNameLst>
                                          <p:attrName>style.visibility</p:attrName>
                                        </p:attrNameLst>
                                      </p:cBhvr>
                                      <p:to>
                                        <p:strVal val="visible"/>
                                      </p:to>
                                    </p:set>
                                    <p:animEffect transition="in" filter="wipe(up)">
                                      <p:cBhvr>
                                        <p:cTn id="311" dur="500"/>
                                        <p:tgtEl>
                                          <p:spTgt spid="187"/>
                                        </p:tgtEl>
                                      </p:cBhvr>
                                    </p:animEffect>
                                  </p:childTnLst>
                                </p:cTn>
                              </p:par>
                            </p:childTnLst>
                          </p:cTn>
                        </p:par>
                        <p:par>
                          <p:cTn id="312" fill="hold">
                            <p:stCondLst>
                              <p:cond delay="1000"/>
                            </p:stCondLst>
                            <p:childTnLst>
                              <p:par>
                                <p:cTn id="313" presetID="12" presetClass="entr" presetSubtype="2" fill="hold" grpId="0" nodeType="afterEffect">
                                  <p:stCondLst>
                                    <p:cond delay="0"/>
                                  </p:stCondLst>
                                  <p:childTnLst>
                                    <p:set>
                                      <p:cBhvr>
                                        <p:cTn id="314" dur="1" fill="hold">
                                          <p:stCondLst>
                                            <p:cond delay="0"/>
                                          </p:stCondLst>
                                        </p:cTn>
                                        <p:tgtEl>
                                          <p:spTgt spid="7"/>
                                        </p:tgtEl>
                                        <p:attrNameLst>
                                          <p:attrName>style.visibility</p:attrName>
                                        </p:attrNameLst>
                                      </p:cBhvr>
                                      <p:to>
                                        <p:strVal val="visible"/>
                                      </p:to>
                                    </p:set>
                                    <p:anim calcmode="lin" valueType="num">
                                      <p:cBhvr additive="base">
                                        <p:cTn id="315" dur="750"/>
                                        <p:tgtEl>
                                          <p:spTgt spid="7"/>
                                        </p:tgtEl>
                                        <p:attrNameLst>
                                          <p:attrName>ppt_x</p:attrName>
                                        </p:attrNameLst>
                                      </p:cBhvr>
                                      <p:tavLst>
                                        <p:tav tm="0">
                                          <p:val>
                                            <p:strVal val="#ppt_x+#ppt_w*1.125000"/>
                                          </p:val>
                                        </p:tav>
                                        <p:tav tm="100000">
                                          <p:val>
                                            <p:strVal val="#ppt_x"/>
                                          </p:val>
                                        </p:tav>
                                      </p:tavLst>
                                    </p:anim>
                                    <p:animEffect transition="in" filter="wipe(left)">
                                      <p:cBhvr>
                                        <p:cTn id="316" dur="750"/>
                                        <p:tgtEl>
                                          <p:spTgt spid="7"/>
                                        </p:tgtEl>
                                      </p:cBhvr>
                                    </p:animEffect>
                                  </p:childTnLst>
                                </p:cTn>
                              </p:par>
                              <p:par>
                                <p:cTn id="317" presetID="1" presetClass="emph" presetSubtype="2" fill="hold" nodeType="withEffect">
                                  <p:stCondLst>
                                    <p:cond delay="0"/>
                                  </p:stCondLst>
                                  <p:childTnLst>
                                    <p:animClr clrSpc="rgb" dir="cw">
                                      <p:cBhvr>
                                        <p:cTn id="318" dur="500" fill="hold"/>
                                        <p:tgtEl>
                                          <p:spTgt spid="150"/>
                                        </p:tgtEl>
                                        <p:attrNameLst>
                                          <p:attrName>fillcolor</p:attrName>
                                        </p:attrNameLst>
                                      </p:cBhvr>
                                      <p:to>
                                        <a:srgbClr val="FBE5D5"/>
                                      </p:to>
                                    </p:animClr>
                                    <p:set>
                                      <p:cBhvr>
                                        <p:cTn id="319" dur="500" fill="hold"/>
                                        <p:tgtEl>
                                          <p:spTgt spid="150"/>
                                        </p:tgtEl>
                                        <p:attrNameLst>
                                          <p:attrName>fill.type</p:attrName>
                                        </p:attrNameLst>
                                      </p:cBhvr>
                                      <p:to>
                                        <p:strVal val="solid"/>
                                      </p:to>
                                    </p:set>
                                    <p:set>
                                      <p:cBhvr>
                                        <p:cTn id="320" dur="500" fill="hold"/>
                                        <p:tgtEl>
                                          <p:spTgt spid="150"/>
                                        </p:tgtEl>
                                        <p:attrNameLst>
                                          <p:attrName>fill.on</p:attrName>
                                        </p:attrNameLst>
                                      </p:cBhvr>
                                      <p:to>
                                        <p:strVal val="true"/>
                                      </p:to>
                                    </p:set>
                                  </p:childTnLst>
                                </p:cTn>
                              </p:par>
                            </p:childTnLst>
                          </p:cTn>
                        </p:par>
                      </p:childTnLst>
                    </p:cTn>
                  </p:par>
                  <p:par>
                    <p:cTn id="321" fill="hold">
                      <p:stCondLst>
                        <p:cond delay="indefinite"/>
                      </p:stCondLst>
                      <p:childTnLst>
                        <p:par>
                          <p:cTn id="322" fill="hold">
                            <p:stCondLst>
                              <p:cond delay="0"/>
                            </p:stCondLst>
                            <p:childTnLst>
                              <p:par>
                                <p:cTn id="323" presetID="22" presetClass="entr" presetSubtype="1" fill="hold" nodeType="clickEffect">
                                  <p:stCondLst>
                                    <p:cond delay="0"/>
                                  </p:stCondLst>
                                  <p:childTnLst>
                                    <p:set>
                                      <p:cBhvr>
                                        <p:cTn id="324" dur="1" fill="hold">
                                          <p:stCondLst>
                                            <p:cond delay="0"/>
                                          </p:stCondLst>
                                        </p:cTn>
                                        <p:tgtEl>
                                          <p:spTgt spid="113"/>
                                        </p:tgtEl>
                                        <p:attrNameLst>
                                          <p:attrName>style.visibility</p:attrName>
                                        </p:attrNameLst>
                                      </p:cBhvr>
                                      <p:to>
                                        <p:strVal val="visible"/>
                                      </p:to>
                                    </p:set>
                                    <p:animEffect transition="in" filter="wipe(up)">
                                      <p:cBhvr>
                                        <p:cTn id="325" dur="500"/>
                                        <p:tgtEl>
                                          <p:spTgt spid="113"/>
                                        </p:tgtEl>
                                      </p:cBhvr>
                                    </p:animEffect>
                                  </p:childTnLst>
                                </p:cTn>
                              </p:par>
                            </p:childTnLst>
                          </p:cTn>
                        </p:par>
                        <p:par>
                          <p:cTn id="326" fill="hold">
                            <p:stCondLst>
                              <p:cond delay="500"/>
                            </p:stCondLst>
                            <p:childTnLst>
                              <p:par>
                                <p:cTn id="327" presetID="22" presetClass="entr" presetSubtype="1" fill="hold" nodeType="afterEffect">
                                  <p:stCondLst>
                                    <p:cond delay="0"/>
                                  </p:stCondLst>
                                  <p:childTnLst>
                                    <p:set>
                                      <p:cBhvr>
                                        <p:cTn id="328" dur="1" fill="hold">
                                          <p:stCondLst>
                                            <p:cond delay="0"/>
                                          </p:stCondLst>
                                        </p:cTn>
                                        <p:tgtEl>
                                          <p:spTgt spid="190"/>
                                        </p:tgtEl>
                                        <p:attrNameLst>
                                          <p:attrName>style.visibility</p:attrName>
                                        </p:attrNameLst>
                                      </p:cBhvr>
                                      <p:to>
                                        <p:strVal val="visible"/>
                                      </p:to>
                                    </p:set>
                                    <p:animEffect transition="in" filter="wipe(up)">
                                      <p:cBhvr>
                                        <p:cTn id="329" dur="500"/>
                                        <p:tgtEl>
                                          <p:spTgt spid="190"/>
                                        </p:tgtEl>
                                      </p:cBhvr>
                                    </p:animEffect>
                                  </p:childTnLst>
                                </p:cTn>
                              </p:par>
                              <p:par>
                                <p:cTn id="330" presetID="1" presetClass="emph" presetSubtype="2" fill="hold" nodeType="withEffect">
                                  <p:stCondLst>
                                    <p:cond delay="0"/>
                                  </p:stCondLst>
                                  <p:childTnLst>
                                    <p:animClr clrSpc="rgb" dir="cw">
                                      <p:cBhvr>
                                        <p:cTn id="331" dur="500" fill="hold"/>
                                        <p:tgtEl>
                                          <p:spTgt spid="150"/>
                                        </p:tgtEl>
                                        <p:attrNameLst>
                                          <p:attrName>fillcolor</p:attrName>
                                        </p:attrNameLst>
                                      </p:cBhvr>
                                      <p:to>
                                        <a:srgbClr val="DEEBF6"/>
                                      </p:to>
                                    </p:animClr>
                                    <p:set>
                                      <p:cBhvr>
                                        <p:cTn id="332" dur="500" fill="hold"/>
                                        <p:tgtEl>
                                          <p:spTgt spid="150"/>
                                        </p:tgtEl>
                                        <p:attrNameLst>
                                          <p:attrName>fill.type</p:attrName>
                                        </p:attrNameLst>
                                      </p:cBhvr>
                                      <p:to>
                                        <p:strVal val="solid"/>
                                      </p:to>
                                    </p:set>
                                    <p:set>
                                      <p:cBhvr>
                                        <p:cTn id="333" dur="500" fill="hold"/>
                                        <p:tgtEl>
                                          <p:spTgt spid="150"/>
                                        </p:tgtEl>
                                        <p:attrNameLst>
                                          <p:attrName>fill.on</p:attrName>
                                        </p:attrNameLst>
                                      </p:cBhvr>
                                      <p:to>
                                        <p:strVal val="true"/>
                                      </p:to>
                                    </p:set>
                                  </p:childTnLst>
                                </p:cTn>
                              </p:par>
                            </p:childTnLst>
                          </p:cTn>
                        </p:par>
                      </p:childTnLst>
                    </p:cTn>
                  </p:par>
                  <p:par>
                    <p:cTn id="334" fill="hold">
                      <p:stCondLst>
                        <p:cond delay="indefinite"/>
                      </p:stCondLst>
                      <p:childTnLst>
                        <p:par>
                          <p:cTn id="335" fill="hold">
                            <p:stCondLst>
                              <p:cond delay="0"/>
                            </p:stCondLst>
                            <p:childTnLst>
                              <p:par>
                                <p:cTn id="336" presetID="22" presetClass="exit" presetSubtype="4" fill="hold" nodeType="clickEffect">
                                  <p:stCondLst>
                                    <p:cond delay="0"/>
                                  </p:stCondLst>
                                  <p:childTnLst>
                                    <p:animEffect transition="out" filter="wipe(down)">
                                      <p:cBhvr>
                                        <p:cTn id="337" dur="500"/>
                                        <p:tgtEl>
                                          <p:spTgt spid="190"/>
                                        </p:tgtEl>
                                      </p:cBhvr>
                                    </p:animEffect>
                                    <p:set>
                                      <p:cBhvr>
                                        <p:cTn id="338" dur="1" fill="hold">
                                          <p:stCondLst>
                                            <p:cond delay="499"/>
                                          </p:stCondLst>
                                        </p:cTn>
                                        <p:tgtEl>
                                          <p:spTgt spid="190"/>
                                        </p:tgtEl>
                                        <p:attrNameLst>
                                          <p:attrName>style.visibility</p:attrName>
                                        </p:attrNameLst>
                                      </p:cBhvr>
                                      <p:to>
                                        <p:strVal val="hidden"/>
                                      </p:to>
                                    </p:set>
                                  </p:childTnLst>
                                </p:cTn>
                              </p:par>
                              <p:par>
                                <p:cTn id="339" presetID="22" presetClass="entr" presetSubtype="8" fill="hold" grpId="0" nodeType="withEffect">
                                  <p:stCondLst>
                                    <p:cond delay="0"/>
                                  </p:stCondLst>
                                  <p:childTnLst>
                                    <p:set>
                                      <p:cBhvr>
                                        <p:cTn id="340" dur="1" fill="hold">
                                          <p:stCondLst>
                                            <p:cond delay="0"/>
                                          </p:stCondLst>
                                        </p:cTn>
                                        <p:tgtEl>
                                          <p:spTgt spid="119"/>
                                        </p:tgtEl>
                                        <p:attrNameLst>
                                          <p:attrName>style.visibility</p:attrName>
                                        </p:attrNameLst>
                                      </p:cBhvr>
                                      <p:to>
                                        <p:strVal val="visible"/>
                                      </p:to>
                                    </p:set>
                                    <p:animEffect transition="in" filter="wipe(left)">
                                      <p:cBhvr>
                                        <p:cTn id="341" dur="500"/>
                                        <p:tgtEl>
                                          <p:spTgt spid="119"/>
                                        </p:tgtEl>
                                      </p:cBhvr>
                                    </p:animEffect>
                                  </p:childTnLst>
                                </p:cTn>
                              </p:par>
                            </p:childTnLst>
                          </p:cTn>
                        </p:par>
                        <p:par>
                          <p:cTn id="342" fill="hold">
                            <p:stCondLst>
                              <p:cond delay="500"/>
                            </p:stCondLst>
                            <p:childTnLst>
                              <p:par>
                                <p:cTn id="343" presetID="22" presetClass="entr" presetSubtype="4" fill="hold" nodeType="afterEffect">
                                  <p:stCondLst>
                                    <p:cond delay="0"/>
                                  </p:stCondLst>
                                  <p:childTnLst>
                                    <p:set>
                                      <p:cBhvr>
                                        <p:cTn id="344" dur="1" fill="hold">
                                          <p:stCondLst>
                                            <p:cond delay="0"/>
                                          </p:stCondLst>
                                        </p:cTn>
                                        <p:tgtEl>
                                          <p:spTgt spid="117"/>
                                        </p:tgtEl>
                                        <p:attrNameLst>
                                          <p:attrName>style.visibility</p:attrName>
                                        </p:attrNameLst>
                                      </p:cBhvr>
                                      <p:to>
                                        <p:strVal val="visible"/>
                                      </p:to>
                                    </p:set>
                                    <p:animEffect transition="in" filter="wipe(down)">
                                      <p:cBhvr>
                                        <p:cTn id="345" dur="500"/>
                                        <p:tgtEl>
                                          <p:spTgt spid="117"/>
                                        </p:tgtEl>
                                      </p:cBhvr>
                                    </p:animEffect>
                                  </p:childTnLst>
                                </p:cTn>
                              </p:par>
                            </p:childTnLst>
                          </p:cTn>
                        </p:par>
                        <p:par>
                          <p:cTn id="346" fill="hold">
                            <p:stCondLst>
                              <p:cond delay="1000"/>
                            </p:stCondLst>
                            <p:childTnLst>
                              <p:par>
                                <p:cTn id="347" presetID="22" presetClass="entr" presetSubtype="8" fill="hold" nodeType="afterEffect">
                                  <p:stCondLst>
                                    <p:cond delay="0"/>
                                  </p:stCondLst>
                                  <p:childTnLst>
                                    <p:set>
                                      <p:cBhvr>
                                        <p:cTn id="348" dur="1" fill="hold">
                                          <p:stCondLst>
                                            <p:cond delay="0"/>
                                          </p:stCondLst>
                                        </p:cTn>
                                        <p:tgtEl>
                                          <p:spTgt spid="118"/>
                                        </p:tgtEl>
                                        <p:attrNameLst>
                                          <p:attrName>style.visibility</p:attrName>
                                        </p:attrNameLst>
                                      </p:cBhvr>
                                      <p:to>
                                        <p:strVal val="visible"/>
                                      </p:to>
                                    </p:set>
                                    <p:animEffect transition="in" filter="wipe(left)">
                                      <p:cBhvr>
                                        <p:cTn id="349" dur="500"/>
                                        <p:tgtEl>
                                          <p:spTgt spid="118"/>
                                        </p:tgtEl>
                                      </p:cBhvr>
                                    </p:animEffect>
                                  </p:childTnLst>
                                </p:cTn>
                              </p:par>
                              <p:par>
                                <p:cTn id="350" presetID="1" presetClass="emph" presetSubtype="2" fill="hold" nodeType="withEffect">
                                  <p:stCondLst>
                                    <p:cond delay="0"/>
                                  </p:stCondLst>
                                  <p:childTnLst>
                                    <p:animClr clrSpc="rgb" dir="cw">
                                      <p:cBhvr>
                                        <p:cTn id="351" dur="500" fill="hold"/>
                                        <p:tgtEl>
                                          <p:spTgt spid="150"/>
                                        </p:tgtEl>
                                        <p:attrNameLst>
                                          <p:attrName>fillcolor</p:attrName>
                                        </p:attrNameLst>
                                      </p:cBhvr>
                                      <p:to>
                                        <a:srgbClr val="FBE5D5"/>
                                      </p:to>
                                    </p:animClr>
                                    <p:set>
                                      <p:cBhvr>
                                        <p:cTn id="352" dur="500" fill="hold"/>
                                        <p:tgtEl>
                                          <p:spTgt spid="150"/>
                                        </p:tgtEl>
                                        <p:attrNameLst>
                                          <p:attrName>fill.type</p:attrName>
                                        </p:attrNameLst>
                                      </p:cBhvr>
                                      <p:to>
                                        <p:strVal val="solid"/>
                                      </p:to>
                                    </p:set>
                                    <p:set>
                                      <p:cBhvr>
                                        <p:cTn id="353" dur="500" fill="hold"/>
                                        <p:tgtEl>
                                          <p:spTgt spid="150"/>
                                        </p:tgtEl>
                                        <p:attrNameLst>
                                          <p:attrName>fill.on</p:attrName>
                                        </p:attrNameLst>
                                      </p:cBhvr>
                                      <p:to>
                                        <p:strVal val="true"/>
                                      </p:to>
                                    </p:set>
                                  </p:childTnLst>
                                </p:cTn>
                              </p:par>
                            </p:childTnLst>
                          </p:cTn>
                        </p:par>
                      </p:childTnLst>
                    </p:cTn>
                  </p:par>
                  <p:par>
                    <p:cTn id="354" fill="hold">
                      <p:stCondLst>
                        <p:cond delay="indefinite"/>
                      </p:stCondLst>
                      <p:childTnLst>
                        <p:par>
                          <p:cTn id="355" fill="hold">
                            <p:stCondLst>
                              <p:cond delay="0"/>
                            </p:stCondLst>
                            <p:childTnLst>
                              <p:par>
                                <p:cTn id="356" presetID="22" presetClass="entr" presetSubtype="8" fill="hold" nodeType="clickEffect">
                                  <p:stCondLst>
                                    <p:cond delay="0"/>
                                  </p:stCondLst>
                                  <p:childTnLst>
                                    <p:set>
                                      <p:cBhvr>
                                        <p:cTn id="357" dur="1" fill="hold">
                                          <p:stCondLst>
                                            <p:cond delay="0"/>
                                          </p:stCondLst>
                                        </p:cTn>
                                        <p:tgtEl>
                                          <p:spTgt spid="114"/>
                                        </p:tgtEl>
                                        <p:attrNameLst>
                                          <p:attrName>style.visibility</p:attrName>
                                        </p:attrNameLst>
                                      </p:cBhvr>
                                      <p:to>
                                        <p:strVal val="visible"/>
                                      </p:to>
                                    </p:set>
                                    <p:animEffect transition="in" filter="wipe(left)">
                                      <p:cBhvr>
                                        <p:cTn id="358" dur="500"/>
                                        <p:tgtEl>
                                          <p:spTgt spid="114"/>
                                        </p:tgtEl>
                                      </p:cBhvr>
                                    </p:animEffect>
                                  </p:childTnLst>
                                </p:cTn>
                              </p:par>
                            </p:childTnLst>
                          </p:cTn>
                        </p:par>
                        <p:par>
                          <p:cTn id="359" fill="hold">
                            <p:stCondLst>
                              <p:cond delay="500"/>
                            </p:stCondLst>
                            <p:childTnLst>
                              <p:par>
                                <p:cTn id="360" presetID="22" presetClass="entr" presetSubtype="1" fill="hold" nodeType="afterEffect">
                                  <p:stCondLst>
                                    <p:cond delay="0"/>
                                  </p:stCondLst>
                                  <p:childTnLst>
                                    <p:set>
                                      <p:cBhvr>
                                        <p:cTn id="361" dur="1" fill="hold">
                                          <p:stCondLst>
                                            <p:cond delay="0"/>
                                          </p:stCondLst>
                                        </p:cTn>
                                        <p:tgtEl>
                                          <p:spTgt spid="193"/>
                                        </p:tgtEl>
                                        <p:attrNameLst>
                                          <p:attrName>style.visibility</p:attrName>
                                        </p:attrNameLst>
                                      </p:cBhvr>
                                      <p:to>
                                        <p:strVal val="visible"/>
                                      </p:to>
                                    </p:set>
                                    <p:animEffect transition="in" filter="wipe(up)">
                                      <p:cBhvr>
                                        <p:cTn id="362" dur="500"/>
                                        <p:tgtEl>
                                          <p:spTgt spid="193"/>
                                        </p:tgtEl>
                                      </p:cBhvr>
                                    </p:animEffect>
                                  </p:childTnLst>
                                </p:cTn>
                              </p:par>
                              <p:par>
                                <p:cTn id="363" presetID="1" presetClass="emph" presetSubtype="2" fill="hold" nodeType="withEffect">
                                  <p:stCondLst>
                                    <p:cond delay="0"/>
                                  </p:stCondLst>
                                  <p:childTnLst>
                                    <p:animClr clrSpc="rgb" dir="cw">
                                      <p:cBhvr>
                                        <p:cTn id="364" dur="500" fill="hold"/>
                                        <p:tgtEl>
                                          <p:spTgt spid="150"/>
                                        </p:tgtEl>
                                        <p:attrNameLst>
                                          <p:attrName>fillcolor</p:attrName>
                                        </p:attrNameLst>
                                      </p:cBhvr>
                                      <p:to>
                                        <a:srgbClr val="DEEBF6"/>
                                      </p:to>
                                    </p:animClr>
                                    <p:set>
                                      <p:cBhvr>
                                        <p:cTn id="365" dur="500" fill="hold"/>
                                        <p:tgtEl>
                                          <p:spTgt spid="150"/>
                                        </p:tgtEl>
                                        <p:attrNameLst>
                                          <p:attrName>fill.type</p:attrName>
                                        </p:attrNameLst>
                                      </p:cBhvr>
                                      <p:to>
                                        <p:strVal val="solid"/>
                                      </p:to>
                                    </p:set>
                                    <p:set>
                                      <p:cBhvr>
                                        <p:cTn id="366" dur="500" fill="hold"/>
                                        <p:tgtEl>
                                          <p:spTgt spid="150"/>
                                        </p:tgtEl>
                                        <p:attrNameLst>
                                          <p:attrName>fill.on</p:attrName>
                                        </p:attrNameLst>
                                      </p:cBhvr>
                                      <p:to>
                                        <p:strVal val="true"/>
                                      </p:to>
                                    </p:set>
                                  </p:childTnLst>
                                </p:cTn>
                              </p:par>
                            </p:childTnLst>
                          </p:cTn>
                        </p:par>
                      </p:childTnLst>
                    </p:cTn>
                  </p:par>
                  <p:par>
                    <p:cTn id="367" fill="hold">
                      <p:stCondLst>
                        <p:cond delay="indefinite"/>
                      </p:stCondLst>
                      <p:childTnLst>
                        <p:par>
                          <p:cTn id="368" fill="hold">
                            <p:stCondLst>
                              <p:cond delay="0"/>
                            </p:stCondLst>
                            <p:childTnLst>
                              <p:par>
                                <p:cTn id="369" presetID="22" presetClass="exit" presetSubtype="4" fill="hold" nodeType="clickEffect">
                                  <p:stCondLst>
                                    <p:cond delay="0"/>
                                  </p:stCondLst>
                                  <p:childTnLst>
                                    <p:animEffect transition="out" filter="wipe(down)">
                                      <p:cBhvr>
                                        <p:cTn id="370" dur="500"/>
                                        <p:tgtEl>
                                          <p:spTgt spid="193"/>
                                        </p:tgtEl>
                                      </p:cBhvr>
                                    </p:animEffect>
                                    <p:set>
                                      <p:cBhvr>
                                        <p:cTn id="371" dur="1" fill="hold">
                                          <p:stCondLst>
                                            <p:cond delay="499"/>
                                          </p:stCondLst>
                                        </p:cTn>
                                        <p:tgtEl>
                                          <p:spTgt spid="193"/>
                                        </p:tgtEl>
                                        <p:attrNameLst>
                                          <p:attrName>style.visibility</p:attrName>
                                        </p:attrNameLst>
                                      </p:cBhvr>
                                      <p:to>
                                        <p:strVal val="hidden"/>
                                      </p:to>
                                    </p:set>
                                  </p:childTnLst>
                                </p:cTn>
                              </p:par>
                              <p:par>
                                <p:cTn id="372" presetID="22" presetClass="entr" presetSubtype="8" fill="hold" grpId="0" nodeType="withEffect">
                                  <p:stCondLst>
                                    <p:cond delay="0"/>
                                  </p:stCondLst>
                                  <p:childTnLst>
                                    <p:set>
                                      <p:cBhvr>
                                        <p:cTn id="373" dur="1" fill="hold">
                                          <p:stCondLst>
                                            <p:cond delay="0"/>
                                          </p:stCondLst>
                                        </p:cTn>
                                        <p:tgtEl>
                                          <p:spTgt spid="120"/>
                                        </p:tgtEl>
                                        <p:attrNameLst>
                                          <p:attrName>style.visibility</p:attrName>
                                        </p:attrNameLst>
                                      </p:cBhvr>
                                      <p:to>
                                        <p:strVal val="visible"/>
                                      </p:to>
                                    </p:set>
                                    <p:animEffect transition="in" filter="wipe(left)">
                                      <p:cBhvr>
                                        <p:cTn id="374" dur="500"/>
                                        <p:tgtEl>
                                          <p:spTgt spid="120"/>
                                        </p:tgtEl>
                                      </p:cBhvr>
                                    </p:animEffect>
                                  </p:childTnLst>
                                </p:cTn>
                              </p:par>
                            </p:childTnLst>
                          </p:cTn>
                        </p:par>
                        <p:par>
                          <p:cTn id="375" fill="hold">
                            <p:stCondLst>
                              <p:cond delay="500"/>
                            </p:stCondLst>
                            <p:childTnLst>
                              <p:par>
                                <p:cTn id="376" presetID="22" presetClass="entr" presetSubtype="4" fill="hold" nodeType="afterEffect">
                                  <p:stCondLst>
                                    <p:cond delay="0"/>
                                  </p:stCondLst>
                                  <p:childTnLst>
                                    <p:set>
                                      <p:cBhvr>
                                        <p:cTn id="377" dur="1" fill="hold">
                                          <p:stCondLst>
                                            <p:cond delay="0"/>
                                          </p:stCondLst>
                                        </p:cTn>
                                        <p:tgtEl>
                                          <p:spTgt spid="121"/>
                                        </p:tgtEl>
                                        <p:attrNameLst>
                                          <p:attrName>style.visibility</p:attrName>
                                        </p:attrNameLst>
                                      </p:cBhvr>
                                      <p:to>
                                        <p:strVal val="visible"/>
                                      </p:to>
                                    </p:set>
                                    <p:animEffect transition="in" filter="wipe(down)">
                                      <p:cBhvr>
                                        <p:cTn id="378" dur="500"/>
                                        <p:tgtEl>
                                          <p:spTgt spid="121"/>
                                        </p:tgtEl>
                                      </p:cBhvr>
                                    </p:animEffect>
                                  </p:childTnLst>
                                </p:cTn>
                              </p:par>
                            </p:childTnLst>
                          </p:cTn>
                        </p:par>
                        <p:par>
                          <p:cTn id="379" fill="hold">
                            <p:stCondLst>
                              <p:cond delay="1000"/>
                            </p:stCondLst>
                            <p:childTnLst>
                              <p:par>
                                <p:cTn id="380" presetID="22" presetClass="entr" presetSubtype="8" fill="hold" nodeType="afterEffect">
                                  <p:stCondLst>
                                    <p:cond delay="0"/>
                                  </p:stCondLst>
                                  <p:childTnLst>
                                    <p:set>
                                      <p:cBhvr>
                                        <p:cTn id="381" dur="1" fill="hold">
                                          <p:stCondLst>
                                            <p:cond delay="0"/>
                                          </p:stCondLst>
                                        </p:cTn>
                                        <p:tgtEl>
                                          <p:spTgt spid="116"/>
                                        </p:tgtEl>
                                        <p:attrNameLst>
                                          <p:attrName>style.visibility</p:attrName>
                                        </p:attrNameLst>
                                      </p:cBhvr>
                                      <p:to>
                                        <p:strVal val="visible"/>
                                      </p:to>
                                    </p:set>
                                    <p:animEffect transition="in" filter="wipe(left)">
                                      <p:cBhvr>
                                        <p:cTn id="382" dur="500"/>
                                        <p:tgtEl>
                                          <p:spTgt spid="116"/>
                                        </p:tgtEl>
                                      </p:cBhvr>
                                    </p:animEffect>
                                  </p:childTnLst>
                                </p:cTn>
                              </p:par>
                              <p:par>
                                <p:cTn id="383" presetID="1" presetClass="emph" presetSubtype="2" fill="hold" nodeType="withEffect">
                                  <p:stCondLst>
                                    <p:cond delay="0"/>
                                  </p:stCondLst>
                                  <p:childTnLst>
                                    <p:animClr clrSpc="rgb" dir="cw">
                                      <p:cBhvr>
                                        <p:cTn id="384" dur="500" fill="hold"/>
                                        <p:tgtEl>
                                          <p:spTgt spid="150"/>
                                        </p:tgtEl>
                                        <p:attrNameLst>
                                          <p:attrName>fillcolor</p:attrName>
                                        </p:attrNameLst>
                                      </p:cBhvr>
                                      <p:to>
                                        <a:srgbClr val="FBE5D5"/>
                                      </p:to>
                                    </p:animClr>
                                    <p:set>
                                      <p:cBhvr>
                                        <p:cTn id="385" dur="500" fill="hold"/>
                                        <p:tgtEl>
                                          <p:spTgt spid="150"/>
                                        </p:tgtEl>
                                        <p:attrNameLst>
                                          <p:attrName>fill.type</p:attrName>
                                        </p:attrNameLst>
                                      </p:cBhvr>
                                      <p:to>
                                        <p:strVal val="solid"/>
                                      </p:to>
                                    </p:set>
                                    <p:set>
                                      <p:cBhvr>
                                        <p:cTn id="386" dur="500" fill="hold"/>
                                        <p:tgtEl>
                                          <p:spTgt spid="150"/>
                                        </p:tgtEl>
                                        <p:attrNameLst>
                                          <p:attrName>fill.on</p:attrName>
                                        </p:attrNameLst>
                                      </p:cBhvr>
                                      <p:to>
                                        <p:strVal val="true"/>
                                      </p:to>
                                    </p:set>
                                  </p:childTnLst>
                                </p:cTn>
                              </p:par>
                            </p:childTnLst>
                          </p:cTn>
                        </p:par>
                      </p:childTnLst>
                    </p:cTn>
                  </p:par>
                  <p:par>
                    <p:cTn id="387" fill="hold">
                      <p:stCondLst>
                        <p:cond delay="indefinite"/>
                      </p:stCondLst>
                      <p:childTnLst>
                        <p:par>
                          <p:cTn id="388" fill="hold">
                            <p:stCondLst>
                              <p:cond delay="0"/>
                            </p:stCondLst>
                            <p:childTnLst>
                              <p:par>
                                <p:cTn id="389" presetID="22" presetClass="exit" presetSubtype="4" fill="hold" nodeType="clickEffect">
                                  <p:stCondLst>
                                    <p:cond delay="0"/>
                                  </p:stCondLst>
                                  <p:childTnLst>
                                    <p:animEffect transition="out" filter="wipe(down)">
                                      <p:cBhvr>
                                        <p:cTn id="390" dur="500"/>
                                        <p:tgtEl>
                                          <p:spTgt spid="187"/>
                                        </p:tgtEl>
                                      </p:cBhvr>
                                    </p:animEffect>
                                    <p:set>
                                      <p:cBhvr>
                                        <p:cTn id="391" dur="1" fill="hold">
                                          <p:stCondLst>
                                            <p:cond delay="499"/>
                                          </p:stCondLst>
                                        </p:cTn>
                                        <p:tgtEl>
                                          <p:spTgt spid="187"/>
                                        </p:tgtEl>
                                        <p:attrNameLst>
                                          <p:attrName>style.visibility</p:attrName>
                                        </p:attrNameLst>
                                      </p:cBhvr>
                                      <p:to>
                                        <p:strVal val="hidden"/>
                                      </p:to>
                                    </p:set>
                                  </p:childTnLst>
                                </p:cTn>
                              </p:par>
                            </p:childTnLst>
                          </p:cTn>
                        </p:par>
                        <p:par>
                          <p:cTn id="392" fill="hold">
                            <p:stCondLst>
                              <p:cond delay="500"/>
                            </p:stCondLst>
                            <p:childTnLst>
                              <p:par>
                                <p:cTn id="393" presetID="22" presetClass="entr" presetSubtype="4" fill="hold" nodeType="afterEffect">
                                  <p:stCondLst>
                                    <p:cond delay="0"/>
                                  </p:stCondLst>
                                  <p:childTnLst>
                                    <p:set>
                                      <p:cBhvr>
                                        <p:cTn id="394" dur="1" fill="hold">
                                          <p:stCondLst>
                                            <p:cond delay="0"/>
                                          </p:stCondLst>
                                        </p:cTn>
                                        <p:tgtEl>
                                          <p:spTgt spid="126"/>
                                        </p:tgtEl>
                                        <p:attrNameLst>
                                          <p:attrName>style.visibility</p:attrName>
                                        </p:attrNameLst>
                                      </p:cBhvr>
                                      <p:to>
                                        <p:strVal val="visible"/>
                                      </p:to>
                                    </p:set>
                                    <p:animEffect transition="in" filter="wipe(down)">
                                      <p:cBhvr>
                                        <p:cTn id="395" dur="500"/>
                                        <p:tgtEl>
                                          <p:spTgt spid="126"/>
                                        </p:tgtEl>
                                      </p:cBhvr>
                                    </p:animEffect>
                                  </p:childTnLst>
                                </p:cTn>
                              </p:par>
                              <p:par>
                                <p:cTn id="396" presetID="1" presetClass="emph" presetSubtype="2" fill="hold" nodeType="withEffect">
                                  <p:stCondLst>
                                    <p:cond delay="0"/>
                                  </p:stCondLst>
                                  <p:childTnLst>
                                    <p:animClr clrSpc="rgb" dir="cw">
                                      <p:cBhvr>
                                        <p:cTn id="397" dur="500" fill="hold"/>
                                        <p:tgtEl>
                                          <p:spTgt spid="150"/>
                                        </p:tgtEl>
                                        <p:attrNameLst>
                                          <p:attrName>fillcolor</p:attrName>
                                        </p:attrNameLst>
                                      </p:cBhvr>
                                      <p:to>
                                        <a:srgbClr val="E2EFD9"/>
                                      </p:to>
                                    </p:animClr>
                                    <p:set>
                                      <p:cBhvr>
                                        <p:cTn id="398" dur="500" fill="hold"/>
                                        <p:tgtEl>
                                          <p:spTgt spid="150"/>
                                        </p:tgtEl>
                                        <p:attrNameLst>
                                          <p:attrName>fill.type</p:attrName>
                                        </p:attrNameLst>
                                      </p:cBhvr>
                                      <p:to>
                                        <p:strVal val="solid"/>
                                      </p:to>
                                    </p:set>
                                    <p:set>
                                      <p:cBhvr>
                                        <p:cTn id="399" dur="500" fill="hold"/>
                                        <p:tgtEl>
                                          <p:spTgt spid="150"/>
                                        </p:tgtEl>
                                        <p:attrNameLst>
                                          <p:attrName>fill.on</p:attrName>
                                        </p:attrNameLst>
                                      </p:cBhvr>
                                      <p:to>
                                        <p:strVal val="true"/>
                                      </p:to>
                                    </p:set>
                                  </p:childTnLst>
                                </p:cTn>
                              </p:par>
                            </p:childTnLst>
                          </p:cTn>
                        </p:par>
                      </p:childTnLst>
                    </p:cTn>
                  </p:par>
                  <p:par>
                    <p:cTn id="400" fill="hold">
                      <p:stCondLst>
                        <p:cond delay="indefinite"/>
                      </p:stCondLst>
                      <p:childTnLst>
                        <p:par>
                          <p:cTn id="401" fill="hold">
                            <p:stCondLst>
                              <p:cond delay="0"/>
                            </p:stCondLst>
                            <p:childTnLst>
                              <p:par>
                                <p:cTn id="402" presetID="22" presetClass="exit" presetSubtype="4" fill="hold" nodeType="clickEffect">
                                  <p:stCondLst>
                                    <p:cond delay="0"/>
                                  </p:stCondLst>
                                  <p:childTnLst>
                                    <p:animEffect transition="out" filter="wipe(down)">
                                      <p:cBhvr>
                                        <p:cTn id="403" dur="500"/>
                                        <p:tgtEl>
                                          <p:spTgt spid="53"/>
                                        </p:tgtEl>
                                      </p:cBhvr>
                                    </p:animEffect>
                                    <p:set>
                                      <p:cBhvr>
                                        <p:cTn id="404" dur="1" fill="hold">
                                          <p:stCondLst>
                                            <p:cond delay="499"/>
                                          </p:stCondLst>
                                        </p:cTn>
                                        <p:tgtEl>
                                          <p:spTgt spid="53"/>
                                        </p:tgtEl>
                                        <p:attrNameLst>
                                          <p:attrName>style.visibility</p:attrName>
                                        </p:attrNameLst>
                                      </p:cBhvr>
                                      <p:to>
                                        <p:strVal val="hidden"/>
                                      </p:to>
                                    </p:set>
                                  </p:childTnLst>
                                </p:cTn>
                              </p:par>
                              <p:par>
                                <p:cTn id="405" presetID="22" presetClass="entr" presetSubtype="4" fill="hold" nodeType="withEffect">
                                  <p:stCondLst>
                                    <p:cond delay="0"/>
                                  </p:stCondLst>
                                  <p:childTnLst>
                                    <p:set>
                                      <p:cBhvr>
                                        <p:cTn id="406" dur="1" fill="hold">
                                          <p:stCondLst>
                                            <p:cond delay="0"/>
                                          </p:stCondLst>
                                        </p:cTn>
                                        <p:tgtEl>
                                          <p:spTgt spid="142"/>
                                        </p:tgtEl>
                                        <p:attrNameLst>
                                          <p:attrName>style.visibility</p:attrName>
                                        </p:attrNameLst>
                                      </p:cBhvr>
                                      <p:to>
                                        <p:strVal val="visible"/>
                                      </p:to>
                                    </p:set>
                                    <p:animEffect transition="in" filter="wipe(down)">
                                      <p:cBhvr>
                                        <p:cTn id="407"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1" grpId="0" animBg="1"/>
      <p:bldP spid="110" grpId="0" animBg="1"/>
      <p:bldP spid="111" grpId="0" animBg="1"/>
      <p:bldP spid="119" grpId="0" animBg="1"/>
      <p:bldP spid="120" grpId="0" animBg="1"/>
      <p:bldP spid="150" grpId="0" animBg="1"/>
      <p:bldP spid="152" grpId="1"/>
      <p:bldP spid="154" grpId="1"/>
      <p:bldP spid="156" grpId="0"/>
      <p:bldP spid="158" grpId="0"/>
      <p:bldP spid="48" grpId="0"/>
      <p:bldP spid="2" grpId="0" animBg="1"/>
      <p:bldP spid="3" grpId="0" animBg="1"/>
      <p:bldP spid="4"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八边形 18">
            <a:extLst>
              <a:ext uri="{FF2B5EF4-FFF2-40B4-BE49-F238E27FC236}">
                <a16:creationId xmlns:a16="http://schemas.microsoft.com/office/drawing/2014/main" id="{086323DF-391A-4A87-B916-A3F3CC7960A3}"/>
              </a:ext>
            </a:extLst>
          </p:cNvPr>
          <p:cNvSpPr/>
          <p:nvPr/>
        </p:nvSpPr>
        <p:spPr>
          <a:xfrm>
            <a:off x="8846331" y="5864288"/>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b</a:t>
            </a:r>
          </a:p>
        </p:txBody>
      </p:sp>
      <p:sp>
        <p:nvSpPr>
          <p:cNvPr id="18" name="八边形 17">
            <a:extLst>
              <a:ext uri="{FF2B5EF4-FFF2-40B4-BE49-F238E27FC236}">
                <a16:creationId xmlns:a16="http://schemas.microsoft.com/office/drawing/2014/main" id="{4AB452A1-2504-4E86-84A4-D05DC75F4295}"/>
              </a:ext>
            </a:extLst>
          </p:cNvPr>
          <p:cNvSpPr/>
          <p:nvPr/>
        </p:nvSpPr>
        <p:spPr>
          <a:xfrm>
            <a:off x="11009832" y="4704559"/>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c</a:t>
            </a:r>
          </a:p>
        </p:txBody>
      </p:sp>
      <p:sp>
        <p:nvSpPr>
          <p:cNvPr id="267268" name="矩形 267267"/>
          <p:cNvSpPr/>
          <p:nvPr/>
        </p:nvSpPr>
        <p:spPr>
          <a:xfrm>
            <a:off x="8527798" y="2948305"/>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4F2270"/>
                </a:solidFill>
                <a:latin typeface="Courier New" panose="02070309020205020404" pitchFamily="49" charset="0"/>
                <a:ea typeface="黑体" panose="02010609060101010101" pitchFamily="49" charset="-122"/>
                <a:cs typeface="Courier New" panose="02070309020205020404" pitchFamily="49" charset="0"/>
              </a:rPr>
              <a:t>-</a:t>
            </a:r>
            <a:endParaRPr lang="en-US" altLang="zh-CN" sz="2400" b="1" dirty="0">
              <a:solidFill>
                <a:srgbClr val="4F227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267269" name="直接连接符 267268"/>
          <p:cNvSpPr/>
          <p:nvPr/>
        </p:nvSpPr>
        <p:spPr>
          <a:xfrm>
            <a:off x="9006766" y="2948305"/>
            <a:ext cx="0" cy="533400"/>
          </a:xfrm>
          <a:prstGeom prst="line">
            <a:avLst/>
          </a:prstGeom>
          <a:ln w="12700" cap="sq" cmpd="sng">
            <a:solidFill>
              <a:srgbClr val="005400"/>
            </a:solidFill>
            <a:prstDash val="solid"/>
            <a:headEnd type="none" w="sm" len="sm"/>
            <a:tailEnd type="none" w="sm" len="sm"/>
          </a:ln>
        </p:spPr>
      </p:sp>
      <p:sp>
        <p:nvSpPr>
          <p:cNvPr id="267270" name="直接连接符 267269"/>
          <p:cNvSpPr/>
          <p:nvPr/>
        </p:nvSpPr>
        <p:spPr>
          <a:xfrm>
            <a:off x="9589158" y="2948305"/>
            <a:ext cx="0" cy="533400"/>
          </a:xfrm>
          <a:prstGeom prst="line">
            <a:avLst/>
          </a:prstGeom>
          <a:ln w="12700" cap="sq" cmpd="sng">
            <a:solidFill>
              <a:srgbClr val="005400"/>
            </a:solidFill>
            <a:prstDash val="solid"/>
            <a:headEnd type="none" w="sm" len="sm"/>
            <a:tailEnd type="none" w="sm" len="sm"/>
          </a:ln>
        </p:spPr>
      </p:sp>
      <p:sp>
        <p:nvSpPr>
          <p:cNvPr id="267271" name="矩形 267270"/>
          <p:cNvSpPr/>
          <p:nvPr/>
        </p:nvSpPr>
        <p:spPr>
          <a:xfrm>
            <a:off x="10432798" y="4091305"/>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c</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72" name="直接连接符 267271"/>
          <p:cNvSpPr/>
          <p:nvPr/>
        </p:nvSpPr>
        <p:spPr>
          <a:xfrm>
            <a:off x="10911766" y="4091305"/>
            <a:ext cx="0" cy="533400"/>
          </a:xfrm>
          <a:prstGeom prst="line">
            <a:avLst/>
          </a:prstGeom>
          <a:ln w="12700" cap="sq" cmpd="sng">
            <a:solidFill>
              <a:srgbClr val="005400"/>
            </a:solidFill>
            <a:prstDash val="solid"/>
            <a:headEnd type="none" w="sm" len="sm"/>
            <a:tailEnd type="none" w="sm" len="sm"/>
          </a:ln>
        </p:spPr>
      </p:sp>
      <p:sp>
        <p:nvSpPr>
          <p:cNvPr id="267273" name="直接连接符 267272"/>
          <p:cNvSpPr/>
          <p:nvPr/>
        </p:nvSpPr>
        <p:spPr>
          <a:xfrm>
            <a:off x="11494158" y="4091305"/>
            <a:ext cx="0" cy="533400"/>
          </a:xfrm>
          <a:prstGeom prst="line">
            <a:avLst/>
          </a:prstGeom>
          <a:ln w="12700" cap="sq" cmpd="sng">
            <a:solidFill>
              <a:srgbClr val="005400"/>
            </a:solidFill>
            <a:prstDash val="solid"/>
            <a:headEnd type="none" w="sm" len="sm"/>
            <a:tailEnd type="none" w="sm" len="sm"/>
          </a:ln>
        </p:spPr>
      </p:sp>
      <p:sp>
        <p:nvSpPr>
          <p:cNvPr id="267277" name="矩形 267276"/>
          <p:cNvSpPr/>
          <p:nvPr/>
        </p:nvSpPr>
        <p:spPr>
          <a:xfrm>
            <a:off x="6622798" y="4091305"/>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78" name="直接连接符 267277"/>
          <p:cNvSpPr/>
          <p:nvPr/>
        </p:nvSpPr>
        <p:spPr>
          <a:xfrm>
            <a:off x="7109930" y="4091305"/>
            <a:ext cx="0" cy="533400"/>
          </a:xfrm>
          <a:prstGeom prst="line">
            <a:avLst/>
          </a:prstGeom>
          <a:ln w="12700" cap="sq" cmpd="sng">
            <a:solidFill>
              <a:srgbClr val="005400"/>
            </a:solidFill>
            <a:prstDash val="solid"/>
            <a:headEnd type="none" w="sm" len="sm"/>
            <a:tailEnd type="none" w="sm" len="sm"/>
          </a:ln>
        </p:spPr>
      </p:sp>
      <p:sp>
        <p:nvSpPr>
          <p:cNvPr id="267279" name="直接连接符 267278"/>
          <p:cNvSpPr/>
          <p:nvPr/>
        </p:nvSpPr>
        <p:spPr>
          <a:xfrm>
            <a:off x="7684158" y="4091305"/>
            <a:ext cx="0" cy="533400"/>
          </a:xfrm>
          <a:prstGeom prst="line">
            <a:avLst/>
          </a:prstGeom>
          <a:ln w="12700" cap="sq" cmpd="sng">
            <a:solidFill>
              <a:srgbClr val="005400"/>
            </a:solidFill>
            <a:prstDash val="solid"/>
            <a:headEnd type="none" w="sm" len="sm"/>
            <a:tailEnd type="none" w="sm" len="sm"/>
          </a:ln>
        </p:spPr>
      </p:sp>
      <p:sp>
        <p:nvSpPr>
          <p:cNvPr id="267280" name="矩形 267279"/>
          <p:cNvSpPr/>
          <p:nvPr/>
        </p:nvSpPr>
        <p:spPr>
          <a:xfrm>
            <a:off x="8261108" y="5234305"/>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b</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81" name="直接连接符 267280"/>
          <p:cNvSpPr/>
          <p:nvPr/>
        </p:nvSpPr>
        <p:spPr>
          <a:xfrm>
            <a:off x="8740076" y="5234305"/>
            <a:ext cx="0" cy="533400"/>
          </a:xfrm>
          <a:prstGeom prst="line">
            <a:avLst/>
          </a:prstGeom>
          <a:ln w="12700" cap="sq" cmpd="sng">
            <a:solidFill>
              <a:srgbClr val="005400"/>
            </a:solidFill>
            <a:prstDash val="solid"/>
            <a:headEnd type="none" w="sm" len="sm"/>
            <a:tailEnd type="none" w="sm" len="sm"/>
          </a:ln>
        </p:spPr>
      </p:sp>
      <p:sp>
        <p:nvSpPr>
          <p:cNvPr id="267282" name="直接连接符 267281"/>
          <p:cNvSpPr/>
          <p:nvPr/>
        </p:nvSpPr>
        <p:spPr>
          <a:xfrm>
            <a:off x="9322468" y="5234305"/>
            <a:ext cx="0" cy="533400"/>
          </a:xfrm>
          <a:prstGeom prst="line">
            <a:avLst/>
          </a:prstGeom>
          <a:ln w="12700" cap="sq" cmpd="sng">
            <a:solidFill>
              <a:srgbClr val="005400"/>
            </a:solidFill>
            <a:prstDash val="solid"/>
            <a:headEnd type="none" w="sm" len="sm"/>
            <a:tailEnd type="none" w="sm" len="sm"/>
          </a:ln>
        </p:spPr>
      </p:sp>
      <p:sp>
        <p:nvSpPr>
          <p:cNvPr id="267283" name="矩形 267282"/>
          <p:cNvSpPr/>
          <p:nvPr/>
        </p:nvSpPr>
        <p:spPr>
          <a:xfrm>
            <a:off x="5067048" y="5234305"/>
            <a:ext cx="1524000" cy="533400"/>
          </a:xfrm>
          <a:prstGeom prst="rect">
            <a:avLst/>
          </a:prstGeom>
          <a:solidFill>
            <a:schemeClr val="accent6">
              <a:lumMod val="20000"/>
              <a:lumOff val="80000"/>
              <a:alpha val="50000"/>
            </a:schemeClr>
          </a:solidFill>
          <a:ln w="28575" cap="sq" cmpd="sng">
            <a:solidFill>
              <a:srgbClr val="006666"/>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a</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84" name="直接连接符 267283"/>
          <p:cNvSpPr/>
          <p:nvPr/>
        </p:nvSpPr>
        <p:spPr>
          <a:xfrm>
            <a:off x="5546016" y="5234305"/>
            <a:ext cx="0" cy="533400"/>
          </a:xfrm>
          <a:prstGeom prst="line">
            <a:avLst/>
          </a:prstGeom>
          <a:ln w="12700" cap="sq" cmpd="sng">
            <a:solidFill>
              <a:srgbClr val="005400"/>
            </a:solidFill>
            <a:prstDash val="solid"/>
            <a:headEnd type="none" w="sm" len="sm"/>
            <a:tailEnd type="none" w="sm" len="sm"/>
          </a:ln>
        </p:spPr>
      </p:sp>
      <p:sp>
        <p:nvSpPr>
          <p:cNvPr id="267285" name="直接连接符 267284"/>
          <p:cNvSpPr/>
          <p:nvPr/>
        </p:nvSpPr>
        <p:spPr>
          <a:xfrm>
            <a:off x="6121332" y="5234305"/>
            <a:ext cx="0" cy="533400"/>
          </a:xfrm>
          <a:prstGeom prst="line">
            <a:avLst/>
          </a:prstGeom>
          <a:ln w="12700" cap="sq" cmpd="sng">
            <a:solidFill>
              <a:srgbClr val="005400"/>
            </a:solidFill>
            <a:prstDash val="solid"/>
            <a:headEnd type="none" w="sm" len="sm"/>
            <a:tailEnd type="none" w="sm" len="sm"/>
          </a:ln>
        </p:spPr>
      </p:sp>
      <p:sp>
        <p:nvSpPr>
          <p:cNvPr id="267286" name="文本框 267285"/>
          <p:cNvSpPr txBox="1"/>
          <p:nvPr/>
        </p:nvSpPr>
        <p:spPr>
          <a:xfrm>
            <a:off x="5206941" y="5223826"/>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7" name="文本框 267286"/>
          <p:cNvSpPr txBox="1"/>
          <p:nvPr/>
        </p:nvSpPr>
        <p:spPr>
          <a:xfrm>
            <a:off x="6216425" y="5228857"/>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8" name="文本框 267287"/>
          <p:cNvSpPr txBox="1"/>
          <p:nvPr/>
        </p:nvSpPr>
        <p:spPr>
          <a:xfrm>
            <a:off x="11569609" y="4091303"/>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9" name="文本框 267288"/>
          <p:cNvSpPr txBox="1"/>
          <p:nvPr/>
        </p:nvSpPr>
        <p:spPr>
          <a:xfrm>
            <a:off x="10578784" y="4088725"/>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90" name="文本框 267289"/>
          <p:cNvSpPr txBox="1"/>
          <p:nvPr/>
        </p:nvSpPr>
        <p:spPr>
          <a:xfrm>
            <a:off x="8424410" y="5220468"/>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91" name="文本框 267290"/>
          <p:cNvSpPr txBox="1"/>
          <p:nvPr/>
        </p:nvSpPr>
        <p:spPr>
          <a:xfrm>
            <a:off x="9427019" y="5228857"/>
            <a:ext cx="248466" cy="492443"/>
          </a:xfrm>
          <a:prstGeom prst="rect">
            <a:avLst/>
          </a:prstGeom>
          <a:noFill/>
          <a:ln w="12700">
            <a:noFill/>
          </a:ln>
        </p:spPr>
        <p:txBody>
          <a:bodyPr wrap="none" lIns="0" tIns="0" rIns="0" bIns="0" anchor="t" anchorCtr="0">
            <a:spAutoFit/>
          </a:bodyPr>
          <a:lstStyle/>
          <a:p>
            <a:r>
              <a:rPr lang="en-US" altLang="zh-CN" sz="3200" b="1" dirty="0">
                <a:solidFill>
                  <a:schemeClr val="accent2">
                    <a:lumMod val="75000"/>
                  </a:schemeClr>
                </a:solidFill>
                <a:latin typeface="Times New Roman" panose="02020603050405020304" pitchFamily="18" charset="0"/>
                <a:sym typeface="Symbol" panose="05050102010706020507" pitchFamily="18" charset="2"/>
              </a:rPr>
              <a:t></a:t>
            </a:r>
            <a:endParaRPr lang="en-US" altLang="zh-CN" sz="3200" b="1" dirty="0">
              <a:solidFill>
                <a:schemeClr val="accent2">
                  <a:lumMod val="75000"/>
                </a:schemeClr>
              </a:solidFill>
              <a:latin typeface="Times New Roman" panose="02020603050405020304" pitchFamily="18" charset="0"/>
            </a:endParaRPr>
          </a:p>
        </p:txBody>
      </p:sp>
      <p:sp>
        <p:nvSpPr>
          <p:cNvPr id="267293" name="直接连接符 267292"/>
          <p:cNvSpPr/>
          <p:nvPr/>
        </p:nvSpPr>
        <p:spPr>
          <a:xfrm>
            <a:off x="9839136" y="3222793"/>
            <a:ext cx="1384808" cy="868509"/>
          </a:xfrm>
          <a:prstGeom prst="line">
            <a:avLst/>
          </a:prstGeom>
          <a:ln w="38100" cap="sq" cmpd="sng">
            <a:solidFill>
              <a:srgbClr val="005400"/>
            </a:solidFill>
            <a:prstDash val="solid"/>
            <a:headEnd type="none" w="sm" len="sm"/>
            <a:tailEnd type="none" w="sm" len="sm"/>
          </a:ln>
        </p:spPr>
      </p:sp>
      <p:sp>
        <p:nvSpPr>
          <p:cNvPr id="267294" name="直接连接符 267293"/>
          <p:cNvSpPr/>
          <p:nvPr/>
        </p:nvSpPr>
        <p:spPr>
          <a:xfrm>
            <a:off x="7926795" y="4372291"/>
            <a:ext cx="1135440" cy="862013"/>
          </a:xfrm>
          <a:prstGeom prst="line">
            <a:avLst/>
          </a:prstGeom>
          <a:ln w="38100" cap="sq" cmpd="sng">
            <a:solidFill>
              <a:srgbClr val="005400"/>
            </a:solidFill>
            <a:prstDash val="solid"/>
            <a:headEnd type="none" w="sm" len="sm"/>
            <a:tailEnd type="none" w="sm" len="sm"/>
          </a:ln>
        </p:spPr>
      </p:sp>
      <p:sp>
        <p:nvSpPr>
          <p:cNvPr id="267296" name="直接连接符 267295"/>
          <p:cNvSpPr/>
          <p:nvPr/>
        </p:nvSpPr>
        <p:spPr>
          <a:xfrm flipH="1">
            <a:off x="5875081" y="4411981"/>
            <a:ext cx="1025220" cy="822323"/>
          </a:xfrm>
          <a:prstGeom prst="line">
            <a:avLst/>
          </a:prstGeom>
          <a:ln w="38100" cap="sq" cmpd="sng">
            <a:solidFill>
              <a:srgbClr val="005400"/>
            </a:solidFill>
            <a:prstDash val="solid"/>
            <a:headEnd type="none" w="sm" len="sm"/>
            <a:tailEnd type="none" w="sm" len="sm"/>
          </a:ln>
        </p:spPr>
      </p:sp>
      <p:sp>
        <p:nvSpPr>
          <p:cNvPr id="267299" name="直接连接符 267298"/>
          <p:cNvSpPr/>
          <p:nvPr/>
        </p:nvSpPr>
        <p:spPr>
          <a:xfrm flipH="1">
            <a:off x="7408609" y="3253505"/>
            <a:ext cx="1398059" cy="837800"/>
          </a:xfrm>
          <a:prstGeom prst="line">
            <a:avLst/>
          </a:prstGeom>
          <a:ln w="38100" cap="sq" cmpd="sng">
            <a:solidFill>
              <a:srgbClr val="005400"/>
            </a:solidFill>
            <a:prstDash val="solid"/>
            <a:headEnd type="none" w="sm" len="sm"/>
            <a:tailEnd type="none" w="sm" len="sm"/>
          </a:ln>
        </p:spPr>
      </p:sp>
      <p:cxnSp>
        <p:nvCxnSpPr>
          <p:cNvPr id="5" name="直接箭头连接符 4">
            <a:extLst>
              <a:ext uri="{FF2B5EF4-FFF2-40B4-BE49-F238E27FC236}">
                <a16:creationId xmlns:a16="http://schemas.microsoft.com/office/drawing/2014/main" id="{0F7F0138-9B9B-4B97-9C9B-A3157662E137}"/>
              </a:ext>
            </a:extLst>
          </p:cNvPr>
          <p:cNvCxnSpPr>
            <a:cxnSpLocks/>
          </p:cNvCxnSpPr>
          <p:nvPr/>
        </p:nvCxnSpPr>
        <p:spPr>
          <a:xfrm>
            <a:off x="8637190" y="2400618"/>
            <a:ext cx="0" cy="548626"/>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57" name="直接箭头连接符 56">
            <a:extLst>
              <a:ext uri="{FF2B5EF4-FFF2-40B4-BE49-F238E27FC236}">
                <a16:creationId xmlns:a16="http://schemas.microsoft.com/office/drawing/2014/main" id="{77C04A2A-EF26-4B58-820E-D94E62BA2E2E}"/>
              </a:ext>
            </a:extLst>
          </p:cNvPr>
          <p:cNvCxnSpPr>
            <a:cxnSpLocks/>
          </p:cNvCxnSpPr>
          <p:nvPr/>
        </p:nvCxnSpPr>
        <p:spPr>
          <a:xfrm flipH="1">
            <a:off x="6764194" y="3215033"/>
            <a:ext cx="1901989" cy="86674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7632356F-2878-463B-9323-1709F84300F7}"/>
              </a:ext>
            </a:extLst>
          </p:cNvPr>
          <p:cNvCxnSpPr>
            <a:cxnSpLocks/>
          </p:cNvCxnSpPr>
          <p:nvPr/>
        </p:nvCxnSpPr>
        <p:spPr>
          <a:xfrm flipH="1">
            <a:off x="5122037" y="4358005"/>
            <a:ext cx="1592201" cy="860661"/>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6C214A58-48A4-473A-8014-2765985E41AA}"/>
              </a:ext>
            </a:extLst>
          </p:cNvPr>
          <p:cNvCxnSpPr>
            <a:cxnSpLocks/>
          </p:cNvCxnSpPr>
          <p:nvPr/>
        </p:nvCxnSpPr>
        <p:spPr>
          <a:xfrm flipH="1">
            <a:off x="5127656" y="5250950"/>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0631596E-B816-428F-9A4F-72620763ECCA}"/>
              </a:ext>
            </a:extLst>
          </p:cNvPr>
          <p:cNvCxnSpPr>
            <a:cxnSpLocks/>
          </p:cNvCxnSpPr>
          <p:nvPr/>
        </p:nvCxnSpPr>
        <p:spPr>
          <a:xfrm>
            <a:off x="6178297" y="5673719"/>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95" name="连接符: 曲线 10">
            <a:extLst>
              <a:ext uri="{FF2B5EF4-FFF2-40B4-BE49-F238E27FC236}">
                <a16:creationId xmlns:a16="http://schemas.microsoft.com/office/drawing/2014/main" id="{00897316-572F-4B02-B407-B71A201C44F7}"/>
              </a:ext>
            </a:extLst>
          </p:cNvPr>
          <p:cNvCxnSpPr>
            <a:cxnSpLocks/>
          </p:cNvCxnSpPr>
          <p:nvPr/>
        </p:nvCxnSpPr>
        <p:spPr>
          <a:xfrm>
            <a:off x="6518526" y="5209813"/>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直接箭头连接符 98">
            <a:extLst>
              <a:ext uri="{FF2B5EF4-FFF2-40B4-BE49-F238E27FC236}">
                <a16:creationId xmlns:a16="http://schemas.microsoft.com/office/drawing/2014/main" id="{9120C23D-D25D-47D2-8D0C-AD4DECE6E40E}"/>
              </a:ext>
            </a:extLst>
          </p:cNvPr>
          <p:cNvCxnSpPr>
            <a:cxnSpLocks/>
          </p:cNvCxnSpPr>
          <p:nvPr/>
        </p:nvCxnSpPr>
        <p:spPr>
          <a:xfrm>
            <a:off x="9680275" y="3444661"/>
            <a:ext cx="821996" cy="64406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44" name="连接符: 肘形 143">
            <a:extLst>
              <a:ext uri="{FF2B5EF4-FFF2-40B4-BE49-F238E27FC236}">
                <a16:creationId xmlns:a16="http://schemas.microsoft.com/office/drawing/2014/main" id="{06A374C6-7C2E-430A-B2EE-F1C822EA76B2}"/>
              </a:ext>
            </a:extLst>
          </p:cNvPr>
          <p:cNvCxnSpPr>
            <a:cxnSpLocks/>
          </p:cNvCxnSpPr>
          <p:nvPr/>
        </p:nvCxnSpPr>
        <p:spPr>
          <a:xfrm flipH="1" flipV="1">
            <a:off x="8128328" y="4397108"/>
            <a:ext cx="1602753" cy="79327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5" name="直接连接符 124">
            <a:extLst>
              <a:ext uri="{FF2B5EF4-FFF2-40B4-BE49-F238E27FC236}">
                <a16:creationId xmlns:a16="http://schemas.microsoft.com/office/drawing/2014/main" id="{4B7C1DF7-4210-48B8-BDB6-394F76191D24}"/>
              </a:ext>
            </a:extLst>
          </p:cNvPr>
          <p:cNvCxnSpPr>
            <a:cxnSpLocks/>
            <a:stCxn id="11" idx="4"/>
          </p:cNvCxnSpPr>
          <p:nvPr/>
        </p:nvCxnSpPr>
        <p:spPr>
          <a:xfrm flipV="1">
            <a:off x="5492497" y="5767706"/>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72" name="连接符: 曲线 10">
            <a:extLst>
              <a:ext uri="{FF2B5EF4-FFF2-40B4-BE49-F238E27FC236}">
                <a16:creationId xmlns:a16="http://schemas.microsoft.com/office/drawing/2014/main" id="{6C6FE75C-2F65-4CD2-A207-DFA2DEAB2A13}"/>
              </a:ext>
            </a:extLst>
          </p:cNvPr>
          <p:cNvCxnSpPr>
            <a:cxnSpLocks/>
          </p:cNvCxnSpPr>
          <p:nvPr/>
        </p:nvCxnSpPr>
        <p:spPr>
          <a:xfrm>
            <a:off x="5497102" y="5702061"/>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68" name="组合 67">
            <a:extLst>
              <a:ext uri="{FF2B5EF4-FFF2-40B4-BE49-F238E27FC236}">
                <a16:creationId xmlns:a16="http://schemas.microsoft.com/office/drawing/2014/main" id="{ACA6644C-137C-48AE-AB8C-96ECEBCE0DFC}"/>
              </a:ext>
            </a:extLst>
          </p:cNvPr>
          <p:cNvGrpSpPr/>
          <p:nvPr/>
        </p:nvGrpSpPr>
        <p:grpSpPr>
          <a:xfrm>
            <a:off x="4659415" y="2116922"/>
            <a:ext cx="2339699" cy="1691573"/>
            <a:chOff x="8792830" y="4127480"/>
            <a:chExt cx="1810450" cy="1314341"/>
          </a:xfrm>
        </p:grpSpPr>
        <p:sp>
          <p:nvSpPr>
            <p:cNvPr id="69" name="直接连接符 278657">
              <a:extLst>
                <a:ext uri="{FF2B5EF4-FFF2-40B4-BE49-F238E27FC236}">
                  <a16:creationId xmlns:a16="http://schemas.microsoft.com/office/drawing/2014/main" id="{A821E5D7-3828-461C-AF37-5AECAE0A6BB4}"/>
                </a:ext>
              </a:extLst>
            </p:cNvPr>
            <p:cNvSpPr>
              <a:spLocks noChangeShapeType="1"/>
            </p:cNvSpPr>
            <p:nvPr/>
          </p:nvSpPr>
          <p:spPr bwMode="auto">
            <a:xfrm flipH="1">
              <a:off x="9474397" y="4378577"/>
              <a:ext cx="381001" cy="2637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p:nvSpPr>
            <p:cNvPr id="80" name="直接连接符 278657">
              <a:extLst>
                <a:ext uri="{FF2B5EF4-FFF2-40B4-BE49-F238E27FC236}">
                  <a16:creationId xmlns:a16="http://schemas.microsoft.com/office/drawing/2014/main" id="{728BD4C1-9BD9-4274-8304-71F4520D4C57}"/>
                </a:ext>
              </a:extLst>
            </p:cNvPr>
            <p:cNvSpPr>
              <a:spLocks noChangeShapeType="1"/>
            </p:cNvSpPr>
            <p:nvPr/>
          </p:nvSpPr>
          <p:spPr bwMode="auto">
            <a:xfrm flipH="1" flipV="1">
              <a:off x="9892086" y="4328158"/>
              <a:ext cx="519215" cy="4040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grpSp>
          <p:nvGrpSpPr>
            <p:cNvPr id="81" name="组合 80">
              <a:extLst>
                <a:ext uri="{FF2B5EF4-FFF2-40B4-BE49-F238E27FC236}">
                  <a16:creationId xmlns:a16="http://schemas.microsoft.com/office/drawing/2014/main" id="{FED30A4A-FF0B-454F-94DD-C65383EA2DCB}"/>
                </a:ext>
              </a:extLst>
            </p:cNvPr>
            <p:cNvGrpSpPr/>
            <p:nvPr/>
          </p:nvGrpSpPr>
          <p:grpSpPr>
            <a:xfrm>
              <a:off x="9681059" y="4127480"/>
              <a:ext cx="408780" cy="381001"/>
              <a:chOff x="2879793" y="1041760"/>
              <a:chExt cx="408780" cy="381001"/>
            </a:xfrm>
          </p:grpSpPr>
          <p:sp>
            <p:nvSpPr>
              <p:cNvPr id="98" name="椭圆 278653">
                <a:extLst>
                  <a:ext uri="{FF2B5EF4-FFF2-40B4-BE49-F238E27FC236}">
                    <a16:creationId xmlns:a16="http://schemas.microsoft.com/office/drawing/2014/main" id="{4D7FD598-2743-4BF0-8140-5AB393058498}"/>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100" name="矩形 278659">
                <a:extLst>
                  <a:ext uri="{FF2B5EF4-FFF2-40B4-BE49-F238E27FC236}">
                    <a16:creationId xmlns:a16="http://schemas.microsoft.com/office/drawing/2014/main" id="{65F1D957-97B7-4589-9191-2C74BB6F3F61}"/>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t>
                </a:r>
              </a:p>
            </p:txBody>
          </p:sp>
        </p:grpSp>
        <p:grpSp>
          <p:nvGrpSpPr>
            <p:cNvPr id="82" name="组合 81">
              <a:extLst>
                <a:ext uri="{FF2B5EF4-FFF2-40B4-BE49-F238E27FC236}">
                  <a16:creationId xmlns:a16="http://schemas.microsoft.com/office/drawing/2014/main" id="{91492B7D-FD47-4076-8673-AD2A7FF650E4}"/>
                </a:ext>
              </a:extLst>
            </p:cNvPr>
            <p:cNvGrpSpPr/>
            <p:nvPr/>
          </p:nvGrpSpPr>
          <p:grpSpPr>
            <a:xfrm>
              <a:off x="10194500" y="4554197"/>
              <a:ext cx="408780" cy="381001"/>
              <a:chOff x="2879793" y="1041760"/>
              <a:chExt cx="408780" cy="381001"/>
            </a:xfrm>
          </p:grpSpPr>
          <p:sp>
            <p:nvSpPr>
              <p:cNvPr id="96" name="椭圆 278653">
                <a:extLst>
                  <a:ext uri="{FF2B5EF4-FFF2-40B4-BE49-F238E27FC236}">
                    <a16:creationId xmlns:a16="http://schemas.microsoft.com/office/drawing/2014/main" id="{230A8FE0-5FCE-47E7-A1A1-C48CD185BD29}"/>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7" name="矩形 278659">
                <a:extLst>
                  <a:ext uri="{FF2B5EF4-FFF2-40B4-BE49-F238E27FC236}">
                    <a16:creationId xmlns:a16="http://schemas.microsoft.com/office/drawing/2014/main" id="{9A5111C8-B8F6-44B5-96E6-C16EEEA5C2C8}"/>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c</a:t>
                </a:r>
              </a:p>
            </p:txBody>
          </p:sp>
        </p:grpSp>
        <p:sp>
          <p:nvSpPr>
            <p:cNvPr id="83" name="直接连接符 278657">
              <a:extLst>
                <a:ext uri="{FF2B5EF4-FFF2-40B4-BE49-F238E27FC236}">
                  <a16:creationId xmlns:a16="http://schemas.microsoft.com/office/drawing/2014/main" id="{FE76FD2A-A903-46DD-8A24-4EAA1168F611}"/>
                </a:ext>
              </a:extLst>
            </p:cNvPr>
            <p:cNvSpPr>
              <a:spLocks noChangeShapeType="1"/>
            </p:cNvSpPr>
            <p:nvPr/>
          </p:nvSpPr>
          <p:spPr bwMode="auto">
            <a:xfrm flipH="1">
              <a:off x="8953179" y="4810237"/>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p:nvSpPr>
            <p:cNvPr id="84" name="直接连接符 278658">
              <a:extLst>
                <a:ext uri="{FF2B5EF4-FFF2-40B4-BE49-F238E27FC236}">
                  <a16:creationId xmlns:a16="http://schemas.microsoft.com/office/drawing/2014/main" id="{ADB56604-0B4B-4F1E-B06A-C30BF9B7B2D0}"/>
                </a:ext>
              </a:extLst>
            </p:cNvPr>
            <p:cNvSpPr>
              <a:spLocks noChangeShapeType="1"/>
            </p:cNvSpPr>
            <p:nvPr/>
          </p:nvSpPr>
          <p:spPr bwMode="auto">
            <a:xfrm>
              <a:off x="9442646" y="4802507"/>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grpSp>
          <p:nvGrpSpPr>
            <p:cNvPr id="85" name="组合 84">
              <a:extLst>
                <a:ext uri="{FF2B5EF4-FFF2-40B4-BE49-F238E27FC236}">
                  <a16:creationId xmlns:a16="http://schemas.microsoft.com/office/drawing/2014/main" id="{D11BA589-A885-4966-94E9-E544C7F9D071}"/>
                </a:ext>
              </a:extLst>
            </p:cNvPr>
            <p:cNvGrpSpPr/>
            <p:nvPr/>
          </p:nvGrpSpPr>
          <p:grpSpPr>
            <a:xfrm>
              <a:off x="9155435" y="4554197"/>
              <a:ext cx="408780" cy="381001"/>
              <a:chOff x="2879793" y="1041760"/>
              <a:chExt cx="408780" cy="381001"/>
            </a:xfrm>
          </p:grpSpPr>
          <p:sp>
            <p:nvSpPr>
              <p:cNvPr id="93" name="椭圆 278653">
                <a:extLst>
                  <a:ext uri="{FF2B5EF4-FFF2-40B4-BE49-F238E27FC236}">
                    <a16:creationId xmlns:a16="http://schemas.microsoft.com/office/drawing/2014/main" id="{5694E612-D214-4013-93FB-251CF3411CC6}"/>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4" name="矩形 278659">
                <a:extLst>
                  <a:ext uri="{FF2B5EF4-FFF2-40B4-BE49-F238E27FC236}">
                    <a16:creationId xmlns:a16="http://schemas.microsoft.com/office/drawing/2014/main" id="{AF7CF186-DC7B-4ACF-8753-976CEF2F870E}"/>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t>
                </a:r>
              </a:p>
            </p:txBody>
          </p:sp>
        </p:grpSp>
        <p:grpSp>
          <p:nvGrpSpPr>
            <p:cNvPr id="86" name="组合 85">
              <a:extLst>
                <a:ext uri="{FF2B5EF4-FFF2-40B4-BE49-F238E27FC236}">
                  <a16:creationId xmlns:a16="http://schemas.microsoft.com/office/drawing/2014/main" id="{823B1F1E-6FC0-419C-8BDC-E30B327EF626}"/>
                </a:ext>
              </a:extLst>
            </p:cNvPr>
            <p:cNvGrpSpPr/>
            <p:nvPr/>
          </p:nvGrpSpPr>
          <p:grpSpPr>
            <a:xfrm>
              <a:off x="8792830" y="5056496"/>
              <a:ext cx="408780" cy="381001"/>
              <a:chOff x="2879793" y="1041760"/>
              <a:chExt cx="408780" cy="381001"/>
            </a:xfrm>
          </p:grpSpPr>
          <p:sp>
            <p:nvSpPr>
              <p:cNvPr id="91" name="椭圆 278653">
                <a:extLst>
                  <a:ext uri="{FF2B5EF4-FFF2-40B4-BE49-F238E27FC236}">
                    <a16:creationId xmlns:a16="http://schemas.microsoft.com/office/drawing/2014/main" id="{B58F65E1-D787-4840-9E4B-D0CA22951E07}"/>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2" name="矩形 278659">
                <a:extLst>
                  <a:ext uri="{FF2B5EF4-FFF2-40B4-BE49-F238E27FC236}">
                    <a16:creationId xmlns:a16="http://schemas.microsoft.com/office/drawing/2014/main" id="{CEA1E8BC-CCD0-4B57-977E-DA58174EE06A}"/>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a:t>
                </a:r>
              </a:p>
            </p:txBody>
          </p:sp>
        </p:grpSp>
        <p:grpSp>
          <p:nvGrpSpPr>
            <p:cNvPr id="87" name="组合 86">
              <a:extLst>
                <a:ext uri="{FF2B5EF4-FFF2-40B4-BE49-F238E27FC236}">
                  <a16:creationId xmlns:a16="http://schemas.microsoft.com/office/drawing/2014/main" id="{4C8AD0D8-6207-4A42-9156-1E097EE92025}"/>
                </a:ext>
              </a:extLst>
            </p:cNvPr>
            <p:cNvGrpSpPr/>
            <p:nvPr/>
          </p:nvGrpSpPr>
          <p:grpSpPr>
            <a:xfrm>
              <a:off x="9536978" y="5060820"/>
              <a:ext cx="408780" cy="381001"/>
              <a:chOff x="2879793" y="1041760"/>
              <a:chExt cx="408780" cy="381001"/>
            </a:xfrm>
          </p:grpSpPr>
          <p:sp>
            <p:nvSpPr>
              <p:cNvPr id="88" name="椭圆 278653">
                <a:extLst>
                  <a:ext uri="{FF2B5EF4-FFF2-40B4-BE49-F238E27FC236}">
                    <a16:creationId xmlns:a16="http://schemas.microsoft.com/office/drawing/2014/main" id="{BBEA20BC-2078-4660-AC49-3181900D0ABF}"/>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89" name="矩形 278659">
                <a:extLst>
                  <a:ext uri="{FF2B5EF4-FFF2-40B4-BE49-F238E27FC236}">
                    <a16:creationId xmlns:a16="http://schemas.microsoft.com/office/drawing/2014/main" id="{1ABEA049-AA7C-4715-B777-3CA07CD5C465}"/>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b</a:t>
                </a:r>
              </a:p>
            </p:txBody>
          </p:sp>
        </p:grpSp>
      </p:grpSp>
      <p:sp>
        <p:nvSpPr>
          <p:cNvPr id="11" name="任意多边形: 形状 10">
            <a:extLst>
              <a:ext uri="{FF2B5EF4-FFF2-40B4-BE49-F238E27FC236}">
                <a16:creationId xmlns:a16="http://schemas.microsoft.com/office/drawing/2014/main" id="{A3C15290-DA92-430A-B742-CD61BA0ACB7A}"/>
              </a:ext>
            </a:extLst>
          </p:cNvPr>
          <p:cNvSpPr/>
          <p:nvPr/>
        </p:nvSpPr>
        <p:spPr>
          <a:xfrm>
            <a:off x="5134357" y="6194106"/>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a:extLst>
              <a:ext uri="{FF2B5EF4-FFF2-40B4-BE49-F238E27FC236}">
                <a16:creationId xmlns:a16="http://schemas.microsoft.com/office/drawing/2014/main" id="{3A0163D1-F692-49EB-A3F8-EE8382C10BA2}"/>
              </a:ext>
            </a:extLst>
          </p:cNvPr>
          <p:cNvSpPr/>
          <p:nvPr/>
        </p:nvSpPr>
        <p:spPr>
          <a:xfrm>
            <a:off x="6170856" y="6191761"/>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a:extLst>
              <a:ext uri="{FF2B5EF4-FFF2-40B4-BE49-F238E27FC236}">
                <a16:creationId xmlns:a16="http://schemas.microsoft.com/office/drawing/2014/main" id="{ABBFD9E8-4E43-416E-83A0-3DA25DBC1998}"/>
              </a:ext>
            </a:extLst>
          </p:cNvPr>
          <p:cNvCxnSpPr>
            <a:cxnSpLocks/>
          </p:cNvCxnSpPr>
          <p:nvPr/>
        </p:nvCxnSpPr>
        <p:spPr>
          <a:xfrm flipV="1">
            <a:off x="6523614" y="5767706"/>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3" name="连接符: 曲线 10">
            <a:extLst>
              <a:ext uri="{FF2B5EF4-FFF2-40B4-BE49-F238E27FC236}">
                <a16:creationId xmlns:a16="http://schemas.microsoft.com/office/drawing/2014/main" id="{F7FFAE52-01D8-4F83-B7AB-ED4410B169A1}"/>
              </a:ext>
            </a:extLst>
          </p:cNvPr>
          <p:cNvCxnSpPr>
            <a:cxnSpLocks/>
          </p:cNvCxnSpPr>
          <p:nvPr/>
        </p:nvCxnSpPr>
        <p:spPr>
          <a:xfrm>
            <a:off x="8057553" y="4088725"/>
            <a:ext cx="0" cy="34734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5" name="直接箭头连接符 104">
            <a:extLst>
              <a:ext uri="{FF2B5EF4-FFF2-40B4-BE49-F238E27FC236}">
                <a16:creationId xmlns:a16="http://schemas.microsoft.com/office/drawing/2014/main" id="{7C3D25A7-9E5A-4927-882C-D74FD5035EE6}"/>
              </a:ext>
            </a:extLst>
          </p:cNvPr>
          <p:cNvCxnSpPr>
            <a:cxnSpLocks/>
          </p:cNvCxnSpPr>
          <p:nvPr/>
        </p:nvCxnSpPr>
        <p:spPr>
          <a:xfrm flipH="1">
            <a:off x="8320279" y="5256397"/>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11A6A37D-30E4-4766-B31E-253552C139C9}"/>
              </a:ext>
            </a:extLst>
          </p:cNvPr>
          <p:cNvCxnSpPr>
            <a:cxnSpLocks/>
          </p:cNvCxnSpPr>
          <p:nvPr/>
        </p:nvCxnSpPr>
        <p:spPr>
          <a:xfrm>
            <a:off x="9371647" y="5687902"/>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7" name="连接符: 曲线 10">
            <a:extLst>
              <a:ext uri="{FF2B5EF4-FFF2-40B4-BE49-F238E27FC236}">
                <a16:creationId xmlns:a16="http://schemas.microsoft.com/office/drawing/2014/main" id="{3379ED89-7601-4756-909E-E640B84DA81D}"/>
              </a:ext>
            </a:extLst>
          </p:cNvPr>
          <p:cNvCxnSpPr>
            <a:cxnSpLocks/>
          </p:cNvCxnSpPr>
          <p:nvPr/>
        </p:nvCxnSpPr>
        <p:spPr>
          <a:xfrm>
            <a:off x="9711876" y="5223996"/>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8" name="直接连接符 107">
            <a:extLst>
              <a:ext uri="{FF2B5EF4-FFF2-40B4-BE49-F238E27FC236}">
                <a16:creationId xmlns:a16="http://schemas.microsoft.com/office/drawing/2014/main" id="{2C102C2D-D654-405F-B717-21F2B23F3FDF}"/>
              </a:ext>
            </a:extLst>
          </p:cNvPr>
          <p:cNvCxnSpPr>
            <a:cxnSpLocks/>
            <a:stCxn id="110" idx="4"/>
          </p:cNvCxnSpPr>
          <p:nvPr/>
        </p:nvCxnSpPr>
        <p:spPr>
          <a:xfrm flipV="1">
            <a:off x="8685847" y="5781889"/>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9" name="连接符: 曲线 10">
            <a:extLst>
              <a:ext uri="{FF2B5EF4-FFF2-40B4-BE49-F238E27FC236}">
                <a16:creationId xmlns:a16="http://schemas.microsoft.com/office/drawing/2014/main" id="{82EB863C-A1D3-4D33-927B-FD18148006C0}"/>
              </a:ext>
            </a:extLst>
          </p:cNvPr>
          <p:cNvCxnSpPr>
            <a:cxnSpLocks/>
          </p:cNvCxnSpPr>
          <p:nvPr/>
        </p:nvCxnSpPr>
        <p:spPr>
          <a:xfrm>
            <a:off x="8690452" y="5716244"/>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0" name="任意多边形: 形状 109">
            <a:extLst>
              <a:ext uri="{FF2B5EF4-FFF2-40B4-BE49-F238E27FC236}">
                <a16:creationId xmlns:a16="http://schemas.microsoft.com/office/drawing/2014/main" id="{22F7E526-35BB-4B26-AA0F-0A6540721606}"/>
              </a:ext>
            </a:extLst>
          </p:cNvPr>
          <p:cNvSpPr/>
          <p:nvPr/>
        </p:nvSpPr>
        <p:spPr>
          <a:xfrm>
            <a:off x="8327707" y="6208289"/>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任意多边形: 形状 110">
            <a:extLst>
              <a:ext uri="{FF2B5EF4-FFF2-40B4-BE49-F238E27FC236}">
                <a16:creationId xmlns:a16="http://schemas.microsoft.com/office/drawing/2014/main" id="{0E8385DB-8C19-43BC-AEF5-52FD0AD1631A}"/>
              </a:ext>
            </a:extLst>
          </p:cNvPr>
          <p:cNvSpPr/>
          <p:nvPr/>
        </p:nvSpPr>
        <p:spPr>
          <a:xfrm>
            <a:off x="9364206" y="6205944"/>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 name="直接连接符 111">
            <a:extLst>
              <a:ext uri="{FF2B5EF4-FFF2-40B4-BE49-F238E27FC236}">
                <a16:creationId xmlns:a16="http://schemas.microsoft.com/office/drawing/2014/main" id="{CFA21F6C-8B48-4D49-817D-225437634468}"/>
              </a:ext>
            </a:extLst>
          </p:cNvPr>
          <p:cNvCxnSpPr>
            <a:cxnSpLocks/>
          </p:cNvCxnSpPr>
          <p:nvPr/>
        </p:nvCxnSpPr>
        <p:spPr>
          <a:xfrm flipV="1">
            <a:off x="9716964" y="5781889"/>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3" name="直接箭头连接符 112">
            <a:extLst>
              <a:ext uri="{FF2B5EF4-FFF2-40B4-BE49-F238E27FC236}">
                <a16:creationId xmlns:a16="http://schemas.microsoft.com/office/drawing/2014/main" id="{F7647047-99AB-4231-8494-8D8C3B1E7714}"/>
              </a:ext>
            </a:extLst>
          </p:cNvPr>
          <p:cNvCxnSpPr>
            <a:cxnSpLocks/>
          </p:cNvCxnSpPr>
          <p:nvPr/>
        </p:nvCxnSpPr>
        <p:spPr>
          <a:xfrm flipH="1">
            <a:off x="10494843" y="4123007"/>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4" name="直接箭头连接符 113">
            <a:extLst>
              <a:ext uri="{FF2B5EF4-FFF2-40B4-BE49-F238E27FC236}">
                <a16:creationId xmlns:a16="http://schemas.microsoft.com/office/drawing/2014/main" id="{74729DC4-B1BE-43A3-BF44-E133746A823E}"/>
              </a:ext>
            </a:extLst>
          </p:cNvPr>
          <p:cNvCxnSpPr>
            <a:cxnSpLocks/>
          </p:cNvCxnSpPr>
          <p:nvPr/>
        </p:nvCxnSpPr>
        <p:spPr>
          <a:xfrm>
            <a:off x="11546211" y="4554512"/>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6" name="连接符: 曲线 10">
            <a:extLst>
              <a:ext uri="{FF2B5EF4-FFF2-40B4-BE49-F238E27FC236}">
                <a16:creationId xmlns:a16="http://schemas.microsoft.com/office/drawing/2014/main" id="{45A5A3DB-E7EC-4630-BEAC-863F3AE16CA4}"/>
              </a:ext>
            </a:extLst>
          </p:cNvPr>
          <p:cNvCxnSpPr>
            <a:cxnSpLocks/>
          </p:cNvCxnSpPr>
          <p:nvPr/>
        </p:nvCxnSpPr>
        <p:spPr>
          <a:xfrm>
            <a:off x="11886440" y="4090606"/>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76D12709-C07D-41B2-BD02-AE50BBF23601}"/>
              </a:ext>
            </a:extLst>
          </p:cNvPr>
          <p:cNvCxnSpPr>
            <a:cxnSpLocks/>
            <a:stCxn id="119" idx="4"/>
          </p:cNvCxnSpPr>
          <p:nvPr/>
        </p:nvCxnSpPr>
        <p:spPr>
          <a:xfrm flipV="1">
            <a:off x="10860411" y="4648499"/>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8" name="连接符: 曲线 10">
            <a:extLst>
              <a:ext uri="{FF2B5EF4-FFF2-40B4-BE49-F238E27FC236}">
                <a16:creationId xmlns:a16="http://schemas.microsoft.com/office/drawing/2014/main" id="{DE6B5E71-3A17-4248-B394-767699A5882E}"/>
              </a:ext>
            </a:extLst>
          </p:cNvPr>
          <p:cNvCxnSpPr>
            <a:cxnSpLocks/>
          </p:cNvCxnSpPr>
          <p:nvPr/>
        </p:nvCxnSpPr>
        <p:spPr>
          <a:xfrm>
            <a:off x="10872636" y="4567614"/>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9" name="任意多边形: 形状 118">
            <a:extLst>
              <a:ext uri="{FF2B5EF4-FFF2-40B4-BE49-F238E27FC236}">
                <a16:creationId xmlns:a16="http://schemas.microsoft.com/office/drawing/2014/main" id="{394500C4-CB73-4A8E-AD3D-67F89740C75A}"/>
              </a:ext>
            </a:extLst>
          </p:cNvPr>
          <p:cNvSpPr/>
          <p:nvPr/>
        </p:nvSpPr>
        <p:spPr>
          <a:xfrm>
            <a:off x="10502271" y="5074899"/>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任意多边形: 形状 119">
            <a:extLst>
              <a:ext uri="{FF2B5EF4-FFF2-40B4-BE49-F238E27FC236}">
                <a16:creationId xmlns:a16="http://schemas.microsoft.com/office/drawing/2014/main" id="{B827B8B5-4B4E-4314-B741-44F907490B8F}"/>
              </a:ext>
            </a:extLst>
          </p:cNvPr>
          <p:cNvSpPr/>
          <p:nvPr/>
        </p:nvSpPr>
        <p:spPr>
          <a:xfrm>
            <a:off x="11538770" y="5072554"/>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 name="直接连接符 120">
            <a:extLst>
              <a:ext uri="{FF2B5EF4-FFF2-40B4-BE49-F238E27FC236}">
                <a16:creationId xmlns:a16="http://schemas.microsoft.com/office/drawing/2014/main" id="{37327B9D-BA02-4936-B76A-06CD71B18BA9}"/>
              </a:ext>
            </a:extLst>
          </p:cNvPr>
          <p:cNvCxnSpPr>
            <a:cxnSpLocks/>
          </p:cNvCxnSpPr>
          <p:nvPr/>
        </p:nvCxnSpPr>
        <p:spPr>
          <a:xfrm flipV="1">
            <a:off x="11891528" y="4648499"/>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2" name="直接连接符 121">
            <a:extLst>
              <a:ext uri="{FF2B5EF4-FFF2-40B4-BE49-F238E27FC236}">
                <a16:creationId xmlns:a16="http://schemas.microsoft.com/office/drawing/2014/main" id="{E19A3109-A0EA-497C-858E-8DF0CB18E1B8}"/>
              </a:ext>
            </a:extLst>
          </p:cNvPr>
          <p:cNvCxnSpPr>
            <a:cxnSpLocks/>
          </p:cNvCxnSpPr>
          <p:nvPr/>
        </p:nvCxnSpPr>
        <p:spPr>
          <a:xfrm flipV="1">
            <a:off x="6528996" y="4605655"/>
            <a:ext cx="464641" cy="604158"/>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3" name="连接符: 曲线 10">
            <a:extLst>
              <a:ext uri="{FF2B5EF4-FFF2-40B4-BE49-F238E27FC236}">
                <a16:creationId xmlns:a16="http://schemas.microsoft.com/office/drawing/2014/main" id="{EE513D93-C263-4795-9EFD-FA432545885C}"/>
              </a:ext>
            </a:extLst>
          </p:cNvPr>
          <p:cNvCxnSpPr>
            <a:cxnSpLocks/>
          </p:cNvCxnSpPr>
          <p:nvPr/>
        </p:nvCxnSpPr>
        <p:spPr>
          <a:xfrm flipV="1">
            <a:off x="6991532" y="4554512"/>
            <a:ext cx="732991" cy="10875"/>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DF85CB99-34E2-449C-89C5-CB7C7B08E3C2}"/>
              </a:ext>
            </a:extLst>
          </p:cNvPr>
          <p:cNvCxnSpPr>
            <a:cxnSpLocks/>
          </p:cNvCxnSpPr>
          <p:nvPr/>
        </p:nvCxnSpPr>
        <p:spPr>
          <a:xfrm>
            <a:off x="7785794" y="4565387"/>
            <a:ext cx="534031" cy="67394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6" name="连接符: 肘形 143">
            <a:extLst>
              <a:ext uri="{FF2B5EF4-FFF2-40B4-BE49-F238E27FC236}">
                <a16:creationId xmlns:a16="http://schemas.microsoft.com/office/drawing/2014/main" id="{1A9B1297-6D0A-4CF2-9B41-D69C22D53C6A}"/>
              </a:ext>
            </a:extLst>
          </p:cNvPr>
          <p:cNvCxnSpPr>
            <a:cxnSpLocks/>
          </p:cNvCxnSpPr>
          <p:nvPr/>
        </p:nvCxnSpPr>
        <p:spPr>
          <a:xfrm flipH="1" flipV="1">
            <a:off x="10051798" y="3222794"/>
            <a:ext cx="1822654" cy="84678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497382E3-B803-45A6-AFBC-79BB063575F7}"/>
              </a:ext>
            </a:extLst>
          </p:cNvPr>
          <p:cNvCxnSpPr>
            <a:cxnSpLocks/>
          </p:cNvCxnSpPr>
          <p:nvPr/>
        </p:nvCxnSpPr>
        <p:spPr>
          <a:xfrm flipV="1">
            <a:off x="8057553" y="3468166"/>
            <a:ext cx="872229" cy="601291"/>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8" name="连接符: 曲线 10">
            <a:extLst>
              <a:ext uri="{FF2B5EF4-FFF2-40B4-BE49-F238E27FC236}">
                <a16:creationId xmlns:a16="http://schemas.microsoft.com/office/drawing/2014/main" id="{F3C262F1-D25B-41DB-A485-C6A52F337A31}"/>
              </a:ext>
            </a:extLst>
          </p:cNvPr>
          <p:cNvCxnSpPr>
            <a:cxnSpLocks/>
          </p:cNvCxnSpPr>
          <p:nvPr/>
        </p:nvCxnSpPr>
        <p:spPr>
          <a:xfrm flipV="1">
            <a:off x="8927677" y="3417024"/>
            <a:ext cx="732991" cy="10874"/>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1" name="连接符: 曲线 10">
            <a:extLst>
              <a:ext uri="{FF2B5EF4-FFF2-40B4-BE49-F238E27FC236}">
                <a16:creationId xmlns:a16="http://schemas.microsoft.com/office/drawing/2014/main" id="{FEBA9159-88EC-4A02-9DC5-F38E31541BA2}"/>
              </a:ext>
            </a:extLst>
          </p:cNvPr>
          <p:cNvCxnSpPr>
            <a:cxnSpLocks/>
          </p:cNvCxnSpPr>
          <p:nvPr/>
        </p:nvCxnSpPr>
        <p:spPr>
          <a:xfrm>
            <a:off x="6707970" y="4073485"/>
            <a:ext cx="0" cy="34734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连接符: 曲线 10">
            <a:extLst>
              <a:ext uri="{FF2B5EF4-FFF2-40B4-BE49-F238E27FC236}">
                <a16:creationId xmlns:a16="http://schemas.microsoft.com/office/drawing/2014/main" id="{952AFD24-8C5C-4F99-93AD-F10EF80A6398}"/>
              </a:ext>
            </a:extLst>
          </p:cNvPr>
          <p:cNvCxnSpPr>
            <a:cxnSpLocks/>
          </p:cNvCxnSpPr>
          <p:nvPr/>
        </p:nvCxnSpPr>
        <p:spPr>
          <a:xfrm>
            <a:off x="8635364" y="2943274"/>
            <a:ext cx="0" cy="27175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2" name="直接连接符 141">
            <a:extLst>
              <a:ext uri="{FF2B5EF4-FFF2-40B4-BE49-F238E27FC236}">
                <a16:creationId xmlns:a16="http://schemas.microsoft.com/office/drawing/2014/main" id="{2161941D-E1B6-4F41-A06D-DF4F99C380CA}"/>
              </a:ext>
            </a:extLst>
          </p:cNvPr>
          <p:cNvCxnSpPr>
            <a:cxnSpLocks/>
          </p:cNvCxnSpPr>
          <p:nvPr/>
        </p:nvCxnSpPr>
        <p:spPr>
          <a:xfrm flipV="1">
            <a:off x="9977793" y="2440674"/>
            <a:ext cx="0" cy="774331"/>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sp>
        <p:nvSpPr>
          <p:cNvPr id="42" name="矩形: 圆角 41">
            <a:extLst>
              <a:ext uri="{FF2B5EF4-FFF2-40B4-BE49-F238E27FC236}">
                <a16:creationId xmlns:a16="http://schemas.microsoft.com/office/drawing/2014/main" id="{CA755D44-1EF8-4985-A8F5-04EE3CBD8782}"/>
              </a:ext>
            </a:extLst>
          </p:cNvPr>
          <p:cNvSpPr/>
          <p:nvPr/>
        </p:nvSpPr>
        <p:spPr>
          <a:xfrm>
            <a:off x="1353001" y="235114"/>
            <a:ext cx="5602967" cy="59893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二叉树三种遍历过程演示</a:t>
            </a:r>
            <a:r>
              <a:rPr lang="en-US" altLang="zh-CN" sz="2400" b="1" dirty="0">
                <a:solidFill>
                  <a:srgbClr val="002060"/>
                </a:solidFill>
                <a:effectLst>
                  <a:outerShdw blurRad="38100" dist="38100" dir="2700000" algn="tl">
                    <a:srgbClr val="000000">
                      <a:alpha val="43137"/>
                    </a:srgbClr>
                  </a:outerShdw>
                </a:effectLst>
              </a:rPr>
              <a:t>——</a:t>
            </a:r>
            <a:r>
              <a:rPr lang="zh-CN" altLang="en-US" sz="2400" b="1" dirty="0">
                <a:solidFill>
                  <a:srgbClr val="C00000"/>
                </a:solidFill>
                <a:effectLst>
                  <a:outerShdw blurRad="38100" dist="38100" dir="2700000" algn="tl">
                    <a:srgbClr val="000000">
                      <a:alpha val="43137"/>
                    </a:srgbClr>
                  </a:outerShdw>
                </a:effectLst>
              </a:rPr>
              <a:t>中序遍历</a:t>
            </a:r>
          </a:p>
        </p:txBody>
      </p:sp>
      <p:sp>
        <p:nvSpPr>
          <p:cNvPr id="150" name="文本框 149">
            <a:extLst>
              <a:ext uri="{FF2B5EF4-FFF2-40B4-BE49-F238E27FC236}">
                <a16:creationId xmlns:a16="http://schemas.microsoft.com/office/drawing/2014/main" id="{95BB25AE-8C62-4815-97EF-CB12B6FA333B}"/>
              </a:ext>
            </a:extLst>
          </p:cNvPr>
          <p:cNvSpPr txBox="1"/>
          <p:nvPr/>
        </p:nvSpPr>
        <p:spPr>
          <a:xfrm>
            <a:off x="616336" y="2253874"/>
            <a:ext cx="3326346" cy="1937838"/>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Trav(</a:t>
            </a:r>
            <a:r>
              <a:rPr lang="en-US" altLang="zh-CN" b="1" dirty="0" err="1">
                <a:latin typeface="Courier New" panose="02070309020205020404" pitchFamily="49" charset="0"/>
                <a:cs typeface="Courier New" panose="02070309020205020404" pitchFamily="49" charset="0"/>
              </a:rPr>
              <a:t>BiTree</a:t>
            </a:r>
            <a:r>
              <a:rPr lang="en-US" altLang="zh-CN" b="1" dirty="0">
                <a:latin typeface="Courier New" panose="02070309020205020404" pitchFamily="49" charset="0"/>
                <a:cs typeface="Courier New" panose="02070309020205020404" pitchFamily="49" charset="0"/>
              </a:rPr>
              <a:t> 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 ( T )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152" name="文本框 151">
            <a:extLst>
              <a:ext uri="{FF2B5EF4-FFF2-40B4-BE49-F238E27FC236}">
                <a16:creationId xmlns:a16="http://schemas.microsoft.com/office/drawing/2014/main" id="{6E48284B-31F2-44FE-BD9A-239E76E9F10B}"/>
              </a:ext>
            </a:extLst>
          </p:cNvPr>
          <p:cNvSpPr txBox="1"/>
          <p:nvPr/>
        </p:nvSpPr>
        <p:spPr>
          <a:xfrm>
            <a:off x="1159872" y="3810640"/>
            <a:ext cx="2849409" cy="369332"/>
          </a:xfrm>
          <a:prstGeom prst="rect">
            <a:avLst/>
          </a:prstGeom>
          <a:noFill/>
        </p:spPr>
        <p:txBody>
          <a:bodyPr wrap="square">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6.3 </a:t>
            </a:r>
            <a:r>
              <a:rPr lang="zh-CN" altLang="en-US" b="1" dirty="0">
                <a:solidFill>
                  <a:srgbClr val="041ABC"/>
                </a:solidFill>
                <a:effectLst>
                  <a:outerShdw blurRad="38100" dist="38100" dir="2700000" algn="tl">
                    <a:srgbClr val="000000">
                      <a:alpha val="43137"/>
                    </a:srgbClr>
                  </a:outerShdw>
                </a:effectLst>
              </a:rPr>
              <a:t>先序遍历</a:t>
            </a:r>
            <a:endParaRPr lang="zh-CN" altLang="en-US" dirty="0">
              <a:solidFill>
                <a:srgbClr val="041ABC"/>
              </a:solidFill>
            </a:endParaRPr>
          </a:p>
        </p:txBody>
      </p:sp>
      <p:sp>
        <p:nvSpPr>
          <p:cNvPr id="154" name="文本框 153">
            <a:extLst>
              <a:ext uri="{FF2B5EF4-FFF2-40B4-BE49-F238E27FC236}">
                <a16:creationId xmlns:a16="http://schemas.microsoft.com/office/drawing/2014/main" id="{48911E5F-25A5-4F09-BEA5-F4C676113B20}"/>
              </a:ext>
            </a:extLst>
          </p:cNvPr>
          <p:cNvSpPr txBox="1"/>
          <p:nvPr/>
        </p:nvSpPr>
        <p:spPr>
          <a:xfrm>
            <a:off x="1224698" y="2771484"/>
            <a:ext cx="2363023" cy="369332"/>
          </a:xfrm>
          <a:prstGeom prst="rect">
            <a:avLst/>
          </a:prstGeom>
          <a:noFill/>
        </p:spPr>
        <p:txBody>
          <a:bodyPr wrap="square">
            <a:spAutoFit/>
          </a:bodyPr>
          <a:lstStyle/>
          <a:p>
            <a:r>
              <a:rPr lang="en-US" altLang="zh-CN"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Visit(T-&gt;data);</a:t>
            </a:r>
          </a:p>
        </p:txBody>
      </p:sp>
      <p:sp>
        <p:nvSpPr>
          <p:cNvPr id="156" name="文本框 155">
            <a:extLst>
              <a:ext uri="{FF2B5EF4-FFF2-40B4-BE49-F238E27FC236}">
                <a16:creationId xmlns:a16="http://schemas.microsoft.com/office/drawing/2014/main" id="{73012F1D-80B6-40E3-8F08-2E14B591A7FF}"/>
              </a:ext>
            </a:extLst>
          </p:cNvPr>
          <p:cNvSpPr txBox="1"/>
          <p:nvPr/>
        </p:nvSpPr>
        <p:spPr>
          <a:xfrm>
            <a:off x="1224698" y="3046748"/>
            <a:ext cx="2445865"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l</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158" name="文本框 157">
            <a:extLst>
              <a:ext uri="{FF2B5EF4-FFF2-40B4-BE49-F238E27FC236}">
                <a16:creationId xmlns:a16="http://schemas.microsoft.com/office/drawing/2014/main" id="{DE961EFF-BFB1-47FD-BFDB-8DB1F549FFB9}"/>
              </a:ext>
            </a:extLst>
          </p:cNvPr>
          <p:cNvSpPr txBox="1"/>
          <p:nvPr/>
        </p:nvSpPr>
        <p:spPr>
          <a:xfrm>
            <a:off x="1224698" y="3329242"/>
            <a:ext cx="2549252"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r</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48" name="文本框 47">
            <a:extLst>
              <a:ext uri="{FF2B5EF4-FFF2-40B4-BE49-F238E27FC236}">
                <a16:creationId xmlns:a16="http://schemas.microsoft.com/office/drawing/2014/main" id="{06470CD0-50C2-46D3-91DF-D4FC9ED1C14F}"/>
              </a:ext>
            </a:extLst>
          </p:cNvPr>
          <p:cNvSpPr txBox="1"/>
          <p:nvPr/>
        </p:nvSpPr>
        <p:spPr>
          <a:xfrm>
            <a:off x="619500" y="1046317"/>
            <a:ext cx="8027532" cy="761427"/>
          </a:xfrm>
          <a:prstGeom prst="rect">
            <a:avLst/>
          </a:prstGeom>
          <a:noFill/>
        </p:spPr>
        <p:txBody>
          <a:bodyPr wrap="square" rtlCol="0">
            <a:spAutoFit/>
          </a:bodyPr>
          <a:lstStyle/>
          <a:p>
            <a:pPr>
              <a:lnSpc>
                <a:spcPct val="130000"/>
              </a:lnSpc>
            </a:pPr>
            <a:r>
              <a:rPr lang="zh-CN" altLang="en-US" b="1" dirty="0">
                <a:latin typeface="宋体" panose="02010600030101010101" pitchFamily="2" charset="-122"/>
                <a:ea typeface="宋体" panose="02010600030101010101" pitchFamily="2" charset="-122"/>
              </a:rPr>
              <a:t>对这棵二叉树依次进行</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先序</a:t>
            </a:r>
            <a:r>
              <a:rPr lang="zh-CN" altLang="en-US" b="1" dirty="0">
                <a:latin typeface="宋体" panose="02010600030101010101" pitchFamily="2" charset="-122"/>
                <a:ea typeface="宋体" panose="02010600030101010101" pitchFamily="2" charset="-122"/>
              </a:rPr>
              <a:t>、</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中序</a:t>
            </a:r>
            <a:r>
              <a:rPr lang="zh-CN" altLang="en-US" b="1" dirty="0">
                <a:latin typeface="宋体" panose="02010600030101010101" pitchFamily="2" charset="-122"/>
                <a:ea typeface="宋体" panose="02010600030101010101" pitchFamily="2" charset="-122"/>
              </a:rPr>
              <a:t>和</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后序遍历</a:t>
            </a:r>
            <a:r>
              <a:rPr lang="zh-CN" altLang="en-US" b="1" dirty="0">
                <a:latin typeface="宋体" panose="02010600030101010101" pitchFamily="2" charset="-122"/>
                <a:ea typeface="宋体" panose="02010600030101010101" pitchFamily="2" charset="-122"/>
              </a:rPr>
              <a:t>（所列算法是简化版本）。</a:t>
            </a:r>
            <a:endParaRPr lang="en-US" altLang="zh-CN" b="1" dirty="0">
              <a:latin typeface="宋体" panose="02010600030101010101" pitchFamily="2" charset="-122"/>
              <a:ea typeface="宋体" panose="02010600030101010101" pitchFamily="2" charset="-122"/>
            </a:endParaRPr>
          </a:p>
          <a:p>
            <a:pPr>
              <a:lnSpc>
                <a:spcPct val="130000"/>
              </a:lnSpc>
            </a:pPr>
            <a:r>
              <a:rPr lang="zh-CN" altLang="en-US" b="1" dirty="0">
                <a:latin typeface="宋体" panose="02010600030101010101" pitchFamily="2" charset="-122"/>
                <a:ea typeface="宋体" panose="02010600030101010101" pitchFamily="2" charset="-122"/>
              </a:rPr>
              <a:t>观察指针参数</a:t>
            </a:r>
            <a:r>
              <a:rPr lang="en-US" altLang="zh-CN" b="1" dirty="0">
                <a:latin typeface="宋体" panose="02010600030101010101" pitchFamily="2" charset="-122"/>
                <a:ea typeface="宋体" panose="02010600030101010101" pitchFamily="2" charset="-122"/>
              </a:rPr>
              <a:t>T</a:t>
            </a:r>
            <a:r>
              <a:rPr lang="zh-CN" altLang="en-US" b="1" dirty="0">
                <a:latin typeface="宋体" panose="02010600030101010101" pitchFamily="2" charset="-122"/>
                <a:ea typeface="宋体" panose="02010600030101010101" pitchFamily="2" charset="-122"/>
              </a:rPr>
              <a:t>层层递归“传递</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返回”走过</a:t>
            </a:r>
            <a:r>
              <a:rPr lang="zh-CN" altLang="en-US" b="1" dirty="0">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轨迹</a:t>
            </a:r>
            <a:r>
              <a:rPr lang="zh-CN" altLang="en-US" b="1" dirty="0">
                <a:latin typeface="宋体" panose="02010600030101010101" pitchFamily="2" charset="-122"/>
                <a:ea typeface="宋体" panose="02010600030101010101" pitchFamily="2" charset="-122"/>
              </a:rPr>
              <a:t>（算法底色表示递归层次）。</a:t>
            </a:r>
          </a:p>
        </p:txBody>
      </p:sp>
      <p:grpSp>
        <p:nvGrpSpPr>
          <p:cNvPr id="53" name="组合 52">
            <a:extLst>
              <a:ext uri="{FF2B5EF4-FFF2-40B4-BE49-F238E27FC236}">
                <a16:creationId xmlns:a16="http://schemas.microsoft.com/office/drawing/2014/main" id="{9D5C2823-C5F2-4E95-86CE-0DA317E69041}"/>
              </a:ext>
            </a:extLst>
          </p:cNvPr>
          <p:cNvGrpSpPr/>
          <p:nvPr/>
        </p:nvGrpSpPr>
        <p:grpSpPr>
          <a:xfrm>
            <a:off x="8261108" y="1974333"/>
            <a:ext cx="369012" cy="463964"/>
            <a:chOff x="6200945" y="598811"/>
            <a:chExt cx="369012" cy="463964"/>
          </a:xfrm>
        </p:grpSpPr>
        <p:sp>
          <p:nvSpPr>
            <p:cNvPr id="49" name="文本框 48">
              <a:extLst>
                <a:ext uri="{FF2B5EF4-FFF2-40B4-BE49-F238E27FC236}">
                  <a16:creationId xmlns:a16="http://schemas.microsoft.com/office/drawing/2014/main" id="{3248A69B-6CFB-46E7-8432-B2916DC5FE10}"/>
                </a:ext>
              </a:extLst>
            </p:cNvPr>
            <p:cNvSpPr txBox="1"/>
            <p:nvPr/>
          </p:nvSpPr>
          <p:spPr>
            <a:xfrm>
              <a:off x="6200945" y="598811"/>
              <a:ext cx="369012" cy="461665"/>
            </a:xfrm>
            <a:prstGeom prst="rect">
              <a:avLst/>
            </a:prstGeom>
            <a:noFill/>
          </p:spPr>
          <p:txBody>
            <a:bodyPr wrap="none" rtlCol="0">
              <a:spAutoFit/>
            </a:bodyPr>
            <a:lstStyle/>
            <a:p>
              <a:r>
                <a:rPr lang="en-US" altLang="zh-CN" sz="2400" b="1" dirty="0">
                  <a:latin typeface="Courier New" panose="02070309020205020404" pitchFamily="49" charset="0"/>
                  <a:cs typeface="Courier New" panose="02070309020205020404" pitchFamily="49" charset="0"/>
                </a:rPr>
                <a:t>T</a:t>
              </a:r>
              <a:endParaRPr lang="zh-CN" altLang="en-US" sz="2400" b="1" dirty="0">
                <a:latin typeface="Courier New" panose="02070309020205020404" pitchFamily="49" charset="0"/>
                <a:cs typeface="Courier New" panose="02070309020205020404" pitchFamily="49" charset="0"/>
              </a:endParaRPr>
            </a:p>
          </p:txBody>
        </p:sp>
        <p:cxnSp>
          <p:nvCxnSpPr>
            <p:cNvPr id="51" name="直接箭头连接符 50">
              <a:extLst>
                <a:ext uri="{FF2B5EF4-FFF2-40B4-BE49-F238E27FC236}">
                  <a16:creationId xmlns:a16="http://schemas.microsoft.com/office/drawing/2014/main" id="{F6E7F043-33F8-427D-AD67-CA4535AAA520}"/>
                </a:ext>
              </a:extLst>
            </p:cNvPr>
            <p:cNvCxnSpPr>
              <a:stCxn id="49"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AA3A7577-84FD-4109-87CA-DD91A76CE143}"/>
              </a:ext>
            </a:extLst>
          </p:cNvPr>
          <p:cNvGrpSpPr/>
          <p:nvPr/>
        </p:nvGrpSpPr>
        <p:grpSpPr>
          <a:xfrm>
            <a:off x="6439314" y="3605493"/>
            <a:ext cx="369012" cy="463964"/>
            <a:chOff x="6200945" y="598811"/>
            <a:chExt cx="369012" cy="463964"/>
          </a:xfrm>
        </p:grpSpPr>
        <p:sp>
          <p:nvSpPr>
            <p:cNvPr id="166" name="文本框 165">
              <a:extLst>
                <a:ext uri="{FF2B5EF4-FFF2-40B4-BE49-F238E27FC236}">
                  <a16:creationId xmlns:a16="http://schemas.microsoft.com/office/drawing/2014/main" id="{D4A4AD4B-C37E-4151-A1A4-01FEFF65BBBB}"/>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68" name="直接箭头连接符 167">
              <a:extLst>
                <a:ext uri="{FF2B5EF4-FFF2-40B4-BE49-F238E27FC236}">
                  <a16:creationId xmlns:a16="http://schemas.microsoft.com/office/drawing/2014/main" id="{73270879-344A-4B1F-B963-7914791E7C58}"/>
                </a:ext>
              </a:extLst>
            </p:cNvPr>
            <p:cNvCxnSpPr>
              <a:stCxn id="166"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69" name="组合 168">
            <a:extLst>
              <a:ext uri="{FF2B5EF4-FFF2-40B4-BE49-F238E27FC236}">
                <a16:creationId xmlns:a16="http://schemas.microsoft.com/office/drawing/2014/main" id="{7D6900EE-AEF7-4B3C-A8ED-8D9117E45BE1}"/>
              </a:ext>
            </a:extLst>
          </p:cNvPr>
          <p:cNvGrpSpPr/>
          <p:nvPr/>
        </p:nvGrpSpPr>
        <p:grpSpPr>
          <a:xfrm>
            <a:off x="4789421" y="4721050"/>
            <a:ext cx="369012" cy="463964"/>
            <a:chOff x="6200945" y="598811"/>
            <a:chExt cx="369012" cy="463964"/>
          </a:xfrm>
        </p:grpSpPr>
        <p:sp>
          <p:nvSpPr>
            <p:cNvPr id="170" name="文本框 169">
              <a:extLst>
                <a:ext uri="{FF2B5EF4-FFF2-40B4-BE49-F238E27FC236}">
                  <a16:creationId xmlns:a16="http://schemas.microsoft.com/office/drawing/2014/main" id="{896E4DB9-C052-4F07-898D-67C230F4FBC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71" name="直接箭头连接符 170">
              <a:extLst>
                <a:ext uri="{FF2B5EF4-FFF2-40B4-BE49-F238E27FC236}">
                  <a16:creationId xmlns:a16="http://schemas.microsoft.com/office/drawing/2014/main" id="{9CBEEF20-D0FC-47A8-BB3F-039C7733C435}"/>
                </a:ext>
              </a:extLst>
            </p:cNvPr>
            <p:cNvCxnSpPr>
              <a:stCxn id="170"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2" name="组合 171">
            <a:extLst>
              <a:ext uri="{FF2B5EF4-FFF2-40B4-BE49-F238E27FC236}">
                <a16:creationId xmlns:a16="http://schemas.microsoft.com/office/drawing/2014/main" id="{19D6C711-5909-4A68-9D34-47C604CEC8B1}"/>
              </a:ext>
            </a:extLst>
          </p:cNvPr>
          <p:cNvGrpSpPr/>
          <p:nvPr/>
        </p:nvGrpSpPr>
        <p:grpSpPr>
          <a:xfrm>
            <a:off x="4749819" y="6001042"/>
            <a:ext cx="369012" cy="463964"/>
            <a:chOff x="6200945" y="598811"/>
            <a:chExt cx="369012" cy="463964"/>
          </a:xfrm>
        </p:grpSpPr>
        <p:sp>
          <p:nvSpPr>
            <p:cNvPr id="173" name="文本框 172">
              <a:extLst>
                <a:ext uri="{FF2B5EF4-FFF2-40B4-BE49-F238E27FC236}">
                  <a16:creationId xmlns:a16="http://schemas.microsoft.com/office/drawing/2014/main" id="{2AEF7ACE-C624-4D82-BDFA-00002D4DA7E0}"/>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74" name="直接箭头连接符 173">
              <a:extLst>
                <a:ext uri="{FF2B5EF4-FFF2-40B4-BE49-F238E27FC236}">
                  <a16:creationId xmlns:a16="http://schemas.microsoft.com/office/drawing/2014/main" id="{61D6434A-BBF3-460B-AAE6-A1167F74FA99}"/>
                </a:ext>
              </a:extLst>
            </p:cNvPr>
            <p:cNvCxnSpPr>
              <a:stCxn id="173"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5" name="组合 174">
            <a:extLst>
              <a:ext uri="{FF2B5EF4-FFF2-40B4-BE49-F238E27FC236}">
                <a16:creationId xmlns:a16="http://schemas.microsoft.com/office/drawing/2014/main" id="{EC3BB433-0D2D-4C02-BCFE-67A766A4AA44}"/>
              </a:ext>
            </a:extLst>
          </p:cNvPr>
          <p:cNvGrpSpPr/>
          <p:nvPr/>
        </p:nvGrpSpPr>
        <p:grpSpPr>
          <a:xfrm>
            <a:off x="5800702" y="6001042"/>
            <a:ext cx="369012" cy="463964"/>
            <a:chOff x="6200945" y="598811"/>
            <a:chExt cx="369012" cy="463964"/>
          </a:xfrm>
        </p:grpSpPr>
        <p:sp>
          <p:nvSpPr>
            <p:cNvPr id="176" name="文本框 175">
              <a:extLst>
                <a:ext uri="{FF2B5EF4-FFF2-40B4-BE49-F238E27FC236}">
                  <a16:creationId xmlns:a16="http://schemas.microsoft.com/office/drawing/2014/main" id="{31D85DF4-A92B-4FE3-B699-0F21D155293C}"/>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77" name="直接箭头连接符 176">
              <a:extLst>
                <a:ext uri="{FF2B5EF4-FFF2-40B4-BE49-F238E27FC236}">
                  <a16:creationId xmlns:a16="http://schemas.microsoft.com/office/drawing/2014/main" id="{4BEBEB9C-71FD-4AA8-A98C-5310E0C4A972}"/>
                </a:ext>
              </a:extLst>
            </p:cNvPr>
            <p:cNvCxnSpPr>
              <a:stCxn id="176"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8" name="组合 177">
            <a:extLst>
              <a:ext uri="{FF2B5EF4-FFF2-40B4-BE49-F238E27FC236}">
                <a16:creationId xmlns:a16="http://schemas.microsoft.com/office/drawing/2014/main" id="{37597A26-CD74-4044-B19A-7875FB5DBF81}"/>
              </a:ext>
            </a:extLst>
          </p:cNvPr>
          <p:cNvGrpSpPr/>
          <p:nvPr/>
        </p:nvGrpSpPr>
        <p:grpSpPr>
          <a:xfrm>
            <a:off x="8105059" y="4772856"/>
            <a:ext cx="369012" cy="463964"/>
            <a:chOff x="6200945" y="598811"/>
            <a:chExt cx="369012" cy="463964"/>
          </a:xfrm>
        </p:grpSpPr>
        <p:sp>
          <p:nvSpPr>
            <p:cNvPr id="179" name="文本框 178">
              <a:extLst>
                <a:ext uri="{FF2B5EF4-FFF2-40B4-BE49-F238E27FC236}">
                  <a16:creationId xmlns:a16="http://schemas.microsoft.com/office/drawing/2014/main" id="{5BF4E60B-8876-4403-BA65-42AC4BC16E10}"/>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80" name="直接箭头连接符 179">
              <a:extLst>
                <a:ext uri="{FF2B5EF4-FFF2-40B4-BE49-F238E27FC236}">
                  <a16:creationId xmlns:a16="http://schemas.microsoft.com/office/drawing/2014/main" id="{44834D51-264C-4D6F-9822-959E7D47A471}"/>
                </a:ext>
              </a:extLst>
            </p:cNvPr>
            <p:cNvCxnSpPr>
              <a:stCxn id="179"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1" name="组合 180">
            <a:extLst>
              <a:ext uri="{FF2B5EF4-FFF2-40B4-BE49-F238E27FC236}">
                <a16:creationId xmlns:a16="http://schemas.microsoft.com/office/drawing/2014/main" id="{FF02916E-5DCC-4D00-8E31-2D11ECFED46E}"/>
              </a:ext>
            </a:extLst>
          </p:cNvPr>
          <p:cNvGrpSpPr/>
          <p:nvPr/>
        </p:nvGrpSpPr>
        <p:grpSpPr>
          <a:xfrm>
            <a:off x="7945886" y="6010180"/>
            <a:ext cx="369012" cy="463964"/>
            <a:chOff x="6200945" y="598811"/>
            <a:chExt cx="369012" cy="463964"/>
          </a:xfrm>
        </p:grpSpPr>
        <p:sp>
          <p:nvSpPr>
            <p:cNvPr id="182" name="文本框 181">
              <a:extLst>
                <a:ext uri="{FF2B5EF4-FFF2-40B4-BE49-F238E27FC236}">
                  <a16:creationId xmlns:a16="http://schemas.microsoft.com/office/drawing/2014/main" id="{898F7FE4-B60B-4DE6-867A-0CDBBC33A308}"/>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83" name="直接箭头连接符 182">
              <a:extLst>
                <a:ext uri="{FF2B5EF4-FFF2-40B4-BE49-F238E27FC236}">
                  <a16:creationId xmlns:a16="http://schemas.microsoft.com/office/drawing/2014/main" id="{BC465D80-8E50-4259-9F11-FBF8A1DBE817}"/>
                </a:ext>
              </a:extLst>
            </p:cNvPr>
            <p:cNvCxnSpPr>
              <a:stCxn id="182"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4" name="组合 183">
            <a:extLst>
              <a:ext uri="{FF2B5EF4-FFF2-40B4-BE49-F238E27FC236}">
                <a16:creationId xmlns:a16="http://schemas.microsoft.com/office/drawing/2014/main" id="{67086B2E-F6AA-426B-9213-065E27B7D495}"/>
              </a:ext>
            </a:extLst>
          </p:cNvPr>
          <p:cNvGrpSpPr/>
          <p:nvPr/>
        </p:nvGrpSpPr>
        <p:grpSpPr>
          <a:xfrm>
            <a:off x="9005327" y="6010180"/>
            <a:ext cx="369012" cy="463964"/>
            <a:chOff x="6200945" y="598811"/>
            <a:chExt cx="369012" cy="463964"/>
          </a:xfrm>
        </p:grpSpPr>
        <p:sp>
          <p:nvSpPr>
            <p:cNvPr id="185" name="文本框 184">
              <a:extLst>
                <a:ext uri="{FF2B5EF4-FFF2-40B4-BE49-F238E27FC236}">
                  <a16:creationId xmlns:a16="http://schemas.microsoft.com/office/drawing/2014/main" id="{25C37B11-2E39-4D32-A75A-49C8E206299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86" name="直接箭头连接符 185">
              <a:extLst>
                <a:ext uri="{FF2B5EF4-FFF2-40B4-BE49-F238E27FC236}">
                  <a16:creationId xmlns:a16="http://schemas.microsoft.com/office/drawing/2014/main" id="{E30C0338-4782-4575-A739-8E06E6F87981}"/>
                </a:ext>
              </a:extLst>
            </p:cNvPr>
            <p:cNvCxnSpPr>
              <a:stCxn id="185"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7" name="组合 186">
            <a:extLst>
              <a:ext uri="{FF2B5EF4-FFF2-40B4-BE49-F238E27FC236}">
                <a16:creationId xmlns:a16="http://schemas.microsoft.com/office/drawing/2014/main" id="{D9D87A81-E4AF-44CD-8CF4-59AF68CD8C2B}"/>
              </a:ext>
            </a:extLst>
          </p:cNvPr>
          <p:cNvGrpSpPr/>
          <p:nvPr/>
        </p:nvGrpSpPr>
        <p:grpSpPr>
          <a:xfrm>
            <a:off x="10208670" y="3625129"/>
            <a:ext cx="369012" cy="463964"/>
            <a:chOff x="6200945" y="598811"/>
            <a:chExt cx="369012" cy="463964"/>
          </a:xfrm>
        </p:grpSpPr>
        <p:sp>
          <p:nvSpPr>
            <p:cNvPr id="188" name="文本框 187">
              <a:extLst>
                <a:ext uri="{FF2B5EF4-FFF2-40B4-BE49-F238E27FC236}">
                  <a16:creationId xmlns:a16="http://schemas.microsoft.com/office/drawing/2014/main" id="{986FCE05-F88A-410E-B625-B748B4AE79CA}"/>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89" name="直接箭头连接符 188">
              <a:extLst>
                <a:ext uri="{FF2B5EF4-FFF2-40B4-BE49-F238E27FC236}">
                  <a16:creationId xmlns:a16="http://schemas.microsoft.com/office/drawing/2014/main" id="{6B34775D-DA5E-43E2-919B-B57313D3DEAD}"/>
                </a:ext>
              </a:extLst>
            </p:cNvPr>
            <p:cNvCxnSpPr>
              <a:stCxn id="188"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2528417C-1CA7-4714-BF4E-D8E2A61E1664}"/>
              </a:ext>
            </a:extLst>
          </p:cNvPr>
          <p:cNvGrpSpPr/>
          <p:nvPr/>
        </p:nvGrpSpPr>
        <p:grpSpPr>
          <a:xfrm>
            <a:off x="10120205" y="4873099"/>
            <a:ext cx="369012" cy="463964"/>
            <a:chOff x="6200945" y="598811"/>
            <a:chExt cx="369012" cy="463964"/>
          </a:xfrm>
        </p:grpSpPr>
        <p:sp>
          <p:nvSpPr>
            <p:cNvPr id="191" name="文本框 190">
              <a:extLst>
                <a:ext uri="{FF2B5EF4-FFF2-40B4-BE49-F238E27FC236}">
                  <a16:creationId xmlns:a16="http://schemas.microsoft.com/office/drawing/2014/main" id="{B55A6F48-2761-42A6-ABD3-D78E2362B28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92" name="直接箭头连接符 191">
              <a:extLst>
                <a:ext uri="{FF2B5EF4-FFF2-40B4-BE49-F238E27FC236}">
                  <a16:creationId xmlns:a16="http://schemas.microsoft.com/office/drawing/2014/main" id="{6747E592-7B66-41E0-962A-49465435B9C9}"/>
                </a:ext>
              </a:extLst>
            </p:cNvPr>
            <p:cNvCxnSpPr>
              <a:stCxn id="191"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93" name="组合 192">
            <a:extLst>
              <a:ext uri="{FF2B5EF4-FFF2-40B4-BE49-F238E27FC236}">
                <a16:creationId xmlns:a16="http://schemas.microsoft.com/office/drawing/2014/main" id="{3999A11B-BC2B-48F1-8D9B-421CCC257A53}"/>
              </a:ext>
            </a:extLst>
          </p:cNvPr>
          <p:cNvGrpSpPr/>
          <p:nvPr/>
        </p:nvGrpSpPr>
        <p:grpSpPr>
          <a:xfrm>
            <a:off x="11177199" y="4850983"/>
            <a:ext cx="369012" cy="463964"/>
            <a:chOff x="6200945" y="598811"/>
            <a:chExt cx="369012" cy="463964"/>
          </a:xfrm>
        </p:grpSpPr>
        <p:sp>
          <p:nvSpPr>
            <p:cNvPr id="194" name="文本框 193">
              <a:extLst>
                <a:ext uri="{FF2B5EF4-FFF2-40B4-BE49-F238E27FC236}">
                  <a16:creationId xmlns:a16="http://schemas.microsoft.com/office/drawing/2014/main" id="{88620E4C-A12E-46C0-86D2-7FBF2A02C14A}"/>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95" name="直接箭头连接符 194">
              <a:extLst>
                <a:ext uri="{FF2B5EF4-FFF2-40B4-BE49-F238E27FC236}">
                  <a16:creationId xmlns:a16="http://schemas.microsoft.com/office/drawing/2014/main" id="{D4250976-F9A4-4904-92BD-BB57FA0A74C7}"/>
                </a:ext>
              </a:extLst>
            </p:cNvPr>
            <p:cNvCxnSpPr>
              <a:stCxn id="194"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2" name="等腰三角形 1">
            <a:extLst>
              <a:ext uri="{FF2B5EF4-FFF2-40B4-BE49-F238E27FC236}">
                <a16:creationId xmlns:a16="http://schemas.microsoft.com/office/drawing/2014/main" id="{2720BD46-1850-48B9-A84D-11F010216C98}"/>
              </a:ext>
            </a:extLst>
          </p:cNvPr>
          <p:cNvSpPr/>
          <p:nvPr/>
        </p:nvSpPr>
        <p:spPr>
          <a:xfrm>
            <a:off x="8025387" y="2923012"/>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3" name="等腰三角形 2">
            <a:extLst>
              <a:ext uri="{FF2B5EF4-FFF2-40B4-BE49-F238E27FC236}">
                <a16:creationId xmlns:a16="http://schemas.microsoft.com/office/drawing/2014/main" id="{97EE9332-5FB8-4D4E-9B53-295A7A564FA1}"/>
              </a:ext>
            </a:extLst>
          </p:cNvPr>
          <p:cNvSpPr/>
          <p:nvPr/>
        </p:nvSpPr>
        <p:spPr>
          <a:xfrm>
            <a:off x="6156272" y="4021696"/>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4" name="等腰三角形 3">
            <a:extLst>
              <a:ext uri="{FF2B5EF4-FFF2-40B4-BE49-F238E27FC236}">
                <a16:creationId xmlns:a16="http://schemas.microsoft.com/office/drawing/2014/main" id="{A1FBEA8F-265C-44EC-8063-45E952A53217}"/>
              </a:ext>
            </a:extLst>
          </p:cNvPr>
          <p:cNvSpPr/>
          <p:nvPr/>
        </p:nvSpPr>
        <p:spPr>
          <a:xfrm>
            <a:off x="4619639" y="5267531"/>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a:t>
            </a:r>
          </a:p>
        </p:txBody>
      </p:sp>
      <p:sp>
        <p:nvSpPr>
          <p:cNvPr id="6" name="等腰三角形 5">
            <a:extLst>
              <a:ext uri="{FF2B5EF4-FFF2-40B4-BE49-F238E27FC236}">
                <a16:creationId xmlns:a16="http://schemas.microsoft.com/office/drawing/2014/main" id="{421796CA-410F-43C6-9AAF-986DB33EF7B1}"/>
              </a:ext>
            </a:extLst>
          </p:cNvPr>
          <p:cNvSpPr/>
          <p:nvPr/>
        </p:nvSpPr>
        <p:spPr>
          <a:xfrm>
            <a:off x="7820298" y="5290537"/>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b</a:t>
            </a:r>
          </a:p>
        </p:txBody>
      </p:sp>
      <p:sp>
        <p:nvSpPr>
          <p:cNvPr id="7" name="等腰三角形 6">
            <a:extLst>
              <a:ext uri="{FF2B5EF4-FFF2-40B4-BE49-F238E27FC236}">
                <a16:creationId xmlns:a16="http://schemas.microsoft.com/office/drawing/2014/main" id="{133171B9-158F-4F02-9A9C-0BE6F2F84C34}"/>
              </a:ext>
            </a:extLst>
          </p:cNvPr>
          <p:cNvSpPr/>
          <p:nvPr/>
        </p:nvSpPr>
        <p:spPr>
          <a:xfrm>
            <a:off x="9954522" y="4147742"/>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c</a:t>
            </a:r>
          </a:p>
        </p:txBody>
      </p:sp>
      <p:sp>
        <p:nvSpPr>
          <p:cNvPr id="8" name="文本框 7">
            <a:extLst>
              <a:ext uri="{FF2B5EF4-FFF2-40B4-BE49-F238E27FC236}">
                <a16:creationId xmlns:a16="http://schemas.microsoft.com/office/drawing/2014/main" id="{00CACED8-4208-6BF7-231F-80E4AD41EA49}"/>
              </a:ext>
            </a:extLst>
          </p:cNvPr>
          <p:cNvSpPr txBox="1"/>
          <p:nvPr/>
        </p:nvSpPr>
        <p:spPr>
          <a:xfrm>
            <a:off x="595184" y="4436074"/>
            <a:ext cx="3326346" cy="1937838"/>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Trav(</a:t>
            </a:r>
            <a:r>
              <a:rPr lang="en-US" altLang="zh-CN" b="1" dirty="0" err="1">
                <a:latin typeface="Courier New" panose="02070309020205020404" pitchFamily="49" charset="0"/>
                <a:cs typeface="Courier New" panose="02070309020205020404" pitchFamily="49" charset="0"/>
              </a:rPr>
              <a:t>BiTree</a:t>
            </a:r>
            <a:r>
              <a:rPr lang="en-US" altLang="zh-CN" b="1" dirty="0">
                <a:latin typeface="Courier New" panose="02070309020205020404" pitchFamily="49" charset="0"/>
                <a:cs typeface="Courier New" panose="02070309020205020404" pitchFamily="49" charset="0"/>
              </a:rPr>
              <a:t> 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 ( T )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 name="文本框 8">
            <a:extLst>
              <a:ext uri="{FF2B5EF4-FFF2-40B4-BE49-F238E27FC236}">
                <a16:creationId xmlns:a16="http://schemas.microsoft.com/office/drawing/2014/main" id="{2F87CBDF-9D10-4717-ECF0-40985677ACA6}"/>
              </a:ext>
            </a:extLst>
          </p:cNvPr>
          <p:cNvSpPr txBox="1"/>
          <p:nvPr/>
        </p:nvSpPr>
        <p:spPr>
          <a:xfrm>
            <a:off x="1135274" y="5999763"/>
            <a:ext cx="2849409" cy="369332"/>
          </a:xfrm>
          <a:prstGeom prst="rect">
            <a:avLst/>
          </a:prstGeom>
          <a:noFill/>
        </p:spPr>
        <p:txBody>
          <a:bodyPr wrap="square">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041ABC"/>
                </a:solidFill>
                <a:effectLst>
                  <a:outerShdw blurRad="38100" dist="38100" dir="2700000" algn="tl">
                    <a:srgbClr val="000000">
                      <a:alpha val="43137"/>
                    </a:srgbClr>
                  </a:outerShdw>
                </a:effectLst>
              </a:rPr>
              <a:t>中序遍历</a:t>
            </a:r>
            <a:endParaRPr lang="zh-CN" altLang="en-US" dirty="0">
              <a:solidFill>
                <a:srgbClr val="041ABC"/>
              </a:solidFill>
            </a:endParaRPr>
          </a:p>
        </p:txBody>
      </p:sp>
      <p:sp>
        <p:nvSpPr>
          <p:cNvPr id="10" name="文本框 9">
            <a:extLst>
              <a:ext uri="{FF2B5EF4-FFF2-40B4-BE49-F238E27FC236}">
                <a16:creationId xmlns:a16="http://schemas.microsoft.com/office/drawing/2014/main" id="{1C2D8881-1C80-B7F5-EFDD-F426C819271E}"/>
              </a:ext>
            </a:extLst>
          </p:cNvPr>
          <p:cNvSpPr txBox="1"/>
          <p:nvPr/>
        </p:nvSpPr>
        <p:spPr>
          <a:xfrm>
            <a:off x="1200099" y="5242144"/>
            <a:ext cx="2363023" cy="369332"/>
          </a:xfrm>
          <a:prstGeom prst="rect">
            <a:avLst/>
          </a:prstGeom>
          <a:noFill/>
        </p:spPr>
        <p:txBody>
          <a:bodyPr wrap="square">
            <a:spAutoFit/>
          </a:bodyPr>
          <a:lstStyle/>
          <a:p>
            <a:r>
              <a:rPr lang="en-US" altLang="zh-CN"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Visit(T-&gt;data);</a:t>
            </a:r>
          </a:p>
        </p:txBody>
      </p:sp>
      <p:sp>
        <p:nvSpPr>
          <p:cNvPr id="12" name="文本框 11">
            <a:extLst>
              <a:ext uri="{FF2B5EF4-FFF2-40B4-BE49-F238E27FC236}">
                <a16:creationId xmlns:a16="http://schemas.microsoft.com/office/drawing/2014/main" id="{4ECB1AE0-6076-CFA4-23B2-7291ED315D2D}"/>
              </a:ext>
            </a:extLst>
          </p:cNvPr>
          <p:cNvSpPr txBox="1"/>
          <p:nvPr/>
        </p:nvSpPr>
        <p:spPr>
          <a:xfrm>
            <a:off x="1200099" y="4960051"/>
            <a:ext cx="2445865"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l</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14" name="文本框 13">
            <a:extLst>
              <a:ext uri="{FF2B5EF4-FFF2-40B4-BE49-F238E27FC236}">
                <a16:creationId xmlns:a16="http://schemas.microsoft.com/office/drawing/2014/main" id="{D6327F77-36A6-CD94-79B6-C73C5BE40C36}"/>
              </a:ext>
            </a:extLst>
          </p:cNvPr>
          <p:cNvSpPr txBox="1"/>
          <p:nvPr/>
        </p:nvSpPr>
        <p:spPr>
          <a:xfrm>
            <a:off x="1200100" y="5518365"/>
            <a:ext cx="2549252"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r</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15" name="八边形 14">
            <a:extLst>
              <a:ext uri="{FF2B5EF4-FFF2-40B4-BE49-F238E27FC236}">
                <a16:creationId xmlns:a16="http://schemas.microsoft.com/office/drawing/2014/main" id="{A188FA19-6887-4B5B-9589-93EFAE5B086E}"/>
              </a:ext>
            </a:extLst>
          </p:cNvPr>
          <p:cNvSpPr/>
          <p:nvPr/>
        </p:nvSpPr>
        <p:spPr>
          <a:xfrm>
            <a:off x="5655396" y="5845944"/>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a:t>
            </a:r>
          </a:p>
        </p:txBody>
      </p:sp>
      <p:sp>
        <p:nvSpPr>
          <p:cNvPr id="16" name="八边形 15">
            <a:extLst>
              <a:ext uri="{FF2B5EF4-FFF2-40B4-BE49-F238E27FC236}">
                <a16:creationId xmlns:a16="http://schemas.microsoft.com/office/drawing/2014/main" id="{D208C1DA-C917-484D-BA1C-695C6A037B92}"/>
              </a:ext>
            </a:extLst>
          </p:cNvPr>
          <p:cNvSpPr/>
          <p:nvPr/>
        </p:nvSpPr>
        <p:spPr>
          <a:xfrm>
            <a:off x="7204798" y="4698087"/>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17" name="八边形 16">
            <a:extLst>
              <a:ext uri="{FF2B5EF4-FFF2-40B4-BE49-F238E27FC236}">
                <a16:creationId xmlns:a16="http://schemas.microsoft.com/office/drawing/2014/main" id="{CAF4E70B-1A8E-44D8-9B51-DFFE3A8D38E5}"/>
              </a:ext>
            </a:extLst>
          </p:cNvPr>
          <p:cNvSpPr/>
          <p:nvPr/>
        </p:nvSpPr>
        <p:spPr>
          <a:xfrm>
            <a:off x="9103401" y="3566998"/>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20" name="灯片编号占位符 1">
            <a:extLst>
              <a:ext uri="{FF2B5EF4-FFF2-40B4-BE49-F238E27FC236}">
                <a16:creationId xmlns:a16="http://schemas.microsoft.com/office/drawing/2014/main" id="{5C27F892-2532-0BE6-7A7D-CBD9C044BAD9}"/>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13</a:t>
            </a:fld>
            <a:endParaRPr lang="zh-CN" altLang="en-US" dirty="0"/>
          </a:p>
        </p:txBody>
      </p:sp>
    </p:spTree>
    <p:extLst>
      <p:ext uri="{BB962C8B-B14F-4D97-AF65-F5344CB8AC3E}">
        <p14:creationId xmlns:p14="http://schemas.microsoft.com/office/powerpoint/2010/main" val="405351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1000" fill="hold"/>
                                        <p:tgtEl>
                                          <p:spTgt spid="12"/>
                                        </p:tgtEl>
                                        <p:attrNameLst>
                                          <p:attrName>ppt_w</p:attrName>
                                        </p:attrNameLst>
                                      </p:cBhvr>
                                      <p:tavLst>
                                        <p:tav tm="0">
                                          <p:val>
                                            <p:fltVal val="0"/>
                                          </p:val>
                                        </p:tav>
                                        <p:tav tm="100000">
                                          <p:val>
                                            <p:strVal val="#ppt_w"/>
                                          </p:val>
                                        </p:tav>
                                      </p:tavLst>
                                    </p:anim>
                                    <p:anim calcmode="lin" valueType="num">
                                      <p:cBhvr>
                                        <p:cTn id="26" dur="1000" fill="hold"/>
                                        <p:tgtEl>
                                          <p:spTgt spid="12"/>
                                        </p:tgtEl>
                                        <p:attrNameLst>
                                          <p:attrName>ppt_h</p:attrName>
                                        </p:attrNameLst>
                                      </p:cBhvr>
                                      <p:tavLst>
                                        <p:tav tm="0">
                                          <p:val>
                                            <p:fltVal val="0"/>
                                          </p:val>
                                        </p:tav>
                                        <p:tav tm="100000">
                                          <p:val>
                                            <p:strVal val="#ppt_h"/>
                                          </p:val>
                                        </p:tav>
                                      </p:tavLst>
                                    </p:anim>
                                    <p:anim calcmode="lin" valueType="num">
                                      <p:cBhvr>
                                        <p:cTn id="27" dur="1000" fill="hold"/>
                                        <p:tgtEl>
                                          <p:spTgt spid="12"/>
                                        </p:tgtEl>
                                        <p:attrNameLst>
                                          <p:attrName>style.rotation</p:attrName>
                                        </p:attrNameLst>
                                      </p:cBhvr>
                                      <p:tavLst>
                                        <p:tav tm="0">
                                          <p:val>
                                            <p:fltVal val="90"/>
                                          </p:val>
                                        </p:tav>
                                        <p:tav tm="100000">
                                          <p:val>
                                            <p:fltVal val="0"/>
                                          </p:val>
                                        </p:tav>
                                      </p:tavLst>
                                    </p:anim>
                                    <p:animEffect transition="in" filter="fade">
                                      <p:cBhvr>
                                        <p:cTn id="28" dur="1000"/>
                                        <p:tgtEl>
                                          <p:spTgt spid="12"/>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par>
                          <p:cTn id="39" fill="hold">
                            <p:stCondLst>
                              <p:cond delay="0"/>
                            </p:stCondLst>
                            <p:childTnLst>
                              <p:par>
                                <p:cTn id="40" presetID="42" presetClass="path" presetSubtype="0" accel="50000" decel="50000" fill="hold" nodeType="afterEffect">
                                  <p:stCondLst>
                                    <p:cond delay="0"/>
                                  </p:stCondLst>
                                  <p:childTnLst>
                                    <p:animMotion origin="layout" path="M 1.66667E-6 7.40741E-7 L 0.00078 0.07755 " pathEditMode="relative" rAng="0" ptsTypes="AA">
                                      <p:cBhvr>
                                        <p:cTn id="41" dur="1000" fill="hold"/>
                                        <p:tgtEl>
                                          <p:spTgt spid="53"/>
                                        </p:tgtEl>
                                        <p:attrNameLst>
                                          <p:attrName>ppt_x</p:attrName>
                                          <p:attrName>ppt_y</p:attrName>
                                        </p:attrNameLst>
                                      </p:cBhvr>
                                      <p:rCtr x="39" y="3866"/>
                                    </p:animMotion>
                                  </p:childTnLst>
                                </p:cTn>
                              </p:par>
                            </p:childTnLst>
                          </p:cTn>
                        </p:par>
                        <p:par>
                          <p:cTn id="42" fill="hold">
                            <p:stCondLst>
                              <p:cond delay="1000"/>
                            </p:stCondLst>
                            <p:childTnLst>
                              <p:par>
                                <p:cTn id="43" presetID="22" presetClass="entr" presetSubtype="1" fill="hold" nodeType="after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up)">
                                      <p:cBhvr>
                                        <p:cTn id="45" dur="500"/>
                                        <p:tgtEl>
                                          <p:spTgt spid="5"/>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35"/>
                                        </p:tgtEl>
                                        <p:attrNameLst>
                                          <p:attrName>style.visibility</p:attrName>
                                        </p:attrNameLst>
                                      </p:cBhvr>
                                      <p:to>
                                        <p:strVal val="visible"/>
                                      </p:to>
                                    </p:set>
                                    <p:animEffect transition="in" filter="wipe(left)">
                                      <p:cBhvr>
                                        <p:cTn id="49" dur="500"/>
                                        <p:tgtEl>
                                          <p:spTgt spid="1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wipe(up)">
                                      <p:cBhvr>
                                        <p:cTn id="54" dur="500"/>
                                        <p:tgtEl>
                                          <p:spTgt spid="57"/>
                                        </p:tgtEl>
                                      </p:cBhvr>
                                    </p:animEffect>
                                  </p:childTnLst>
                                </p:cTn>
                              </p:par>
                              <p:par>
                                <p:cTn id="55" presetID="1" presetClass="emph" presetSubtype="2" fill="hold" nodeType="withEffect">
                                  <p:stCondLst>
                                    <p:cond delay="0"/>
                                  </p:stCondLst>
                                  <p:childTnLst>
                                    <p:animClr clrSpc="rgb" dir="cw">
                                      <p:cBhvr>
                                        <p:cTn id="56" dur="500" fill="hold"/>
                                        <p:tgtEl>
                                          <p:spTgt spid="8"/>
                                        </p:tgtEl>
                                        <p:attrNameLst>
                                          <p:attrName>fillcolor</p:attrName>
                                        </p:attrNameLst>
                                      </p:cBhvr>
                                      <p:to>
                                        <a:srgbClr val="FBE5D5"/>
                                      </p:to>
                                    </p:animClr>
                                    <p:set>
                                      <p:cBhvr>
                                        <p:cTn id="57" dur="500" fill="hold"/>
                                        <p:tgtEl>
                                          <p:spTgt spid="8"/>
                                        </p:tgtEl>
                                        <p:attrNameLst>
                                          <p:attrName>fill.type</p:attrName>
                                        </p:attrNameLst>
                                      </p:cBhvr>
                                      <p:to>
                                        <p:strVal val="solid"/>
                                      </p:to>
                                    </p:set>
                                    <p:set>
                                      <p:cBhvr>
                                        <p:cTn id="58" dur="500" fill="hold"/>
                                        <p:tgtEl>
                                          <p:spTgt spid="8"/>
                                        </p:tgtEl>
                                        <p:attrNameLst>
                                          <p:attrName>fill.on</p:attrName>
                                        </p:attrNameLst>
                                      </p:cBhvr>
                                      <p:to>
                                        <p:strVal val="true"/>
                                      </p:to>
                                    </p:set>
                                  </p:childTnLst>
                                </p:cTn>
                              </p:par>
                            </p:childTnLst>
                          </p:cTn>
                        </p:par>
                        <p:par>
                          <p:cTn id="59" fill="hold">
                            <p:stCondLst>
                              <p:cond delay="500"/>
                            </p:stCondLst>
                            <p:childTnLst>
                              <p:par>
                                <p:cTn id="60" presetID="22" presetClass="entr" presetSubtype="1" fill="hold" nodeType="afterEffect">
                                  <p:stCondLst>
                                    <p:cond delay="0"/>
                                  </p:stCondLst>
                                  <p:childTnLst>
                                    <p:set>
                                      <p:cBhvr>
                                        <p:cTn id="61" dur="1" fill="hold">
                                          <p:stCondLst>
                                            <p:cond delay="0"/>
                                          </p:stCondLst>
                                        </p:cTn>
                                        <p:tgtEl>
                                          <p:spTgt spid="164"/>
                                        </p:tgtEl>
                                        <p:attrNameLst>
                                          <p:attrName>style.visibility</p:attrName>
                                        </p:attrNameLst>
                                      </p:cBhvr>
                                      <p:to>
                                        <p:strVal val="visible"/>
                                      </p:to>
                                    </p:set>
                                    <p:animEffect transition="in" filter="wipe(up)">
                                      <p:cBhvr>
                                        <p:cTn id="62" dur="500"/>
                                        <p:tgtEl>
                                          <p:spTgt spid="16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31"/>
                                        </p:tgtEl>
                                        <p:attrNameLst>
                                          <p:attrName>style.visibility</p:attrName>
                                        </p:attrNameLst>
                                      </p:cBhvr>
                                      <p:to>
                                        <p:strVal val="visible"/>
                                      </p:to>
                                    </p:set>
                                    <p:animEffect transition="in" filter="wipe(left)">
                                      <p:cBhvr>
                                        <p:cTn id="67" dur="500"/>
                                        <p:tgtEl>
                                          <p:spTgt spid="131"/>
                                        </p:tgtEl>
                                      </p:cBhvr>
                                    </p:animEffect>
                                  </p:childTnLst>
                                </p:cTn>
                              </p:par>
                            </p:childTnLst>
                          </p:cTn>
                        </p:par>
                        <p:par>
                          <p:cTn id="68" fill="hold">
                            <p:stCondLst>
                              <p:cond delay="500"/>
                            </p:stCondLst>
                            <p:childTnLst>
                              <p:par>
                                <p:cTn id="69" presetID="22" presetClass="entr" presetSubtype="1" fill="hold" nodeType="after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wipe(up)">
                                      <p:cBhvr>
                                        <p:cTn id="71" dur="500"/>
                                        <p:tgtEl>
                                          <p:spTgt spid="60"/>
                                        </p:tgtEl>
                                      </p:cBhvr>
                                    </p:animEffect>
                                  </p:childTnLst>
                                </p:cTn>
                              </p:par>
                              <p:par>
                                <p:cTn id="72" presetID="1" presetClass="emph" presetSubtype="2" fill="hold" nodeType="withEffect">
                                  <p:stCondLst>
                                    <p:cond delay="0"/>
                                  </p:stCondLst>
                                  <p:childTnLst>
                                    <p:animClr clrSpc="rgb" dir="cw">
                                      <p:cBhvr>
                                        <p:cTn id="73" dur="500" fill="hold"/>
                                        <p:tgtEl>
                                          <p:spTgt spid="8"/>
                                        </p:tgtEl>
                                        <p:attrNameLst>
                                          <p:attrName>fillcolor</p:attrName>
                                        </p:attrNameLst>
                                      </p:cBhvr>
                                      <p:to>
                                        <a:srgbClr val="DEEBF6"/>
                                      </p:to>
                                    </p:animClr>
                                    <p:set>
                                      <p:cBhvr>
                                        <p:cTn id="74" dur="500" fill="hold"/>
                                        <p:tgtEl>
                                          <p:spTgt spid="8"/>
                                        </p:tgtEl>
                                        <p:attrNameLst>
                                          <p:attrName>fill.type</p:attrName>
                                        </p:attrNameLst>
                                      </p:cBhvr>
                                      <p:to>
                                        <p:strVal val="solid"/>
                                      </p:to>
                                    </p:set>
                                    <p:set>
                                      <p:cBhvr>
                                        <p:cTn id="75" dur="500" fill="hold"/>
                                        <p:tgtEl>
                                          <p:spTgt spid="8"/>
                                        </p:tgtEl>
                                        <p:attrNameLst>
                                          <p:attrName>fill.on</p:attrName>
                                        </p:attrNameLst>
                                      </p:cBhvr>
                                      <p:to>
                                        <p:strVal val="true"/>
                                      </p:to>
                                    </p:se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169"/>
                                        </p:tgtEl>
                                        <p:attrNameLst>
                                          <p:attrName>style.visibility</p:attrName>
                                        </p:attrNameLst>
                                      </p:cBhvr>
                                      <p:to>
                                        <p:strVal val="visible"/>
                                      </p:to>
                                    </p:set>
                                    <p:animEffect transition="in" filter="wipe(up)">
                                      <p:cBhvr>
                                        <p:cTn id="79" dur="500"/>
                                        <p:tgtEl>
                                          <p:spTgt spid="169"/>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wipe(up)">
                                      <p:cBhvr>
                                        <p:cTn id="84" dur="500"/>
                                        <p:tgtEl>
                                          <p:spTgt spid="47"/>
                                        </p:tgtEl>
                                      </p:cBhvr>
                                    </p:animEffect>
                                  </p:childTnLst>
                                </p:cTn>
                              </p:par>
                              <p:par>
                                <p:cTn id="85" presetID="1" presetClass="emph" presetSubtype="2" fill="hold" nodeType="withEffect">
                                  <p:stCondLst>
                                    <p:cond delay="0"/>
                                  </p:stCondLst>
                                  <p:childTnLst>
                                    <p:animClr clrSpc="rgb" dir="cw">
                                      <p:cBhvr>
                                        <p:cTn id="86" dur="500" fill="hold"/>
                                        <p:tgtEl>
                                          <p:spTgt spid="8"/>
                                        </p:tgtEl>
                                        <p:attrNameLst>
                                          <p:attrName>fillcolor</p:attrName>
                                        </p:attrNameLst>
                                      </p:cBhvr>
                                      <p:to>
                                        <a:srgbClr val="F4E9F7"/>
                                      </p:to>
                                    </p:animClr>
                                    <p:set>
                                      <p:cBhvr>
                                        <p:cTn id="87" dur="500" fill="hold"/>
                                        <p:tgtEl>
                                          <p:spTgt spid="8"/>
                                        </p:tgtEl>
                                        <p:attrNameLst>
                                          <p:attrName>fill.type</p:attrName>
                                        </p:attrNameLst>
                                      </p:cBhvr>
                                      <p:to>
                                        <p:strVal val="solid"/>
                                      </p:to>
                                    </p:set>
                                    <p:set>
                                      <p:cBhvr>
                                        <p:cTn id="88" dur="500" fill="hold"/>
                                        <p:tgtEl>
                                          <p:spTgt spid="8"/>
                                        </p:tgtEl>
                                        <p:attrNameLst>
                                          <p:attrName>fill.on</p:attrName>
                                        </p:attrNameLst>
                                      </p:cBhvr>
                                      <p:to>
                                        <p:strVal val="true"/>
                                      </p:to>
                                    </p:set>
                                  </p:childTnLst>
                                </p:cTn>
                              </p:par>
                            </p:childTnLst>
                          </p:cTn>
                        </p:par>
                        <p:par>
                          <p:cTn id="89" fill="hold">
                            <p:stCondLst>
                              <p:cond delay="500"/>
                            </p:stCondLst>
                            <p:childTnLst>
                              <p:par>
                                <p:cTn id="90" presetID="22" presetClass="entr" presetSubtype="1" fill="hold" nodeType="afterEffect">
                                  <p:stCondLst>
                                    <p:cond delay="0"/>
                                  </p:stCondLst>
                                  <p:childTnLst>
                                    <p:set>
                                      <p:cBhvr>
                                        <p:cTn id="91" dur="1" fill="hold">
                                          <p:stCondLst>
                                            <p:cond delay="0"/>
                                          </p:stCondLst>
                                        </p:cTn>
                                        <p:tgtEl>
                                          <p:spTgt spid="172"/>
                                        </p:tgtEl>
                                        <p:attrNameLst>
                                          <p:attrName>style.visibility</p:attrName>
                                        </p:attrNameLst>
                                      </p:cBhvr>
                                      <p:to>
                                        <p:strVal val="visible"/>
                                      </p:to>
                                    </p:set>
                                    <p:animEffect transition="in" filter="wipe(up)">
                                      <p:cBhvr>
                                        <p:cTn id="92" dur="500"/>
                                        <p:tgtEl>
                                          <p:spTgt spid="17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xit" presetSubtype="4" fill="hold" nodeType="clickEffect">
                                  <p:stCondLst>
                                    <p:cond delay="0"/>
                                  </p:stCondLst>
                                  <p:childTnLst>
                                    <p:animEffect transition="out" filter="wipe(down)">
                                      <p:cBhvr>
                                        <p:cTn id="96" dur="500"/>
                                        <p:tgtEl>
                                          <p:spTgt spid="172"/>
                                        </p:tgtEl>
                                      </p:cBhvr>
                                    </p:animEffect>
                                    <p:set>
                                      <p:cBhvr>
                                        <p:cTn id="97" dur="1" fill="hold">
                                          <p:stCondLst>
                                            <p:cond delay="499"/>
                                          </p:stCondLst>
                                        </p:cTn>
                                        <p:tgtEl>
                                          <p:spTgt spid="172"/>
                                        </p:tgtEl>
                                        <p:attrNameLst>
                                          <p:attrName>style.visibility</p:attrName>
                                        </p:attrNameLst>
                                      </p:cBhvr>
                                      <p:to>
                                        <p:strVal val="hidden"/>
                                      </p:to>
                                    </p:set>
                                  </p:childTnLst>
                                </p:cTn>
                              </p:par>
                              <p:par>
                                <p:cTn id="98" presetID="22" presetClass="entr" presetSubtype="8" fill="hold" grpId="0" nodeType="with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left)">
                                      <p:cBhvr>
                                        <p:cTn id="100" dur="500"/>
                                        <p:tgtEl>
                                          <p:spTgt spid="11"/>
                                        </p:tgtEl>
                                      </p:cBhvr>
                                    </p:animEffect>
                                  </p:childTnLst>
                                </p:cTn>
                              </p:par>
                            </p:childTnLst>
                          </p:cTn>
                        </p:par>
                        <p:par>
                          <p:cTn id="101" fill="hold">
                            <p:stCondLst>
                              <p:cond delay="500"/>
                            </p:stCondLst>
                            <p:childTnLst>
                              <p:par>
                                <p:cTn id="102" presetID="22" presetClass="entr" presetSubtype="4" fill="hold" nodeType="afterEffect">
                                  <p:stCondLst>
                                    <p:cond delay="0"/>
                                  </p:stCondLst>
                                  <p:childTnLst>
                                    <p:set>
                                      <p:cBhvr>
                                        <p:cTn id="103" dur="1" fill="hold">
                                          <p:stCondLst>
                                            <p:cond delay="0"/>
                                          </p:stCondLst>
                                        </p:cTn>
                                        <p:tgtEl>
                                          <p:spTgt spid="125"/>
                                        </p:tgtEl>
                                        <p:attrNameLst>
                                          <p:attrName>style.visibility</p:attrName>
                                        </p:attrNameLst>
                                      </p:cBhvr>
                                      <p:to>
                                        <p:strVal val="visible"/>
                                      </p:to>
                                    </p:set>
                                    <p:animEffect transition="in" filter="wipe(down)">
                                      <p:cBhvr>
                                        <p:cTn id="104" dur="500"/>
                                        <p:tgtEl>
                                          <p:spTgt spid="125"/>
                                        </p:tgtEl>
                                      </p:cBhvr>
                                    </p:animEffect>
                                  </p:childTnLst>
                                </p:cTn>
                              </p:par>
                            </p:childTnLst>
                          </p:cTn>
                        </p:par>
                        <p:par>
                          <p:cTn id="105" fill="hold">
                            <p:stCondLst>
                              <p:cond delay="1000"/>
                            </p:stCondLst>
                            <p:childTnLst>
                              <p:par>
                                <p:cTn id="106" presetID="22" presetClass="entr" presetSubtype="8" fill="hold" nodeType="afterEffect">
                                  <p:stCondLst>
                                    <p:cond delay="0"/>
                                  </p:stCondLst>
                                  <p:childTnLst>
                                    <p:set>
                                      <p:cBhvr>
                                        <p:cTn id="107" dur="1" fill="hold">
                                          <p:stCondLst>
                                            <p:cond delay="0"/>
                                          </p:stCondLst>
                                        </p:cTn>
                                        <p:tgtEl>
                                          <p:spTgt spid="72"/>
                                        </p:tgtEl>
                                        <p:attrNameLst>
                                          <p:attrName>style.visibility</p:attrName>
                                        </p:attrNameLst>
                                      </p:cBhvr>
                                      <p:to>
                                        <p:strVal val="visible"/>
                                      </p:to>
                                    </p:set>
                                    <p:animEffect transition="in" filter="wipe(left)">
                                      <p:cBhvr>
                                        <p:cTn id="108" dur="500"/>
                                        <p:tgtEl>
                                          <p:spTgt spid="72"/>
                                        </p:tgtEl>
                                      </p:cBhvr>
                                    </p:animEffect>
                                  </p:childTnLst>
                                </p:cTn>
                              </p:par>
                            </p:childTnLst>
                          </p:cTn>
                        </p:par>
                        <p:par>
                          <p:cTn id="109" fill="hold">
                            <p:stCondLst>
                              <p:cond delay="1500"/>
                            </p:stCondLst>
                            <p:childTnLst>
                              <p:par>
                                <p:cTn id="110" presetID="12" presetClass="entr" presetSubtype="1" fill="hold" grpId="0" nodeType="afterEffect">
                                  <p:stCondLst>
                                    <p:cond delay="0"/>
                                  </p:stCondLst>
                                  <p:childTnLst>
                                    <p:set>
                                      <p:cBhvr>
                                        <p:cTn id="111" dur="1" fill="hold">
                                          <p:stCondLst>
                                            <p:cond delay="0"/>
                                          </p:stCondLst>
                                        </p:cTn>
                                        <p:tgtEl>
                                          <p:spTgt spid="15"/>
                                        </p:tgtEl>
                                        <p:attrNameLst>
                                          <p:attrName>style.visibility</p:attrName>
                                        </p:attrNameLst>
                                      </p:cBhvr>
                                      <p:to>
                                        <p:strVal val="visible"/>
                                      </p:to>
                                    </p:set>
                                    <p:anim calcmode="lin" valueType="num">
                                      <p:cBhvr additive="base">
                                        <p:cTn id="112" dur="750"/>
                                        <p:tgtEl>
                                          <p:spTgt spid="15"/>
                                        </p:tgtEl>
                                        <p:attrNameLst>
                                          <p:attrName>ppt_y</p:attrName>
                                        </p:attrNameLst>
                                      </p:cBhvr>
                                      <p:tavLst>
                                        <p:tav tm="0">
                                          <p:val>
                                            <p:strVal val="#ppt_y-#ppt_h*1.125000"/>
                                          </p:val>
                                        </p:tav>
                                        <p:tav tm="100000">
                                          <p:val>
                                            <p:strVal val="#ppt_y"/>
                                          </p:val>
                                        </p:tav>
                                      </p:tavLst>
                                    </p:anim>
                                    <p:animEffect transition="in" filter="wipe(down)">
                                      <p:cBhvr>
                                        <p:cTn id="113" dur="750"/>
                                        <p:tgtEl>
                                          <p:spTgt spid="15"/>
                                        </p:tgtEl>
                                      </p:cBhvr>
                                    </p:animEffect>
                                  </p:childTnLst>
                                </p:cTn>
                              </p:par>
                              <p:par>
                                <p:cTn id="114" presetID="1" presetClass="emph" presetSubtype="2" fill="hold" nodeType="withEffect">
                                  <p:stCondLst>
                                    <p:cond delay="0"/>
                                  </p:stCondLst>
                                  <p:childTnLst>
                                    <p:animClr clrSpc="rgb" dir="cw">
                                      <p:cBhvr>
                                        <p:cTn id="115" dur="500" fill="hold"/>
                                        <p:tgtEl>
                                          <p:spTgt spid="8"/>
                                        </p:tgtEl>
                                        <p:attrNameLst>
                                          <p:attrName>fillcolor</p:attrName>
                                        </p:attrNameLst>
                                      </p:cBhvr>
                                      <p:to>
                                        <a:srgbClr val="DEEBF6"/>
                                      </p:to>
                                    </p:animClr>
                                    <p:set>
                                      <p:cBhvr>
                                        <p:cTn id="116" dur="500" fill="hold"/>
                                        <p:tgtEl>
                                          <p:spTgt spid="8"/>
                                        </p:tgtEl>
                                        <p:attrNameLst>
                                          <p:attrName>fill.type</p:attrName>
                                        </p:attrNameLst>
                                      </p:cBhvr>
                                      <p:to>
                                        <p:strVal val="solid"/>
                                      </p:to>
                                    </p:set>
                                    <p:set>
                                      <p:cBhvr>
                                        <p:cTn id="117" dur="500" fill="hold"/>
                                        <p:tgtEl>
                                          <p:spTgt spid="8"/>
                                        </p:tgtEl>
                                        <p:attrNameLst>
                                          <p:attrName>fill.on</p:attrName>
                                        </p:attrNameLst>
                                      </p:cBhvr>
                                      <p:to>
                                        <p:strVal val="true"/>
                                      </p:to>
                                    </p:se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3"/>
                                        </p:tgtEl>
                                        <p:attrNameLst>
                                          <p:attrName>style.visibility</p:attrName>
                                        </p:attrNameLst>
                                      </p:cBhvr>
                                      <p:to>
                                        <p:strVal val="visible"/>
                                      </p:to>
                                    </p:set>
                                    <p:animEffect transition="in" filter="wipe(left)">
                                      <p:cBhvr>
                                        <p:cTn id="122" dur="500"/>
                                        <p:tgtEl>
                                          <p:spTgt spid="13"/>
                                        </p:tgtEl>
                                      </p:cBhvr>
                                    </p:animEffect>
                                  </p:childTnLst>
                                </p:cTn>
                              </p:par>
                              <p:par>
                                <p:cTn id="123" presetID="1" presetClass="emph" presetSubtype="2" fill="hold" nodeType="withEffect">
                                  <p:stCondLst>
                                    <p:cond delay="0"/>
                                  </p:stCondLst>
                                  <p:childTnLst>
                                    <p:animClr clrSpc="rgb" dir="cw">
                                      <p:cBhvr>
                                        <p:cTn id="124" dur="500" fill="hold"/>
                                        <p:tgtEl>
                                          <p:spTgt spid="8"/>
                                        </p:tgtEl>
                                        <p:attrNameLst>
                                          <p:attrName>fillcolor</p:attrName>
                                        </p:attrNameLst>
                                      </p:cBhvr>
                                      <p:to>
                                        <a:srgbClr val="F4E9F7"/>
                                      </p:to>
                                    </p:animClr>
                                    <p:set>
                                      <p:cBhvr>
                                        <p:cTn id="125" dur="500" fill="hold"/>
                                        <p:tgtEl>
                                          <p:spTgt spid="8"/>
                                        </p:tgtEl>
                                        <p:attrNameLst>
                                          <p:attrName>fill.type</p:attrName>
                                        </p:attrNameLst>
                                      </p:cBhvr>
                                      <p:to>
                                        <p:strVal val="solid"/>
                                      </p:to>
                                    </p:set>
                                    <p:set>
                                      <p:cBhvr>
                                        <p:cTn id="126" dur="500" fill="hold"/>
                                        <p:tgtEl>
                                          <p:spTgt spid="8"/>
                                        </p:tgtEl>
                                        <p:attrNameLst>
                                          <p:attrName>fill.on</p:attrName>
                                        </p:attrNameLst>
                                      </p:cBhvr>
                                      <p:to>
                                        <p:strVal val="true"/>
                                      </p:to>
                                    </p:set>
                                  </p:childTnLst>
                                </p:cTn>
                              </p:par>
                            </p:childTnLst>
                          </p:cTn>
                        </p:par>
                        <p:par>
                          <p:cTn id="127" fill="hold">
                            <p:stCondLst>
                              <p:cond delay="500"/>
                            </p:stCondLst>
                            <p:childTnLst>
                              <p:par>
                                <p:cTn id="128" presetID="22" presetClass="entr" presetSubtype="1" fill="hold" nodeType="afterEffect">
                                  <p:stCondLst>
                                    <p:cond delay="0"/>
                                  </p:stCondLst>
                                  <p:childTnLst>
                                    <p:set>
                                      <p:cBhvr>
                                        <p:cTn id="129" dur="1" fill="hold">
                                          <p:stCondLst>
                                            <p:cond delay="0"/>
                                          </p:stCondLst>
                                        </p:cTn>
                                        <p:tgtEl>
                                          <p:spTgt spid="175"/>
                                        </p:tgtEl>
                                        <p:attrNameLst>
                                          <p:attrName>style.visibility</p:attrName>
                                        </p:attrNameLst>
                                      </p:cBhvr>
                                      <p:to>
                                        <p:strVal val="visible"/>
                                      </p:to>
                                    </p:set>
                                    <p:animEffect transition="in" filter="wipe(up)">
                                      <p:cBhvr>
                                        <p:cTn id="130" dur="500"/>
                                        <p:tgtEl>
                                          <p:spTgt spid="175"/>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xit" presetSubtype="4" fill="hold" nodeType="clickEffect">
                                  <p:stCondLst>
                                    <p:cond delay="0"/>
                                  </p:stCondLst>
                                  <p:childTnLst>
                                    <p:animEffect transition="out" filter="wipe(down)">
                                      <p:cBhvr>
                                        <p:cTn id="134" dur="500"/>
                                        <p:tgtEl>
                                          <p:spTgt spid="175"/>
                                        </p:tgtEl>
                                      </p:cBhvr>
                                    </p:animEffect>
                                    <p:set>
                                      <p:cBhvr>
                                        <p:cTn id="135" dur="1" fill="hold">
                                          <p:stCondLst>
                                            <p:cond delay="499"/>
                                          </p:stCondLst>
                                        </p:cTn>
                                        <p:tgtEl>
                                          <p:spTgt spid="175"/>
                                        </p:tgtEl>
                                        <p:attrNameLst>
                                          <p:attrName>style.visibility</p:attrName>
                                        </p:attrNameLst>
                                      </p:cBhvr>
                                      <p:to>
                                        <p:strVal val="hidden"/>
                                      </p:to>
                                    </p:set>
                                  </p:childTnLst>
                                </p:cTn>
                              </p:par>
                              <p:par>
                                <p:cTn id="136" presetID="22" presetClass="entr" presetSubtype="8" fill="hold" grpId="0" nodeType="withEffect">
                                  <p:stCondLst>
                                    <p:cond delay="0"/>
                                  </p:stCondLst>
                                  <p:childTnLst>
                                    <p:set>
                                      <p:cBhvr>
                                        <p:cTn id="137" dur="1" fill="hold">
                                          <p:stCondLst>
                                            <p:cond delay="0"/>
                                          </p:stCondLst>
                                        </p:cTn>
                                        <p:tgtEl>
                                          <p:spTgt spid="101"/>
                                        </p:tgtEl>
                                        <p:attrNameLst>
                                          <p:attrName>style.visibility</p:attrName>
                                        </p:attrNameLst>
                                      </p:cBhvr>
                                      <p:to>
                                        <p:strVal val="visible"/>
                                      </p:to>
                                    </p:set>
                                    <p:animEffect transition="in" filter="wipe(left)">
                                      <p:cBhvr>
                                        <p:cTn id="138" dur="500"/>
                                        <p:tgtEl>
                                          <p:spTgt spid="101"/>
                                        </p:tgtEl>
                                      </p:cBhvr>
                                    </p:animEffect>
                                  </p:childTnLst>
                                </p:cTn>
                              </p:par>
                            </p:childTnLst>
                          </p:cTn>
                        </p:par>
                        <p:par>
                          <p:cTn id="139" fill="hold">
                            <p:stCondLst>
                              <p:cond delay="500"/>
                            </p:stCondLst>
                            <p:childTnLst>
                              <p:par>
                                <p:cTn id="140" presetID="22" presetClass="entr" presetSubtype="4" fill="hold" nodeType="afterEffect">
                                  <p:stCondLst>
                                    <p:cond delay="0"/>
                                  </p:stCondLst>
                                  <p:childTnLst>
                                    <p:set>
                                      <p:cBhvr>
                                        <p:cTn id="141" dur="1" fill="hold">
                                          <p:stCondLst>
                                            <p:cond delay="0"/>
                                          </p:stCondLst>
                                        </p:cTn>
                                        <p:tgtEl>
                                          <p:spTgt spid="102"/>
                                        </p:tgtEl>
                                        <p:attrNameLst>
                                          <p:attrName>style.visibility</p:attrName>
                                        </p:attrNameLst>
                                      </p:cBhvr>
                                      <p:to>
                                        <p:strVal val="visible"/>
                                      </p:to>
                                    </p:set>
                                    <p:animEffect transition="in" filter="wipe(down)">
                                      <p:cBhvr>
                                        <p:cTn id="142" dur="500"/>
                                        <p:tgtEl>
                                          <p:spTgt spid="102"/>
                                        </p:tgtEl>
                                      </p:cBhvr>
                                    </p:animEffect>
                                  </p:childTnLst>
                                </p:cTn>
                              </p:par>
                            </p:childTnLst>
                          </p:cTn>
                        </p:par>
                        <p:par>
                          <p:cTn id="143" fill="hold">
                            <p:stCondLst>
                              <p:cond delay="1000"/>
                            </p:stCondLst>
                            <p:childTnLst>
                              <p:par>
                                <p:cTn id="144" presetID="22" presetClass="entr" presetSubtype="8" fill="hold" nodeType="afterEffect">
                                  <p:stCondLst>
                                    <p:cond delay="0"/>
                                  </p:stCondLst>
                                  <p:childTnLst>
                                    <p:set>
                                      <p:cBhvr>
                                        <p:cTn id="145" dur="1" fill="hold">
                                          <p:stCondLst>
                                            <p:cond delay="0"/>
                                          </p:stCondLst>
                                        </p:cTn>
                                        <p:tgtEl>
                                          <p:spTgt spid="95"/>
                                        </p:tgtEl>
                                        <p:attrNameLst>
                                          <p:attrName>style.visibility</p:attrName>
                                        </p:attrNameLst>
                                      </p:cBhvr>
                                      <p:to>
                                        <p:strVal val="visible"/>
                                      </p:to>
                                    </p:set>
                                    <p:animEffect transition="in" filter="wipe(left)">
                                      <p:cBhvr>
                                        <p:cTn id="146" dur="500"/>
                                        <p:tgtEl>
                                          <p:spTgt spid="95"/>
                                        </p:tgtEl>
                                      </p:cBhvr>
                                    </p:animEffect>
                                  </p:childTnLst>
                                </p:cTn>
                              </p:par>
                              <p:par>
                                <p:cTn id="147" presetID="1" presetClass="emph" presetSubtype="2" fill="hold" nodeType="withEffect">
                                  <p:stCondLst>
                                    <p:cond delay="0"/>
                                  </p:stCondLst>
                                  <p:childTnLst>
                                    <p:animClr clrSpc="rgb" dir="cw">
                                      <p:cBhvr>
                                        <p:cTn id="148" dur="500" fill="hold"/>
                                        <p:tgtEl>
                                          <p:spTgt spid="8"/>
                                        </p:tgtEl>
                                        <p:attrNameLst>
                                          <p:attrName>fillcolor</p:attrName>
                                        </p:attrNameLst>
                                      </p:cBhvr>
                                      <p:to>
                                        <a:srgbClr val="DEEBF6"/>
                                      </p:to>
                                    </p:animClr>
                                    <p:set>
                                      <p:cBhvr>
                                        <p:cTn id="149" dur="500" fill="hold"/>
                                        <p:tgtEl>
                                          <p:spTgt spid="8"/>
                                        </p:tgtEl>
                                        <p:attrNameLst>
                                          <p:attrName>fill.type</p:attrName>
                                        </p:attrNameLst>
                                      </p:cBhvr>
                                      <p:to>
                                        <p:strVal val="solid"/>
                                      </p:to>
                                    </p:set>
                                    <p:set>
                                      <p:cBhvr>
                                        <p:cTn id="150" dur="500" fill="hold"/>
                                        <p:tgtEl>
                                          <p:spTgt spid="8"/>
                                        </p:tgtEl>
                                        <p:attrNameLst>
                                          <p:attrName>fill.on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22" presetClass="exit" presetSubtype="4" fill="hold" nodeType="clickEffect">
                                  <p:stCondLst>
                                    <p:cond delay="0"/>
                                  </p:stCondLst>
                                  <p:childTnLst>
                                    <p:animEffect transition="out" filter="wipe(down)">
                                      <p:cBhvr>
                                        <p:cTn id="154" dur="500"/>
                                        <p:tgtEl>
                                          <p:spTgt spid="169"/>
                                        </p:tgtEl>
                                      </p:cBhvr>
                                    </p:animEffect>
                                    <p:set>
                                      <p:cBhvr>
                                        <p:cTn id="155" dur="1" fill="hold">
                                          <p:stCondLst>
                                            <p:cond delay="499"/>
                                          </p:stCondLst>
                                        </p:cTn>
                                        <p:tgtEl>
                                          <p:spTgt spid="169"/>
                                        </p:tgtEl>
                                        <p:attrNameLst>
                                          <p:attrName>style.visibility</p:attrName>
                                        </p:attrNameLst>
                                      </p:cBhvr>
                                      <p:to>
                                        <p:strVal val="hidden"/>
                                      </p:to>
                                    </p:set>
                                  </p:childTnLst>
                                </p:cTn>
                              </p:par>
                            </p:childTnLst>
                          </p:cTn>
                        </p:par>
                        <p:par>
                          <p:cTn id="156" fill="hold">
                            <p:stCondLst>
                              <p:cond delay="500"/>
                            </p:stCondLst>
                            <p:childTnLst>
                              <p:par>
                                <p:cTn id="157" presetID="22" presetClass="entr" presetSubtype="4" fill="hold" nodeType="afterEffect">
                                  <p:stCondLst>
                                    <p:cond delay="0"/>
                                  </p:stCondLst>
                                  <p:childTnLst>
                                    <p:set>
                                      <p:cBhvr>
                                        <p:cTn id="158" dur="1" fill="hold">
                                          <p:stCondLst>
                                            <p:cond delay="0"/>
                                          </p:stCondLst>
                                        </p:cTn>
                                        <p:tgtEl>
                                          <p:spTgt spid="122"/>
                                        </p:tgtEl>
                                        <p:attrNameLst>
                                          <p:attrName>style.visibility</p:attrName>
                                        </p:attrNameLst>
                                      </p:cBhvr>
                                      <p:to>
                                        <p:strVal val="visible"/>
                                      </p:to>
                                    </p:set>
                                    <p:animEffect transition="in" filter="wipe(down)">
                                      <p:cBhvr>
                                        <p:cTn id="159" dur="500"/>
                                        <p:tgtEl>
                                          <p:spTgt spid="122"/>
                                        </p:tgtEl>
                                      </p:cBhvr>
                                    </p:animEffect>
                                  </p:childTnLst>
                                </p:cTn>
                              </p:par>
                            </p:childTnLst>
                          </p:cTn>
                        </p:par>
                        <p:par>
                          <p:cTn id="160" fill="hold">
                            <p:stCondLst>
                              <p:cond delay="1000"/>
                            </p:stCondLst>
                            <p:childTnLst>
                              <p:par>
                                <p:cTn id="161" presetID="22" presetClass="entr" presetSubtype="8" fill="hold" nodeType="afterEffect">
                                  <p:stCondLst>
                                    <p:cond delay="0"/>
                                  </p:stCondLst>
                                  <p:childTnLst>
                                    <p:set>
                                      <p:cBhvr>
                                        <p:cTn id="162" dur="1" fill="hold">
                                          <p:stCondLst>
                                            <p:cond delay="0"/>
                                          </p:stCondLst>
                                        </p:cTn>
                                        <p:tgtEl>
                                          <p:spTgt spid="123"/>
                                        </p:tgtEl>
                                        <p:attrNameLst>
                                          <p:attrName>style.visibility</p:attrName>
                                        </p:attrNameLst>
                                      </p:cBhvr>
                                      <p:to>
                                        <p:strVal val="visible"/>
                                      </p:to>
                                    </p:set>
                                    <p:animEffect transition="in" filter="wipe(left)">
                                      <p:cBhvr>
                                        <p:cTn id="163" dur="500"/>
                                        <p:tgtEl>
                                          <p:spTgt spid="123"/>
                                        </p:tgtEl>
                                      </p:cBhvr>
                                    </p:animEffect>
                                  </p:childTnLst>
                                </p:cTn>
                              </p:par>
                            </p:childTnLst>
                          </p:cTn>
                        </p:par>
                        <p:par>
                          <p:cTn id="164" fill="hold">
                            <p:stCondLst>
                              <p:cond delay="1500"/>
                            </p:stCondLst>
                            <p:childTnLst>
                              <p:par>
                                <p:cTn id="165" presetID="12" presetClass="entr" presetSubtype="1" fill="hold" grpId="0" nodeType="afterEffect">
                                  <p:stCondLst>
                                    <p:cond delay="0"/>
                                  </p:stCondLst>
                                  <p:childTnLst>
                                    <p:set>
                                      <p:cBhvr>
                                        <p:cTn id="166" dur="1" fill="hold">
                                          <p:stCondLst>
                                            <p:cond delay="0"/>
                                          </p:stCondLst>
                                        </p:cTn>
                                        <p:tgtEl>
                                          <p:spTgt spid="16"/>
                                        </p:tgtEl>
                                        <p:attrNameLst>
                                          <p:attrName>style.visibility</p:attrName>
                                        </p:attrNameLst>
                                      </p:cBhvr>
                                      <p:to>
                                        <p:strVal val="visible"/>
                                      </p:to>
                                    </p:set>
                                    <p:anim calcmode="lin" valueType="num">
                                      <p:cBhvr additive="base">
                                        <p:cTn id="167" dur="750"/>
                                        <p:tgtEl>
                                          <p:spTgt spid="16"/>
                                        </p:tgtEl>
                                        <p:attrNameLst>
                                          <p:attrName>ppt_y</p:attrName>
                                        </p:attrNameLst>
                                      </p:cBhvr>
                                      <p:tavLst>
                                        <p:tav tm="0">
                                          <p:val>
                                            <p:strVal val="#ppt_y-#ppt_h*1.125000"/>
                                          </p:val>
                                        </p:tav>
                                        <p:tav tm="100000">
                                          <p:val>
                                            <p:strVal val="#ppt_y"/>
                                          </p:val>
                                        </p:tav>
                                      </p:tavLst>
                                    </p:anim>
                                    <p:animEffect transition="in" filter="wipe(down)">
                                      <p:cBhvr>
                                        <p:cTn id="168" dur="750"/>
                                        <p:tgtEl>
                                          <p:spTgt spid="16"/>
                                        </p:tgtEl>
                                      </p:cBhvr>
                                    </p:animEffect>
                                  </p:childTnLst>
                                </p:cTn>
                              </p:par>
                              <p:par>
                                <p:cTn id="169" presetID="1" presetClass="emph" presetSubtype="2" fill="hold" nodeType="withEffect">
                                  <p:stCondLst>
                                    <p:cond delay="0"/>
                                  </p:stCondLst>
                                  <p:childTnLst>
                                    <p:animClr clrSpc="rgb" dir="cw">
                                      <p:cBhvr>
                                        <p:cTn id="170" dur="500" fill="hold"/>
                                        <p:tgtEl>
                                          <p:spTgt spid="8"/>
                                        </p:tgtEl>
                                        <p:attrNameLst>
                                          <p:attrName>fillcolor</p:attrName>
                                        </p:attrNameLst>
                                      </p:cBhvr>
                                      <p:to>
                                        <a:srgbClr val="FBE5D5"/>
                                      </p:to>
                                    </p:animClr>
                                    <p:set>
                                      <p:cBhvr>
                                        <p:cTn id="171" dur="500" fill="hold"/>
                                        <p:tgtEl>
                                          <p:spTgt spid="8"/>
                                        </p:tgtEl>
                                        <p:attrNameLst>
                                          <p:attrName>fill.type</p:attrName>
                                        </p:attrNameLst>
                                      </p:cBhvr>
                                      <p:to>
                                        <p:strVal val="solid"/>
                                      </p:to>
                                    </p:set>
                                    <p:set>
                                      <p:cBhvr>
                                        <p:cTn id="172" dur="500" fill="hold"/>
                                        <p:tgtEl>
                                          <p:spTgt spid="8"/>
                                        </p:tgtEl>
                                        <p:attrNameLst>
                                          <p:attrName>fill.on</p:attrName>
                                        </p:attrNameLst>
                                      </p:cBhvr>
                                      <p:to>
                                        <p:strVal val="true"/>
                                      </p:to>
                                    </p:set>
                                  </p:childTnLst>
                                </p:cTn>
                              </p:par>
                            </p:childTnLst>
                          </p:cTn>
                        </p:par>
                      </p:childTnLst>
                    </p:cTn>
                  </p:par>
                  <p:par>
                    <p:cTn id="173" fill="hold">
                      <p:stCondLst>
                        <p:cond delay="indefinite"/>
                      </p:stCondLst>
                      <p:childTnLst>
                        <p:par>
                          <p:cTn id="174" fill="hold">
                            <p:stCondLst>
                              <p:cond delay="0"/>
                            </p:stCondLst>
                            <p:childTnLst>
                              <p:par>
                                <p:cTn id="175" presetID="22" presetClass="entr" presetSubtype="1" fill="hold" nodeType="clickEffect">
                                  <p:stCondLst>
                                    <p:cond delay="0"/>
                                  </p:stCondLst>
                                  <p:childTnLst>
                                    <p:set>
                                      <p:cBhvr>
                                        <p:cTn id="176" dur="1" fill="hold">
                                          <p:stCondLst>
                                            <p:cond delay="0"/>
                                          </p:stCondLst>
                                        </p:cTn>
                                        <p:tgtEl>
                                          <p:spTgt spid="124"/>
                                        </p:tgtEl>
                                        <p:attrNameLst>
                                          <p:attrName>style.visibility</p:attrName>
                                        </p:attrNameLst>
                                      </p:cBhvr>
                                      <p:to>
                                        <p:strVal val="visible"/>
                                      </p:to>
                                    </p:set>
                                    <p:animEffect transition="in" filter="wipe(up)">
                                      <p:cBhvr>
                                        <p:cTn id="177" dur="500"/>
                                        <p:tgtEl>
                                          <p:spTgt spid="124"/>
                                        </p:tgtEl>
                                      </p:cBhvr>
                                    </p:animEffect>
                                  </p:childTnLst>
                                </p:cTn>
                              </p:par>
                            </p:childTnLst>
                          </p:cTn>
                        </p:par>
                        <p:par>
                          <p:cTn id="178" fill="hold">
                            <p:stCondLst>
                              <p:cond delay="500"/>
                            </p:stCondLst>
                            <p:childTnLst>
                              <p:par>
                                <p:cTn id="179" presetID="22" presetClass="entr" presetSubtype="1" fill="hold" nodeType="afterEffect">
                                  <p:stCondLst>
                                    <p:cond delay="0"/>
                                  </p:stCondLst>
                                  <p:childTnLst>
                                    <p:set>
                                      <p:cBhvr>
                                        <p:cTn id="180" dur="1" fill="hold">
                                          <p:stCondLst>
                                            <p:cond delay="0"/>
                                          </p:stCondLst>
                                        </p:cTn>
                                        <p:tgtEl>
                                          <p:spTgt spid="178"/>
                                        </p:tgtEl>
                                        <p:attrNameLst>
                                          <p:attrName>style.visibility</p:attrName>
                                        </p:attrNameLst>
                                      </p:cBhvr>
                                      <p:to>
                                        <p:strVal val="visible"/>
                                      </p:to>
                                    </p:set>
                                    <p:animEffect transition="in" filter="wipe(up)">
                                      <p:cBhvr>
                                        <p:cTn id="181" dur="500"/>
                                        <p:tgtEl>
                                          <p:spTgt spid="178"/>
                                        </p:tgtEl>
                                      </p:cBhvr>
                                    </p:animEffect>
                                  </p:childTnLst>
                                </p:cTn>
                              </p:par>
                              <p:par>
                                <p:cTn id="182" presetID="1" presetClass="emph" presetSubtype="2" fill="hold" nodeType="withEffect">
                                  <p:stCondLst>
                                    <p:cond delay="0"/>
                                  </p:stCondLst>
                                  <p:childTnLst>
                                    <p:animClr clrSpc="rgb" dir="cw">
                                      <p:cBhvr>
                                        <p:cTn id="183" dur="500" fill="hold"/>
                                        <p:tgtEl>
                                          <p:spTgt spid="8"/>
                                        </p:tgtEl>
                                        <p:attrNameLst>
                                          <p:attrName>fillcolor</p:attrName>
                                        </p:attrNameLst>
                                      </p:cBhvr>
                                      <p:to>
                                        <a:srgbClr val="DEEBF6"/>
                                      </p:to>
                                    </p:animClr>
                                    <p:set>
                                      <p:cBhvr>
                                        <p:cTn id="184" dur="500" fill="hold"/>
                                        <p:tgtEl>
                                          <p:spTgt spid="8"/>
                                        </p:tgtEl>
                                        <p:attrNameLst>
                                          <p:attrName>fill.type</p:attrName>
                                        </p:attrNameLst>
                                      </p:cBhvr>
                                      <p:to>
                                        <p:strVal val="solid"/>
                                      </p:to>
                                    </p:set>
                                    <p:set>
                                      <p:cBhvr>
                                        <p:cTn id="185" dur="500" fill="hold"/>
                                        <p:tgtEl>
                                          <p:spTgt spid="8"/>
                                        </p:tgtEl>
                                        <p:attrNameLst>
                                          <p:attrName>fill.on</p:attrName>
                                        </p:attrNameLst>
                                      </p:cBhvr>
                                      <p:to>
                                        <p:strVal val="true"/>
                                      </p:to>
                                    </p:set>
                                  </p:childTnLst>
                                </p:cTn>
                              </p:par>
                            </p:childTnLst>
                          </p:cTn>
                        </p:par>
                      </p:childTnLst>
                    </p:cTn>
                  </p:par>
                  <p:par>
                    <p:cTn id="186" fill="hold">
                      <p:stCondLst>
                        <p:cond delay="indefinite"/>
                      </p:stCondLst>
                      <p:childTnLst>
                        <p:par>
                          <p:cTn id="187" fill="hold">
                            <p:stCondLst>
                              <p:cond delay="0"/>
                            </p:stCondLst>
                            <p:childTnLst>
                              <p:par>
                                <p:cTn id="188" presetID="22" presetClass="entr" presetSubtype="1" fill="hold" nodeType="clickEffect">
                                  <p:stCondLst>
                                    <p:cond delay="0"/>
                                  </p:stCondLst>
                                  <p:childTnLst>
                                    <p:set>
                                      <p:cBhvr>
                                        <p:cTn id="189" dur="1" fill="hold">
                                          <p:stCondLst>
                                            <p:cond delay="0"/>
                                          </p:stCondLst>
                                        </p:cTn>
                                        <p:tgtEl>
                                          <p:spTgt spid="105"/>
                                        </p:tgtEl>
                                        <p:attrNameLst>
                                          <p:attrName>style.visibility</p:attrName>
                                        </p:attrNameLst>
                                      </p:cBhvr>
                                      <p:to>
                                        <p:strVal val="visible"/>
                                      </p:to>
                                    </p:set>
                                    <p:animEffect transition="in" filter="wipe(up)">
                                      <p:cBhvr>
                                        <p:cTn id="190" dur="500"/>
                                        <p:tgtEl>
                                          <p:spTgt spid="105"/>
                                        </p:tgtEl>
                                      </p:cBhvr>
                                    </p:animEffect>
                                  </p:childTnLst>
                                </p:cTn>
                              </p:par>
                            </p:childTnLst>
                          </p:cTn>
                        </p:par>
                        <p:par>
                          <p:cTn id="191" fill="hold">
                            <p:stCondLst>
                              <p:cond delay="500"/>
                            </p:stCondLst>
                            <p:childTnLst>
                              <p:par>
                                <p:cTn id="192" presetID="22" presetClass="entr" presetSubtype="1" fill="hold" nodeType="afterEffect">
                                  <p:stCondLst>
                                    <p:cond delay="0"/>
                                  </p:stCondLst>
                                  <p:childTnLst>
                                    <p:set>
                                      <p:cBhvr>
                                        <p:cTn id="193" dur="1" fill="hold">
                                          <p:stCondLst>
                                            <p:cond delay="0"/>
                                          </p:stCondLst>
                                        </p:cTn>
                                        <p:tgtEl>
                                          <p:spTgt spid="181"/>
                                        </p:tgtEl>
                                        <p:attrNameLst>
                                          <p:attrName>style.visibility</p:attrName>
                                        </p:attrNameLst>
                                      </p:cBhvr>
                                      <p:to>
                                        <p:strVal val="visible"/>
                                      </p:to>
                                    </p:set>
                                    <p:animEffect transition="in" filter="wipe(up)">
                                      <p:cBhvr>
                                        <p:cTn id="194" dur="500"/>
                                        <p:tgtEl>
                                          <p:spTgt spid="181"/>
                                        </p:tgtEl>
                                      </p:cBhvr>
                                    </p:animEffect>
                                  </p:childTnLst>
                                </p:cTn>
                              </p:par>
                              <p:par>
                                <p:cTn id="195" presetID="1" presetClass="emph" presetSubtype="2" fill="hold" nodeType="withEffect">
                                  <p:stCondLst>
                                    <p:cond delay="0"/>
                                  </p:stCondLst>
                                  <p:childTnLst>
                                    <p:animClr clrSpc="rgb" dir="cw">
                                      <p:cBhvr>
                                        <p:cTn id="196" dur="500" fill="hold"/>
                                        <p:tgtEl>
                                          <p:spTgt spid="8"/>
                                        </p:tgtEl>
                                        <p:attrNameLst>
                                          <p:attrName>fillcolor</p:attrName>
                                        </p:attrNameLst>
                                      </p:cBhvr>
                                      <p:to>
                                        <a:srgbClr val="F4E9F7"/>
                                      </p:to>
                                    </p:animClr>
                                    <p:set>
                                      <p:cBhvr>
                                        <p:cTn id="197" dur="500" fill="hold"/>
                                        <p:tgtEl>
                                          <p:spTgt spid="8"/>
                                        </p:tgtEl>
                                        <p:attrNameLst>
                                          <p:attrName>fill.type</p:attrName>
                                        </p:attrNameLst>
                                      </p:cBhvr>
                                      <p:to>
                                        <p:strVal val="solid"/>
                                      </p:to>
                                    </p:set>
                                    <p:set>
                                      <p:cBhvr>
                                        <p:cTn id="198" dur="500" fill="hold"/>
                                        <p:tgtEl>
                                          <p:spTgt spid="8"/>
                                        </p:tgtEl>
                                        <p:attrNameLst>
                                          <p:attrName>fill.on</p:attrName>
                                        </p:attrNameLst>
                                      </p:cBhvr>
                                      <p:to>
                                        <p:strVal val="true"/>
                                      </p:to>
                                    </p:set>
                                  </p:childTnLst>
                                </p:cTn>
                              </p:par>
                            </p:childTnLst>
                          </p:cTn>
                        </p:par>
                      </p:childTnLst>
                    </p:cTn>
                  </p:par>
                  <p:par>
                    <p:cTn id="199" fill="hold">
                      <p:stCondLst>
                        <p:cond delay="indefinite"/>
                      </p:stCondLst>
                      <p:childTnLst>
                        <p:par>
                          <p:cTn id="200" fill="hold">
                            <p:stCondLst>
                              <p:cond delay="0"/>
                            </p:stCondLst>
                            <p:childTnLst>
                              <p:par>
                                <p:cTn id="201" presetID="22" presetClass="exit" presetSubtype="4" fill="hold" nodeType="clickEffect">
                                  <p:stCondLst>
                                    <p:cond delay="0"/>
                                  </p:stCondLst>
                                  <p:childTnLst>
                                    <p:animEffect transition="out" filter="wipe(down)">
                                      <p:cBhvr>
                                        <p:cTn id="202" dur="500"/>
                                        <p:tgtEl>
                                          <p:spTgt spid="181"/>
                                        </p:tgtEl>
                                      </p:cBhvr>
                                    </p:animEffect>
                                    <p:set>
                                      <p:cBhvr>
                                        <p:cTn id="203" dur="1" fill="hold">
                                          <p:stCondLst>
                                            <p:cond delay="499"/>
                                          </p:stCondLst>
                                        </p:cTn>
                                        <p:tgtEl>
                                          <p:spTgt spid="181"/>
                                        </p:tgtEl>
                                        <p:attrNameLst>
                                          <p:attrName>style.visibility</p:attrName>
                                        </p:attrNameLst>
                                      </p:cBhvr>
                                      <p:to>
                                        <p:strVal val="hidden"/>
                                      </p:to>
                                    </p:set>
                                  </p:childTnLst>
                                </p:cTn>
                              </p:par>
                              <p:par>
                                <p:cTn id="204" presetID="22" presetClass="entr" presetSubtype="8" fill="hold" grpId="0" nodeType="withEffect">
                                  <p:stCondLst>
                                    <p:cond delay="0"/>
                                  </p:stCondLst>
                                  <p:childTnLst>
                                    <p:set>
                                      <p:cBhvr>
                                        <p:cTn id="205" dur="1" fill="hold">
                                          <p:stCondLst>
                                            <p:cond delay="0"/>
                                          </p:stCondLst>
                                        </p:cTn>
                                        <p:tgtEl>
                                          <p:spTgt spid="110"/>
                                        </p:tgtEl>
                                        <p:attrNameLst>
                                          <p:attrName>style.visibility</p:attrName>
                                        </p:attrNameLst>
                                      </p:cBhvr>
                                      <p:to>
                                        <p:strVal val="visible"/>
                                      </p:to>
                                    </p:set>
                                    <p:animEffect transition="in" filter="wipe(left)">
                                      <p:cBhvr>
                                        <p:cTn id="206" dur="500"/>
                                        <p:tgtEl>
                                          <p:spTgt spid="110"/>
                                        </p:tgtEl>
                                      </p:cBhvr>
                                    </p:animEffect>
                                  </p:childTnLst>
                                </p:cTn>
                              </p:par>
                            </p:childTnLst>
                          </p:cTn>
                        </p:par>
                        <p:par>
                          <p:cTn id="207" fill="hold">
                            <p:stCondLst>
                              <p:cond delay="500"/>
                            </p:stCondLst>
                            <p:childTnLst>
                              <p:par>
                                <p:cTn id="208" presetID="22" presetClass="entr" presetSubtype="4" fill="hold" nodeType="afterEffect">
                                  <p:stCondLst>
                                    <p:cond delay="0"/>
                                  </p:stCondLst>
                                  <p:childTnLst>
                                    <p:set>
                                      <p:cBhvr>
                                        <p:cTn id="209" dur="1" fill="hold">
                                          <p:stCondLst>
                                            <p:cond delay="0"/>
                                          </p:stCondLst>
                                        </p:cTn>
                                        <p:tgtEl>
                                          <p:spTgt spid="108"/>
                                        </p:tgtEl>
                                        <p:attrNameLst>
                                          <p:attrName>style.visibility</p:attrName>
                                        </p:attrNameLst>
                                      </p:cBhvr>
                                      <p:to>
                                        <p:strVal val="visible"/>
                                      </p:to>
                                    </p:set>
                                    <p:animEffect transition="in" filter="wipe(down)">
                                      <p:cBhvr>
                                        <p:cTn id="210" dur="500"/>
                                        <p:tgtEl>
                                          <p:spTgt spid="108"/>
                                        </p:tgtEl>
                                      </p:cBhvr>
                                    </p:animEffect>
                                  </p:childTnLst>
                                </p:cTn>
                              </p:par>
                            </p:childTnLst>
                          </p:cTn>
                        </p:par>
                        <p:par>
                          <p:cTn id="211" fill="hold">
                            <p:stCondLst>
                              <p:cond delay="1000"/>
                            </p:stCondLst>
                            <p:childTnLst>
                              <p:par>
                                <p:cTn id="212" presetID="22" presetClass="entr" presetSubtype="8" fill="hold" nodeType="afterEffect">
                                  <p:stCondLst>
                                    <p:cond delay="0"/>
                                  </p:stCondLst>
                                  <p:childTnLst>
                                    <p:set>
                                      <p:cBhvr>
                                        <p:cTn id="213" dur="1" fill="hold">
                                          <p:stCondLst>
                                            <p:cond delay="0"/>
                                          </p:stCondLst>
                                        </p:cTn>
                                        <p:tgtEl>
                                          <p:spTgt spid="109"/>
                                        </p:tgtEl>
                                        <p:attrNameLst>
                                          <p:attrName>style.visibility</p:attrName>
                                        </p:attrNameLst>
                                      </p:cBhvr>
                                      <p:to>
                                        <p:strVal val="visible"/>
                                      </p:to>
                                    </p:set>
                                    <p:animEffect transition="in" filter="wipe(left)">
                                      <p:cBhvr>
                                        <p:cTn id="214" dur="500"/>
                                        <p:tgtEl>
                                          <p:spTgt spid="109"/>
                                        </p:tgtEl>
                                      </p:cBhvr>
                                    </p:animEffect>
                                  </p:childTnLst>
                                </p:cTn>
                              </p:par>
                            </p:childTnLst>
                          </p:cTn>
                        </p:par>
                        <p:par>
                          <p:cTn id="215" fill="hold">
                            <p:stCondLst>
                              <p:cond delay="1500"/>
                            </p:stCondLst>
                            <p:childTnLst>
                              <p:par>
                                <p:cTn id="216" presetID="12" presetClass="entr" presetSubtype="1" fill="hold" grpId="0" nodeType="afterEffect">
                                  <p:stCondLst>
                                    <p:cond delay="0"/>
                                  </p:stCondLst>
                                  <p:childTnLst>
                                    <p:set>
                                      <p:cBhvr>
                                        <p:cTn id="217" dur="1" fill="hold">
                                          <p:stCondLst>
                                            <p:cond delay="0"/>
                                          </p:stCondLst>
                                        </p:cTn>
                                        <p:tgtEl>
                                          <p:spTgt spid="19"/>
                                        </p:tgtEl>
                                        <p:attrNameLst>
                                          <p:attrName>style.visibility</p:attrName>
                                        </p:attrNameLst>
                                      </p:cBhvr>
                                      <p:to>
                                        <p:strVal val="visible"/>
                                      </p:to>
                                    </p:set>
                                    <p:anim calcmode="lin" valueType="num">
                                      <p:cBhvr additive="base">
                                        <p:cTn id="218" dur="750"/>
                                        <p:tgtEl>
                                          <p:spTgt spid="19"/>
                                        </p:tgtEl>
                                        <p:attrNameLst>
                                          <p:attrName>ppt_y</p:attrName>
                                        </p:attrNameLst>
                                      </p:cBhvr>
                                      <p:tavLst>
                                        <p:tav tm="0">
                                          <p:val>
                                            <p:strVal val="#ppt_y-#ppt_h*1.125000"/>
                                          </p:val>
                                        </p:tav>
                                        <p:tav tm="100000">
                                          <p:val>
                                            <p:strVal val="#ppt_y"/>
                                          </p:val>
                                        </p:tav>
                                      </p:tavLst>
                                    </p:anim>
                                    <p:animEffect transition="in" filter="wipe(down)">
                                      <p:cBhvr>
                                        <p:cTn id="219" dur="750"/>
                                        <p:tgtEl>
                                          <p:spTgt spid="19"/>
                                        </p:tgtEl>
                                      </p:cBhvr>
                                    </p:animEffect>
                                  </p:childTnLst>
                                </p:cTn>
                              </p:par>
                              <p:par>
                                <p:cTn id="220" presetID="1" presetClass="emph" presetSubtype="2" fill="hold" nodeType="withEffect">
                                  <p:stCondLst>
                                    <p:cond delay="0"/>
                                  </p:stCondLst>
                                  <p:childTnLst>
                                    <p:animClr clrSpc="rgb" dir="cw">
                                      <p:cBhvr>
                                        <p:cTn id="221" dur="500" fill="hold"/>
                                        <p:tgtEl>
                                          <p:spTgt spid="8"/>
                                        </p:tgtEl>
                                        <p:attrNameLst>
                                          <p:attrName>fillcolor</p:attrName>
                                        </p:attrNameLst>
                                      </p:cBhvr>
                                      <p:to>
                                        <a:srgbClr val="DEEBF6"/>
                                      </p:to>
                                    </p:animClr>
                                    <p:set>
                                      <p:cBhvr>
                                        <p:cTn id="222" dur="500" fill="hold"/>
                                        <p:tgtEl>
                                          <p:spTgt spid="8"/>
                                        </p:tgtEl>
                                        <p:attrNameLst>
                                          <p:attrName>fill.type</p:attrName>
                                        </p:attrNameLst>
                                      </p:cBhvr>
                                      <p:to>
                                        <p:strVal val="solid"/>
                                      </p:to>
                                    </p:set>
                                    <p:set>
                                      <p:cBhvr>
                                        <p:cTn id="223" dur="500" fill="hold"/>
                                        <p:tgtEl>
                                          <p:spTgt spid="8"/>
                                        </p:tgtEl>
                                        <p:attrNameLst>
                                          <p:attrName>fill.on</p:attrName>
                                        </p:attrNameLst>
                                      </p:cBhvr>
                                      <p:to>
                                        <p:strVal val="true"/>
                                      </p:to>
                                    </p:set>
                                  </p:childTnLst>
                                </p:cTn>
                              </p:par>
                            </p:childTnLst>
                          </p:cTn>
                        </p:par>
                      </p:childTnLst>
                    </p:cTn>
                  </p:par>
                  <p:par>
                    <p:cTn id="224" fill="hold">
                      <p:stCondLst>
                        <p:cond delay="indefinite"/>
                      </p:stCondLst>
                      <p:childTnLst>
                        <p:par>
                          <p:cTn id="225" fill="hold">
                            <p:stCondLst>
                              <p:cond delay="0"/>
                            </p:stCondLst>
                            <p:childTnLst>
                              <p:par>
                                <p:cTn id="226" presetID="22" presetClass="entr" presetSubtype="8" fill="hold" nodeType="clickEffect">
                                  <p:stCondLst>
                                    <p:cond delay="0"/>
                                  </p:stCondLst>
                                  <p:childTnLst>
                                    <p:set>
                                      <p:cBhvr>
                                        <p:cTn id="227" dur="1" fill="hold">
                                          <p:stCondLst>
                                            <p:cond delay="0"/>
                                          </p:stCondLst>
                                        </p:cTn>
                                        <p:tgtEl>
                                          <p:spTgt spid="106"/>
                                        </p:tgtEl>
                                        <p:attrNameLst>
                                          <p:attrName>style.visibility</p:attrName>
                                        </p:attrNameLst>
                                      </p:cBhvr>
                                      <p:to>
                                        <p:strVal val="visible"/>
                                      </p:to>
                                    </p:set>
                                    <p:animEffect transition="in" filter="wipe(left)">
                                      <p:cBhvr>
                                        <p:cTn id="228" dur="500"/>
                                        <p:tgtEl>
                                          <p:spTgt spid="106"/>
                                        </p:tgtEl>
                                      </p:cBhvr>
                                    </p:animEffect>
                                  </p:childTnLst>
                                </p:cTn>
                              </p:par>
                            </p:childTnLst>
                          </p:cTn>
                        </p:par>
                        <p:par>
                          <p:cTn id="229" fill="hold">
                            <p:stCondLst>
                              <p:cond delay="500"/>
                            </p:stCondLst>
                            <p:childTnLst>
                              <p:par>
                                <p:cTn id="230" presetID="22" presetClass="entr" presetSubtype="1" fill="hold" nodeType="afterEffect">
                                  <p:stCondLst>
                                    <p:cond delay="0"/>
                                  </p:stCondLst>
                                  <p:childTnLst>
                                    <p:set>
                                      <p:cBhvr>
                                        <p:cTn id="231" dur="1" fill="hold">
                                          <p:stCondLst>
                                            <p:cond delay="0"/>
                                          </p:stCondLst>
                                        </p:cTn>
                                        <p:tgtEl>
                                          <p:spTgt spid="184"/>
                                        </p:tgtEl>
                                        <p:attrNameLst>
                                          <p:attrName>style.visibility</p:attrName>
                                        </p:attrNameLst>
                                      </p:cBhvr>
                                      <p:to>
                                        <p:strVal val="visible"/>
                                      </p:to>
                                    </p:set>
                                    <p:animEffect transition="in" filter="wipe(up)">
                                      <p:cBhvr>
                                        <p:cTn id="232" dur="500"/>
                                        <p:tgtEl>
                                          <p:spTgt spid="184"/>
                                        </p:tgtEl>
                                      </p:cBhvr>
                                    </p:animEffect>
                                  </p:childTnLst>
                                </p:cTn>
                              </p:par>
                              <p:par>
                                <p:cTn id="233" presetID="1" presetClass="emph" presetSubtype="2" fill="hold" nodeType="withEffect">
                                  <p:stCondLst>
                                    <p:cond delay="0"/>
                                  </p:stCondLst>
                                  <p:childTnLst>
                                    <p:animClr clrSpc="rgb" dir="cw">
                                      <p:cBhvr>
                                        <p:cTn id="234" dur="500" fill="hold"/>
                                        <p:tgtEl>
                                          <p:spTgt spid="8"/>
                                        </p:tgtEl>
                                        <p:attrNameLst>
                                          <p:attrName>fillcolor</p:attrName>
                                        </p:attrNameLst>
                                      </p:cBhvr>
                                      <p:to>
                                        <a:srgbClr val="F4E9F7"/>
                                      </p:to>
                                    </p:animClr>
                                    <p:set>
                                      <p:cBhvr>
                                        <p:cTn id="235" dur="500" fill="hold"/>
                                        <p:tgtEl>
                                          <p:spTgt spid="8"/>
                                        </p:tgtEl>
                                        <p:attrNameLst>
                                          <p:attrName>fill.type</p:attrName>
                                        </p:attrNameLst>
                                      </p:cBhvr>
                                      <p:to>
                                        <p:strVal val="solid"/>
                                      </p:to>
                                    </p:set>
                                    <p:set>
                                      <p:cBhvr>
                                        <p:cTn id="236" dur="500" fill="hold"/>
                                        <p:tgtEl>
                                          <p:spTgt spid="8"/>
                                        </p:tgtEl>
                                        <p:attrNameLst>
                                          <p:attrName>fill.on</p:attrName>
                                        </p:attrNameLst>
                                      </p:cBhvr>
                                      <p:to>
                                        <p:strVal val="true"/>
                                      </p:to>
                                    </p:set>
                                  </p:childTnLst>
                                </p:cTn>
                              </p:par>
                            </p:childTnLst>
                          </p:cTn>
                        </p:par>
                      </p:childTnLst>
                    </p:cTn>
                  </p:par>
                  <p:par>
                    <p:cTn id="237" fill="hold">
                      <p:stCondLst>
                        <p:cond delay="indefinite"/>
                      </p:stCondLst>
                      <p:childTnLst>
                        <p:par>
                          <p:cTn id="238" fill="hold">
                            <p:stCondLst>
                              <p:cond delay="0"/>
                            </p:stCondLst>
                            <p:childTnLst>
                              <p:par>
                                <p:cTn id="239" presetID="22" presetClass="exit" presetSubtype="4" fill="hold" nodeType="clickEffect">
                                  <p:stCondLst>
                                    <p:cond delay="0"/>
                                  </p:stCondLst>
                                  <p:childTnLst>
                                    <p:animEffect transition="out" filter="wipe(down)">
                                      <p:cBhvr>
                                        <p:cTn id="240" dur="500"/>
                                        <p:tgtEl>
                                          <p:spTgt spid="184"/>
                                        </p:tgtEl>
                                      </p:cBhvr>
                                    </p:animEffect>
                                    <p:set>
                                      <p:cBhvr>
                                        <p:cTn id="241" dur="1" fill="hold">
                                          <p:stCondLst>
                                            <p:cond delay="499"/>
                                          </p:stCondLst>
                                        </p:cTn>
                                        <p:tgtEl>
                                          <p:spTgt spid="184"/>
                                        </p:tgtEl>
                                        <p:attrNameLst>
                                          <p:attrName>style.visibility</p:attrName>
                                        </p:attrNameLst>
                                      </p:cBhvr>
                                      <p:to>
                                        <p:strVal val="hidden"/>
                                      </p:to>
                                    </p:set>
                                  </p:childTnLst>
                                </p:cTn>
                              </p:par>
                              <p:par>
                                <p:cTn id="242" presetID="22" presetClass="entr" presetSubtype="8" fill="hold" grpId="0" nodeType="withEffect">
                                  <p:stCondLst>
                                    <p:cond delay="0"/>
                                  </p:stCondLst>
                                  <p:childTnLst>
                                    <p:set>
                                      <p:cBhvr>
                                        <p:cTn id="243" dur="1" fill="hold">
                                          <p:stCondLst>
                                            <p:cond delay="0"/>
                                          </p:stCondLst>
                                        </p:cTn>
                                        <p:tgtEl>
                                          <p:spTgt spid="111"/>
                                        </p:tgtEl>
                                        <p:attrNameLst>
                                          <p:attrName>style.visibility</p:attrName>
                                        </p:attrNameLst>
                                      </p:cBhvr>
                                      <p:to>
                                        <p:strVal val="visible"/>
                                      </p:to>
                                    </p:set>
                                    <p:animEffect transition="in" filter="wipe(left)">
                                      <p:cBhvr>
                                        <p:cTn id="244" dur="500"/>
                                        <p:tgtEl>
                                          <p:spTgt spid="111"/>
                                        </p:tgtEl>
                                      </p:cBhvr>
                                    </p:animEffect>
                                  </p:childTnLst>
                                </p:cTn>
                              </p:par>
                            </p:childTnLst>
                          </p:cTn>
                        </p:par>
                        <p:par>
                          <p:cTn id="245" fill="hold">
                            <p:stCondLst>
                              <p:cond delay="500"/>
                            </p:stCondLst>
                            <p:childTnLst>
                              <p:par>
                                <p:cTn id="246" presetID="22" presetClass="entr" presetSubtype="4" fill="hold" nodeType="afterEffect">
                                  <p:stCondLst>
                                    <p:cond delay="0"/>
                                  </p:stCondLst>
                                  <p:childTnLst>
                                    <p:set>
                                      <p:cBhvr>
                                        <p:cTn id="247" dur="1" fill="hold">
                                          <p:stCondLst>
                                            <p:cond delay="0"/>
                                          </p:stCondLst>
                                        </p:cTn>
                                        <p:tgtEl>
                                          <p:spTgt spid="112"/>
                                        </p:tgtEl>
                                        <p:attrNameLst>
                                          <p:attrName>style.visibility</p:attrName>
                                        </p:attrNameLst>
                                      </p:cBhvr>
                                      <p:to>
                                        <p:strVal val="visible"/>
                                      </p:to>
                                    </p:set>
                                    <p:animEffect transition="in" filter="wipe(down)">
                                      <p:cBhvr>
                                        <p:cTn id="248" dur="500"/>
                                        <p:tgtEl>
                                          <p:spTgt spid="112"/>
                                        </p:tgtEl>
                                      </p:cBhvr>
                                    </p:animEffect>
                                  </p:childTnLst>
                                </p:cTn>
                              </p:par>
                            </p:childTnLst>
                          </p:cTn>
                        </p:par>
                        <p:par>
                          <p:cTn id="249" fill="hold">
                            <p:stCondLst>
                              <p:cond delay="1000"/>
                            </p:stCondLst>
                            <p:childTnLst>
                              <p:par>
                                <p:cTn id="250" presetID="22" presetClass="entr" presetSubtype="8" fill="hold" nodeType="afterEffect">
                                  <p:stCondLst>
                                    <p:cond delay="0"/>
                                  </p:stCondLst>
                                  <p:childTnLst>
                                    <p:set>
                                      <p:cBhvr>
                                        <p:cTn id="251" dur="1" fill="hold">
                                          <p:stCondLst>
                                            <p:cond delay="0"/>
                                          </p:stCondLst>
                                        </p:cTn>
                                        <p:tgtEl>
                                          <p:spTgt spid="107"/>
                                        </p:tgtEl>
                                        <p:attrNameLst>
                                          <p:attrName>style.visibility</p:attrName>
                                        </p:attrNameLst>
                                      </p:cBhvr>
                                      <p:to>
                                        <p:strVal val="visible"/>
                                      </p:to>
                                    </p:set>
                                    <p:animEffect transition="in" filter="wipe(left)">
                                      <p:cBhvr>
                                        <p:cTn id="252" dur="500"/>
                                        <p:tgtEl>
                                          <p:spTgt spid="107"/>
                                        </p:tgtEl>
                                      </p:cBhvr>
                                    </p:animEffect>
                                  </p:childTnLst>
                                </p:cTn>
                              </p:par>
                              <p:par>
                                <p:cTn id="253" presetID="1" presetClass="emph" presetSubtype="2" fill="hold" nodeType="withEffect">
                                  <p:stCondLst>
                                    <p:cond delay="0"/>
                                  </p:stCondLst>
                                  <p:childTnLst>
                                    <p:animClr clrSpc="rgb" dir="cw">
                                      <p:cBhvr>
                                        <p:cTn id="254" dur="500" fill="hold"/>
                                        <p:tgtEl>
                                          <p:spTgt spid="8"/>
                                        </p:tgtEl>
                                        <p:attrNameLst>
                                          <p:attrName>fillcolor</p:attrName>
                                        </p:attrNameLst>
                                      </p:cBhvr>
                                      <p:to>
                                        <a:srgbClr val="DEEBF6"/>
                                      </p:to>
                                    </p:animClr>
                                    <p:set>
                                      <p:cBhvr>
                                        <p:cTn id="255" dur="500" fill="hold"/>
                                        <p:tgtEl>
                                          <p:spTgt spid="8"/>
                                        </p:tgtEl>
                                        <p:attrNameLst>
                                          <p:attrName>fill.type</p:attrName>
                                        </p:attrNameLst>
                                      </p:cBhvr>
                                      <p:to>
                                        <p:strVal val="solid"/>
                                      </p:to>
                                    </p:set>
                                    <p:set>
                                      <p:cBhvr>
                                        <p:cTn id="256" dur="500" fill="hold"/>
                                        <p:tgtEl>
                                          <p:spTgt spid="8"/>
                                        </p:tgtEl>
                                        <p:attrNameLst>
                                          <p:attrName>fill.on</p:attrName>
                                        </p:attrNameLst>
                                      </p:cBhvr>
                                      <p:to>
                                        <p:strVal val="true"/>
                                      </p:to>
                                    </p:set>
                                  </p:childTnLst>
                                </p:cTn>
                              </p:par>
                            </p:childTnLst>
                          </p:cTn>
                        </p:par>
                      </p:childTnLst>
                    </p:cTn>
                  </p:par>
                  <p:par>
                    <p:cTn id="257" fill="hold">
                      <p:stCondLst>
                        <p:cond delay="indefinite"/>
                      </p:stCondLst>
                      <p:childTnLst>
                        <p:par>
                          <p:cTn id="258" fill="hold">
                            <p:stCondLst>
                              <p:cond delay="0"/>
                            </p:stCondLst>
                            <p:childTnLst>
                              <p:par>
                                <p:cTn id="259" presetID="22" presetClass="exit" presetSubtype="4" fill="hold" nodeType="clickEffect">
                                  <p:stCondLst>
                                    <p:cond delay="0"/>
                                  </p:stCondLst>
                                  <p:childTnLst>
                                    <p:animEffect transition="out" filter="wipe(down)">
                                      <p:cBhvr>
                                        <p:cTn id="260" dur="500"/>
                                        <p:tgtEl>
                                          <p:spTgt spid="178"/>
                                        </p:tgtEl>
                                      </p:cBhvr>
                                    </p:animEffect>
                                    <p:set>
                                      <p:cBhvr>
                                        <p:cTn id="261" dur="1" fill="hold">
                                          <p:stCondLst>
                                            <p:cond delay="499"/>
                                          </p:stCondLst>
                                        </p:cTn>
                                        <p:tgtEl>
                                          <p:spTgt spid="178"/>
                                        </p:tgtEl>
                                        <p:attrNameLst>
                                          <p:attrName>style.visibility</p:attrName>
                                        </p:attrNameLst>
                                      </p:cBhvr>
                                      <p:to>
                                        <p:strVal val="hidden"/>
                                      </p:to>
                                    </p:set>
                                  </p:childTnLst>
                                </p:cTn>
                              </p:par>
                            </p:childTnLst>
                          </p:cTn>
                        </p:par>
                        <p:par>
                          <p:cTn id="262" fill="hold">
                            <p:stCondLst>
                              <p:cond delay="500"/>
                            </p:stCondLst>
                            <p:childTnLst>
                              <p:par>
                                <p:cTn id="263" presetID="22" presetClass="entr" presetSubtype="4" fill="hold" nodeType="afterEffect">
                                  <p:stCondLst>
                                    <p:cond delay="0"/>
                                  </p:stCondLst>
                                  <p:childTnLst>
                                    <p:set>
                                      <p:cBhvr>
                                        <p:cTn id="264" dur="1" fill="hold">
                                          <p:stCondLst>
                                            <p:cond delay="0"/>
                                          </p:stCondLst>
                                        </p:cTn>
                                        <p:tgtEl>
                                          <p:spTgt spid="144"/>
                                        </p:tgtEl>
                                        <p:attrNameLst>
                                          <p:attrName>style.visibility</p:attrName>
                                        </p:attrNameLst>
                                      </p:cBhvr>
                                      <p:to>
                                        <p:strVal val="visible"/>
                                      </p:to>
                                    </p:set>
                                    <p:animEffect transition="in" filter="wipe(down)">
                                      <p:cBhvr>
                                        <p:cTn id="265" dur="500"/>
                                        <p:tgtEl>
                                          <p:spTgt spid="144"/>
                                        </p:tgtEl>
                                      </p:cBhvr>
                                    </p:animEffect>
                                  </p:childTnLst>
                                </p:cTn>
                              </p:par>
                            </p:childTnLst>
                          </p:cTn>
                        </p:par>
                        <p:par>
                          <p:cTn id="266" fill="hold">
                            <p:stCondLst>
                              <p:cond delay="1000"/>
                            </p:stCondLst>
                            <p:childTnLst>
                              <p:par>
                                <p:cTn id="267" presetID="22" presetClass="entr" presetSubtype="8" fill="hold" nodeType="afterEffect">
                                  <p:stCondLst>
                                    <p:cond delay="0"/>
                                  </p:stCondLst>
                                  <p:childTnLst>
                                    <p:set>
                                      <p:cBhvr>
                                        <p:cTn id="268" dur="1" fill="hold">
                                          <p:stCondLst>
                                            <p:cond delay="0"/>
                                          </p:stCondLst>
                                        </p:cTn>
                                        <p:tgtEl>
                                          <p:spTgt spid="103"/>
                                        </p:tgtEl>
                                        <p:attrNameLst>
                                          <p:attrName>style.visibility</p:attrName>
                                        </p:attrNameLst>
                                      </p:cBhvr>
                                      <p:to>
                                        <p:strVal val="visible"/>
                                      </p:to>
                                    </p:set>
                                    <p:animEffect transition="in" filter="wipe(left)">
                                      <p:cBhvr>
                                        <p:cTn id="269" dur="500"/>
                                        <p:tgtEl>
                                          <p:spTgt spid="103"/>
                                        </p:tgtEl>
                                      </p:cBhvr>
                                    </p:animEffect>
                                  </p:childTnLst>
                                </p:cTn>
                              </p:par>
                              <p:par>
                                <p:cTn id="270" presetID="1" presetClass="emph" presetSubtype="2" fill="hold" nodeType="withEffect">
                                  <p:stCondLst>
                                    <p:cond delay="0"/>
                                  </p:stCondLst>
                                  <p:childTnLst>
                                    <p:animClr clrSpc="rgb" dir="cw">
                                      <p:cBhvr>
                                        <p:cTn id="271" dur="500" fill="hold"/>
                                        <p:tgtEl>
                                          <p:spTgt spid="8"/>
                                        </p:tgtEl>
                                        <p:attrNameLst>
                                          <p:attrName>fillcolor</p:attrName>
                                        </p:attrNameLst>
                                      </p:cBhvr>
                                      <p:to>
                                        <a:srgbClr val="FBE5D5"/>
                                      </p:to>
                                    </p:animClr>
                                    <p:set>
                                      <p:cBhvr>
                                        <p:cTn id="272" dur="500" fill="hold"/>
                                        <p:tgtEl>
                                          <p:spTgt spid="8"/>
                                        </p:tgtEl>
                                        <p:attrNameLst>
                                          <p:attrName>fill.type</p:attrName>
                                        </p:attrNameLst>
                                      </p:cBhvr>
                                      <p:to>
                                        <p:strVal val="solid"/>
                                      </p:to>
                                    </p:set>
                                    <p:set>
                                      <p:cBhvr>
                                        <p:cTn id="273" dur="500" fill="hold"/>
                                        <p:tgtEl>
                                          <p:spTgt spid="8"/>
                                        </p:tgtEl>
                                        <p:attrNameLst>
                                          <p:attrName>fill.on</p:attrName>
                                        </p:attrNameLst>
                                      </p:cBhvr>
                                      <p:to>
                                        <p:strVal val="true"/>
                                      </p:to>
                                    </p:set>
                                  </p:childTnLst>
                                </p:cTn>
                              </p:par>
                            </p:childTnLst>
                          </p:cTn>
                        </p:par>
                      </p:childTnLst>
                    </p:cTn>
                  </p:par>
                  <p:par>
                    <p:cTn id="274" fill="hold">
                      <p:stCondLst>
                        <p:cond delay="indefinite"/>
                      </p:stCondLst>
                      <p:childTnLst>
                        <p:par>
                          <p:cTn id="275" fill="hold">
                            <p:stCondLst>
                              <p:cond delay="0"/>
                            </p:stCondLst>
                            <p:childTnLst>
                              <p:par>
                                <p:cTn id="276" presetID="22" presetClass="exit" presetSubtype="4" fill="hold" nodeType="clickEffect">
                                  <p:stCondLst>
                                    <p:cond delay="0"/>
                                  </p:stCondLst>
                                  <p:childTnLst>
                                    <p:animEffect transition="out" filter="wipe(down)">
                                      <p:cBhvr>
                                        <p:cTn id="277" dur="500"/>
                                        <p:tgtEl>
                                          <p:spTgt spid="164"/>
                                        </p:tgtEl>
                                      </p:cBhvr>
                                    </p:animEffect>
                                    <p:set>
                                      <p:cBhvr>
                                        <p:cTn id="278" dur="1" fill="hold">
                                          <p:stCondLst>
                                            <p:cond delay="499"/>
                                          </p:stCondLst>
                                        </p:cTn>
                                        <p:tgtEl>
                                          <p:spTgt spid="164"/>
                                        </p:tgtEl>
                                        <p:attrNameLst>
                                          <p:attrName>style.visibility</p:attrName>
                                        </p:attrNameLst>
                                      </p:cBhvr>
                                      <p:to>
                                        <p:strVal val="hidden"/>
                                      </p:to>
                                    </p:set>
                                  </p:childTnLst>
                                </p:cTn>
                              </p:par>
                            </p:childTnLst>
                          </p:cTn>
                        </p:par>
                        <p:par>
                          <p:cTn id="279" fill="hold">
                            <p:stCondLst>
                              <p:cond delay="500"/>
                            </p:stCondLst>
                            <p:childTnLst>
                              <p:par>
                                <p:cTn id="280" presetID="22" presetClass="entr" presetSubtype="4" fill="hold" nodeType="afterEffect">
                                  <p:stCondLst>
                                    <p:cond delay="0"/>
                                  </p:stCondLst>
                                  <p:childTnLst>
                                    <p:set>
                                      <p:cBhvr>
                                        <p:cTn id="281" dur="1" fill="hold">
                                          <p:stCondLst>
                                            <p:cond delay="0"/>
                                          </p:stCondLst>
                                        </p:cTn>
                                        <p:tgtEl>
                                          <p:spTgt spid="127"/>
                                        </p:tgtEl>
                                        <p:attrNameLst>
                                          <p:attrName>style.visibility</p:attrName>
                                        </p:attrNameLst>
                                      </p:cBhvr>
                                      <p:to>
                                        <p:strVal val="visible"/>
                                      </p:to>
                                    </p:set>
                                    <p:animEffect transition="in" filter="wipe(down)">
                                      <p:cBhvr>
                                        <p:cTn id="282" dur="500"/>
                                        <p:tgtEl>
                                          <p:spTgt spid="127"/>
                                        </p:tgtEl>
                                      </p:cBhvr>
                                    </p:animEffect>
                                  </p:childTnLst>
                                </p:cTn>
                              </p:par>
                            </p:childTnLst>
                          </p:cTn>
                        </p:par>
                        <p:par>
                          <p:cTn id="283" fill="hold">
                            <p:stCondLst>
                              <p:cond delay="1000"/>
                            </p:stCondLst>
                            <p:childTnLst>
                              <p:par>
                                <p:cTn id="284" presetID="22" presetClass="entr" presetSubtype="8" fill="hold" nodeType="afterEffect">
                                  <p:stCondLst>
                                    <p:cond delay="0"/>
                                  </p:stCondLst>
                                  <p:childTnLst>
                                    <p:set>
                                      <p:cBhvr>
                                        <p:cTn id="285" dur="1" fill="hold">
                                          <p:stCondLst>
                                            <p:cond delay="0"/>
                                          </p:stCondLst>
                                        </p:cTn>
                                        <p:tgtEl>
                                          <p:spTgt spid="128"/>
                                        </p:tgtEl>
                                        <p:attrNameLst>
                                          <p:attrName>style.visibility</p:attrName>
                                        </p:attrNameLst>
                                      </p:cBhvr>
                                      <p:to>
                                        <p:strVal val="visible"/>
                                      </p:to>
                                    </p:set>
                                    <p:animEffect transition="in" filter="wipe(left)">
                                      <p:cBhvr>
                                        <p:cTn id="286" dur="500"/>
                                        <p:tgtEl>
                                          <p:spTgt spid="128"/>
                                        </p:tgtEl>
                                      </p:cBhvr>
                                    </p:animEffect>
                                  </p:childTnLst>
                                </p:cTn>
                              </p:par>
                            </p:childTnLst>
                          </p:cTn>
                        </p:par>
                        <p:par>
                          <p:cTn id="287" fill="hold">
                            <p:stCondLst>
                              <p:cond delay="1500"/>
                            </p:stCondLst>
                            <p:childTnLst>
                              <p:par>
                                <p:cTn id="288" presetID="12" presetClass="entr" presetSubtype="1" fill="hold" grpId="0" nodeType="afterEffect">
                                  <p:stCondLst>
                                    <p:cond delay="0"/>
                                  </p:stCondLst>
                                  <p:childTnLst>
                                    <p:set>
                                      <p:cBhvr>
                                        <p:cTn id="289" dur="1" fill="hold">
                                          <p:stCondLst>
                                            <p:cond delay="0"/>
                                          </p:stCondLst>
                                        </p:cTn>
                                        <p:tgtEl>
                                          <p:spTgt spid="17"/>
                                        </p:tgtEl>
                                        <p:attrNameLst>
                                          <p:attrName>style.visibility</p:attrName>
                                        </p:attrNameLst>
                                      </p:cBhvr>
                                      <p:to>
                                        <p:strVal val="visible"/>
                                      </p:to>
                                    </p:set>
                                    <p:anim calcmode="lin" valueType="num">
                                      <p:cBhvr additive="base">
                                        <p:cTn id="290" dur="750"/>
                                        <p:tgtEl>
                                          <p:spTgt spid="17"/>
                                        </p:tgtEl>
                                        <p:attrNameLst>
                                          <p:attrName>ppt_y</p:attrName>
                                        </p:attrNameLst>
                                      </p:cBhvr>
                                      <p:tavLst>
                                        <p:tav tm="0">
                                          <p:val>
                                            <p:strVal val="#ppt_y-#ppt_h*1.125000"/>
                                          </p:val>
                                        </p:tav>
                                        <p:tav tm="100000">
                                          <p:val>
                                            <p:strVal val="#ppt_y"/>
                                          </p:val>
                                        </p:tav>
                                      </p:tavLst>
                                    </p:anim>
                                    <p:animEffect transition="in" filter="wipe(down)">
                                      <p:cBhvr>
                                        <p:cTn id="291" dur="750"/>
                                        <p:tgtEl>
                                          <p:spTgt spid="17"/>
                                        </p:tgtEl>
                                      </p:cBhvr>
                                    </p:animEffect>
                                  </p:childTnLst>
                                </p:cTn>
                              </p:par>
                              <p:par>
                                <p:cTn id="292" presetID="1" presetClass="emph" presetSubtype="2" fill="hold" nodeType="withEffect">
                                  <p:stCondLst>
                                    <p:cond delay="0"/>
                                  </p:stCondLst>
                                  <p:childTnLst>
                                    <p:animClr clrSpc="rgb" dir="cw">
                                      <p:cBhvr>
                                        <p:cTn id="293" dur="500" fill="hold"/>
                                        <p:tgtEl>
                                          <p:spTgt spid="8"/>
                                        </p:tgtEl>
                                        <p:attrNameLst>
                                          <p:attrName>fillcolor</p:attrName>
                                        </p:attrNameLst>
                                      </p:cBhvr>
                                      <p:to>
                                        <a:srgbClr val="E2EFD9"/>
                                      </p:to>
                                    </p:animClr>
                                    <p:set>
                                      <p:cBhvr>
                                        <p:cTn id="294" dur="500" fill="hold"/>
                                        <p:tgtEl>
                                          <p:spTgt spid="8"/>
                                        </p:tgtEl>
                                        <p:attrNameLst>
                                          <p:attrName>fill.type</p:attrName>
                                        </p:attrNameLst>
                                      </p:cBhvr>
                                      <p:to>
                                        <p:strVal val="solid"/>
                                      </p:to>
                                    </p:set>
                                    <p:set>
                                      <p:cBhvr>
                                        <p:cTn id="295" dur="500" fill="hold"/>
                                        <p:tgtEl>
                                          <p:spTgt spid="8"/>
                                        </p:tgtEl>
                                        <p:attrNameLst>
                                          <p:attrName>fill.on</p:attrName>
                                        </p:attrNameLst>
                                      </p:cBhvr>
                                      <p:to>
                                        <p:strVal val="true"/>
                                      </p:to>
                                    </p:set>
                                  </p:childTnLst>
                                </p:cTn>
                              </p:par>
                            </p:childTnLst>
                          </p:cTn>
                        </p:par>
                      </p:childTnLst>
                    </p:cTn>
                  </p:par>
                  <p:par>
                    <p:cTn id="296" fill="hold">
                      <p:stCondLst>
                        <p:cond delay="indefinite"/>
                      </p:stCondLst>
                      <p:childTnLst>
                        <p:par>
                          <p:cTn id="297" fill="hold">
                            <p:stCondLst>
                              <p:cond delay="0"/>
                            </p:stCondLst>
                            <p:childTnLst>
                              <p:par>
                                <p:cTn id="298" presetID="22" presetClass="entr" presetSubtype="1" fill="hold" nodeType="clickEffect">
                                  <p:stCondLst>
                                    <p:cond delay="0"/>
                                  </p:stCondLst>
                                  <p:childTnLst>
                                    <p:set>
                                      <p:cBhvr>
                                        <p:cTn id="299" dur="1" fill="hold">
                                          <p:stCondLst>
                                            <p:cond delay="0"/>
                                          </p:stCondLst>
                                        </p:cTn>
                                        <p:tgtEl>
                                          <p:spTgt spid="99"/>
                                        </p:tgtEl>
                                        <p:attrNameLst>
                                          <p:attrName>style.visibility</p:attrName>
                                        </p:attrNameLst>
                                      </p:cBhvr>
                                      <p:to>
                                        <p:strVal val="visible"/>
                                      </p:to>
                                    </p:set>
                                    <p:animEffect transition="in" filter="wipe(up)">
                                      <p:cBhvr>
                                        <p:cTn id="300" dur="500"/>
                                        <p:tgtEl>
                                          <p:spTgt spid="99"/>
                                        </p:tgtEl>
                                      </p:cBhvr>
                                    </p:animEffect>
                                  </p:childTnLst>
                                </p:cTn>
                              </p:par>
                            </p:childTnLst>
                          </p:cTn>
                        </p:par>
                        <p:par>
                          <p:cTn id="301" fill="hold">
                            <p:stCondLst>
                              <p:cond delay="500"/>
                            </p:stCondLst>
                            <p:childTnLst>
                              <p:par>
                                <p:cTn id="302" presetID="22" presetClass="entr" presetSubtype="1" fill="hold" nodeType="afterEffect">
                                  <p:stCondLst>
                                    <p:cond delay="0"/>
                                  </p:stCondLst>
                                  <p:childTnLst>
                                    <p:set>
                                      <p:cBhvr>
                                        <p:cTn id="303" dur="1" fill="hold">
                                          <p:stCondLst>
                                            <p:cond delay="0"/>
                                          </p:stCondLst>
                                        </p:cTn>
                                        <p:tgtEl>
                                          <p:spTgt spid="187"/>
                                        </p:tgtEl>
                                        <p:attrNameLst>
                                          <p:attrName>style.visibility</p:attrName>
                                        </p:attrNameLst>
                                      </p:cBhvr>
                                      <p:to>
                                        <p:strVal val="visible"/>
                                      </p:to>
                                    </p:set>
                                    <p:animEffect transition="in" filter="wipe(up)">
                                      <p:cBhvr>
                                        <p:cTn id="304" dur="500"/>
                                        <p:tgtEl>
                                          <p:spTgt spid="187"/>
                                        </p:tgtEl>
                                      </p:cBhvr>
                                    </p:animEffect>
                                  </p:childTnLst>
                                </p:cTn>
                              </p:par>
                              <p:par>
                                <p:cTn id="305" presetID="1" presetClass="emph" presetSubtype="2" fill="hold" nodeType="withEffect">
                                  <p:stCondLst>
                                    <p:cond delay="0"/>
                                  </p:stCondLst>
                                  <p:childTnLst>
                                    <p:animClr clrSpc="rgb" dir="cw">
                                      <p:cBhvr>
                                        <p:cTn id="306" dur="500" fill="hold"/>
                                        <p:tgtEl>
                                          <p:spTgt spid="8"/>
                                        </p:tgtEl>
                                        <p:attrNameLst>
                                          <p:attrName>fillcolor</p:attrName>
                                        </p:attrNameLst>
                                      </p:cBhvr>
                                      <p:to>
                                        <a:srgbClr val="FBE5D5"/>
                                      </p:to>
                                    </p:animClr>
                                    <p:set>
                                      <p:cBhvr>
                                        <p:cTn id="307" dur="500" fill="hold"/>
                                        <p:tgtEl>
                                          <p:spTgt spid="8"/>
                                        </p:tgtEl>
                                        <p:attrNameLst>
                                          <p:attrName>fill.type</p:attrName>
                                        </p:attrNameLst>
                                      </p:cBhvr>
                                      <p:to>
                                        <p:strVal val="solid"/>
                                      </p:to>
                                    </p:set>
                                    <p:set>
                                      <p:cBhvr>
                                        <p:cTn id="308" dur="500" fill="hold"/>
                                        <p:tgtEl>
                                          <p:spTgt spid="8"/>
                                        </p:tgtEl>
                                        <p:attrNameLst>
                                          <p:attrName>fill.on</p:attrName>
                                        </p:attrNameLst>
                                      </p:cBhvr>
                                      <p:to>
                                        <p:strVal val="true"/>
                                      </p:to>
                                    </p:set>
                                  </p:childTnLst>
                                </p:cTn>
                              </p:par>
                            </p:childTnLst>
                          </p:cTn>
                        </p:par>
                      </p:childTnLst>
                    </p:cTn>
                  </p:par>
                  <p:par>
                    <p:cTn id="309" fill="hold">
                      <p:stCondLst>
                        <p:cond delay="indefinite"/>
                      </p:stCondLst>
                      <p:childTnLst>
                        <p:par>
                          <p:cTn id="310" fill="hold">
                            <p:stCondLst>
                              <p:cond delay="0"/>
                            </p:stCondLst>
                            <p:childTnLst>
                              <p:par>
                                <p:cTn id="311" presetID="22" presetClass="entr" presetSubtype="1" fill="hold" nodeType="clickEffect">
                                  <p:stCondLst>
                                    <p:cond delay="0"/>
                                  </p:stCondLst>
                                  <p:childTnLst>
                                    <p:set>
                                      <p:cBhvr>
                                        <p:cTn id="312" dur="1" fill="hold">
                                          <p:stCondLst>
                                            <p:cond delay="0"/>
                                          </p:stCondLst>
                                        </p:cTn>
                                        <p:tgtEl>
                                          <p:spTgt spid="113"/>
                                        </p:tgtEl>
                                        <p:attrNameLst>
                                          <p:attrName>style.visibility</p:attrName>
                                        </p:attrNameLst>
                                      </p:cBhvr>
                                      <p:to>
                                        <p:strVal val="visible"/>
                                      </p:to>
                                    </p:set>
                                    <p:animEffect transition="in" filter="wipe(up)">
                                      <p:cBhvr>
                                        <p:cTn id="313" dur="500"/>
                                        <p:tgtEl>
                                          <p:spTgt spid="113"/>
                                        </p:tgtEl>
                                      </p:cBhvr>
                                    </p:animEffect>
                                  </p:childTnLst>
                                </p:cTn>
                              </p:par>
                            </p:childTnLst>
                          </p:cTn>
                        </p:par>
                        <p:par>
                          <p:cTn id="314" fill="hold">
                            <p:stCondLst>
                              <p:cond delay="500"/>
                            </p:stCondLst>
                            <p:childTnLst>
                              <p:par>
                                <p:cTn id="315" presetID="22" presetClass="entr" presetSubtype="1" fill="hold" nodeType="afterEffect">
                                  <p:stCondLst>
                                    <p:cond delay="0"/>
                                  </p:stCondLst>
                                  <p:childTnLst>
                                    <p:set>
                                      <p:cBhvr>
                                        <p:cTn id="316" dur="1" fill="hold">
                                          <p:stCondLst>
                                            <p:cond delay="0"/>
                                          </p:stCondLst>
                                        </p:cTn>
                                        <p:tgtEl>
                                          <p:spTgt spid="190"/>
                                        </p:tgtEl>
                                        <p:attrNameLst>
                                          <p:attrName>style.visibility</p:attrName>
                                        </p:attrNameLst>
                                      </p:cBhvr>
                                      <p:to>
                                        <p:strVal val="visible"/>
                                      </p:to>
                                    </p:set>
                                    <p:animEffect transition="in" filter="wipe(up)">
                                      <p:cBhvr>
                                        <p:cTn id="317" dur="500"/>
                                        <p:tgtEl>
                                          <p:spTgt spid="190"/>
                                        </p:tgtEl>
                                      </p:cBhvr>
                                    </p:animEffect>
                                  </p:childTnLst>
                                </p:cTn>
                              </p:par>
                              <p:par>
                                <p:cTn id="318" presetID="1" presetClass="emph" presetSubtype="2" fill="hold" nodeType="withEffect">
                                  <p:stCondLst>
                                    <p:cond delay="0"/>
                                  </p:stCondLst>
                                  <p:childTnLst>
                                    <p:animClr clrSpc="rgb" dir="cw">
                                      <p:cBhvr>
                                        <p:cTn id="319" dur="500" fill="hold"/>
                                        <p:tgtEl>
                                          <p:spTgt spid="8"/>
                                        </p:tgtEl>
                                        <p:attrNameLst>
                                          <p:attrName>fillcolor</p:attrName>
                                        </p:attrNameLst>
                                      </p:cBhvr>
                                      <p:to>
                                        <a:srgbClr val="DEEBF6"/>
                                      </p:to>
                                    </p:animClr>
                                    <p:set>
                                      <p:cBhvr>
                                        <p:cTn id="320" dur="500" fill="hold"/>
                                        <p:tgtEl>
                                          <p:spTgt spid="8"/>
                                        </p:tgtEl>
                                        <p:attrNameLst>
                                          <p:attrName>fill.type</p:attrName>
                                        </p:attrNameLst>
                                      </p:cBhvr>
                                      <p:to>
                                        <p:strVal val="solid"/>
                                      </p:to>
                                    </p:set>
                                    <p:set>
                                      <p:cBhvr>
                                        <p:cTn id="321" dur="500" fill="hold"/>
                                        <p:tgtEl>
                                          <p:spTgt spid="8"/>
                                        </p:tgtEl>
                                        <p:attrNameLst>
                                          <p:attrName>fill.on</p:attrName>
                                        </p:attrNameLst>
                                      </p:cBhvr>
                                      <p:to>
                                        <p:strVal val="true"/>
                                      </p:to>
                                    </p:set>
                                  </p:childTnLst>
                                </p:cTn>
                              </p:par>
                            </p:childTnLst>
                          </p:cTn>
                        </p:par>
                      </p:childTnLst>
                    </p:cTn>
                  </p:par>
                  <p:par>
                    <p:cTn id="322" fill="hold">
                      <p:stCondLst>
                        <p:cond delay="indefinite"/>
                      </p:stCondLst>
                      <p:childTnLst>
                        <p:par>
                          <p:cTn id="323" fill="hold">
                            <p:stCondLst>
                              <p:cond delay="0"/>
                            </p:stCondLst>
                            <p:childTnLst>
                              <p:par>
                                <p:cTn id="324" presetID="22" presetClass="exit" presetSubtype="4" fill="hold" nodeType="clickEffect">
                                  <p:stCondLst>
                                    <p:cond delay="0"/>
                                  </p:stCondLst>
                                  <p:childTnLst>
                                    <p:animEffect transition="out" filter="wipe(down)">
                                      <p:cBhvr>
                                        <p:cTn id="325" dur="500"/>
                                        <p:tgtEl>
                                          <p:spTgt spid="190"/>
                                        </p:tgtEl>
                                      </p:cBhvr>
                                    </p:animEffect>
                                    <p:set>
                                      <p:cBhvr>
                                        <p:cTn id="326" dur="1" fill="hold">
                                          <p:stCondLst>
                                            <p:cond delay="499"/>
                                          </p:stCondLst>
                                        </p:cTn>
                                        <p:tgtEl>
                                          <p:spTgt spid="190"/>
                                        </p:tgtEl>
                                        <p:attrNameLst>
                                          <p:attrName>style.visibility</p:attrName>
                                        </p:attrNameLst>
                                      </p:cBhvr>
                                      <p:to>
                                        <p:strVal val="hidden"/>
                                      </p:to>
                                    </p:set>
                                  </p:childTnLst>
                                </p:cTn>
                              </p:par>
                              <p:par>
                                <p:cTn id="327" presetID="22" presetClass="entr" presetSubtype="8" fill="hold" grpId="0" nodeType="withEffect">
                                  <p:stCondLst>
                                    <p:cond delay="0"/>
                                  </p:stCondLst>
                                  <p:childTnLst>
                                    <p:set>
                                      <p:cBhvr>
                                        <p:cTn id="328" dur="1" fill="hold">
                                          <p:stCondLst>
                                            <p:cond delay="0"/>
                                          </p:stCondLst>
                                        </p:cTn>
                                        <p:tgtEl>
                                          <p:spTgt spid="119"/>
                                        </p:tgtEl>
                                        <p:attrNameLst>
                                          <p:attrName>style.visibility</p:attrName>
                                        </p:attrNameLst>
                                      </p:cBhvr>
                                      <p:to>
                                        <p:strVal val="visible"/>
                                      </p:to>
                                    </p:set>
                                    <p:animEffect transition="in" filter="wipe(left)">
                                      <p:cBhvr>
                                        <p:cTn id="329" dur="500"/>
                                        <p:tgtEl>
                                          <p:spTgt spid="119"/>
                                        </p:tgtEl>
                                      </p:cBhvr>
                                    </p:animEffect>
                                  </p:childTnLst>
                                </p:cTn>
                              </p:par>
                            </p:childTnLst>
                          </p:cTn>
                        </p:par>
                        <p:par>
                          <p:cTn id="330" fill="hold">
                            <p:stCondLst>
                              <p:cond delay="500"/>
                            </p:stCondLst>
                            <p:childTnLst>
                              <p:par>
                                <p:cTn id="331" presetID="22" presetClass="entr" presetSubtype="4" fill="hold" nodeType="afterEffect">
                                  <p:stCondLst>
                                    <p:cond delay="0"/>
                                  </p:stCondLst>
                                  <p:childTnLst>
                                    <p:set>
                                      <p:cBhvr>
                                        <p:cTn id="332" dur="1" fill="hold">
                                          <p:stCondLst>
                                            <p:cond delay="0"/>
                                          </p:stCondLst>
                                        </p:cTn>
                                        <p:tgtEl>
                                          <p:spTgt spid="117"/>
                                        </p:tgtEl>
                                        <p:attrNameLst>
                                          <p:attrName>style.visibility</p:attrName>
                                        </p:attrNameLst>
                                      </p:cBhvr>
                                      <p:to>
                                        <p:strVal val="visible"/>
                                      </p:to>
                                    </p:set>
                                    <p:animEffect transition="in" filter="wipe(down)">
                                      <p:cBhvr>
                                        <p:cTn id="333" dur="500"/>
                                        <p:tgtEl>
                                          <p:spTgt spid="117"/>
                                        </p:tgtEl>
                                      </p:cBhvr>
                                    </p:animEffect>
                                  </p:childTnLst>
                                </p:cTn>
                              </p:par>
                            </p:childTnLst>
                          </p:cTn>
                        </p:par>
                        <p:par>
                          <p:cTn id="334" fill="hold">
                            <p:stCondLst>
                              <p:cond delay="1000"/>
                            </p:stCondLst>
                            <p:childTnLst>
                              <p:par>
                                <p:cTn id="335" presetID="22" presetClass="entr" presetSubtype="8" fill="hold" nodeType="afterEffect">
                                  <p:stCondLst>
                                    <p:cond delay="0"/>
                                  </p:stCondLst>
                                  <p:childTnLst>
                                    <p:set>
                                      <p:cBhvr>
                                        <p:cTn id="336" dur="1" fill="hold">
                                          <p:stCondLst>
                                            <p:cond delay="0"/>
                                          </p:stCondLst>
                                        </p:cTn>
                                        <p:tgtEl>
                                          <p:spTgt spid="118"/>
                                        </p:tgtEl>
                                        <p:attrNameLst>
                                          <p:attrName>style.visibility</p:attrName>
                                        </p:attrNameLst>
                                      </p:cBhvr>
                                      <p:to>
                                        <p:strVal val="visible"/>
                                      </p:to>
                                    </p:set>
                                    <p:animEffect transition="in" filter="wipe(left)">
                                      <p:cBhvr>
                                        <p:cTn id="337" dur="500"/>
                                        <p:tgtEl>
                                          <p:spTgt spid="118"/>
                                        </p:tgtEl>
                                      </p:cBhvr>
                                    </p:animEffect>
                                  </p:childTnLst>
                                </p:cTn>
                              </p:par>
                            </p:childTnLst>
                          </p:cTn>
                        </p:par>
                        <p:par>
                          <p:cTn id="338" fill="hold">
                            <p:stCondLst>
                              <p:cond delay="1500"/>
                            </p:stCondLst>
                            <p:childTnLst>
                              <p:par>
                                <p:cTn id="339" presetID="12" presetClass="entr" presetSubtype="1" fill="hold" grpId="0" nodeType="afterEffect">
                                  <p:stCondLst>
                                    <p:cond delay="0"/>
                                  </p:stCondLst>
                                  <p:childTnLst>
                                    <p:set>
                                      <p:cBhvr>
                                        <p:cTn id="340" dur="1" fill="hold">
                                          <p:stCondLst>
                                            <p:cond delay="0"/>
                                          </p:stCondLst>
                                        </p:cTn>
                                        <p:tgtEl>
                                          <p:spTgt spid="18"/>
                                        </p:tgtEl>
                                        <p:attrNameLst>
                                          <p:attrName>style.visibility</p:attrName>
                                        </p:attrNameLst>
                                      </p:cBhvr>
                                      <p:to>
                                        <p:strVal val="visible"/>
                                      </p:to>
                                    </p:set>
                                    <p:anim calcmode="lin" valueType="num">
                                      <p:cBhvr additive="base">
                                        <p:cTn id="341" dur="750"/>
                                        <p:tgtEl>
                                          <p:spTgt spid="18"/>
                                        </p:tgtEl>
                                        <p:attrNameLst>
                                          <p:attrName>ppt_y</p:attrName>
                                        </p:attrNameLst>
                                      </p:cBhvr>
                                      <p:tavLst>
                                        <p:tav tm="0">
                                          <p:val>
                                            <p:strVal val="#ppt_y-#ppt_h*1.125000"/>
                                          </p:val>
                                        </p:tav>
                                        <p:tav tm="100000">
                                          <p:val>
                                            <p:strVal val="#ppt_y"/>
                                          </p:val>
                                        </p:tav>
                                      </p:tavLst>
                                    </p:anim>
                                    <p:animEffect transition="in" filter="wipe(down)">
                                      <p:cBhvr>
                                        <p:cTn id="342" dur="750"/>
                                        <p:tgtEl>
                                          <p:spTgt spid="18"/>
                                        </p:tgtEl>
                                      </p:cBhvr>
                                    </p:animEffect>
                                  </p:childTnLst>
                                </p:cTn>
                              </p:par>
                              <p:par>
                                <p:cTn id="343" presetID="1" presetClass="emph" presetSubtype="2" fill="hold" nodeType="withEffect">
                                  <p:stCondLst>
                                    <p:cond delay="0"/>
                                  </p:stCondLst>
                                  <p:childTnLst>
                                    <p:animClr clrSpc="rgb" dir="cw">
                                      <p:cBhvr>
                                        <p:cTn id="344" dur="500" fill="hold"/>
                                        <p:tgtEl>
                                          <p:spTgt spid="8"/>
                                        </p:tgtEl>
                                        <p:attrNameLst>
                                          <p:attrName>fillcolor</p:attrName>
                                        </p:attrNameLst>
                                      </p:cBhvr>
                                      <p:to>
                                        <a:srgbClr val="FBE5D5"/>
                                      </p:to>
                                    </p:animClr>
                                    <p:set>
                                      <p:cBhvr>
                                        <p:cTn id="345" dur="500" fill="hold"/>
                                        <p:tgtEl>
                                          <p:spTgt spid="8"/>
                                        </p:tgtEl>
                                        <p:attrNameLst>
                                          <p:attrName>fill.type</p:attrName>
                                        </p:attrNameLst>
                                      </p:cBhvr>
                                      <p:to>
                                        <p:strVal val="solid"/>
                                      </p:to>
                                    </p:set>
                                    <p:set>
                                      <p:cBhvr>
                                        <p:cTn id="346" dur="500" fill="hold"/>
                                        <p:tgtEl>
                                          <p:spTgt spid="8"/>
                                        </p:tgtEl>
                                        <p:attrNameLst>
                                          <p:attrName>fill.on</p:attrName>
                                        </p:attrNameLst>
                                      </p:cBhvr>
                                      <p:to>
                                        <p:strVal val="true"/>
                                      </p:to>
                                    </p:set>
                                  </p:childTnLst>
                                </p:cTn>
                              </p:par>
                            </p:childTnLst>
                          </p:cTn>
                        </p:par>
                      </p:childTnLst>
                    </p:cTn>
                  </p:par>
                  <p:par>
                    <p:cTn id="347" fill="hold">
                      <p:stCondLst>
                        <p:cond delay="indefinite"/>
                      </p:stCondLst>
                      <p:childTnLst>
                        <p:par>
                          <p:cTn id="348" fill="hold">
                            <p:stCondLst>
                              <p:cond delay="0"/>
                            </p:stCondLst>
                            <p:childTnLst>
                              <p:par>
                                <p:cTn id="349" presetID="22" presetClass="entr" presetSubtype="8" fill="hold" nodeType="clickEffect">
                                  <p:stCondLst>
                                    <p:cond delay="0"/>
                                  </p:stCondLst>
                                  <p:childTnLst>
                                    <p:set>
                                      <p:cBhvr>
                                        <p:cTn id="350" dur="1" fill="hold">
                                          <p:stCondLst>
                                            <p:cond delay="0"/>
                                          </p:stCondLst>
                                        </p:cTn>
                                        <p:tgtEl>
                                          <p:spTgt spid="114"/>
                                        </p:tgtEl>
                                        <p:attrNameLst>
                                          <p:attrName>style.visibility</p:attrName>
                                        </p:attrNameLst>
                                      </p:cBhvr>
                                      <p:to>
                                        <p:strVal val="visible"/>
                                      </p:to>
                                    </p:set>
                                    <p:animEffect transition="in" filter="wipe(left)">
                                      <p:cBhvr>
                                        <p:cTn id="351" dur="500"/>
                                        <p:tgtEl>
                                          <p:spTgt spid="114"/>
                                        </p:tgtEl>
                                      </p:cBhvr>
                                    </p:animEffect>
                                  </p:childTnLst>
                                </p:cTn>
                              </p:par>
                            </p:childTnLst>
                          </p:cTn>
                        </p:par>
                        <p:par>
                          <p:cTn id="352" fill="hold">
                            <p:stCondLst>
                              <p:cond delay="500"/>
                            </p:stCondLst>
                            <p:childTnLst>
                              <p:par>
                                <p:cTn id="353" presetID="22" presetClass="entr" presetSubtype="1" fill="hold" nodeType="afterEffect">
                                  <p:stCondLst>
                                    <p:cond delay="0"/>
                                  </p:stCondLst>
                                  <p:childTnLst>
                                    <p:set>
                                      <p:cBhvr>
                                        <p:cTn id="354" dur="1" fill="hold">
                                          <p:stCondLst>
                                            <p:cond delay="0"/>
                                          </p:stCondLst>
                                        </p:cTn>
                                        <p:tgtEl>
                                          <p:spTgt spid="193"/>
                                        </p:tgtEl>
                                        <p:attrNameLst>
                                          <p:attrName>style.visibility</p:attrName>
                                        </p:attrNameLst>
                                      </p:cBhvr>
                                      <p:to>
                                        <p:strVal val="visible"/>
                                      </p:to>
                                    </p:set>
                                    <p:animEffect transition="in" filter="wipe(up)">
                                      <p:cBhvr>
                                        <p:cTn id="355" dur="500"/>
                                        <p:tgtEl>
                                          <p:spTgt spid="193"/>
                                        </p:tgtEl>
                                      </p:cBhvr>
                                    </p:animEffect>
                                  </p:childTnLst>
                                </p:cTn>
                              </p:par>
                              <p:par>
                                <p:cTn id="356" presetID="1" presetClass="emph" presetSubtype="2" fill="hold" nodeType="withEffect">
                                  <p:stCondLst>
                                    <p:cond delay="0"/>
                                  </p:stCondLst>
                                  <p:childTnLst>
                                    <p:animClr clrSpc="rgb" dir="cw">
                                      <p:cBhvr>
                                        <p:cTn id="357" dur="500" fill="hold"/>
                                        <p:tgtEl>
                                          <p:spTgt spid="8"/>
                                        </p:tgtEl>
                                        <p:attrNameLst>
                                          <p:attrName>fillcolor</p:attrName>
                                        </p:attrNameLst>
                                      </p:cBhvr>
                                      <p:to>
                                        <a:srgbClr val="DEEBF6"/>
                                      </p:to>
                                    </p:animClr>
                                    <p:set>
                                      <p:cBhvr>
                                        <p:cTn id="358" dur="500" fill="hold"/>
                                        <p:tgtEl>
                                          <p:spTgt spid="8"/>
                                        </p:tgtEl>
                                        <p:attrNameLst>
                                          <p:attrName>fill.type</p:attrName>
                                        </p:attrNameLst>
                                      </p:cBhvr>
                                      <p:to>
                                        <p:strVal val="solid"/>
                                      </p:to>
                                    </p:set>
                                    <p:set>
                                      <p:cBhvr>
                                        <p:cTn id="359" dur="500" fill="hold"/>
                                        <p:tgtEl>
                                          <p:spTgt spid="8"/>
                                        </p:tgtEl>
                                        <p:attrNameLst>
                                          <p:attrName>fill.on</p:attrName>
                                        </p:attrNameLst>
                                      </p:cBhvr>
                                      <p:to>
                                        <p:strVal val="true"/>
                                      </p:to>
                                    </p:set>
                                  </p:childTnLst>
                                </p:cTn>
                              </p:par>
                            </p:childTnLst>
                          </p:cTn>
                        </p:par>
                      </p:childTnLst>
                    </p:cTn>
                  </p:par>
                  <p:par>
                    <p:cTn id="360" fill="hold">
                      <p:stCondLst>
                        <p:cond delay="indefinite"/>
                      </p:stCondLst>
                      <p:childTnLst>
                        <p:par>
                          <p:cTn id="361" fill="hold">
                            <p:stCondLst>
                              <p:cond delay="0"/>
                            </p:stCondLst>
                            <p:childTnLst>
                              <p:par>
                                <p:cTn id="362" presetID="22" presetClass="exit" presetSubtype="4" fill="hold" nodeType="clickEffect">
                                  <p:stCondLst>
                                    <p:cond delay="0"/>
                                  </p:stCondLst>
                                  <p:childTnLst>
                                    <p:animEffect transition="out" filter="wipe(down)">
                                      <p:cBhvr>
                                        <p:cTn id="363" dur="500"/>
                                        <p:tgtEl>
                                          <p:spTgt spid="193"/>
                                        </p:tgtEl>
                                      </p:cBhvr>
                                    </p:animEffect>
                                    <p:set>
                                      <p:cBhvr>
                                        <p:cTn id="364" dur="1" fill="hold">
                                          <p:stCondLst>
                                            <p:cond delay="499"/>
                                          </p:stCondLst>
                                        </p:cTn>
                                        <p:tgtEl>
                                          <p:spTgt spid="193"/>
                                        </p:tgtEl>
                                        <p:attrNameLst>
                                          <p:attrName>style.visibility</p:attrName>
                                        </p:attrNameLst>
                                      </p:cBhvr>
                                      <p:to>
                                        <p:strVal val="hidden"/>
                                      </p:to>
                                    </p:set>
                                  </p:childTnLst>
                                </p:cTn>
                              </p:par>
                              <p:par>
                                <p:cTn id="365" presetID="22" presetClass="entr" presetSubtype="8" fill="hold" grpId="0" nodeType="withEffect">
                                  <p:stCondLst>
                                    <p:cond delay="0"/>
                                  </p:stCondLst>
                                  <p:childTnLst>
                                    <p:set>
                                      <p:cBhvr>
                                        <p:cTn id="366" dur="1" fill="hold">
                                          <p:stCondLst>
                                            <p:cond delay="0"/>
                                          </p:stCondLst>
                                        </p:cTn>
                                        <p:tgtEl>
                                          <p:spTgt spid="120"/>
                                        </p:tgtEl>
                                        <p:attrNameLst>
                                          <p:attrName>style.visibility</p:attrName>
                                        </p:attrNameLst>
                                      </p:cBhvr>
                                      <p:to>
                                        <p:strVal val="visible"/>
                                      </p:to>
                                    </p:set>
                                    <p:animEffect transition="in" filter="wipe(left)">
                                      <p:cBhvr>
                                        <p:cTn id="367" dur="500"/>
                                        <p:tgtEl>
                                          <p:spTgt spid="120"/>
                                        </p:tgtEl>
                                      </p:cBhvr>
                                    </p:animEffect>
                                  </p:childTnLst>
                                </p:cTn>
                              </p:par>
                            </p:childTnLst>
                          </p:cTn>
                        </p:par>
                        <p:par>
                          <p:cTn id="368" fill="hold">
                            <p:stCondLst>
                              <p:cond delay="500"/>
                            </p:stCondLst>
                            <p:childTnLst>
                              <p:par>
                                <p:cTn id="369" presetID="22" presetClass="entr" presetSubtype="4" fill="hold" nodeType="afterEffect">
                                  <p:stCondLst>
                                    <p:cond delay="0"/>
                                  </p:stCondLst>
                                  <p:childTnLst>
                                    <p:set>
                                      <p:cBhvr>
                                        <p:cTn id="370" dur="1" fill="hold">
                                          <p:stCondLst>
                                            <p:cond delay="0"/>
                                          </p:stCondLst>
                                        </p:cTn>
                                        <p:tgtEl>
                                          <p:spTgt spid="121"/>
                                        </p:tgtEl>
                                        <p:attrNameLst>
                                          <p:attrName>style.visibility</p:attrName>
                                        </p:attrNameLst>
                                      </p:cBhvr>
                                      <p:to>
                                        <p:strVal val="visible"/>
                                      </p:to>
                                    </p:set>
                                    <p:animEffect transition="in" filter="wipe(down)">
                                      <p:cBhvr>
                                        <p:cTn id="371" dur="500"/>
                                        <p:tgtEl>
                                          <p:spTgt spid="121"/>
                                        </p:tgtEl>
                                      </p:cBhvr>
                                    </p:animEffect>
                                  </p:childTnLst>
                                </p:cTn>
                              </p:par>
                            </p:childTnLst>
                          </p:cTn>
                        </p:par>
                        <p:par>
                          <p:cTn id="372" fill="hold">
                            <p:stCondLst>
                              <p:cond delay="1000"/>
                            </p:stCondLst>
                            <p:childTnLst>
                              <p:par>
                                <p:cTn id="373" presetID="22" presetClass="entr" presetSubtype="8" fill="hold" nodeType="afterEffect">
                                  <p:stCondLst>
                                    <p:cond delay="0"/>
                                  </p:stCondLst>
                                  <p:childTnLst>
                                    <p:set>
                                      <p:cBhvr>
                                        <p:cTn id="374" dur="1" fill="hold">
                                          <p:stCondLst>
                                            <p:cond delay="0"/>
                                          </p:stCondLst>
                                        </p:cTn>
                                        <p:tgtEl>
                                          <p:spTgt spid="116"/>
                                        </p:tgtEl>
                                        <p:attrNameLst>
                                          <p:attrName>style.visibility</p:attrName>
                                        </p:attrNameLst>
                                      </p:cBhvr>
                                      <p:to>
                                        <p:strVal val="visible"/>
                                      </p:to>
                                    </p:set>
                                    <p:animEffect transition="in" filter="wipe(left)">
                                      <p:cBhvr>
                                        <p:cTn id="375" dur="500"/>
                                        <p:tgtEl>
                                          <p:spTgt spid="116"/>
                                        </p:tgtEl>
                                      </p:cBhvr>
                                    </p:animEffect>
                                  </p:childTnLst>
                                </p:cTn>
                              </p:par>
                              <p:par>
                                <p:cTn id="376" presetID="1" presetClass="emph" presetSubtype="2" fill="hold" nodeType="withEffect">
                                  <p:stCondLst>
                                    <p:cond delay="0"/>
                                  </p:stCondLst>
                                  <p:childTnLst>
                                    <p:animClr clrSpc="rgb" dir="cw">
                                      <p:cBhvr>
                                        <p:cTn id="377" dur="500" fill="hold"/>
                                        <p:tgtEl>
                                          <p:spTgt spid="8"/>
                                        </p:tgtEl>
                                        <p:attrNameLst>
                                          <p:attrName>fillcolor</p:attrName>
                                        </p:attrNameLst>
                                      </p:cBhvr>
                                      <p:to>
                                        <a:srgbClr val="FBE5D5"/>
                                      </p:to>
                                    </p:animClr>
                                    <p:set>
                                      <p:cBhvr>
                                        <p:cTn id="378" dur="500" fill="hold"/>
                                        <p:tgtEl>
                                          <p:spTgt spid="8"/>
                                        </p:tgtEl>
                                        <p:attrNameLst>
                                          <p:attrName>fill.type</p:attrName>
                                        </p:attrNameLst>
                                      </p:cBhvr>
                                      <p:to>
                                        <p:strVal val="solid"/>
                                      </p:to>
                                    </p:set>
                                    <p:set>
                                      <p:cBhvr>
                                        <p:cTn id="379" dur="500" fill="hold"/>
                                        <p:tgtEl>
                                          <p:spTgt spid="8"/>
                                        </p:tgtEl>
                                        <p:attrNameLst>
                                          <p:attrName>fill.on</p:attrName>
                                        </p:attrNameLst>
                                      </p:cBhvr>
                                      <p:to>
                                        <p:strVal val="true"/>
                                      </p:to>
                                    </p:set>
                                  </p:childTnLst>
                                </p:cTn>
                              </p:par>
                            </p:childTnLst>
                          </p:cTn>
                        </p:par>
                      </p:childTnLst>
                    </p:cTn>
                  </p:par>
                  <p:par>
                    <p:cTn id="380" fill="hold">
                      <p:stCondLst>
                        <p:cond delay="indefinite"/>
                      </p:stCondLst>
                      <p:childTnLst>
                        <p:par>
                          <p:cTn id="381" fill="hold">
                            <p:stCondLst>
                              <p:cond delay="0"/>
                            </p:stCondLst>
                            <p:childTnLst>
                              <p:par>
                                <p:cTn id="382" presetID="22" presetClass="exit" presetSubtype="4" fill="hold" nodeType="clickEffect">
                                  <p:stCondLst>
                                    <p:cond delay="0"/>
                                  </p:stCondLst>
                                  <p:childTnLst>
                                    <p:animEffect transition="out" filter="wipe(down)">
                                      <p:cBhvr>
                                        <p:cTn id="383" dur="500"/>
                                        <p:tgtEl>
                                          <p:spTgt spid="187"/>
                                        </p:tgtEl>
                                      </p:cBhvr>
                                    </p:animEffect>
                                    <p:set>
                                      <p:cBhvr>
                                        <p:cTn id="384" dur="1" fill="hold">
                                          <p:stCondLst>
                                            <p:cond delay="499"/>
                                          </p:stCondLst>
                                        </p:cTn>
                                        <p:tgtEl>
                                          <p:spTgt spid="187"/>
                                        </p:tgtEl>
                                        <p:attrNameLst>
                                          <p:attrName>style.visibility</p:attrName>
                                        </p:attrNameLst>
                                      </p:cBhvr>
                                      <p:to>
                                        <p:strVal val="hidden"/>
                                      </p:to>
                                    </p:set>
                                  </p:childTnLst>
                                </p:cTn>
                              </p:par>
                            </p:childTnLst>
                          </p:cTn>
                        </p:par>
                        <p:par>
                          <p:cTn id="385" fill="hold">
                            <p:stCondLst>
                              <p:cond delay="500"/>
                            </p:stCondLst>
                            <p:childTnLst>
                              <p:par>
                                <p:cTn id="386" presetID="22" presetClass="entr" presetSubtype="4" fill="hold" nodeType="afterEffect">
                                  <p:stCondLst>
                                    <p:cond delay="0"/>
                                  </p:stCondLst>
                                  <p:childTnLst>
                                    <p:set>
                                      <p:cBhvr>
                                        <p:cTn id="387" dur="1" fill="hold">
                                          <p:stCondLst>
                                            <p:cond delay="0"/>
                                          </p:stCondLst>
                                        </p:cTn>
                                        <p:tgtEl>
                                          <p:spTgt spid="126"/>
                                        </p:tgtEl>
                                        <p:attrNameLst>
                                          <p:attrName>style.visibility</p:attrName>
                                        </p:attrNameLst>
                                      </p:cBhvr>
                                      <p:to>
                                        <p:strVal val="visible"/>
                                      </p:to>
                                    </p:set>
                                    <p:animEffect transition="in" filter="wipe(down)">
                                      <p:cBhvr>
                                        <p:cTn id="388" dur="500"/>
                                        <p:tgtEl>
                                          <p:spTgt spid="126"/>
                                        </p:tgtEl>
                                      </p:cBhvr>
                                    </p:animEffect>
                                  </p:childTnLst>
                                </p:cTn>
                              </p:par>
                              <p:par>
                                <p:cTn id="389" presetID="1" presetClass="emph" presetSubtype="2" fill="hold" nodeType="withEffect">
                                  <p:stCondLst>
                                    <p:cond delay="0"/>
                                  </p:stCondLst>
                                  <p:childTnLst>
                                    <p:animClr clrSpc="rgb" dir="cw">
                                      <p:cBhvr>
                                        <p:cTn id="390" dur="500" fill="hold"/>
                                        <p:tgtEl>
                                          <p:spTgt spid="8"/>
                                        </p:tgtEl>
                                        <p:attrNameLst>
                                          <p:attrName>fillcolor</p:attrName>
                                        </p:attrNameLst>
                                      </p:cBhvr>
                                      <p:to>
                                        <a:srgbClr val="E2EFD9"/>
                                      </p:to>
                                    </p:animClr>
                                    <p:set>
                                      <p:cBhvr>
                                        <p:cTn id="391" dur="500" fill="hold"/>
                                        <p:tgtEl>
                                          <p:spTgt spid="8"/>
                                        </p:tgtEl>
                                        <p:attrNameLst>
                                          <p:attrName>fill.type</p:attrName>
                                        </p:attrNameLst>
                                      </p:cBhvr>
                                      <p:to>
                                        <p:strVal val="solid"/>
                                      </p:to>
                                    </p:set>
                                    <p:set>
                                      <p:cBhvr>
                                        <p:cTn id="392" dur="500" fill="hold"/>
                                        <p:tgtEl>
                                          <p:spTgt spid="8"/>
                                        </p:tgtEl>
                                        <p:attrNameLst>
                                          <p:attrName>fill.on</p:attrName>
                                        </p:attrNameLst>
                                      </p:cBhvr>
                                      <p:to>
                                        <p:strVal val="true"/>
                                      </p:to>
                                    </p:set>
                                  </p:childTnLst>
                                </p:cTn>
                              </p:par>
                            </p:childTnLst>
                          </p:cTn>
                        </p:par>
                      </p:childTnLst>
                    </p:cTn>
                  </p:par>
                  <p:par>
                    <p:cTn id="393" fill="hold">
                      <p:stCondLst>
                        <p:cond delay="indefinite"/>
                      </p:stCondLst>
                      <p:childTnLst>
                        <p:par>
                          <p:cTn id="394" fill="hold">
                            <p:stCondLst>
                              <p:cond delay="0"/>
                            </p:stCondLst>
                            <p:childTnLst>
                              <p:par>
                                <p:cTn id="395" presetID="22" presetClass="exit" presetSubtype="4" fill="hold" nodeType="clickEffect">
                                  <p:stCondLst>
                                    <p:cond delay="0"/>
                                  </p:stCondLst>
                                  <p:childTnLst>
                                    <p:animEffect transition="out" filter="wipe(down)">
                                      <p:cBhvr>
                                        <p:cTn id="396" dur="500"/>
                                        <p:tgtEl>
                                          <p:spTgt spid="53"/>
                                        </p:tgtEl>
                                      </p:cBhvr>
                                    </p:animEffect>
                                    <p:set>
                                      <p:cBhvr>
                                        <p:cTn id="397" dur="1" fill="hold">
                                          <p:stCondLst>
                                            <p:cond delay="499"/>
                                          </p:stCondLst>
                                        </p:cTn>
                                        <p:tgtEl>
                                          <p:spTgt spid="53"/>
                                        </p:tgtEl>
                                        <p:attrNameLst>
                                          <p:attrName>style.visibility</p:attrName>
                                        </p:attrNameLst>
                                      </p:cBhvr>
                                      <p:to>
                                        <p:strVal val="hidden"/>
                                      </p:to>
                                    </p:set>
                                  </p:childTnLst>
                                </p:cTn>
                              </p:par>
                              <p:par>
                                <p:cTn id="398" presetID="22" presetClass="entr" presetSubtype="4" fill="hold" nodeType="withEffect">
                                  <p:stCondLst>
                                    <p:cond delay="0"/>
                                  </p:stCondLst>
                                  <p:childTnLst>
                                    <p:set>
                                      <p:cBhvr>
                                        <p:cTn id="399" dur="1" fill="hold">
                                          <p:stCondLst>
                                            <p:cond delay="0"/>
                                          </p:stCondLst>
                                        </p:cTn>
                                        <p:tgtEl>
                                          <p:spTgt spid="142"/>
                                        </p:tgtEl>
                                        <p:attrNameLst>
                                          <p:attrName>style.visibility</p:attrName>
                                        </p:attrNameLst>
                                      </p:cBhvr>
                                      <p:to>
                                        <p:strVal val="visible"/>
                                      </p:to>
                                    </p:set>
                                    <p:animEffect transition="in" filter="wipe(down)">
                                      <p:cBhvr>
                                        <p:cTn id="400"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1" grpId="0" animBg="1"/>
      <p:bldP spid="101" grpId="0" animBg="1"/>
      <p:bldP spid="110" grpId="0" animBg="1"/>
      <p:bldP spid="111" grpId="0" animBg="1"/>
      <p:bldP spid="119" grpId="0" animBg="1"/>
      <p:bldP spid="120" grpId="0" animBg="1"/>
      <p:bldP spid="8" grpId="0" animBg="1"/>
      <p:bldP spid="9" grpId="0"/>
      <p:bldP spid="10" grpId="0"/>
      <p:bldP spid="12" grpId="0"/>
      <p:bldP spid="14" grpId="0"/>
      <p:bldP spid="15"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八边形 18">
            <a:extLst>
              <a:ext uri="{FF2B5EF4-FFF2-40B4-BE49-F238E27FC236}">
                <a16:creationId xmlns:a16="http://schemas.microsoft.com/office/drawing/2014/main" id="{086323DF-391A-4A87-B916-A3F3CC7960A3}"/>
              </a:ext>
            </a:extLst>
          </p:cNvPr>
          <p:cNvSpPr/>
          <p:nvPr/>
        </p:nvSpPr>
        <p:spPr>
          <a:xfrm>
            <a:off x="8331791" y="5963285"/>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b</a:t>
            </a:r>
          </a:p>
        </p:txBody>
      </p:sp>
      <p:sp>
        <p:nvSpPr>
          <p:cNvPr id="18" name="八边形 17">
            <a:extLst>
              <a:ext uri="{FF2B5EF4-FFF2-40B4-BE49-F238E27FC236}">
                <a16:creationId xmlns:a16="http://schemas.microsoft.com/office/drawing/2014/main" id="{4AB452A1-2504-4E86-84A4-D05DC75F4295}"/>
              </a:ext>
            </a:extLst>
          </p:cNvPr>
          <p:cNvSpPr/>
          <p:nvPr/>
        </p:nvSpPr>
        <p:spPr>
          <a:xfrm>
            <a:off x="10495292" y="4803556"/>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c</a:t>
            </a:r>
          </a:p>
        </p:txBody>
      </p:sp>
      <p:sp>
        <p:nvSpPr>
          <p:cNvPr id="267268" name="矩形 267267"/>
          <p:cNvSpPr/>
          <p:nvPr/>
        </p:nvSpPr>
        <p:spPr>
          <a:xfrm>
            <a:off x="8013258" y="3047302"/>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4F2270"/>
                </a:solidFill>
                <a:latin typeface="Courier New" panose="02070309020205020404" pitchFamily="49" charset="0"/>
                <a:ea typeface="黑体" panose="02010609060101010101" pitchFamily="49" charset="-122"/>
                <a:cs typeface="Courier New" panose="02070309020205020404" pitchFamily="49" charset="0"/>
              </a:rPr>
              <a:t>-</a:t>
            </a:r>
            <a:endParaRPr lang="en-US" altLang="zh-CN" sz="2400" b="1" dirty="0">
              <a:solidFill>
                <a:srgbClr val="4F227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267269" name="直接连接符 267268"/>
          <p:cNvSpPr/>
          <p:nvPr/>
        </p:nvSpPr>
        <p:spPr>
          <a:xfrm>
            <a:off x="8492226" y="3047302"/>
            <a:ext cx="0" cy="533400"/>
          </a:xfrm>
          <a:prstGeom prst="line">
            <a:avLst/>
          </a:prstGeom>
          <a:ln w="12700" cap="sq" cmpd="sng">
            <a:solidFill>
              <a:srgbClr val="005400"/>
            </a:solidFill>
            <a:prstDash val="solid"/>
            <a:headEnd type="none" w="sm" len="sm"/>
            <a:tailEnd type="none" w="sm" len="sm"/>
          </a:ln>
        </p:spPr>
      </p:sp>
      <p:sp>
        <p:nvSpPr>
          <p:cNvPr id="267270" name="直接连接符 267269"/>
          <p:cNvSpPr/>
          <p:nvPr/>
        </p:nvSpPr>
        <p:spPr>
          <a:xfrm>
            <a:off x="9074618" y="3047302"/>
            <a:ext cx="0" cy="533400"/>
          </a:xfrm>
          <a:prstGeom prst="line">
            <a:avLst/>
          </a:prstGeom>
          <a:ln w="12700" cap="sq" cmpd="sng">
            <a:solidFill>
              <a:srgbClr val="005400"/>
            </a:solidFill>
            <a:prstDash val="solid"/>
            <a:headEnd type="none" w="sm" len="sm"/>
            <a:tailEnd type="none" w="sm" len="sm"/>
          </a:ln>
        </p:spPr>
      </p:sp>
      <p:sp>
        <p:nvSpPr>
          <p:cNvPr id="267271" name="矩形 267270"/>
          <p:cNvSpPr/>
          <p:nvPr/>
        </p:nvSpPr>
        <p:spPr>
          <a:xfrm>
            <a:off x="9918258" y="4190302"/>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c</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72" name="直接连接符 267271"/>
          <p:cNvSpPr/>
          <p:nvPr/>
        </p:nvSpPr>
        <p:spPr>
          <a:xfrm>
            <a:off x="10397226" y="4190302"/>
            <a:ext cx="0" cy="533400"/>
          </a:xfrm>
          <a:prstGeom prst="line">
            <a:avLst/>
          </a:prstGeom>
          <a:ln w="12700" cap="sq" cmpd="sng">
            <a:solidFill>
              <a:srgbClr val="005400"/>
            </a:solidFill>
            <a:prstDash val="solid"/>
            <a:headEnd type="none" w="sm" len="sm"/>
            <a:tailEnd type="none" w="sm" len="sm"/>
          </a:ln>
        </p:spPr>
      </p:sp>
      <p:sp>
        <p:nvSpPr>
          <p:cNvPr id="267273" name="直接连接符 267272"/>
          <p:cNvSpPr/>
          <p:nvPr/>
        </p:nvSpPr>
        <p:spPr>
          <a:xfrm>
            <a:off x="10979618" y="4190302"/>
            <a:ext cx="0" cy="533400"/>
          </a:xfrm>
          <a:prstGeom prst="line">
            <a:avLst/>
          </a:prstGeom>
          <a:ln w="12700" cap="sq" cmpd="sng">
            <a:solidFill>
              <a:srgbClr val="005400"/>
            </a:solidFill>
            <a:prstDash val="solid"/>
            <a:headEnd type="none" w="sm" len="sm"/>
            <a:tailEnd type="none" w="sm" len="sm"/>
          </a:ln>
        </p:spPr>
      </p:sp>
      <p:sp>
        <p:nvSpPr>
          <p:cNvPr id="267277" name="矩形 267276"/>
          <p:cNvSpPr/>
          <p:nvPr/>
        </p:nvSpPr>
        <p:spPr>
          <a:xfrm>
            <a:off x="6108258" y="4190302"/>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78" name="直接连接符 267277"/>
          <p:cNvSpPr/>
          <p:nvPr/>
        </p:nvSpPr>
        <p:spPr>
          <a:xfrm>
            <a:off x="6595390" y="4190302"/>
            <a:ext cx="0" cy="533400"/>
          </a:xfrm>
          <a:prstGeom prst="line">
            <a:avLst/>
          </a:prstGeom>
          <a:ln w="12700" cap="sq" cmpd="sng">
            <a:solidFill>
              <a:srgbClr val="005400"/>
            </a:solidFill>
            <a:prstDash val="solid"/>
            <a:headEnd type="none" w="sm" len="sm"/>
            <a:tailEnd type="none" w="sm" len="sm"/>
          </a:ln>
        </p:spPr>
      </p:sp>
      <p:sp>
        <p:nvSpPr>
          <p:cNvPr id="267279" name="直接连接符 267278"/>
          <p:cNvSpPr/>
          <p:nvPr/>
        </p:nvSpPr>
        <p:spPr>
          <a:xfrm>
            <a:off x="7169618" y="4190302"/>
            <a:ext cx="0" cy="533400"/>
          </a:xfrm>
          <a:prstGeom prst="line">
            <a:avLst/>
          </a:prstGeom>
          <a:ln w="12700" cap="sq" cmpd="sng">
            <a:solidFill>
              <a:srgbClr val="005400"/>
            </a:solidFill>
            <a:prstDash val="solid"/>
            <a:headEnd type="none" w="sm" len="sm"/>
            <a:tailEnd type="none" w="sm" len="sm"/>
          </a:ln>
        </p:spPr>
      </p:sp>
      <p:sp>
        <p:nvSpPr>
          <p:cNvPr id="267280" name="矩形 267279"/>
          <p:cNvSpPr/>
          <p:nvPr/>
        </p:nvSpPr>
        <p:spPr>
          <a:xfrm>
            <a:off x="7746568" y="5333302"/>
            <a:ext cx="1524000" cy="533400"/>
          </a:xfrm>
          <a:prstGeom prst="rect">
            <a:avLst/>
          </a:prstGeom>
          <a:solidFill>
            <a:schemeClr val="accent6">
              <a:lumMod val="20000"/>
              <a:lumOff val="80000"/>
              <a:alpha val="50000"/>
            </a:schemeClr>
          </a:solidFill>
          <a:ln w="28575" cap="sq" cmpd="sng">
            <a:solidFill>
              <a:schemeClr val="accent6">
                <a:lumMod val="50000"/>
              </a:schemeClr>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b</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81" name="直接连接符 267280"/>
          <p:cNvSpPr/>
          <p:nvPr/>
        </p:nvSpPr>
        <p:spPr>
          <a:xfrm>
            <a:off x="8225536" y="5333302"/>
            <a:ext cx="0" cy="533400"/>
          </a:xfrm>
          <a:prstGeom prst="line">
            <a:avLst/>
          </a:prstGeom>
          <a:ln w="12700" cap="sq" cmpd="sng">
            <a:solidFill>
              <a:srgbClr val="005400"/>
            </a:solidFill>
            <a:prstDash val="solid"/>
            <a:headEnd type="none" w="sm" len="sm"/>
            <a:tailEnd type="none" w="sm" len="sm"/>
          </a:ln>
        </p:spPr>
      </p:sp>
      <p:sp>
        <p:nvSpPr>
          <p:cNvPr id="267282" name="直接连接符 267281"/>
          <p:cNvSpPr/>
          <p:nvPr/>
        </p:nvSpPr>
        <p:spPr>
          <a:xfrm>
            <a:off x="8807928" y="5333302"/>
            <a:ext cx="0" cy="533400"/>
          </a:xfrm>
          <a:prstGeom prst="line">
            <a:avLst/>
          </a:prstGeom>
          <a:ln w="12700" cap="sq" cmpd="sng">
            <a:solidFill>
              <a:srgbClr val="005400"/>
            </a:solidFill>
            <a:prstDash val="solid"/>
            <a:headEnd type="none" w="sm" len="sm"/>
            <a:tailEnd type="none" w="sm" len="sm"/>
          </a:ln>
        </p:spPr>
      </p:sp>
      <p:sp>
        <p:nvSpPr>
          <p:cNvPr id="267283" name="矩形 267282"/>
          <p:cNvSpPr/>
          <p:nvPr/>
        </p:nvSpPr>
        <p:spPr>
          <a:xfrm>
            <a:off x="4552508" y="5333302"/>
            <a:ext cx="1524000" cy="533400"/>
          </a:xfrm>
          <a:prstGeom prst="rect">
            <a:avLst/>
          </a:prstGeom>
          <a:solidFill>
            <a:schemeClr val="accent6">
              <a:lumMod val="20000"/>
              <a:lumOff val="80000"/>
              <a:alpha val="50000"/>
            </a:schemeClr>
          </a:solidFill>
          <a:ln w="28575" cap="sq" cmpd="sng">
            <a:solidFill>
              <a:srgbClr val="006666"/>
            </a:solidFill>
            <a:prstDash val="solid"/>
            <a:miter/>
            <a:headEnd type="none" w="sm" len="sm"/>
            <a:tailEnd type="none" w="sm" len="sm"/>
          </a:ln>
        </p:spPr>
        <p:txBody>
          <a:bodyPr wrap="none" anchor="ctr" anchorCtr="0"/>
          <a:lstStyle/>
          <a:p>
            <a:pPr algn="ctr"/>
            <a:r>
              <a:rPr lang="en-US" altLang="zh-CN" sz="3600" b="1" dirty="0">
                <a:solidFill>
                  <a:srgbClr val="7030A0"/>
                </a:solidFill>
                <a:latin typeface="Courier New" panose="02070309020205020404" pitchFamily="49" charset="0"/>
                <a:cs typeface="Courier New" panose="02070309020205020404" pitchFamily="49" charset="0"/>
              </a:rPr>
              <a:t>a</a:t>
            </a:r>
            <a:endParaRPr lang="en-US" altLang="zh-CN" sz="2400" b="1" dirty="0">
              <a:solidFill>
                <a:srgbClr val="7030A0"/>
              </a:solidFill>
              <a:latin typeface="Courier New" panose="02070309020205020404" pitchFamily="49" charset="0"/>
              <a:cs typeface="Courier New" panose="02070309020205020404" pitchFamily="49" charset="0"/>
            </a:endParaRPr>
          </a:p>
        </p:txBody>
      </p:sp>
      <p:sp>
        <p:nvSpPr>
          <p:cNvPr id="267284" name="直接连接符 267283"/>
          <p:cNvSpPr/>
          <p:nvPr/>
        </p:nvSpPr>
        <p:spPr>
          <a:xfrm>
            <a:off x="5031476" y="5333302"/>
            <a:ext cx="0" cy="533400"/>
          </a:xfrm>
          <a:prstGeom prst="line">
            <a:avLst/>
          </a:prstGeom>
          <a:ln w="12700" cap="sq" cmpd="sng">
            <a:solidFill>
              <a:srgbClr val="005400"/>
            </a:solidFill>
            <a:prstDash val="solid"/>
            <a:headEnd type="none" w="sm" len="sm"/>
            <a:tailEnd type="none" w="sm" len="sm"/>
          </a:ln>
        </p:spPr>
      </p:sp>
      <p:sp>
        <p:nvSpPr>
          <p:cNvPr id="267285" name="直接连接符 267284"/>
          <p:cNvSpPr/>
          <p:nvPr/>
        </p:nvSpPr>
        <p:spPr>
          <a:xfrm>
            <a:off x="5606792" y="5333302"/>
            <a:ext cx="0" cy="533400"/>
          </a:xfrm>
          <a:prstGeom prst="line">
            <a:avLst/>
          </a:prstGeom>
          <a:ln w="12700" cap="sq" cmpd="sng">
            <a:solidFill>
              <a:srgbClr val="005400"/>
            </a:solidFill>
            <a:prstDash val="solid"/>
            <a:headEnd type="none" w="sm" len="sm"/>
            <a:tailEnd type="none" w="sm" len="sm"/>
          </a:ln>
        </p:spPr>
      </p:sp>
      <p:sp>
        <p:nvSpPr>
          <p:cNvPr id="267286" name="文本框 267285"/>
          <p:cNvSpPr txBox="1"/>
          <p:nvPr/>
        </p:nvSpPr>
        <p:spPr>
          <a:xfrm>
            <a:off x="4692401" y="5322823"/>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7" name="文本框 267286"/>
          <p:cNvSpPr txBox="1"/>
          <p:nvPr/>
        </p:nvSpPr>
        <p:spPr>
          <a:xfrm>
            <a:off x="5701885" y="5327854"/>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8" name="文本框 267287"/>
          <p:cNvSpPr txBox="1"/>
          <p:nvPr/>
        </p:nvSpPr>
        <p:spPr>
          <a:xfrm>
            <a:off x="11055069" y="4190300"/>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89" name="文本框 267288"/>
          <p:cNvSpPr txBox="1"/>
          <p:nvPr/>
        </p:nvSpPr>
        <p:spPr>
          <a:xfrm>
            <a:off x="10064244" y="4187722"/>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90" name="文本框 267289"/>
          <p:cNvSpPr txBox="1"/>
          <p:nvPr/>
        </p:nvSpPr>
        <p:spPr>
          <a:xfrm>
            <a:off x="7909870" y="5319465"/>
            <a:ext cx="248466" cy="492443"/>
          </a:xfrm>
          <a:prstGeom prst="rect">
            <a:avLst/>
          </a:prstGeom>
          <a:noFill/>
          <a:ln w="12700">
            <a:noFill/>
          </a:ln>
        </p:spPr>
        <p:txBody>
          <a:bodyPr wrap="none" lIns="0" tIns="0" rIns="0" bIns="0" anchor="t" anchorCtr="0">
            <a:spAutoFit/>
          </a:bodyPr>
          <a:lstStyle>
            <a:defPPr>
              <a:defRPr lang="zh-CN"/>
            </a:defPPr>
            <a:lvl1pPr>
              <a:defRPr sz="3200" b="1">
                <a:solidFill>
                  <a:srgbClr val="FF3300"/>
                </a:solidFill>
                <a:latin typeface="Times New Roman" panose="02020603050405020304" pitchFamily="18" charset="0"/>
              </a:defRPr>
            </a:lvl1pPr>
          </a:lstStyle>
          <a:p>
            <a:r>
              <a:rPr lang="en-US" altLang="zh-CN" dirty="0">
                <a:solidFill>
                  <a:schemeClr val="accent2">
                    <a:lumMod val="75000"/>
                  </a:schemeClr>
                </a:solidFill>
                <a:sym typeface="Symbol" panose="05050102010706020507" pitchFamily="18" charset="2"/>
              </a:rPr>
              <a:t></a:t>
            </a:r>
            <a:endParaRPr lang="en-US" altLang="zh-CN" dirty="0">
              <a:solidFill>
                <a:schemeClr val="accent2">
                  <a:lumMod val="75000"/>
                </a:schemeClr>
              </a:solidFill>
            </a:endParaRPr>
          </a:p>
        </p:txBody>
      </p:sp>
      <p:sp>
        <p:nvSpPr>
          <p:cNvPr id="267291" name="文本框 267290"/>
          <p:cNvSpPr txBox="1"/>
          <p:nvPr/>
        </p:nvSpPr>
        <p:spPr>
          <a:xfrm>
            <a:off x="8912479" y="5327854"/>
            <a:ext cx="248466" cy="492443"/>
          </a:xfrm>
          <a:prstGeom prst="rect">
            <a:avLst/>
          </a:prstGeom>
          <a:noFill/>
          <a:ln w="12700">
            <a:noFill/>
          </a:ln>
        </p:spPr>
        <p:txBody>
          <a:bodyPr wrap="none" lIns="0" tIns="0" rIns="0" bIns="0" anchor="t" anchorCtr="0">
            <a:spAutoFit/>
          </a:bodyPr>
          <a:lstStyle/>
          <a:p>
            <a:r>
              <a:rPr lang="en-US" altLang="zh-CN" sz="3200" b="1" dirty="0">
                <a:solidFill>
                  <a:schemeClr val="accent2">
                    <a:lumMod val="75000"/>
                  </a:schemeClr>
                </a:solidFill>
                <a:latin typeface="Times New Roman" panose="02020603050405020304" pitchFamily="18" charset="0"/>
                <a:sym typeface="Symbol" panose="05050102010706020507" pitchFamily="18" charset="2"/>
              </a:rPr>
              <a:t></a:t>
            </a:r>
            <a:endParaRPr lang="en-US" altLang="zh-CN" sz="3200" b="1" dirty="0">
              <a:solidFill>
                <a:schemeClr val="accent2">
                  <a:lumMod val="75000"/>
                </a:schemeClr>
              </a:solidFill>
              <a:latin typeface="Times New Roman" panose="02020603050405020304" pitchFamily="18" charset="0"/>
            </a:endParaRPr>
          </a:p>
        </p:txBody>
      </p:sp>
      <p:sp>
        <p:nvSpPr>
          <p:cNvPr id="267293" name="直接连接符 267292"/>
          <p:cNvSpPr/>
          <p:nvPr/>
        </p:nvSpPr>
        <p:spPr>
          <a:xfrm>
            <a:off x="9324596" y="3321790"/>
            <a:ext cx="1384808" cy="868509"/>
          </a:xfrm>
          <a:prstGeom prst="line">
            <a:avLst/>
          </a:prstGeom>
          <a:ln w="38100" cap="sq" cmpd="sng">
            <a:solidFill>
              <a:srgbClr val="005400"/>
            </a:solidFill>
            <a:prstDash val="solid"/>
            <a:headEnd type="none" w="sm" len="sm"/>
            <a:tailEnd type="none" w="sm" len="sm"/>
          </a:ln>
        </p:spPr>
      </p:sp>
      <p:sp>
        <p:nvSpPr>
          <p:cNvPr id="267294" name="直接连接符 267293"/>
          <p:cNvSpPr/>
          <p:nvPr/>
        </p:nvSpPr>
        <p:spPr>
          <a:xfrm>
            <a:off x="7412255" y="4471288"/>
            <a:ext cx="1135440" cy="862013"/>
          </a:xfrm>
          <a:prstGeom prst="line">
            <a:avLst/>
          </a:prstGeom>
          <a:ln w="38100" cap="sq" cmpd="sng">
            <a:solidFill>
              <a:srgbClr val="005400"/>
            </a:solidFill>
            <a:prstDash val="solid"/>
            <a:headEnd type="none" w="sm" len="sm"/>
            <a:tailEnd type="none" w="sm" len="sm"/>
          </a:ln>
        </p:spPr>
      </p:sp>
      <p:sp>
        <p:nvSpPr>
          <p:cNvPr id="267296" name="直接连接符 267295"/>
          <p:cNvSpPr/>
          <p:nvPr/>
        </p:nvSpPr>
        <p:spPr>
          <a:xfrm flipH="1">
            <a:off x="5360541" y="4510978"/>
            <a:ext cx="1025220" cy="822323"/>
          </a:xfrm>
          <a:prstGeom prst="line">
            <a:avLst/>
          </a:prstGeom>
          <a:ln w="38100" cap="sq" cmpd="sng">
            <a:solidFill>
              <a:srgbClr val="005400"/>
            </a:solidFill>
            <a:prstDash val="solid"/>
            <a:headEnd type="none" w="sm" len="sm"/>
            <a:tailEnd type="none" w="sm" len="sm"/>
          </a:ln>
        </p:spPr>
      </p:sp>
      <p:sp>
        <p:nvSpPr>
          <p:cNvPr id="267299" name="直接连接符 267298"/>
          <p:cNvSpPr/>
          <p:nvPr/>
        </p:nvSpPr>
        <p:spPr>
          <a:xfrm flipH="1">
            <a:off x="6894069" y="3352502"/>
            <a:ext cx="1398059" cy="837800"/>
          </a:xfrm>
          <a:prstGeom prst="line">
            <a:avLst/>
          </a:prstGeom>
          <a:ln w="38100" cap="sq" cmpd="sng">
            <a:solidFill>
              <a:srgbClr val="005400"/>
            </a:solidFill>
            <a:prstDash val="solid"/>
            <a:headEnd type="none" w="sm" len="sm"/>
            <a:tailEnd type="none" w="sm" len="sm"/>
          </a:ln>
        </p:spPr>
      </p:sp>
      <p:cxnSp>
        <p:nvCxnSpPr>
          <p:cNvPr id="5" name="直接箭头连接符 4">
            <a:extLst>
              <a:ext uri="{FF2B5EF4-FFF2-40B4-BE49-F238E27FC236}">
                <a16:creationId xmlns:a16="http://schemas.microsoft.com/office/drawing/2014/main" id="{0F7F0138-9B9B-4B97-9C9B-A3157662E137}"/>
              </a:ext>
            </a:extLst>
          </p:cNvPr>
          <p:cNvCxnSpPr>
            <a:cxnSpLocks/>
          </p:cNvCxnSpPr>
          <p:nvPr/>
        </p:nvCxnSpPr>
        <p:spPr>
          <a:xfrm>
            <a:off x="8122650" y="2499615"/>
            <a:ext cx="0" cy="548626"/>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57" name="直接箭头连接符 56">
            <a:extLst>
              <a:ext uri="{FF2B5EF4-FFF2-40B4-BE49-F238E27FC236}">
                <a16:creationId xmlns:a16="http://schemas.microsoft.com/office/drawing/2014/main" id="{77C04A2A-EF26-4B58-820E-D94E62BA2E2E}"/>
              </a:ext>
            </a:extLst>
          </p:cNvPr>
          <p:cNvCxnSpPr>
            <a:cxnSpLocks/>
          </p:cNvCxnSpPr>
          <p:nvPr/>
        </p:nvCxnSpPr>
        <p:spPr>
          <a:xfrm flipH="1">
            <a:off x="6249654" y="3314030"/>
            <a:ext cx="1901989" cy="86674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7632356F-2878-463B-9323-1709F84300F7}"/>
              </a:ext>
            </a:extLst>
          </p:cNvPr>
          <p:cNvCxnSpPr>
            <a:cxnSpLocks/>
          </p:cNvCxnSpPr>
          <p:nvPr/>
        </p:nvCxnSpPr>
        <p:spPr>
          <a:xfrm flipH="1">
            <a:off x="4607497" y="4457002"/>
            <a:ext cx="1592201" cy="860661"/>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6C214A58-48A4-473A-8014-2765985E41AA}"/>
              </a:ext>
            </a:extLst>
          </p:cNvPr>
          <p:cNvCxnSpPr>
            <a:cxnSpLocks/>
          </p:cNvCxnSpPr>
          <p:nvPr/>
        </p:nvCxnSpPr>
        <p:spPr>
          <a:xfrm flipH="1">
            <a:off x="4613116" y="5349947"/>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0631596E-B816-428F-9A4F-72620763ECCA}"/>
              </a:ext>
            </a:extLst>
          </p:cNvPr>
          <p:cNvCxnSpPr>
            <a:cxnSpLocks/>
          </p:cNvCxnSpPr>
          <p:nvPr/>
        </p:nvCxnSpPr>
        <p:spPr>
          <a:xfrm>
            <a:off x="5663757" y="5772716"/>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95" name="连接符: 曲线 10">
            <a:extLst>
              <a:ext uri="{FF2B5EF4-FFF2-40B4-BE49-F238E27FC236}">
                <a16:creationId xmlns:a16="http://schemas.microsoft.com/office/drawing/2014/main" id="{00897316-572F-4B02-B407-B71A201C44F7}"/>
              </a:ext>
            </a:extLst>
          </p:cNvPr>
          <p:cNvCxnSpPr>
            <a:cxnSpLocks/>
          </p:cNvCxnSpPr>
          <p:nvPr/>
        </p:nvCxnSpPr>
        <p:spPr>
          <a:xfrm>
            <a:off x="6003986" y="5308810"/>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直接箭头连接符 98">
            <a:extLst>
              <a:ext uri="{FF2B5EF4-FFF2-40B4-BE49-F238E27FC236}">
                <a16:creationId xmlns:a16="http://schemas.microsoft.com/office/drawing/2014/main" id="{9120C23D-D25D-47D2-8D0C-AD4DECE6E40E}"/>
              </a:ext>
            </a:extLst>
          </p:cNvPr>
          <p:cNvCxnSpPr>
            <a:cxnSpLocks/>
          </p:cNvCxnSpPr>
          <p:nvPr/>
        </p:nvCxnSpPr>
        <p:spPr>
          <a:xfrm>
            <a:off x="9165735" y="3543658"/>
            <a:ext cx="821996" cy="64406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44" name="连接符: 肘形 143">
            <a:extLst>
              <a:ext uri="{FF2B5EF4-FFF2-40B4-BE49-F238E27FC236}">
                <a16:creationId xmlns:a16="http://schemas.microsoft.com/office/drawing/2014/main" id="{06A374C6-7C2E-430A-B2EE-F1C822EA76B2}"/>
              </a:ext>
            </a:extLst>
          </p:cNvPr>
          <p:cNvCxnSpPr>
            <a:cxnSpLocks/>
          </p:cNvCxnSpPr>
          <p:nvPr/>
        </p:nvCxnSpPr>
        <p:spPr>
          <a:xfrm flipH="1" flipV="1">
            <a:off x="7613788" y="4496105"/>
            <a:ext cx="1602753" cy="79327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5" name="直接连接符 124">
            <a:extLst>
              <a:ext uri="{FF2B5EF4-FFF2-40B4-BE49-F238E27FC236}">
                <a16:creationId xmlns:a16="http://schemas.microsoft.com/office/drawing/2014/main" id="{4B7C1DF7-4210-48B8-BDB6-394F76191D24}"/>
              </a:ext>
            </a:extLst>
          </p:cNvPr>
          <p:cNvCxnSpPr>
            <a:cxnSpLocks/>
            <a:stCxn id="11" idx="4"/>
          </p:cNvCxnSpPr>
          <p:nvPr/>
        </p:nvCxnSpPr>
        <p:spPr>
          <a:xfrm flipV="1">
            <a:off x="4977957" y="5866703"/>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72" name="连接符: 曲线 10">
            <a:extLst>
              <a:ext uri="{FF2B5EF4-FFF2-40B4-BE49-F238E27FC236}">
                <a16:creationId xmlns:a16="http://schemas.microsoft.com/office/drawing/2014/main" id="{6C6FE75C-2F65-4CD2-A207-DFA2DEAB2A13}"/>
              </a:ext>
            </a:extLst>
          </p:cNvPr>
          <p:cNvCxnSpPr>
            <a:cxnSpLocks/>
          </p:cNvCxnSpPr>
          <p:nvPr/>
        </p:nvCxnSpPr>
        <p:spPr>
          <a:xfrm>
            <a:off x="4982562" y="5801058"/>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68" name="组合 67">
            <a:extLst>
              <a:ext uri="{FF2B5EF4-FFF2-40B4-BE49-F238E27FC236}">
                <a16:creationId xmlns:a16="http://schemas.microsoft.com/office/drawing/2014/main" id="{ACA6644C-137C-48AE-AB8C-96ECEBCE0DFC}"/>
              </a:ext>
            </a:extLst>
          </p:cNvPr>
          <p:cNvGrpSpPr/>
          <p:nvPr/>
        </p:nvGrpSpPr>
        <p:grpSpPr>
          <a:xfrm>
            <a:off x="4208246" y="1990291"/>
            <a:ext cx="2339699" cy="1691573"/>
            <a:chOff x="8792830" y="4127480"/>
            <a:chExt cx="1810450" cy="1314341"/>
          </a:xfrm>
        </p:grpSpPr>
        <p:sp>
          <p:nvSpPr>
            <p:cNvPr id="69" name="直接连接符 278657">
              <a:extLst>
                <a:ext uri="{FF2B5EF4-FFF2-40B4-BE49-F238E27FC236}">
                  <a16:creationId xmlns:a16="http://schemas.microsoft.com/office/drawing/2014/main" id="{A821E5D7-3828-461C-AF37-5AECAE0A6BB4}"/>
                </a:ext>
              </a:extLst>
            </p:cNvPr>
            <p:cNvSpPr>
              <a:spLocks noChangeShapeType="1"/>
            </p:cNvSpPr>
            <p:nvPr/>
          </p:nvSpPr>
          <p:spPr bwMode="auto">
            <a:xfrm flipH="1">
              <a:off x="9474397" y="4378577"/>
              <a:ext cx="381001" cy="2637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p:nvSpPr>
            <p:cNvPr id="80" name="直接连接符 278657">
              <a:extLst>
                <a:ext uri="{FF2B5EF4-FFF2-40B4-BE49-F238E27FC236}">
                  <a16:creationId xmlns:a16="http://schemas.microsoft.com/office/drawing/2014/main" id="{728BD4C1-9BD9-4274-8304-71F4520D4C57}"/>
                </a:ext>
              </a:extLst>
            </p:cNvPr>
            <p:cNvSpPr>
              <a:spLocks noChangeShapeType="1"/>
            </p:cNvSpPr>
            <p:nvPr/>
          </p:nvSpPr>
          <p:spPr bwMode="auto">
            <a:xfrm flipH="1" flipV="1">
              <a:off x="9892086" y="4328158"/>
              <a:ext cx="519215" cy="4040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grpSp>
          <p:nvGrpSpPr>
            <p:cNvPr id="81" name="组合 80">
              <a:extLst>
                <a:ext uri="{FF2B5EF4-FFF2-40B4-BE49-F238E27FC236}">
                  <a16:creationId xmlns:a16="http://schemas.microsoft.com/office/drawing/2014/main" id="{FED30A4A-FF0B-454F-94DD-C65383EA2DCB}"/>
                </a:ext>
              </a:extLst>
            </p:cNvPr>
            <p:cNvGrpSpPr/>
            <p:nvPr/>
          </p:nvGrpSpPr>
          <p:grpSpPr>
            <a:xfrm>
              <a:off x="9681059" y="4127480"/>
              <a:ext cx="408780" cy="381001"/>
              <a:chOff x="2879793" y="1041760"/>
              <a:chExt cx="408780" cy="381001"/>
            </a:xfrm>
          </p:grpSpPr>
          <p:sp>
            <p:nvSpPr>
              <p:cNvPr id="98" name="椭圆 278653">
                <a:extLst>
                  <a:ext uri="{FF2B5EF4-FFF2-40B4-BE49-F238E27FC236}">
                    <a16:creationId xmlns:a16="http://schemas.microsoft.com/office/drawing/2014/main" id="{4D7FD598-2743-4BF0-8140-5AB393058498}"/>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100" name="矩形 278659">
                <a:extLst>
                  <a:ext uri="{FF2B5EF4-FFF2-40B4-BE49-F238E27FC236}">
                    <a16:creationId xmlns:a16="http://schemas.microsoft.com/office/drawing/2014/main" id="{65F1D957-97B7-4589-9191-2C74BB6F3F61}"/>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t>
                </a:r>
              </a:p>
            </p:txBody>
          </p:sp>
        </p:grpSp>
        <p:grpSp>
          <p:nvGrpSpPr>
            <p:cNvPr id="82" name="组合 81">
              <a:extLst>
                <a:ext uri="{FF2B5EF4-FFF2-40B4-BE49-F238E27FC236}">
                  <a16:creationId xmlns:a16="http://schemas.microsoft.com/office/drawing/2014/main" id="{91492B7D-FD47-4076-8673-AD2A7FF650E4}"/>
                </a:ext>
              </a:extLst>
            </p:cNvPr>
            <p:cNvGrpSpPr/>
            <p:nvPr/>
          </p:nvGrpSpPr>
          <p:grpSpPr>
            <a:xfrm>
              <a:off x="10194500" y="4554197"/>
              <a:ext cx="408780" cy="381001"/>
              <a:chOff x="2879793" y="1041760"/>
              <a:chExt cx="408780" cy="381001"/>
            </a:xfrm>
          </p:grpSpPr>
          <p:sp>
            <p:nvSpPr>
              <p:cNvPr id="96" name="椭圆 278653">
                <a:extLst>
                  <a:ext uri="{FF2B5EF4-FFF2-40B4-BE49-F238E27FC236}">
                    <a16:creationId xmlns:a16="http://schemas.microsoft.com/office/drawing/2014/main" id="{230A8FE0-5FCE-47E7-A1A1-C48CD185BD29}"/>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7" name="矩形 278659">
                <a:extLst>
                  <a:ext uri="{FF2B5EF4-FFF2-40B4-BE49-F238E27FC236}">
                    <a16:creationId xmlns:a16="http://schemas.microsoft.com/office/drawing/2014/main" id="{9A5111C8-B8F6-44B5-96E6-C16EEEA5C2C8}"/>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c</a:t>
                </a:r>
              </a:p>
            </p:txBody>
          </p:sp>
        </p:grpSp>
        <p:sp>
          <p:nvSpPr>
            <p:cNvPr id="83" name="直接连接符 278657">
              <a:extLst>
                <a:ext uri="{FF2B5EF4-FFF2-40B4-BE49-F238E27FC236}">
                  <a16:creationId xmlns:a16="http://schemas.microsoft.com/office/drawing/2014/main" id="{FE76FD2A-A903-46DD-8A24-4EAA1168F611}"/>
                </a:ext>
              </a:extLst>
            </p:cNvPr>
            <p:cNvSpPr>
              <a:spLocks noChangeShapeType="1"/>
            </p:cNvSpPr>
            <p:nvPr/>
          </p:nvSpPr>
          <p:spPr bwMode="auto">
            <a:xfrm flipH="1">
              <a:off x="8953179" y="4810237"/>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p:nvSpPr>
            <p:cNvPr id="84" name="直接连接符 278658">
              <a:extLst>
                <a:ext uri="{FF2B5EF4-FFF2-40B4-BE49-F238E27FC236}">
                  <a16:creationId xmlns:a16="http://schemas.microsoft.com/office/drawing/2014/main" id="{ADB56604-0B4B-4F1E-B06A-C30BF9B7B2D0}"/>
                </a:ext>
              </a:extLst>
            </p:cNvPr>
            <p:cNvSpPr>
              <a:spLocks noChangeShapeType="1"/>
            </p:cNvSpPr>
            <p:nvPr/>
          </p:nvSpPr>
          <p:spPr bwMode="auto">
            <a:xfrm>
              <a:off x="9442646" y="4802507"/>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grpSp>
          <p:nvGrpSpPr>
            <p:cNvPr id="85" name="组合 84">
              <a:extLst>
                <a:ext uri="{FF2B5EF4-FFF2-40B4-BE49-F238E27FC236}">
                  <a16:creationId xmlns:a16="http://schemas.microsoft.com/office/drawing/2014/main" id="{D11BA589-A885-4966-94E9-E544C7F9D071}"/>
                </a:ext>
              </a:extLst>
            </p:cNvPr>
            <p:cNvGrpSpPr/>
            <p:nvPr/>
          </p:nvGrpSpPr>
          <p:grpSpPr>
            <a:xfrm>
              <a:off x="9155435" y="4554197"/>
              <a:ext cx="408780" cy="381001"/>
              <a:chOff x="2879793" y="1041760"/>
              <a:chExt cx="408780" cy="381001"/>
            </a:xfrm>
          </p:grpSpPr>
          <p:sp>
            <p:nvSpPr>
              <p:cNvPr id="93" name="椭圆 278653">
                <a:extLst>
                  <a:ext uri="{FF2B5EF4-FFF2-40B4-BE49-F238E27FC236}">
                    <a16:creationId xmlns:a16="http://schemas.microsoft.com/office/drawing/2014/main" id="{5694E612-D214-4013-93FB-251CF3411CC6}"/>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4" name="矩形 278659">
                <a:extLst>
                  <a:ext uri="{FF2B5EF4-FFF2-40B4-BE49-F238E27FC236}">
                    <a16:creationId xmlns:a16="http://schemas.microsoft.com/office/drawing/2014/main" id="{AF7CF186-DC7B-4ACF-8753-976CEF2F870E}"/>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t>
                </a:r>
              </a:p>
            </p:txBody>
          </p:sp>
        </p:grpSp>
        <p:grpSp>
          <p:nvGrpSpPr>
            <p:cNvPr id="86" name="组合 85">
              <a:extLst>
                <a:ext uri="{FF2B5EF4-FFF2-40B4-BE49-F238E27FC236}">
                  <a16:creationId xmlns:a16="http://schemas.microsoft.com/office/drawing/2014/main" id="{823B1F1E-6FC0-419C-8BDC-E30B327EF626}"/>
                </a:ext>
              </a:extLst>
            </p:cNvPr>
            <p:cNvGrpSpPr/>
            <p:nvPr/>
          </p:nvGrpSpPr>
          <p:grpSpPr>
            <a:xfrm>
              <a:off x="8792830" y="5056496"/>
              <a:ext cx="408780" cy="381001"/>
              <a:chOff x="2879793" y="1041760"/>
              <a:chExt cx="408780" cy="381001"/>
            </a:xfrm>
          </p:grpSpPr>
          <p:sp>
            <p:nvSpPr>
              <p:cNvPr id="91" name="椭圆 278653">
                <a:extLst>
                  <a:ext uri="{FF2B5EF4-FFF2-40B4-BE49-F238E27FC236}">
                    <a16:creationId xmlns:a16="http://schemas.microsoft.com/office/drawing/2014/main" id="{B58F65E1-D787-4840-9E4B-D0CA22951E07}"/>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92" name="矩形 278659">
                <a:extLst>
                  <a:ext uri="{FF2B5EF4-FFF2-40B4-BE49-F238E27FC236}">
                    <a16:creationId xmlns:a16="http://schemas.microsoft.com/office/drawing/2014/main" id="{CEA1E8BC-CCD0-4B57-977E-DA58174EE06A}"/>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a</a:t>
                </a:r>
              </a:p>
            </p:txBody>
          </p:sp>
        </p:grpSp>
        <p:grpSp>
          <p:nvGrpSpPr>
            <p:cNvPr id="87" name="组合 86">
              <a:extLst>
                <a:ext uri="{FF2B5EF4-FFF2-40B4-BE49-F238E27FC236}">
                  <a16:creationId xmlns:a16="http://schemas.microsoft.com/office/drawing/2014/main" id="{4C8AD0D8-6207-4A42-9156-1E097EE92025}"/>
                </a:ext>
              </a:extLst>
            </p:cNvPr>
            <p:cNvGrpSpPr/>
            <p:nvPr/>
          </p:nvGrpSpPr>
          <p:grpSpPr>
            <a:xfrm>
              <a:off x="9536978" y="5060820"/>
              <a:ext cx="408780" cy="381001"/>
              <a:chOff x="2879793" y="1041760"/>
              <a:chExt cx="408780" cy="381001"/>
            </a:xfrm>
          </p:grpSpPr>
          <p:sp>
            <p:nvSpPr>
              <p:cNvPr id="88" name="椭圆 278653">
                <a:extLst>
                  <a:ext uri="{FF2B5EF4-FFF2-40B4-BE49-F238E27FC236}">
                    <a16:creationId xmlns:a16="http://schemas.microsoft.com/office/drawing/2014/main" id="{BBEA20BC-2078-4660-AC49-3181900D0ABF}"/>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latin typeface="Courier New" panose="02070309020205020404" pitchFamily="49" charset="0"/>
                  <a:cs typeface="Courier New" panose="02070309020205020404" pitchFamily="49" charset="0"/>
                </a:endParaRPr>
              </a:p>
            </p:txBody>
          </p:sp>
          <p:sp>
            <p:nvSpPr>
              <p:cNvPr id="89" name="矩形 278659">
                <a:extLst>
                  <a:ext uri="{FF2B5EF4-FFF2-40B4-BE49-F238E27FC236}">
                    <a16:creationId xmlns:a16="http://schemas.microsoft.com/office/drawing/2014/main" id="{1ABEA049-AA7C-4715-B777-3CA07CD5C465}"/>
                  </a:ext>
                </a:extLst>
              </p:cNvPr>
              <p:cNvSpPr>
                <a:spLocks noChangeArrowheads="1"/>
              </p:cNvSpPr>
              <p:nvPr/>
            </p:nvSpPr>
            <p:spPr bwMode="auto">
              <a:xfrm>
                <a:off x="2879793" y="1090788"/>
                <a:ext cx="408780" cy="286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7030A0"/>
                    </a:solidFill>
                    <a:latin typeface="Courier New" panose="02070309020205020404" pitchFamily="49" charset="0"/>
                    <a:cs typeface="Courier New" panose="02070309020205020404" pitchFamily="49" charset="0"/>
                  </a:rPr>
                  <a:t>b</a:t>
                </a:r>
              </a:p>
            </p:txBody>
          </p:sp>
        </p:grpSp>
      </p:grpSp>
      <p:sp>
        <p:nvSpPr>
          <p:cNvPr id="11" name="任意多边形: 形状 10">
            <a:extLst>
              <a:ext uri="{FF2B5EF4-FFF2-40B4-BE49-F238E27FC236}">
                <a16:creationId xmlns:a16="http://schemas.microsoft.com/office/drawing/2014/main" id="{A3C15290-DA92-430A-B742-CD61BA0ACB7A}"/>
              </a:ext>
            </a:extLst>
          </p:cNvPr>
          <p:cNvSpPr/>
          <p:nvPr/>
        </p:nvSpPr>
        <p:spPr>
          <a:xfrm>
            <a:off x="4619817" y="6293103"/>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a:extLst>
              <a:ext uri="{FF2B5EF4-FFF2-40B4-BE49-F238E27FC236}">
                <a16:creationId xmlns:a16="http://schemas.microsoft.com/office/drawing/2014/main" id="{3A0163D1-F692-49EB-A3F8-EE8382C10BA2}"/>
              </a:ext>
            </a:extLst>
          </p:cNvPr>
          <p:cNvSpPr/>
          <p:nvPr/>
        </p:nvSpPr>
        <p:spPr>
          <a:xfrm>
            <a:off x="5656316" y="6290758"/>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a:extLst>
              <a:ext uri="{FF2B5EF4-FFF2-40B4-BE49-F238E27FC236}">
                <a16:creationId xmlns:a16="http://schemas.microsoft.com/office/drawing/2014/main" id="{ABBFD9E8-4E43-416E-83A0-3DA25DBC1998}"/>
              </a:ext>
            </a:extLst>
          </p:cNvPr>
          <p:cNvCxnSpPr>
            <a:cxnSpLocks/>
          </p:cNvCxnSpPr>
          <p:nvPr/>
        </p:nvCxnSpPr>
        <p:spPr>
          <a:xfrm flipV="1">
            <a:off x="6009074" y="5866703"/>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3" name="连接符: 曲线 10">
            <a:extLst>
              <a:ext uri="{FF2B5EF4-FFF2-40B4-BE49-F238E27FC236}">
                <a16:creationId xmlns:a16="http://schemas.microsoft.com/office/drawing/2014/main" id="{F7FFAE52-01D8-4F83-B7AB-ED4410B169A1}"/>
              </a:ext>
            </a:extLst>
          </p:cNvPr>
          <p:cNvCxnSpPr>
            <a:cxnSpLocks/>
          </p:cNvCxnSpPr>
          <p:nvPr/>
        </p:nvCxnSpPr>
        <p:spPr>
          <a:xfrm>
            <a:off x="7543013" y="4187722"/>
            <a:ext cx="0" cy="34734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5" name="直接箭头连接符 104">
            <a:extLst>
              <a:ext uri="{FF2B5EF4-FFF2-40B4-BE49-F238E27FC236}">
                <a16:creationId xmlns:a16="http://schemas.microsoft.com/office/drawing/2014/main" id="{7C3D25A7-9E5A-4927-882C-D74FD5035EE6}"/>
              </a:ext>
            </a:extLst>
          </p:cNvPr>
          <p:cNvCxnSpPr>
            <a:cxnSpLocks/>
          </p:cNvCxnSpPr>
          <p:nvPr/>
        </p:nvCxnSpPr>
        <p:spPr>
          <a:xfrm flipH="1">
            <a:off x="7805739" y="5355394"/>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11A6A37D-30E4-4766-B31E-253552C139C9}"/>
              </a:ext>
            </a:extLst>
          </p:cNvPr>
          <p:cNvCxnSpPr>
            <a:cxnSpLocks/>
          </p:cNvCxnSpPr>
          <p:nvPr/>
        </p:nvCxnSpPr>
        <p:spPr>
          <a:xfrm>
            <a:off x="8857107" y="5786899"/>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7" name="连接符: 曲线 10">
            <a:extLst>
              <a:ext uri="{FF2B5EF4-FFF2-40B4-BE49-F238E27FC236}">
                <a16:creationId xmlns:a16="http://schemas.microsoft.com/office/drawing/2014/main" id="{3379ED89-7601-4756-909E-E640B84DA81D}"/>
              </a:ext>
            </a:extLst>
          </p:cNvPr>
          <p:cNvCxnSpPr>
            <a:cxnSpLocks/>
          </p:cNvCxnSpPr>
          <p:nvPr/>
        </p:nvCxnSpPr>
        <p:spPr>
          <a:xfrm>
            <a:off x="9197336" y="5322993"/>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8" name="直接连接符 107">
            <a:extLst>
              <a:ext uri="{FF2B5EF4-FFF2-40B4-BE49-F238E27FC236}">
                <a16:creationId xmlns:a16="http://schemas.microsoft.com/office/drawing/2014/main" id="{2C102C2D-D654-405F-B717-21F2B23F3FDF}"/>
              </a:ext>
            </a:extLst>
          </p:cNvPr>
          <p:cNvCxnSpPr>
            <a:cxnSpLocks/>
            <a:stCxn id="110" idx="4"/>
          </p:cNvCxnSpPr>
          <p:nvPr/>
        </p:nvCxnSpPr>
        <p:spPr>
          <a:xfrm flipV="1">
            <a:off x="8171307" y="5880886"/>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09" name="连接符: 曲线 10">
            <a:extLst>
              <a:ext uri="{FF2B5EF4-FFF2-40B4-BE49-F238E27FC236}">
                <a16:creationId xmlns:a16="http://schemas.microsoft.com/office/drawing/2014/main" id="{82EB863C-A1D3-4D33-927B-FD18148006C0}"/>
              </a:ext>
            </a:extLst>
          </p:cNvPr>
          <p:cNvCxnSpPr>
            <a:cxnSpLocks/>
          </p:cNvCxnSpPr>
          <p:nvPr/>
        </p:nvCxnSpPr>
        <p:spPr>
          <a:xfrm>
            <a:off x="8175912" y="5815241"/>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0" name="任意多边形: 形状 109">
            <a:extLst>
              <a:ext uri="{FF2B5EF4-FFF2-40B4-BE49-F238E27FC236}">
                <a16:creationId xmlns:a16="http://schemas.microsoft.com/office/drawing/2014/main" id="{22F7E526-35BB-4B26-AA0F-0A6540721606}"/>
              </a:ext>
            </a:extLst>
          </p:cNvPr>
          <p:cNvSpPr/>
          <p:nvPr/>
        </p:nvSpPr>
        <p:spPr>
          <a:xfrm>
            <a:off x="7813167" y="6307286"/>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任意多边形: 形状 110">
            <a:extLst>
              <a:ext uri="{FF2B5EF4-FFF2-40B4-BE49-F238E27FC236}">
                <a16:creationId xmlns:a16="http://schemas.microsoft.com/office/drawing/2014/main" id="{0E8385DB-8C19-43BC-AEF5-52FD0AD1631A}"/>
              </a:ext>
            </a:extLst>
          </p:cNvPr>
          <p:cNvSpPr/>
          <p:nvPr/>
        </p:nvSpPr>
        <p:spPr>
          <a:xfrm>
            <a:off x="8849666" y="6304941"/>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 name="直接连接符 111">
            <a:extLst>
              <a:ext uri="{FF2B5EF4-FFF2-40B4-BE49-F238E27FC236}">
                <a16:creationId xmlns:a16="http://schemas.microsoft.com/office/drawing/2014/main" id="{CFA21F6C-8B48-4D49-817D-225437634468}"/>
              </a:ext>
            </a:extLst>
          </p:cNvPr>
          <p:cNvCxnSpPr>
            <a:cxnSpLocks/>
          </p:cNvCxnSpPr>
          <p:nvPr/>
        </p:nvCxnSpPr>
        <p:spPr>
          <a:xfrm flipV="1">
            <a:off x="9202424" y="5880886"/>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3" name="直接箭头连接符 112">
            <a:extLst>
              <a:ext uri="{FF2B5EF4-FFF2-40B4-BE49-F238E27FC236}">
                <a16:creationId xmlns:a16="http://schemas.microsoft.com/office/drawing/2014/main" id="{F7647047-99AB-4231-8494-8D8C3B1E7714}"/>
              </a:ext>
            </a:extLst>
          </p:cNvPr>
          <p:cNvCxnSpPr>
            <a:cxnSpLocks/>
          </p:cNvCxnSpPr>
          <p:nvPr/>
        </p:nvCxnSpPr>
        <p:spPr>
          <a:xfrm flipH="1">
            <a:off x="9980303" y="4222004"/>
            <a:ext cx="21289" cy="982074"/>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4" name="直接箭头连接符 113">
            <a:extLst>
              <a:ext uri="{FF2B5EF4-FFF2-40B4-BE49-F238E27FC236}">
                <a16:creationId xmlns:a16="http://schemas.microsoft.com/office/drawing/2014/main" id="{74729DC4-B1BE-43A3-BF44-E133746A823E}"/>
              </a:ext>
            </a:extLst>
          </p:cNvPr>
          <p:cNvCxnSpPr>
            <a:cxnSpLocks/>
          </p:cNvCxnSpPr>
          <p:nvPr/>
        </p:nvCxnSpPr>
        <p:spPr>
          <a:xfrm>
            <a:off x="11031671" y="4653509"/>
            <a:ext cx="0" cy="520387"/>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6" name="连接符: 曲线 10">
            <a:extLst>
              <a:ext uri="{FF2B5EF4-FFF2-40B4-BE49-F238E27FC236}">
                <a16:creationId xmlns:a16="http://schemas.microsoft.com/office/drawing/2014/main" id="{45A5A3DB-E7EC-4630-BEAC-863F3AE16CA4}"/>
              </a:ext>
            </a:extLst>
          </p:cNvPr>
          <p:cNvCxnSpPr>
            <a:cxnSpLocks/>
          </p:cNvCxnSpPr>
          <p:nvPr/>
        </p:nvCxnSpPr>
        <p:spPr>
          <a:xfrm>
            <a:off x="11371900" y="4189603"/>
            <a:ext cx="0" cy="582181"/>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76D12709-C07D-41B2-BD02-AE50BBF23601}"/>
              </a:ext>
            </a:extLst>
          </p:cNvPr>
          <p:cNvCxnSpPr>
            <a:cxnSpLocks/>
            <a:stCxn id="119" idx="4"/>
          </p:cNvCxnSpPr>
          <p:nvPr/>
        </p:nvCxnSpPr>
        <p:spPr>
          <a:xfrm flipV="1">
            <a:off x="10345871" y="4747496"/>
            <a:ext cx="0" cy="472120"/>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18" name="连接符: 曲线 10">
            <a:extLst>
              <a:ext uri="{FF2B5EF4-FFF2-40B4-BE49-F238E27FC236}">
                <a16:creationId xmlns:a16="http://schemas.microsoft.com/office/drawing/2014/main" id="{DE6B5E71-3A17-4248-B394-767699A5882E}"/>
              </a:ext>
            </a:extLst>
          </p:cNvPr>
          <p:cNvCxnSpPr>
            <a:cxnSpLocks/>
          </p:cNvCxnSpPr>
          <p:nvPr/>
        </p:nvCxnSpPr>
        <p:spPr>
          <a:xfrm>
            <a:off x="10358096" y="4666611"/>
            <a:ext cx="711675" cy="0"/>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9" name="任意多边形: 形状 118">
            <a:extLst>
              <a:ext uri="{FF2B5EF4-FFF2-40B4-BE49-F238E27FC236}">
                <a16:creationId xmlns:a16="http://schemas.microsoft.com/office/drawing/2014/main" id="{394500C4-CB73-4A8E-AD3D-67F89740C75A}"/>
              </a:ext>
            </a:extLst>
          </p:cNvPr>
          <p:cNvSpPr/>
          <p:nvPr/>
        </p:nvSpPr>
        <p:spPr>
          <a:xfrm>
            <a:off x="9987731" y="5173896"/>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任意多边形: 形状 119">
            <a:extLst>
              <a:ext uri="{FF2B5EF4-FFF2-40B4-BE49-F238E27FC236}">
                <a16:creationId xmlns:a16="http://schemas.microsoft.com/office/drawing/2014/main" id="{B827B8B5-4B4E-4314-B741-44F907490B8F}"/>
              </a:ext>
            </a:extLst>
          </p:cNvPr>
          <p:cNvSpPr/>
          <p:nvPr/>
        </p:nvSpPr>
        <p:spPr>
          <a:xfrm>
            <a:off x="11024230" y="5171551"/>
            <a:ext cx="358140" cy="169660"/>
          </a:xfrm>
          <a:custGeom>
            <a:avLst/>
            <a:gdLst>
              <a:gd name="connsiteX0" fmla="*/ 0 w 358140"/>
              <a:gd name="connsiteY0" fmla="*/ 0 h 169660"/>
              <a:gd name="connsiteX1" fmla="*/ 38100 w 358140"/>
              <a:gd name="connsiteY1" fmla="*/ 106680 h 169660"/>
              <a:gd name="connsiteX2" fmla="*/ 175260 w 358140"/>
              <a:gd name="connsiteY2" fmla="*/ 167640 h 169660"/>
              <a:gd name="connsiteX3" fmla="*/ 281940 w 358140"/>
              <a:gd name="connsiteY3" fmla="*/ 144780 h 169660"/>
              <a:gd name="connsiteX4" fmla="*/ 358140 w 358140"/>
              <a:gd name="connsiteY4" fmla="*/ 45720 h 169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 h="169660">
                <a:moveTo>
                  <a:pt x="0" y="0"/>
                </a:moveTo>
                <a:cubicBezTo>
                  <a:pt x="4445" y="39370"/>
                  <a:pt x="8890" y="78740"/>
                  <a:pt x="38100" y="106680"/>
                </a:cubicBezTo>
                <a:cubicBezTo>
                  <a:pt x="67310" y="134620"/>
                  <a:pt x="134620" y="161290"/>
                  <a:pt x="175260" y="167640"/>
                </a:cubicBezTo>
                <a:cubicBezTo>
                  <a:pt x="215900" y="173990"/>
                  <a:pt x="251460" y="165100"/>
                  <a:pt x="281940" y="144780"/>
                </a:cubicBezTo>
                <a:cubicBezTo>
                  <a:pt x="312420" y="124460"/>
                  <a:pt x="335280" y="85090"/>
                  <a:pt x="358140" y="45720"/>
                </a:cubicBezTo>
              </a:path>
            </a:pathLst>
          </a:cu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 name="直接连接符 120">
            <a:extLst>
              <a:ext uri="{FF2B5EF4-FFF2-40B4-BE49-F238E27FC236}">
                <a16:creationId xmlns:a16="http://schemas.microsoft.com/office/drawing/2014/main" id="{37327B9D-BA02-4936-B76A-06CD71B18BA9}"/>
              </a:ext>
            </a:extLst>
          </p:cNvPr>
          <p:cNvCxnSpPr>
            <a:cxnSpLocks/>
          </p:cNvCxnSpPr>
          <p:nvPr/>
        </p:nvCxnSpPr>
        <p:spPr>
          <a:xfrm flipV="1">
            <a:off x="11376988" y="4747496"/>
            <a:ext cx="0" cy="456582"/>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2" name="直接连接符 121">
            <a:extLst>
              <a:ext uri="{FF2B5EF4-FFF2-40B4-BE49-F238E27FC236}">
                <a16:creationId xmlns:a16="http://schemas.microsoft.com/office/drawing/2014/main" id="{E19A3109-A0EA-497C-858E-8DF0CB18E1B8}"/>
              </a:ext>
            </a:extLst>
          </p:cNvPr>
          <p:cNvCxnSpPr>
            <a:cxnSpLocks/>
          </p:cNvCxnSpPr>
          <p:nvPr/>
        </p:nvCxnSpPr>
        <p:spPr>
          <a:xfrm flipV="1">
            <a:off x="6014456" y="4704652"/>
            <a:ext cx="464641" cy="604158"/>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3" name="连接符: 曲线 10">
            <a:extLst>
              <a:ext uri="{FF2B5EF4-FFF2-40B4-BE49-F238E27FC236}">
                <a16:creationId xmlns:a16="http://schemas.microsoft.com/office/drawing/2014/main" id="{EE513D93-C263-4795-9EFD-FA432545885C}"/>
              </a:ext>
            </a:extLst>
          </p:cNvPr>
          <p:cNvCxnSpPr>
            <a:cxnSpLocks/>
          </p:cNvCxnSpPr>
          <p:nvPr/>
        </p:nvCxnSpPr>
        <p:spPr>
          <a:xfrm flipV="1">
            <a:off x="6476992" y="4653509"/>
            <a:ext cx="732991" cy="10875"/>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DF85CB99-34E2-449C-89C5-CB7C7B08E3C2}"/>
              </a:ext>
            </a:extLst>
          </p:cNvPr>
          <p:cNvCxnSpPr>
            <a:cxnSpLocks/>
          </p:cNvCxnSpPr>
          <p:nvPr/>
        </p:nvCxnSpPr>
        <p:spPr>
          <a:xfrm>
            <a:off x="7271254" y="4664384"/>
            <a:ext cx="534031" cy="67394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6" name="连接符: 肘形 143">
            <a:extLst>
              <a:ext uri="{FF2B5EF4-FFF2-40B4-BE49-F238E27FC236}">
                <a16:creationId xmlns:a16="http://schemas.microsoft.com/office/drawing/2014/main" id="{1A9B1297-6D0A-4CF2-9B41-D69C22D53C6A}"/>
              </a:ext>
            </a:extLst>
          </p:cNvPr>
          <p:cNvCxnSpPr>
            <a:cxnSpLocks/>
          </p:cNvCxnSpPr>
          <p:nvPr/>
        </p:nvCxnSpPr>
        <p:spPr>
          <a:xfrm flipH="1" flipV="1">
            <a:off x="9537258" y="3321791"/>
            <a:ext cx="1822654" cy="846788"/>
          </a:xfrm>
          <a:prstGeom prst="straightConnector1">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497382E3-B803-45A6-AFBC-79BB063575F7}"/>
              </a:ext>
            </a:extLst>
          </p:cNvPr>
          <p:cNvCxnSpPr>
            <a:cxnSpLocks/>
          </p:cNvCxnSpPr>
          <p:nvPr/>
        </p:nvCxnSpPr>
        <p:spPr>
          <a:xfrm flipV="1">
            <a:off x="7543013" y="3567163"/>
            <a:ext cx="872229" cy="601291"/>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128" name="连接符: 曲线 10">
            <a:extLst>
              <a:ext uri="{FF2B5EF4-FFF2-40B4-BE49-F238E27FC236}">
                <a16:creationId xmlns:a16="http://schemas.microsoft.com/office/drawing/2014/main" id="{F3C262F1-D25B-41DB-A485-C6A52F337A31}"/>
              </a:ext>
            </a:extLst>
          </p:cNvPr>
          <p:cNvCxnSpPr>
            <a:cxnSpLocks/>
          </p:cNvCxnSpPr>
          <p:nvPr/>
        </p:nvCxnSpPr>
        <p:spPr>
          <a:xfrm flipV="1">
            <a:off x="8413137" y="3516021"/>
            <a:ext cx="732991" cy="10874"/>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1" name="连接符: 曲线 10">
            <a:extLst>
              <a:ext uri="{FF2B5EF4-FFF2-40B4-BE49-F238E27FC236}">
                <a16:creationId xmlns:a16="http://schemas.microsoft.com/office/drawing/2014/main" id="{FEBA9159-88EC-4A02-9DC5-F38E31541BA2}"/>
              </a:ext>
            </a:extLst>
          </p:cNvPr>
          <p:cNvCxnSpPr>
            <a:cxnSpLocks/>
          </p:cNvCxnSpPr>
          <p:nvPr/>
        </p:nvCxnSpPr>
        <p:spPr>
          <a:xfrm>
            <a:off x="6193430" y="4172482"/>
            <a:ext cx="0" cy="34734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连接符: 曲线 10">
            <a:extLst>
              <a:ext uri="{FF2B5EF4-FFF2-40B4-BE49-F238E27FC236}">
                <a16:creationId xmlns:a16="http://schemas.microsoft.com/office/drawing/2014/main" id="{952AFD24-8C5C-4F99-93AD-F10EF80A6398}"/>
              </a:ext>
            </a:extLst>
          </p:cNvPr>
          <p:cNvCxnSpPr>
            <a:cxnSpLocks/>
          </p:cNvCxnSpPr>
          <p:nvPr/>
        </p:nvCxnSpPr>
        <p:spPr>
          <a:xfrm>
            <a:off x="8120824" y="3042271"/>
            <a:ext cx="0" cy="271759"/>
          </a:xfrm>
          <a:prstGeom prst="straightConnector1">
            <a:avLst/>
          </a:prstGeom>
          <a:ln w="25400">
            <a:solidFill>
              <a:srgbClr val="C0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2" name="直接连接符 141">
            <a:extLst>
              <a:ext uri="{FF2B5EF4-FFF2-40B4-BE49-F238E27FC236}">
                <a16:creationId xmlns:a16="http://schemas.microsoft.com/office/drawing/2014/main" id="{2161941D-E1B6-4F41-A06D-DF4F99C380CA}"/>
              </a:ext>
            </a:extLst>
          </p:cNvPr>
          <p:cNvCxnSpPr>
            <a:cxnSpLocks/>
          </p:cNvCxnSpPr>
          <p:nvPr/>
        </p:nvCxnSpPr>
        <p:spPr>
          <a:xfrm flipV="1">
            <a:off x="9463253" y="2539671"/>
            <a:ext cx="0" cy="774331"/>
          </a:xfrm>
          <a:prstGeom prst="line">
            <a:avLst/>
          </a:prstGeom>
          <a:ln w="25400">
            <a:solidFill>
              <a:srgbClr val="C00000"/>
            </a:solidFill>
            <a:prstDash val="dash"/>
            <a:tailEnd type="triangle" w="med" len="lg"/>
          </a:ln>
        </p:spPr>
        <p:style>
          <a:lnRef idx="1">
            <a:schemeClr val="dk1"/>
          </a:lnRef>
          <a:fillRef idx="0">
            <a:schemeClr val="dk1"/>
          </a:fillRef>
          <a:effectRef idx="0">
            <a:schemeClr val="dk1"/>
          </a:effectRef>
          <a:fontRef idx="minor">
            <a:schemeClr val="tx1"/>
          </a:fontRef>
        </p:style>
      </p:cxnSp>
      <p:sp>
        <p:nvSpPr>
          <p:cNvPr id="42" name="矩形: 圆角 41">
            <a:extLst>
              <a:ext uri="{FF2B5EF4-FFF2-40B4-BE49-F238E27FC236}">
                <a16:creationId xmlns:a16="http://schemas.microsoft.com/office/drawing/2014/main" id="{CA755D44-1EF8-4985-A8F5-04EE3CBD8782}"/>
              </a:ext>
            </a:extLst>
          </p:cNvPr>
          <p:cNvSpPr/>
          <p:nvPr/>
        </p:nvSpPr>
        <p:spPr>
          <a:xfrm>
            <a:off x="1353001" y="235114"/>
            <a:ext cx="5602967" cy="50191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二叉树三种遍历过程演示</a:t>
            </a:r>
            <a:r>
              <a:rPr lang="en-US" altLang="zh-CN" sz="2400" b="1" dirty="0">
                <a:solidFill>
                  <a:srgbClr val="002060"/>
                </a:solidFill>
                <a:effectLst>
                  <a:outerShdw blurRad="38100" dist="38100" dir="2700000" algn="tl">
                    <a:srgbClr val="000000">
                      <a:alpha val="43137"/>
                    </a:srgbClr>
                  </a:outerShdw>
                </a:effectLst>
              </a:rPr>
              <a:t>——</a:t>
            </a:r>
            <a:r>
              <a:rPr lang="zh-CN" altLang="en-US" sz="2400" b="1" dirty="0">
                <a:solidFill>
                  <a:srgbClr val="C00000"/>
                </a:solidFill>
                <a:effectLst>
                  <a:outerShdw blurRad="38100" dist="38100" dir="2700000" algn="tl">
                    <a:srgbClr val="000000">
                      <a:alpha val="43137"/>
                    </a:srgbClr>
                  </a:outerShdw>
                </a:effectLst>
              </a:rPr>
              <a:t>后序遍历</a:t>
            </a:r>
          </a:p>
        </p:txBody>
      </p:sp>
      <p:sp>
        <p:nvSpPr>
          <p:cNvPr id="150" name="文本框 149">
            <a:extLst>
              <a:ext uri="{FF2B5EF4-FFF2-40B4-BE49-F238E27FC236}">
                <a16:creationId xmlns:a16="http://schemas.microsoft.com/office/drawing/2014/main" id="{95BB25AE-8C62-4815-97EF-CB12B6FA333B}"/>
              </a:ext>
            </a:extLst>
          </p:cNvPr>
          <p:cNvSpPr txBox="1"/>
          <p:nvPr/>
        </p:nvSpPr>
        <p:spPr>
          <a:xfrm>
            <a:off x="494968" y="802519"/>
            <a:ext cx="3326346" cy="1937838"/>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Trav(</a:t>
            </a:r>
            <a:r>
              <a:rPr lang="en-US" altLang="zh-CN" b="1" dirty="0" err="1">
                <a:latin typeface="Courier New" panose="02070309020205020404" pitchFamily="49" charset="0"/>
                <a:cs typeface="Courier New" panose="02070309020205020404" pitchFamily="49" charset="0"/>
              </a:rPr>
              <a:t>BiTree</a:t>
            </a:r>
            <a:r>
              <a:rPr lang="en-US" altLang="zh-CN" b="1" dirty="0">
                <a:latin typeface="Courier New" panose="02070309020205020404" pitchFamily="49" charset="0"/>
                <a:cs typeface="Courier New" panose="02070309020205020404" pitchFamily="49" charset="0"/>
              </a:rPr>
              <a:t> 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 ( T )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152" name="文本框 151">
            <a:extLst>
              <a:ext uri="{FF2B5EF4-FFF2-40B4-BE49-F238E27FC236}">
                <a16:creationId xmlns:a16="http://schemas.microsoft.com/office/drawing/2014/main" id="{6E48284B-31F2-44FE-BD9A-239E76E9F10B}"/>
              </a:ext>
            </a:extLst>
          </p:cNvPr>
          <p:cNvSpPr txBox="1"/>
          <p:nvPr/>
        </p:nvSpPr>
        <p:spPr>
          <a:xfrm>
            <a:off x="1038504" y="2359285"/>
            <a:ext cx="2849409" cy="369332"/>
          </a:xfrm>
          <a:prstGeom prst="rect">
            <a:avLst/>
          </a:prstGeom>
          <a:noFill/>
        </p:spPr>
        <p:txBody>
          <a:bodyPr wrap="square">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6.3 </a:t>
            </a:r>
            <a:r>
              <a:rPr lang="zh-CN" altLang="en-US" b="1" dirty="0">
                <a:solidFill>
                  <a:srgbClr val="041ABC"/>
                </a:solidFill>
                <a:effectLst>
                  <a:outerShdw blurRad="38100" dist="38100" dir="2700000" algn="tl">
                    <a:srgbClr val="000000">
                      <a:alpha val="43137"/>
                    </a:srgbClr>
                  </a:outerShdw>
                </a:effectLst>
              </a:rPr>
              <a:t>先序遍历</a:t>
            </a:r>
            <a:endParaRPr lang="zh-CN" altLang="en-US" dirty="0">
              <a:solidFill>
                <a:srgbClr val="041ABC"/>
              </a:solidFill>
            </a:endParaRPr>
          </a:p>
        </p:txBody>
      </p:sp>
      <p:sp>
        <p:nvSpPr>
          <p:cNvPr id="154" name="文本框 153">
            <a:extLst>
              <a:ext uri="{FF2B5EF4-FFF2-40B4-BE49-F238E27FC236}">
                <a16:creationId xmlns:a16="http://schemas.microsoft.com/office/drawing/2014/main" id="{48911E5F-25A5-4F09-BEA5-F4C676113B20}"/>
              </a:ext>
            </a:extLst>
          </p:cNvPr>
          <p:cNvSpPr txBox="1"/>
          <p:nvPr/>
        </p:nvSpPr>
        <p:spPr>
          <a:xfrm>
            <a:off x="1103330" y="1320129"/>
            <a:ext cx="2363023" cy="369332"/>
          </a:xfrm>
          <a:prstGeom prst="rect">
            <a:avLst/>
          </a:prstGeom>
          <a:noFill/>
        </p:spPr>
        <p:txBody>
          <a:bodyPr wrap="square">
            <a:spAutoFit/>
          </a:bodyPr>
          <a:lstStyle/>
          <a:p>
            <a:r>
              <a:rPr lang="en-US" altLang="zh-CN"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Visit(T-&gt;data);</a:t>
            </a:r>
          </a:p>
        </p:txBody>
      </p:sp>
      <p:sp>
        <p:nvSpPr>
          <p:cNvPr id="156" name="文本框 155">
            <a:extLst>
              <a:ext uri="{FF2B5EF4-FFF2-40B4-BE49-F238E27FC236}">
                <a16:creationId xmlns:a16="http://schemas.microsoft.com/office/drawing/2014/main" id="{73012F1D-80B6-40E3-8F08-2E14B591A7FF}"/>
              </a:ext>
            </a:extLst>
          </p:cNvPr>
          <p:cNvSpPr txBox="1"/>
          <p:nvPr/>
        </p:nvSpPr>
        <p:spPr>
          <a:xfrm>
            <a:off x="1103330" y="1595393"/>
            <a:ext cx="2445865"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l</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158" name="文本框 157">
            <a:extLst>
              <a:ext uri="{FF2B5EF4-FFF2-40B4-BE49-F238E27FC236}">
                <a16:creationId xmlns:a16="http://schemas.microsoft.com/office/drawing/2014/main" id="{DE961EFF-BFB1-47FD-BFDB-8DB1F549FFB9}"/>
              </a:ext>
            </a:extLst>
          </p:cNvPr>
          <p:cNvSpPr txBox="1"/>
          <p:nvPr/>
        </p:nvSpPr>
        <p:spPr>
          <a:xfrm>
            <a:off x="1103330" y="1877887"/>
            <a:ext cx="2549252"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r</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48" name="文本框 47">
            <a:extLst>
              <a:ext uri="{FF2B5EF4-FFF2-40B4-BE49-F238E27FC236}">
                <a16:creationId xmlns:a16="http://schemas.microsoft.com/office/drawing/2014/main" id="{06470CD0-50C2-46D3-91DF-D4FC9ED1C14F}"/>
              </a:ext>
            </a:extLst>
          </p:cNvPr>
          <p:cNvSpPr txBox="1"/>
          <p:nvPr/>
        </p:nvSpPr>
        <p:spPr>
          <a:xfrm>
            <a:off x="4103193" y="937070"/>
            <a:ext cx="8027532" cy="761427"/>
          </a:xfrm>
          <a:prstGeom prst="rect">
            <a:avLst/>
          </a:prstGeom>
          <a:noFill/>
        </p:spPr>
        <p:txBody>
          <a:bodyPr wrap="square" rtlCol="0">
            <a:spAutoFit/>
          </a:bodyPr>
          <a:lstStyle/>
          <a:p>
            <a:pPr>
              <a:lnSpc>
                <a:spcPct val="130000"/>
              </a:lnSpc>
            </a:pPr>
            <a:r>
              <a:rPr lang="zh-CN" altLang="en-US" b="1" dirty="0">
                <a:latin typeface="宋体" panose="02010600030101010101" pitchFamily="2" charset="-122"/>
                <a:ea typeface="宋体" panose="02010600030101010101" pitchFamily="2" charset="-122"/>
              </a:rPr>
              <a:t>对这棵二叉树依次进行</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先序</a:t>
            </a:r>
            <a:r>
              <a:rPr lang="zh-CN" altLang="en-US" b="1" dirty="0">
                <a:latin typeface="宋体" panose="02010600030101010101" pitchFamily="2" charset="-122"/>
                <a:ea typeface="宋体" panose="02010600030101010101" pitchFamily="2" charset="-122"/>
              </a:rPr>
              <a:t>、</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中序</a:t>
            </a:r>
            <a:r>
              <a:rPr lang="zh-CN" altLang="en-US" b="1" dirty="0">
                <a:latin typeface="宋体" panose="02010600030101010101" pitchFamily="2" charset="-122"/>
                <a:ea typeface="宋体" panose="02010600030101010101" pitchFamily="2" charset="-122"/>
              </a:rPr>
              <a:t>和</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后序遍历</a:t>
            </a:r>
            <a:r>
              <a:rPr lang="zh-CN" altLang="en-US" b="1" dirty="0">
                <a:latin typeface="宋体" panose="02010600030101010101" pitchFamily="2" charset="-122"/>
                <a:ea typeface="宋体" panose="02010600030101010101" pitchFamily="2" charset="-122"/>
              </a:rPr>
              <a:t>（所列算法是简化版本）。</a:t>
            </a:r>
            <a:endParaRPr lang="en-US" altLang="zh-CN" b="1" dirty="0">
              <a:latin typeface="宋体" panose="02010600030101010101" pitchFamily="2" charset="-122"/>
              <a:ea typeface="宋体" panose="02010600030101010101" pitchFamily="2" charset="-122"/>
            </a:endParaRPr>
          </a:p>
          <a:p>
            <a:pPr>
              <a:lnSpc>
                <a:spcPct val="130000"/>
              </a:lnSpc>
            </a:pPr>
            <a:r>
              <a:rPr lang="zh-CN" altLang="en-US" b="1" dirty="0">
                <a:latin typeface="宋体" panose="02010600030101010101" pitchFamily="2" charset="-122"/>
                <a:ea typeface="宋体" panose="02010600030101010101" pitchFamily="2" charset="-122"/>
              </a:rPr>
              <a:t>观察指针参数</a:t>
            </a:r>
            <a:r>
              <a:rPr lang="en-US" altLang="zh-CN" b="1" dirty="0">
                <a:latin typeface="宋体" panose="02010600030101010101" pitchFamily="2" charset="-122"/>
                <a:ea typeface="宋体" panose="02010600030101010101" pitchFamily="2" charset="-122"/>
              </a:rPr>
              <a:t>T</a:t>
            </a:r>
            <a:r>
              <a:rPr lang="zh-CN" altLang="en-US" b="1" dirty="0">
                <a:latin typeface="宋体" panose="02010600030101010101" pitchFamily="2" charset="-122"/>
                <a:ea typeface="宋体" panose="02010600030101010101" pitchFamily="2" charset="-122"/>
              </a:rPr>
              <a:t>层层递归“传递</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返回”走过</a:t>
            </a:r>
            <a:r>
              <a:rPr lang="zh-CN" altLang="en-US" b="1" dirty="0">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轨迹</a:t>
            </a:r>
            <a:r>
              <a:rPr lang="zh-CN" altLang="en-US" b="1" dirty="0">
                <a:latin typeface="宋体" panose="02010600030101010101" pitchFamily="2" charset="-122"/>
                <a:ea typeface="宋体" panose="02010600030101010101" pitchFamily="2" charset="-122"/>
              </a:rPr>
              <a:t>（算法底色表示递归层次）。</a:t>
            </a:r>
          </a:p>
        </p:txBody>
      </p:sp>
      <p:grpSp>
        <p:nvGrpSpPr>
          <p:cNvPr id="53" name="组合 52">
            <a:extLst>
              <a:ext uri="{FF2B5EF4-FFF2-40B4-BE49-F238E27FC236}">
                <a16:creationId xmlns:a16="http://schemas.microsoft.com/office/drawing/2014/main" id="{9D5C2823-C5F2-4E95-86CE-0DA317E69041}"/>
              </a:ext>
            </a:extLst>
          </p:cNvPr>
          <p:cNvGrpSpPr/>
          <p:nvPr/>
        </p:nvGrpSpPr>
        <p:grpSpPr>
          <a:xfrm>
            <a:off x="7746568" y="2073330"/>
            <a:ext cx="369012" cy="463964"/>
            <a:chOff x="6200945" y="598811"/>
            <a:chExt cx="369012" cy="463964"/>
          </a:xfrm>
        </p:grpSpPr>
        <p:sp>
          <p:nvSpPr>
            <p:cNvPr id="49" name="文本框 48">
              <a:extLst>
                <a:ext uri="{FF2B5EF4-FFF2-40B4-BE49-F238E27FC236}">
                  <a16:creationId xmlns:a16="http://schemas.microsoft.com/office/drawing/2014/main" id="{3248A69B-6CFB-46E7-8432-B2916DC5FE10}"/>
                </a:ext>
              </a:extLst>
            </p:cNvPr>
            <p:cNvSpPr txBox="1"/>
            <p:nvPr/>
          </p:nvSpPr>
          <p:spPr>
            <a:xfrm>
              <a:off x="6200945" y="598811"/>
              <a:ext cx="369012" cy="461665"/>
            </a:xfrm>
            <a:prstGeom prst="rect">
              <a:avLst/>
            </a:prstGeom>
            <a:noFill/>
          </p:spPr>
          <p:txBody>
            <a:bodyPr wrap="none" rtlCol="0">
              <a:spAutoFit/>
            </a:bodyPr>
            <a:lstStyle/>
            <a:p>
              <a:r>
                <a:rPr lang="en-US" altLang="zh-CN" sz="2400" b="1" dirty="0">
                  <a:latin typeface="Courier New" panose="02070309020205020404" pitchFamily="49" charset="0"/>
                  <a:cs typeface="Courier New" panose="02070309020205020404" pitchFamily="49" charset="0"/>
                </a:rPr>
                <a:t>T</a:t>
              </a:r>
              <a:endParaRPr lang="zh-CN" altLang="en-US" sz="2400" b="1" dirty="0">
                <a:latin typeface="Courier New" panose="02070309020205020404" pitchFamily="49" charset="0"/>
                <a:cs typeface="Courier New" panose="02070309020205020404" pitchFamily="49" charset="0"/>
              </a:endParaRPr>
            </a:p>
          </p:txBody>
        </p:sp>
        <p:cxnSp>
          <p:nvCxnSpPr>
            <p:cNvPr id="51" name="直接箭头连接符 50">
              <a:extLst>
                <a:ext uri="{FF2B5EF4-FFF2-40B4-BE49-F238E27FC236}">
                  <a16:creationId xmlns:a16="http://schemas.microsoft.com/office/drawing/2014/main" id="{F6E7F043-33F8-427D-AD67-CA4535AAA520}"/>
                </a:ext>
              </a:extLst>
            </p:cNvPr>
            <p:cNvCxnSpPr>
              <a:stCxn id="49"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AA3A7577-84FD-4109-87CA-DD91A76CE143}"/>
              </a:ext>
            </a:extLst>
          </p:cNvPr>
          <p:cNvGrpSpPr/>
          <p:nvPr/>
        </p:nvGrpSpPr>
        <p:grpSpPr>
          <a:xfrm>
            <a:off x="5924774" y="3704490"/>
            <a:ext cx="369012" cy="463964"/>
            <a:chOff x="6200945" y="598811"/>
            <a:chExt cx="369012" cy="463964"/>
          </a:xfrm>
        </p:grpSpPr>
        <p:sp>
          <p:nvSpPr>
            <p:cNvPr id="166" name="文本框 165">
              <a:extLst>
                <a:ext uri="{FF2B5EF4-FFF2-40B4-BE49-F238E27FC236}">
                  <a16:creationId xmlns:a16="http://schemas.microsoft.com/office/drawing/2014/main" id="{D4A4AD4B-C37E-4151-A1A4-01FEFF65BBBB}"/>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68" name="直接箭头连接符 167">
              <a:extLst>
                <a:ext uri="{FF2B5EF4-FFF2-40B4-BE49-F238E27FC236}">
                  <a16:creationId xmlns:a16="http://schemas.microsoft.com/office/drawing/2014/main" id="{73270879-344A-4B1F-B963-7914791E7C58}"/>
                </a:ext>
              </a:extLst>
            </p:cNvPr>
            <p:cNvCxnSpPr>
              <a:stCxn id="166"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69" name="组合 168">
            <a:extLst>
              <a:ext uri="{FF2B5EF4-FFF2-40B4-BE49-F238E27FC236}">
                <a16:creationId xmlns:a16="http://schemas.microsoft.com/office/drawing/2014/main" id="{7D6900EE-AEF7-4B3C-A8ED-8D9117E45BE1}"/>
              </a:ext>
            </a:extLst>
          </p:cNvPr>
          <p:cNvGrpSpPr/>
          <p:nvPr/>
        </p:nvGrpSpPr>
        <p:grpSpPr>
          <a:xfrm>
            <a:off x="4274881" y="4820047"/>
            <a:ext cx="369012" cy="463964"/>
            <a:chOff x="6200945" y="598811"/>
            <a:chExt cx="369012" cy="463964"/>
          </a:xfrm>
        </p:grpSpPr>
        <p:sp>
          <p:nvSpPr>
            <p:cNvPr id="170" name="文本框 169">
              <a:extLst>
                <a:ext uri="{FF2B5EF4-FFF2-40B4-BE49-F238E27FC236}">
                  <a16:creationId xmlns:a16="http://schemas.microsoft.com/office/drawing/2014/main" id="{896E4DB9-C052-4F07-898D-67C230F4FBC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71" name="直接箭头连接符 170">
              <a:extLst>
                <a:ext uri="{FF2B5EF4-FFF2-40B4-BE49-F238E27FC236}">
                  <a16:creationId xmlns:a16="http://schemas.microsoft.com/office/drawing/2014/main" id="{9CBEEF20-D0FC-47A8-BB3F-039C7733C435}"/>
                </a:ext>
              </a:extLst>
            </p:cNvPr>
            <p:cNvCxnSpPr>
              <a:stCxn id="170"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2" name="组合 171">
            <a:extLst>
              <a:ext uri="{FF2B5EF4-FFF2-40B4-BE49-F238E27FC236}">
                <a16:creationId xmlns:a16="http://schemas.microsoft.com/office/drawing/2014/main" id="{19D6C711-5909-4A68-9D34-47C604CEC8B1}"/>
              </a:ext>
            </a:extLst>
          </p:cNvPr>
          <p:cNvGrpSpPr/>
          <p:nvPr/>
        </p:nvGrpSpPr>
        <p:grpSpPr>
          <a:xfrm>
            <a:off x="4235279" y="6100039"/>
            <a:ext cx="369012" cy="463964"/>
            <a:chOff x="6200945" y="598811"/>
            <a:chExt cx="369012" cy="463964"/>
          </a:xfrm>
        </p:grpSpPr>
        <p:sp>
          <p:nvSpPr>
            <p:cNvPr id="173" name="文本框 172">
              <a:extLst>
                <a:ext uri="{FF2B5EF4-FFF2-40B4-BE49-F238E27FC236}">
                  <a16:creationId xmlns:a16="http://schemas.microsoft.com/office/drawing/2014/main" id="{2AEF7ACE-C624-4D82-BDFA-00002D4DA7E0}"/>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74" name="直接箭头连接符 173">
              <a:extLst>
                <a:ext uri="{FF2B5EF4-FFF2-40B4-BE49-F238E27FC236}">
                  <a16:creationId xmlns:a16="http://schemas.microsoft.com/office/drawing/2014/main" id="{61D6434A-BBF3-460B-AAE6-A1167F74FA99}"/>
                </a:ext>
              </a:extLst>
            </p:cNvPr>
            <p:cNvCxnSpPr>
              <a:stCxn id="173"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5" name="组合 174">
            <a:extLst>
              <a:ext uri="{FF2B5EF4-FFF2-40B4-BE49-F238E27FC236}">
                <a16:creationId xmlns:a16="http://schemas.microsoft.com/office/drawing/2014/main" id="{EC3BB433-0D2D-4C02-BCFE-67A766A4AA44}"/>
              </a:ext>
            </a:extLst>
          </p:cNvPr>
          <p:cNvGrpSpPr/>
          <p:nvPr/>
        </p:nvGrpSpPr>
        <p:grpSpPr>
          <a:xfrm>
            <a:off x="5286162" y="6100039"/>
            <a:ext cx="369012" cy="463964"/>
            <a:chOff x="6200945" y="598811"/>
            <a:chExt cx="369012" cy="463964"/>
          </a:xfrm>
        </p:grpSpPr>
        <p:sp>
          <p:nvSpPr>
            <p:cNvPr id="176" name="文本框 175">
              <a:extLst>
                <a:ext uri="{FF2B5EF4-FFF2-40B4-BE49-F238E27FC236}">
                  <a16:creationId xmlns:a16="http://schemas.microsoft.com/office/drawing/2014/main" id="{31D85DF4-A92B-4FE3-B699-0F21D155293C}"/>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77" name="直接箭头连接符 176">
              <a:extLst>
                <a:ext uri="{FF2B5EF4-FFF2-40B4-BE49-F238E27FC236}">
                  <a16:creationId xmlns:a16="http://schemas.microsoft.com/office/drawing/2014/main" id="{4BEBEB9C-71FD-4AA8-A98C-5310E0C4A972}"/>
                </a:ext>
              </a:extLst>
            </p:cNvPr>
            <p:cNvCxnSpPr>
              <a:stCxn id="176"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8" name="组合 177">
            <a:extLst>
              <a:ext uri="{FF2B5EF4-FFF2-40B4-BE49-F238E27FC236}">
                <a16:creationId xmlns:a16="http://schemas.microsoft.com/office/drawing/2014/main" id="{37597A26-CD74-4044-B19A-7875FB5DBF81}"/>
              </a:ext>
            </a:extLst>
          </p:cNvPr>
          <p:cNvGrpSpPr/>
          <p:nvPr/>
        </p:nvGrpSpPr>
        <p:grpSpPr>
          <a:xfrm>
            <a:off x="7590519" y="4871853"/>
            <a:ext cx="369012" cy="463964"/>
            <a:chOff x="6200945" y="598811"/>
            <a:chExt cx="369012" cy="463964"/>
          </a:xfrm>
        </p:grpSpPr>
        <p:sp>
          <p:nvSpPr>
            <p:cNvPr id="179" name="文本框 178">
              <a:extLst>
                <a:ext uri="{FF2B5EF4-FFF2-40B4-BE49-F238E27FC236}">
                  <a16:creationId xmlns:a16="http://schemas.microsoft.com/office/drawing/2014/main" id="{5BF4E60B-8876-4403-BA65-42AC4BC16E10}"/>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80" name="直接箭头连接符 179">
              <a:extLst>
                <a:ext uri="{FF2B5EF4-FFF2-40B4-BE49-F238E27FC236}">
                  <a16:creationId xmlns:a16="http://schemas.microsoft.com/office/drawing/2014/main" id="{44834D51-264C-4D6F-9822-959E7D47A471}"/>
                </a:ext>
              </a:extLst>
            </p:cNvPr>
            <p:cNvCxnSpPr>
              <a:stCxn id="179"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1" name="组合 180">
            <a:extLst>
              <a:ext uri="{FF2B5EF4-FFF2-40B4-BE49-F238E27FC236}">
                <a16:creationId xmlns:a16="http://schemas.microsoft.com/office/drawing/2014/main" id="{FF02916E-5DCC-4D00-8E31-2D11ECFED46E}"/>
              </a:ext>
            </a:extLst>
          </p:cNvPr>
          <p:cNvGrpSpPr/>
          <p:nvPr/>
        </p:nvGrpSpPr>
        <p:grpSpPr>
          <a:xfrm>
            <a:off x="7431346" y="6109177"/>
            <a:ext cx="369012" cy="463964"/>
            <a:chOff x="6200945" y="598811"/>
            <a:chExt cx="369012" cy="463964"/>
          </a:xfrm>
        </p:grpSpPr>
        <p:sp>
          <p:nvSpPr>
            <p:cNvPr id="182" name="文本框 181">
              <a:extLst>
                <a:ext uri="{FF2B5EF4-FFF2-40B4-BE49-F238E27FC236}">
                  <a16:creationId xmlns:a16="http://schemas.microsoft.com/office/drawing/2014/main" id="{898F7FE4-B60B-4DE6-867A-0CDBBC33A308}"/>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83" name="直接箭头连接符 182">
              <a:extLst>
                <a:ext uri="{FF2B5EF4-FFF2-40B4-BE49-F238E27FC236}">
                  <a16:creationId xmlns:a16="http://schemas.microsoft.com/office/drawing/2014/main" id="{BC465D80-8E50-4259-9F11-FBF8A1DBE817}"/>
                </a:ext>
              </a:extLst>
            </p:cNvPr>
            <p:cNvCxnSpPr>
              <a:stCxn id="182"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4" name="组合 183">
            <a:extLst>
              <a:ext uri="{FF2B5EF4-FFF2-40B4-BE49-F238E27FC236}">
                <a16:creationId xmlns:a16="http://schemas.microsoft.com/office/drawing/2014/main" id="{67086B2E-F6AA-426B-9213-065E27B7D495}"/>
              </a:ext>
            </a:extLst>
          </p:cNvPr>
          <p:cNvGrpSpPr/>
          <p:nvPr/>
        </p:nvGrpSpPr>
        <p:grpSpPr>
          <a:xfrm>
            <a:off x="8490787" y="6109177"/>
            <a:ext cx="369012" cy="463964"/>
            <a:chOff x="6200945" y="598811"/>
            <a:chExt cx="369012" cy="463964"/>
          </a:xfrm>
        </p:grpSpPr>
        <p:sp>
          <p:nvSpPr>
            <p:cNvPr id="185" name="文本框 184">
              <a:extLst>
                <a:ext uri="{FF2B5EF4-FFF2-40B4-BE49-F238E27FC236}">
                  <a16:creationId xmlns:a16="http://schemas.microsoft.com/office/drawing/2014/main" id="{25C37B11-2E39-4D32-A75A-49C8E206299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7533A7"/>
                  </a:solidFill>
                  <a:latin typeface="Courier New" panose="02070309020205020404" pitchFamily="49" charset="0"/>
                  <a:cs typeface="Courier New" panose="02070309020205020404" pitchFamily="49" charset="0"/>
                </a:rPr>
                <a:t>T</a:t>
              </a:r>
              <a:endParaRPr lang="zh-CN" altLang="en-US" sz="2400" b="1" dirty="0">
                <a:solidFill>
                  <a:srgbClr val="7533A7"/>
                </a:solidFill>
                <a:latin typeface="Courier New" panose="02070309020205020404" pitchFamily="49" charset="0"/>
                <a:cs typeface="Courier New" panose="02070309020205020404" pitchFamily="49" charset="0"/>
              </a:endParaRPr>
            </a:p>
          </p:txBody>
        </p:sp>
        <p:cxnSp>
          <p:nvCxnSpPr>
            <p:cNvPr id="186" name="直接箭头连接符 185">
              <a:extLst>
                <a:ext uri="{FF2B5EF4-FFF2-40B4-BE49-F238E27FC236}">
                  <a16:creationId xmlns:a16="http://schemas.microsoft.com/office/drawing/2014/main" id="{E30C0338-4782-4575-A739-8E06E6F87981}"/>
                </a:ext>
              </a:extLst>
            </p:cNvPr>
            <p:cNvCxnSpPr>
              <a:stCxn id="185"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7" name="组合 186">
            <a:extLst>
              <a:ext uri="{FF2B5EF4-FFF2-40B4-BE49-F238E27FC236}">
                <a16:creationId xmlns:a16="http://schemas.microsoft.com/office/drawing/2014/main" id="{D9D87A81-E4AF-44CD-8CF4-59AF68CD8C2B}"/>
              </a:ext>
            </a:extLst>
          </p:cNvPr>
          <p:cNvGrpSpPr/>
          <p:nvPr/>
        </p:nvGrpSpPr>
        <p:grpSpPr>
          <a:xfrm>
            <a:off x="9694130" y="3724126"/>
            <a:ext cx="369012" cy="463964"/>
            <a:chOff x="6200945" y="598811"/>
            <a:chExt cx="369012" cy="463964"/>
          </a:xfrm>
        </p:grpSpPr>
        <p:sp>
          <p:nvSpPr>
            <p:cNvPr id="188" name="文本框 187">
              <a:extLst>
                <a:ext uri="{FF2B5EF4-FFF2-40B4-BE49-F238E27FC236}">
                  <a16:creationId xmlns:a16="http://schemas.microsoft.com/office/drawing/2014/main" id="{986FCE05-F88A-410E-B625-B748B4AE79CA}"/>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89" name="直接箭头连接符 188">
              <a:extLst>
                <a:ext uri="{FF2B5EF4-FFF2-40B4-BE49-F238E27FC236}">
                  <a16:creationId xmlns:a16="http://schemas.microsoft.com/office/drawing/2014/main" id="{6B34775D-DA5E-43E2-919B-B57313D3DEAD}"/>
                </a:ext>
              </a:extLst>
            </p:cNvPr>
            <p:cNvCxnSpPr>
              <a:stCxn id="188"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2528417C-1CA7-4714-BF4E-D8E2A61E1664}"/>
              </a:ext>
            </a:extLst>
          </p:cNvPr>
          <p:cNvGrpSpPr/>
          <p:nvPr/>
        </p:nvGrpSpPr>
        <p:grpSpPr>
          <a:xfrm>
            <a:off x="9605665" y="4972096"/>
            <a:ext cx="369012" cy="463964"/>
            <a:chOff x="6200945" y="598811"/>
            <a:chExt cx="369012" cy="463964"/>
          </a:xfrm>
        </p:grpSpPr>
        <p:sp>
          <p:nvSpPr>
            <p:cNvPr id="191" name="文本框 190">
              <a:extLst>
                <a:ext uri="{FF2B5EF4-FFF2-40B4-BE49-F238E27FC236}">
                  <a16:creationId xmlns:a16="http://schemas.microsoft.com/office/drawing/2014/main" id="{B55A6F48-2761-42A6-ABD3-D78E2362B281}"/>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92" name="直接箭头连接符 191">
              <a:extLst>
                <a:ext uri="{FF2B5EF4-FFF2-40B4-BE49-F238E27FC236}">
                  <a16:creationId xmlns:a16="http://schemas.microsoft.com/office/drawing/2014/main" id="{6747E592-7B66-41E0-962A-49465435B9C9}"/>
                </a:ext>
              </a:extLst>
            </p:cNvPr>
            <p:cNvCxnSpPr>
              <a:stCxn id="191"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93" name="组合 192">
            <a:extLst>
              <a:ext uri="{FF2B5EF4-FFF2-40B4-BE49-F238E27FC236}">
                <a16:creationId xmlns:a16="http://schemas.microsoft.com/office/drawing/2014/main" id="{3999A11B-BC2B-48F1-8D9B-421CCC257A53}"/>
              </a:ext>
            </a:extLst>
          </p:cNvPr>
          <p:cNvGrpSpPr/>
          <p:nvPr/>
        </p:nvGrpSpPr>
        <p:grpSpPr>
          <a:xfrm>
            <a:off x="10662659" y="4949980"/>
            <a:ext cx="369012" cy="463964"/>
            <a:chOff x="6200945" y="598811"/>
            <a:chExt cx="369012" cy="463964"/>
          </a:xfrm>
        </p:grpSpPr>
        <p:sp>
          <p:nvSpPr>
            <p:cNvPr id="194" name="文本框 193">
              <a:extLst>
                <a:ext uri="{FF2B5EF4-FFF2-40B4-BE49-F238E27FC236}">
                  <a16:creationId xmlns:a16="http://schemas.microsoft.com/office/drawing/2014/main" id="{88620E4C-A12E-46C0-86D2-7FBF2A02C14A}"/>
                </a:ext>
              </a:extLst>
            </p:cNvPr>
            <p:cNvSpPr txBox="1"/>
            <p:nvPr/>
          </p:nvSpPr>
          <p:spPr>
            <a:xfrm>
              <a:off x="6200945" y="598811"/>
              <a:ext cx="369012" cy="461665"/>
            </a:xfrm>
            <a:prstGeom prst="rect">
              <a:avLst/>
            </a:prstGeom>
            <a:noFill/>
          </p:spPr>
          <p:txBody>
            <a:bodyPr wrap="none" rtlCol="0">
              <a:spAutoFit/>
            </a:bodyPr>
            <a:lstStyle/>
            <a:p>
              <a:r>
                <a:rPr lang="en-US" altLang="zh-CN" sz="2400" b="1" dirty="0">
                  <a:solidFill>
                    <a:srgbClr val="00B050"/>
                  </a:solidFill>
                  <a:latin typeface="Courier New" panose="02070309020205020404" pitchFamily="49" charset="0"/>
                  <a:cs typeface="Courier New" panose="02070309020205020404" pitchFamily="49" charset="0"/>
                </a:rPr>
                <a:t>T</a:t>
              </a:r>
              <a:endParaRPr lang="zh-CN" altLang="en-US" sz="2400" b="1" dirty="0">
                <a:solidFill>
                  <a:srgbClr val="00B050"/>
                </a:solidFill>
                <a:latin typeface="Courier New" panose="02070309020205020404" pitchFamily="49" charset="0"/>
                <a:cs typeface="Courier New" panose="02070309020205020404" pitchFamily="49" charset="0"/>
              </a:endParaRPr>
            </a:p>
          </p:txBody>
        </p:sp>
        <p:cxnSp>
          <p:nvCxnSpPr>
            <p:cNvPr id="195" name="直接箭头连接符 194">
              <a:extLst>
                <a:ext uri="{FF2B5EF4-FFF2-40B4-BE49-F238E27FC236}">
                  <a16:creationId xmlns:a16="http://schemas.microsoft.com/office/drawing/2014/main" id="{D4250976-F9A4-4904-92BD-BB57FA0A74C7}"/>
                </a:ext>
              </a:extLst>
            </p:cNvPr>
            <p:cNvCxnSpPr>
              <a:stCxn id="194" idx="3"/>
            </p:cNvCxnSpPr>
            <p:nvPr/>
          </p:nvCxnSpPr>
          <p:spPr>
            <a:xfrm flipH="1">
              <a:off x="6565729" y="829644"/>
              <a:ext cx="4228" cy="23313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2" name="等腰三角形 1">
            <a:extLst>
              <a:ext uri="{FF2B5EF4-FFF2-40B4-BE49-F238E27FC236}">
                <a16:creationId xmlns:a16="http://schemas.microsoft.com/office/drawing/2014/main" id="{2720BD46-1850-48B9-A84D-11F010216C98}"/>
              </a:ext>
            </a:extLst>
          </p:cNvPr>
          <p:cNvSpPr/>
          <p:nvPr/>
        </p:nvSpPr>
        <p:spPr>
          <a:xfrm>
            <a:off x="7524979" y="2993963"/>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lIns="36000" tIns="0" rIns="36000" bIns="0"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3" name="等腰三角形 2">
            <a:extLst>
              <a:ext uri="{FF2B5EF4-FFF2-40B4-BE49-F238E27FC236}">
                <a16:creationId xmlns:a16="http://schemas.microsoft.com/office/drawing/2014/main" id="{97EE9332-5FB8-4D4E-9B53-295A7A564FA1}"/>
              </a:ext>
            </a:extLst>
          </p:cNvPr>
          <p:cNvSpPr/>
          <p:nvPr/>
        </p:nvSpPr>
        <p:spPr>
          <a:xfrm>
            <a:off x="5624001" y="4130986"/>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lIns="36000" tIns="0" rIns="36000" bIns="0"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endPar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endParaRPr>
          </a:p>
        </p:txBody>
      </p:sp>
      <p:sp>
        <p:nvSpPr>
          <p:cNvPr id="4" name="等腰三角形 3">
            <a:extLst>
              <a:ext uri="{FF2B5EF4-FFF2-40B4-BE49-F238E27FC236}">
                <a16:creationId xmlns:a16="http://schemas.microsoft.com/office/drawing/2014/main" id="{A1FBEA8F-265C-44EC-8063-45E952A53217}"/>
              </a:ext>
            </a:extLst>
          </p:cNvPr>
          <p:cNvSpPr/>
          <p:nvPr/>
        </p:nvSpPr>
        <p:spPr>
          <a:xfrm>
            <a:off x="4103193" y="5373972"/>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lIns="36000" tIns="0" rIns="36000" bIns="0"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a:t>
            </a:r>
          </a:p>
        </p:txBody>
      </p:sp>
      <p:sp>
        <p:nvSpPr>
          <p:cNvPr id="6" name="等腰三角形 5">
            <a:extLst>
              <a:ext uri="{FF2B5EF4-FFF2-40B4-BE49-F238E27FC236}">
                <a16:creationId xmlns:a16="http://schemas.microsoft.com/office/drawing/2014/main" id="{421796CA-410F-43C6-9AAF-986DB33EF7B1}"/>
              </a:ext>
            </a:extLst>
          </p:cNvPr>
          <p:cNvSpPr/>
          <p:nvPr/>
        </p:nvSpPr>
        <p:spPr>
          <a:xfrm>
            <a:off x="7294021" y="5385686"/>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lIns="36000" tIns="0" rIns="36000" bIns="0"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b</a:t>
            </a:r>
          </a:p>
        </p:txBody>
      </p:sp>
      <p:sp>
        <p:nvSpPr>
          <p:cNvPr id="7" name="等腰三角形 6">
            <a:extLst>
              <a:ext uri="{FF2B5EF4-FFF2-40B4-BE49-F238E27FC236}">
                <a16:creationId xmlns:a16="http://schemas.microsoft.com/office/drawing/2014/main" id="{133171B9-158F-4F02-9A9C-0BE6F2F84C34}"/>
              </a:ext>
            </a:extLst>
          </p:cNvPr>
          <p:cNvSpPr/>
          <p:nvPr/>
        </p:nvSpPr>
        <p:spPr>
          <a:xfrm>
            <a:off x="9432175" y="4245264"/>
            <a:ext cx="360000" cy="360000"/>
          </a:xfrm>
          <a:prstGeom prst="triangle">
            <a:avLst>
              <a:gd name="adj" fmla="val 50000"/>
            </a:avLst>
          </a:prstGeom>
          <a:solidFill>
            <a:schemeClr val="tx2">
              <a:lumMod val="10000"/>
              <a:lumOff val="90000"/>
            </a:schemeClr>
          </a:solidFill>
          <a:ln w="28575" cap="sq" cmpd="sng">
            <a:solidFill>
              <a:srgbClr val="00B0F0"/>
            </a:solidFill>
            <a:prstDash val="solid"/>
            <a:miter/>
            <a:headEnd type="none" w="med" len="med"/>
            <a:tailEnd type="none" w="med" len="med"/>
          </a:ln>
        </p:spPr>
        <p:txBody>
          <a:bodyPr wrap="none" lIns="36000" tIns="0" rIns="36000" bIns="0"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c</a:t>
            </a:r>
          </a:p>
        </p:txBody>
      </p:sp>
      <p:sp>
        <p:nvSpPr>
          <p:cNvPr id="8" name="文本框 7">
            <a:extLst>
              <a:ext uri="{FF2B5EF4-FFF2-40B4-BE49-F238E27FC236}">
                <a16:creationId xmlns:a16="http://schemas.microsoft.com/office/drawing/2014/main" id="{00CACED8-4208-6BF7-231F-80E4AD41EA49}"/>
              </a:ext>
            </a:extLst>
          </p:cNvPr>
          <p:cNvSpPr txBox="1"/>
          <p:nvPr/>
        </p:nvSpPr>
        <p:spPr>
          <a:xfrm>
            <a:off x="494968" y="2820172"/>
            <a:ext cx="3326346" cy="1937838"/>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Trav(</a:t>
            </a:r>
            <a:r>
              <a:rPr lang="en-US" altLang="zh-CN" b="1" dirty="0" err="1">
                <a:latin typeface="Courier New" panose="02070309020205020404" pitchFamily="49" charset="0"/>
                <a:cs typeface="Courier New" panose="02070309020205020404" pitchFamily="49" charset="0"/>
              </a:rPr>
              <a:t>BiTree</a:t>
            </a:r>
            <a:r>
              <a:rPr lang="en-US" altLang="zh-CN" b="1" dirty="0">
                <a:latin typeface="Courier New" panose="02070309020205020404" pitchFamily="49" charset="0"/>
                <a:cs typeface="Courier New" panose="02070309020205020404" pitchFamily="49" charset="0"/>
              </a:rPr>
              <a:t> 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 ( T )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 name="文本框 8">
            <a:extLst>
              <a:ext uri="{FF2B5EF4-FFF2-40B4-BE49-F238E27FC236}">
                <a16:creationId xmlns:a16="http://schemas.microsoft.com/office/drawing/2014/main" id="{2F87CBDF-9D10-4717-ECF0-40985677ACA6}"/>
              </a:ext>
            </a:extLst>
          </p:cNvPr>
          <p:cNvSpPr txBox="1"/>
          <p:nvPr/>
        </p:nvSpPr>
        <p:spPr>
          <a:xfrm>
            <a:off x="1038504" y="4376938"/>
            <a:ext cx="2849409" cy="369332"/>
          </a:xfrm>
          <a:prstGeom prst="rect">
            <a:avLst/>
          </a:prstGeom>
          <a:noFill/>
        </p:spPr>
        <p:txBody>
          <a:bodyPr wrap="square">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041ABC"/>
                </a:solidFill>
                <a:effectLst>
                  <a:outerShdw blurRad="38100" dist="38100" dir="2700000" algn="tl">
                    <a:srgbClr val="000000">
                      <a:alpha val="43137"/>
                    </a:srgbClr>
                  </a:outerShdw>
                </a:effectLst>
              </a:rPr>
              <a:t>中序遍历算法</a:t>
            </a:r>
            <a:endParaRPr lang="zh-CN" altLang="en-US" dirty="0">
              <a:solidFill>
                <a:srgbClr val="041ABC"/>
              </a:solidFill>
            </a:endParaRPr>
          </a:p>
        </p:txBody>
      </p:sp>
      <p:sp>
        <p:nvSpPr>
          <p:cNvPr id="10" name="文本框 9">
            <a:extLst>
              <a:ext uri="{FF2B5EF4-FFF2-40B4-BE49-F238E27FC236}">
                <a16:creationId xmlns:a16="http://schemas.microsoft.com/office/drawing/2014/main" id="{1C2D8881-1C80-B7F5-EFDD-F426C819271E}"/>
              </a:ext>
            </a:extLst>
          </p:cNvPr>
          <p:cNvSpPr txBox="1"/>
          <p:nvPr/>
        </p:nvSpPr>
        <p:spPr>
          <a:xfrm>
            <a:off x="1103329" y="3631396"/>
            <a:ext cx="2363023" cy="369332"/>
          </a:xfrm>
          <a:prstGeom prst="rect">
            <a:avLst/>
          </a:prstGeom>
          <a:noFill/>
        </p:spPr>
        <p:txBody>
          <a:bodyPr wrap="square">
            <a:spAutoFit/>
          </a:bodyPr>
          <a:lstStyle/>
          <a:p>
            <a:r>
              <a:rPr lang="en-US" altLang="zh-CN"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Visit(T-&gt;data);</a:t>
            </a:r>
          </a:p>
        </p:txBody>
      </p:sp>
      <p:sp>
        <p:nvSpPr>
          <p:cNvPr id="12" name="文本框 11">
            <a:extLst>
              <a:ext uri="{FF2B5EF4-FFF2-40B4-BE49-F238E27FC236}">
                <a16:creationId xmlns:a16="http://schemas.microsoft.com/office/drawing/2014/main" id="{4ECB1AE0-6076-CFA4-23B2-7291ED315D2D}"/>
              </a:ext>
            </a:extLst>
          </p:cNvPr>
          <p:cNvSpPr txBox="1"/>
          <p:nvPr/>
        </p:nvSpPr>
        <p:spPr>
          <a:xfrm>
            <a:off x="1103330" y="3348565"/>
            <a:ext cx="2445865"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l</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14" name="文本框 13">
            <a:extLst>
              <a:ext uri="{FF2B5EF4-FFF2-40B4-BE49-F238E27FC236}">
                <a16:creationId xmlns:a16="http://schemas.microsoft.com/office/drawing/2014/main" id="{D6327F77-36A6-CD94-79B6-C73C5BE40C36}"/>
              </a:ext>
            </a:extLst>
          </p:cNvPr>
          <p:cNvSpPr txBox="1"/>
          <p:nvPr/>
        </p:nvSpPr>
        <p:spPr>
          <a:xfrm>
            <a:off x="1103330" y="3915946"/>
            <a:ext cx="2549252"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r</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15" name="八边形 14">
            <a:extLst>
              <a:ext uri="{FF2B5EF4-FFF2-40B4-BE49-F238E27FC236}">
                <a16:creationId xmlns:a16="http://schemas.microsoft.com/office/drawing/2014/main" id="{A188FA19-6887-4B5B-9589-93EFAE5B086E}"/>
              </a:ext>
            </a:extLst>
          </p:cNvPr>
          <p:cNvSpPr/>
          <p:nvPr/>
        </p:nvSpPr>
        <p:spPr>
          <a:xfrm>
            <a:off x="5140856" y="5944941"/>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a:t>
            </a:r>
          </a:p>
        </p:txBody>
      </p:sp>
      <p:sp>
        <p:nvSpPr>
          <p:cNvPr id="16" name="八边形 15">
            <a:extLst>
              <a:ext uri="{FF2B5EF4-FFF2-40B4-BE49-F238E27FC236}">
                <a16:creationId xmlns:a16="http://schemas.microsoft.com/office/drawing/2014/main" id="{D208C1DA-C917-484D-BA1C-695C6A037B92}"/>
              </a:ext>
            </a:extLst>
          </p:cNvPr>
          <p:cNvSpPr/>
          <p:nvPr/>
        </p:nvSpPr>
        <p:spPr>
          <a:xfrm>
            <a:off x="6690258" y="4797084"/>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17" name="八边形 16">
            <a:extLst>
              <a:ext uri="{FF2B5EF4-FFF2-40B4-BE49-F238E27FC236}">
                <a16:creationId xmlns:a16="http://schemas.microsoft.com/office/drawing/2014/main" id="{CAF4E70B-1A8E-44D8-9B51-DFFE3A8D38E5}"/>
              </a:ext>
            </a:extLst>
          </p:cNvPr>
          <p:cNvSpPr/>
          <p:nvPr/>
        </p:nvSpPr>
        <p:spPr>
          <a:xfrm>
            <a:off x="8588861" y="3665995"/>
            <a:ext cx="360000" cy="360000"/>
          </a:xfrm>
          <a:prstGeom prst="octagon">
            <a:avLst>
              <a:gd name="adj" fmla="val 29287"/>
            </a:avLst>
          </a:prstGeom>
          <a:solidFill>
            <a:schemeClr val="accent2">
              <a:lumMod val="20000"/>
              <a:lumOff val="80000"/>
            </a:schemeClr>
          </a:solidFill>
          <a:ln w="28575" cap="sq" cmpd="sng">
            <a:solidFill>
              <a:srgbClr val="FF3300"/>
            </a:solidFill>
            <a:prstDash val="solid"/>
            <a:miter/>
            <a:headEnd type="none" w="med" len="med"/>
            <a:tailEnd type="none" w="med" len="med"/>
          </a:ln>
        </p:spPr>
        <p:txBody>
          <a:bodyPr wrap="none"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32" name="文本框 31">
            <a:extLst>
              <a:ext uri="{FF2B5EF4-FFF2-40B4-BE49-F238E27FC236}">
                <a16:creationId xmlns:a16="http://schemas.microsoft.com/office/drawing/2014/main" id="{F04C15DF-8749-B7B3-DFA9-158237965823}"/>
              </a:ext>
            </a:extLst>
          </p:cNvPr>
          <p:cNvSpPr txBox="1"/>
          <p:nvPr/>
        </p:nvSpPr>
        <p:spPr>
          <a:xfrm>
            <a:off x="494968" y="4823487"/>
            <a:ext cx="3326346" cy="1937838"/>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Trav(</a:t>
            </a:r>
            <a:r>
              <a:rPr lang="en-US" altLang="zh-CN" b="1" dirty="0" err="1">
                <a:latin typeface="Courier New" panose="02070309020205020404" pitchFamily="49" charset="0"/>
                <a:cs typeface="Courier New" panose="02070309020205020404" pitchFamily="49" charset="0"/>
              </a:rPr>
              <a:t>BiTree</a:t>
            </a:r>
            <a:r>
              <a:rPr lang="en-US" altLang="zh-CN" b="1" dirty="0">
                <a:latin typeface="Courier New" panose="02070309020205020404" pitchFamily="49" charset="0"/>
                <a:cs typeface="Courier New" panose="02070309020205020404" pitchFamily="49" charset="0"/>
              </a:rPr>
              <a:t> 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 ( T )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33" name="文本框 32">
            <a:extLst>
              <a:ext uri="{FF2B5EF4-FFF2-40B4-BE49-F238E27FC236}">
                <a16:creationId xmlns:a16="http://schemas.microsoft.com/office/drawing/2014/main" id="{0D4120C1-8337-22C2-4E0D-E38E1CF141FE}"/>
              </a:ext>
            </a:extLst>
          </p:cNvPr>
          <p:cNvSpPr txBox="1"/>
          <p:nvPr/>
        </p:nvSpPr>
        <p:spPr>
          <a:xfrm>
            <a:off x="1038504" y="6380253"/>
            <a:ext cx="2849409" cy="369332"/>
          </a:xfrm>
          <a:prstGeom prst="rect">
            <a:avLst/>
          </a:prstGeom>
          <a:noFill/>
        </p:spPr>
        <p:txBody>
          <a:bodyPr wrap="square">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041ABC"/>
                </a:solidFill>
                <a:effectLst>
                  <a:outerShdw blurRad="38100" dist="38100" dir="2700000" algn="tl">
                    <a:srgbClr val="000000">
                      <a:alpha val="43137"/>
                    </a:srgbClr>
                  </a:outerShdw>
                </a:effectLst>
              </a:rPr>
              <a:t>后序遍历算法</a:t>
            </a:r>
            <a:endParaRPr lang="zh-CN" altLang="en-US" dirty="0">
              <a:solidFill>
                <a:srgbClr val="041ABC"/>
              </a:solidFill>
            </a:endParaRPr>
          </a:p>
        </p:txBody>
      </p:sp>
      <p:sp>
        <p:nvSpPr>
          <p:cNvPr id="34" name="文本框 33">
            <a:extLst>
              <a:ext uri="{FF2B5EF4-FFF2-40B4-BE49-F238E27FC236}">
                <a16:creationId xmlns:a16="http://schemas.microsoft.com/office/drawing/2014/main" id="{F46571B3-9F86-186E-EAA2-A33199EA25B6}"/>
              </a:ext>
            </a:extLst>
          </p:cNvPr>
          <p:cNvSpPr txBox="1"/>
          <p:nvPr/>
        </p:nvSpPr>
        <p:spPr>
          <a:xfrm>
            <a:off x="1103329" y="5924798"/>
            <a:ext cx="2363023" cy="369332"/>
          </a:xfrm>
          <a:prstGeom prst="rect">
            <a:avLst/>
          </a:prstGeom>
          <a:noFill/>
        </p:spPr>
        <p:txBody>
          <a:bodyPr wrap="square">
            <a:spAutoFit/>
          </a:bodyPr>
          <a:lstStyle/>
          <a:p>
            <a:r>
              <a:rPr lang="en-US" altLang="zh-CN"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Visit(T-&gt;data);</a:t>
            </a:r>
          </a:p>
        </p:txBody>
      </p:sp>
      <p:sp>
        <p:nvSpPr>
          <p:cNvPr id="35" name="文本框 34">
            <a:extLst>
              <a:ext uri="{FF2B5EF4-FFF2-40B4-BE49-F238E27FC236}">
                <a16:creationId xmlns:a16="http://schemas.microsoft.com/office/drawing/2014/main" id="{81E0850A-441D-0FDD-CF8A-4E17DC4AEE60}"/>
              </a:ext>
            </a:extLst>
          </p:cNvPr>
          <p:cNvSpPr txBox="1"/>
          <p:nvPr/>
        </p:nvSpPr>
        <p:spPr>
          <a:xfrm>
            <a:off x="1103330" y="5351880"/>
            <a:ext cx="2445865"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l</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36" name="文本框 35">
            <a:extLst>
              <a:ext uri="{FF2B5EF4-FFF2-40B4-BE49-F238E27FC236}">
                <a16:creationId xmlns:a16="http://schemas.microsoft.com/office/drawing/2014/main" id="{1235ACDE-71F4-E269-5ECF-97AE67FEC4CD}"/>
              </a:ext>
            </a:extLst>
          </p:cNvPr>
          <p:cNvSpPr txBox="1"/>
          <p:nvPr/>
        </p:nvSpPr>
        <p:spPr>
          <a:xfrm>
            <a:off x="1103330" y="5624816"/>
            <a:ext cx="2549252" cy="369332"/>
          </a:xfrm>
          <a:prstGeom prst="rect">
            <a:avLst/>
          </a:prstGeom>
          <a:noFill/>
        </p:spPr>
        <p:txBody>
          <a:bodyPr wrap="square">
            <a:spAutoFit/>
          </a:bodyPr>
          <a:lstStyle/>
          <a:p>
            <a:r>
              <a:rPr lang="en-US" altLang="zh-CN" b="1" dirty="0">
                <a:latin typeface="Courier New" panose="02070309020205020404" pitchFamily="49" charset="0"/>
                <a:cs typeface="Courier New" panose="02070309020205020404" pitchFamily="49" charset="0"/>
              </a:rPr>
              <a:t>Trav(T-&gt;</a:t>
            </a:r>
            <a:r>
              <a:rPr lang="en-US" altLang="zh-CN" b="1" dirty="0" err="1">
                <a:solidFill>
                  <a:srgbClr val="C00000"/>
                </a:solidFill>
                <a:latin typeface="Courier New" panose="02070309020205020404" pitchFamily="49" charset="0"/>
                <a:cs typeface="Courier New" panose="02070309020205020404" pitchFamily="49" charset="0"/>
              </a:rPr>
              <a:t>r</a:t>
            </a:r>
            <a:r>
              <a:rPr lang="en-US" altLang="zh-CN" b="1" dirty="0" err="1">
                <a:latin typeface="Courier New" panose="02070309020205020404" pitchFamily="49" charset="0"/>
                <a:cs typeface="Courier New" panose="02070309020205020404" pitchFamily="49" charset="0"/>
              </a:rPr>
              <a:t>child</a:t>
            </a:r>
            <a:r>
              <a:rPr lang="en-US" altLang="zh-CN" b="1" dirty="0">
                <a:latin typeface="Courier New" panose="02070309020205020404" pitchFamily="49" charset="0"/>
                <a:cs typeface="Courier New" panose="02070309020205020404" pitchFamily="49" charset="0"/>
              </a:rPr>
              <a:t>);</a:t>
            </a:r>
          </a:p>
        </p:txBody>
      </p:sp>
      <p:sp>
        <p:nvSpPr>
          <p:cNvPr id="37" name="矩形 36">
            <a:extLst>
              <a:ext uri="{FF2B5EF4-FFF2-40B4-BE49-F238E27FC236}">
                <a16:creationId xmlns:a16="http://schemas.microsoft.com/office/drawing/2014/main" id="{83A83199-467B-2E80-F363-EACB91736B90}"/>
              </a:ext>
            </a:extLst>
          </p:cNvPr>
          <p:cNvSpPr/>
          <p:nvPr/>
        </p:nvSpPr>
        <p:spPr>
          <a:xfrm>
            <a:off x="6166783" y="5412075"/>
            <a:ext cx="324000" cy="324000"/>
          </a:xfrm>
          <a:prstGeom prst="rect">
            <a:avLst/>
          </a:prstGeom>
          <a:solidFill>
            <a:schemeClr val="accent4">
              <a:lumMod val="20000"/>
              <a:lumOff val="80000"/>
            </a:schemeClr>
          </a:solidFill>
          <a:ln w="38100" cap="sq" cmpd="sng">
            <a:solidFill>
              <a:srgbClr val="3366CC"/>
            </a:solidFill>
            <a:prstDash val="solid"/>
            <a:miter/>
            <a:headEnd type="none" w="med" len="med"/>
            <a:tailEnd type="none" w="med" len="med"/>
          </a:ln>
        </p:spPr>
        <p:txBody>
          <a:bodyPr wrap="none" anchor="ctr" anchorCtr="0"/>
          <a:lstStyle/>
          <a:p>
            <a:pPr algn="ctr"/>
            <a:r>
              <a:rPr lang="en-US" altLang="zh-CN" sz="2400" dirty="0">
                <a:solidFill>
                  <a:srgbClr val="C00000"/>
                </a:solidFill>
                <a:effectLst>
                  <a:outerShdw blurRad="38100" dist="38100" dir="2700000">
                    <a:srgbClr val="000000"/>
                  </a:outerShdw>
                </a:effectLst>
                <a:latin typeface="Courier New" panose="02070309020205020404" pitchFamily="49" charset="0"/>
                <a:ea typeface="黑体" panose="02010609060101010101" pitchFamily="49" charset="-122"/>
                <a:cs typeface="Courier New" panose="02070309020205020404" pitchFamily="49" charset="0"/>
              </a:rPr>
              <a:t>a</a:t>
            </a:r>
          </a:p>
        </p:txBody>
      </p:sp>
      <p:sp>
        <p:nvSpPr>
          <p:cNvPr id="38" name="矩形 37">
            <a:extLst>
              <a:ext uri="{FF2B5EF4-FFF2-40B4-BE49-F238E27FC236}">
                <a16:creationId xmlns:a16="http://schemas.microsoft.com/office/drawing/2014/main" id="{CC71F197-F110-3EB1-073A-C9A6EA75005A}"/>
              </a:ext>
            </a:extLst>
          </p:cNvPr>
          <p:cNvSpPr/>
          <p:nvPr/>
        </p:nvSpPr>
        <p:spPr>
          <a:xfrm>
            <a:off x="9363729" y="5432770"/>
            <a:ext cx="324000" cy="324000"/>
          </a:xfrm>
          <a:prstGeom prst="rect">
            <a:avLst/>
          </a:prstGeom>
          <a:solidFill>
            <a:schemeClr val="accent4">
              <a:lumMod val="20000"/>
              <a:lumOff val="80000"/>
            </a:schemeClr>
          </a:solidFill>
          <a:ln w="38100" cap="sq" cmpd="sng">
            <a:solidFill>
              <a:srgbClr val="3366CC"/>
            </a:solidFill>
            <a:prstDash val="solid"/>
            <a:miter/>
            <a:headEnd type="none" w="med" len="med"/>
            <a:tailEnd type="none" w="med" len="med"/>
          </a:ln>
        </p:spPr>
        <p:txBody>
          <a:bodyPr wrap="none" anchor="ctr" anchorCtr="0"/>
          <a:lstStyle/>
          <a:p>
            <a:pPr algn="ctr"/>
            <a:r>
              <a:rPr lang="en-US" altLang="zh-CN" sz="2400" dirty="0">
                <a:solidFill>
                  <a:srgbClr val="C00000"/>
                </a:solidFill>
                <a:effectLst>
                  <a:outerShdw blurRad="38100" dist="38100" dir="2700000">
                    <a:srgbClr val="000000"/>
                  </a:outerShdw>
                </a:effectLst>
                <a:latin typeface="Courier New" panose="02070309020205020404" pitchFamily="49" charset="0"/>
                <a:ea typeface="黑体" panose="02010609060101010101" pitchFamily="49" charset="-122"/>
                <a:cs typeface="Courier New" panose="02070309020205020404" pitchFamily="49" charset="0"/>
              </a:rPr>
              <a:t>b</a:t>
            </a:r>
          </a:p>
        </p:txBody>
      </p:sp>
      <p:sp>
        <p:nvSpPr>
          <p:cNvPr id="39" name="矩形 38">
            <a:extLst>
              <a:ext uri="{FF2B5EF4-FFF2-40B4-BE49-F238E27FC236}">
                <a16:creationId xmlns:a16="http://schemas.microsoft.com/office/drawing/2014/main" id="{90C4EAB1-EBA9-491D-FC07-78FAED82914F}"/>
              </a:ext>
            </a:extLst>
          </p:cNvPr>
          <p:cNvSpPr/>
          <p:nvPr/>
        </p:nvSpPr>
        <p:spPr>
          <a:xfrm>
            <a:off x="7731872" y="4187334"/>
            <a:ext cx="324000" cy="324000"/>
          </a:xfrm>
          <a:prstGeom prst="rect">
            <a:avLst/>
          </a:prstGeom>
          <a:solidFill>
            <a:schemeClr val="accent4">
              <a:lumMod val="20000"/>
              <a:lumOff val="80000"/>
            </a:schemeClr>
          </a:solidFill>
          <a:ln w="38100" cap="sq" cmpd="sng">
            <a:solidFill>
              <a:srgbClr val="3366CC"/>
            </a:solidFill>
            <a:prstDash val="solid"/>
            <a:miter/>
            <a:headEnd type="none" w="med" len="med"/>
            <a:tailEnd type="none" w="med" len="med"/>
          </a:ln>
        </p:spPr>
        <p:txBody>
          <a:bodyPr wrap="none" anchor="ctr" anchorCtr="0"/>
          <a:lstStyle/>
          <a:p>
            <a:pPr algn="ctr"/>
            <a:r>
              <a:rPr lang="en-US" altLang="zh-CN" sz="2400" dirty="0">
                <a:solidFill>
                  <a:srgbClr val="C00000"/>
                </a:solidFill>
                <a:effectLst>
                  <a:outerShdw blurRad="38100" dist="38100" dir="2700000">
                    <a:srgbClr val="000000"/>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40" name="矩形 39">
            <a:extLst>
              <a:ext uri="{FF2B5EF4-FFF2-40B4-BE49-F238E27FC236}">
                <a16:creationId xmlns:a16="http://schemas.microsoft.com/office/drawing/2014/main" id="{28A04350-5E9D-1266-1365-0C39F5700ECE}"/>
              </a:ext>
            </a:extLst>
          </p:cNvPr>
          <p:cNvSpPr/>
          <p:nvPr/>
        </p:nvSpPr>
        <p:spPr>
          <a:xfrm>
            <a:off x="11510539" y="4271943"/>
            <a:ext cx="324000" cy="324000"/>
          </a:xfrm>
          <a:prstGeom prst="rect">
            <a:avLst/>
          </a:prstGeom>
          <a:solidFill>
            <a:schemeClr val="accent4">
              <a:lumMod val="20000"/>
              <a:lumOff val="80000"/>
            </a:schemeClr>
          </a:solidFill>
          <a:ln w="38100" cap="sq" cmpd="sng">
            <a:solidFill>
              <a:srgbClr val="3366CC"/>
            </a:solidFill>
            <a:prstDash val="solid"/>
            <a:miter/>
            <a:headEnd type="none" w="med" len="med"/>
            <a:tailEnd type="none" w="med" len="med"/>
          </a:ln>
        </p:spPr>
        <p:txBody>
          <a:bodyPr wrap="none" anchor="ctr" anchorCtr="0"/>
          <a:lstStyle/>
          <a:p>
            <a:pPr algn="ctr"/>
            <a:r>
              <a:rPr lang="en-US" altLang="zh-CN" sz="2400" dirty="0">
                <a:solidFill>
                  <a:srgbClr val="C00000"/>
                </a:solidFill>
                <a:effectLst>
                  <a:outerShdw blurRad="38100" dist="38100" dir="2700000">
                    <a:srgbClr val="000000"/>
                  </a:outerShdw>
                </a:effectLst>
                <a:latin typeface="Courier New" panose="02070309020205020404" pitchFamily="49" charset="0"/>
                <a:ea typeface="黑体" panose="02010609060101010101" pitchFamily="49" charset="-122"/>
                <a:cs typeface="Courier New" panose="02070309020205020404" pitchFamily="49" charset="0"/>
              </a:rPr>
              <a:t>c</a:t>
            </a:r>
          </a:p>
        </p:txBody>
      </p:sp>
      <p:sp>
        <p:nvSpPr>
          <p:cNvPr id="41" name="矩形 40">
            <a:extLst>
              <a:ext uri="{FF2B5EF4-FFF2-40B4-BE49-F238E27FC236}">
                <a16:creationId xmlns:a16="http://schemas.microsoft.com/office/drawing/2014/main" id="{7718264F-4CB0-4765-E6E2-9D197D2B8E10}"/>
              </a:ext>
            </a:extLst>
          </p:cNvPr>
          <p:cNvSpPr/>
          <p:nvPr/>
        </p:nvSpPr>
        <p:spPr>
          <a:xfrm>
            <a:off x="9641672" y="3005920"/>
            <a:ext cx="324000" cy="324000"/>
          </a:xfrm>
          <a:prstGeom prst="rect">
            <a:avLst/>
          </a:prstGeom>
          <a:solidFill>
            <a:schemeClr val="accent4">
              <a:lumMod val="20000"/>
              <a:lumOff val="80000"/>
            </a:schemeClr>
          </a:solidFill>
          <a:ln w="38100" cap="sq" cmpd="sng">
            <a:solidFill>
              <a:srgbClr val="3366CC"/>
            </a:solidFill>
            <a:prstDash val="solid"/>
            <a:miter/>
            <a:headEnd type="none" w="med" len="med"/>
            <a:tailEnd type="none" w="med" len="med"/>
          </a:ln>
        </p:spPr>
        <p:txBody>
          <a:bodyPr wrap="none" anchor="ctr" anchorCtr="0"/>
          <a:lstStyle/>
          <a:p>
            <a:pPr algn="ctr"/>
            <a:r>
              <a:rPr lang="en-US" altLang="zh-CN" sz="2400">
                <a:solidFill>
                  <a:srgbClr val="C00000"/>
                </a:solidFill>
                <a:effectLst>
                  <a:outerShdw blurRad="38100" dist="38100" dir="2700000">
                    <a:srgbClr val="000000"/>
                  </a:outerShdw>
                </a:effectLst>
                <a:latin typeface="Courier New" panose="02070309020205020404" pitchFamily="49" charset="0"/>
                <a:ea typeface="黑体" panose="02010609060101010101" pitchFamily="49" charset="-122"/>
                <a:cs typeface="Courier New" panose="02070309020205020404" pitchFamily="49" charset="0"/>
              </a:rPr>
              <a:t>-</a:t>
            </a:r>
          </a:p>
        </p:txBody>
      </p:sp>
      <p:sp>
        <p:nvSpPr>
          <p:cNvPr id="20" name="灯片编号占位符 1">
            <a:extLst>
              <a:ext uri="{FF2B5EF4-FFF2-40B4-BE49-F238E27FC236}">
                <a16:creationId xmlns:a16="http://schemas.microsoft.com/office/drawing/2014/main" id="{D8C7151C-DD93-5246-394E-D0BB79EB600F}"/>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14</a:t>
            </a:fld>
            <a:endParaRPr lang="zh-CN" altLang="en-US" dirty="0"/>
          </a:p>
        </p:txBody>
      </p:sp>
    </p:spTree>
    <p:extLst>
      <p:ext uri="{BB962C8B-B14F-4D97-AF65-F5344CB8AC3E}">
        <p14:creationId xmlns:p14="http://schemas.microsoft.com/office/powerpoint/2010/main" val="86325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fltVal val="0"/>
                                          </p:val>
                                        </p:tav>
                                        <p:tav tm="100000">
                                          <p:val>
                                            <p:strVal val="#ppt_w"/>
                                          </p:val>
                                        </p:tav>
                                      </p:tavLst>
                                    </p:anim>
                                    <p:anim calcmode="lin" valueType="num">
                                      <p:cBhvr>
                                        <p:cTn id="8" dur="1000" fill="hold"/>
                                        <p:tgtEl>
                                          <p:spTgt spid="32"/>
                                        </p:tgtEl>
                                        <p:attrNameLst>
                                          <p:attrName>ppt_h</p:attrName>
                                        </p:attrNameLst>
                                      </p:cBhvr>
                                      <p:tavLst>
                                        <p:tav tm="0">
                                          <p:val>
                                            <p:fltVal val="0"/>
                                          </p:val>
                                        </p:tav>
                                        <p:tav tm="100000">
                                          <p:val>
                                            <p:strVal val="#ppt_h"/>
                                          </p:val>
                                        </p:tav>
                                      </p:tavLst>
                                    </p:anim>
                                    <p:anim calcmode="lin" valueType="num">
                                      <p:cBhvr>
                                        <p:cTn id="9" dur="1000" fill="hold"/>
                                        <p:tgtEl>
                                          <p:spTgt spid="32"/>
                                        </p:tgtEl>
                                        <p:attrNameLst>
                                          <p:attrName>style.rotation</p:attrName>
                                        </p:attrNameLst>
                                      </p:cBhvr>
                                      <p:tavLst>
                                        <p:tav tm="0">
                                          <p:val>
                                            <p:fltVal val="90"/>
                                          </p:val>
                                        </p:tav>
                                        <p:tav tm="100000">
                                          <p:val>
                                            <p:fltVal val="0"/>
                                          </p:val>
                                        </p:tav>
                                      </p:tavLst>
                                    </p:anim>
                                    <p:animEffect transition="in" filter="fade">
                                      <p:cBhvr>
                                        <p:cTn id="10" dur="1000"/>
                                        <p:tgtEl>
                                          <p:spTgt spid="3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 calcmode="lin" valueType="num">
                                      <p:cBhvr>
                                        <p:cTn id="13" dur="1000" fill="hold"/>
                                        <p:tgtEl>
                                          <p:spTgt spid="34"/>
                                        </p:tgtEl>
                                        <p:attrNameLst>
                                          <p:attrName>ppt_w</p:attrName>
                                        </p:attrNameLst>
                                      </p:cBhvr>
                                      <p:tavLst>
                                        <p:tav tm="0">
                                          <p:val>
                                            <p:fltVal val="0"/>
                                          </p:val>
                                        </p:tav>
                                        <p:tav tm="100000">
                                          <p:val>
                                            <p:strVal val="#ppt_w"/>
                                          </p:val>
                                        </p:tav>
                                      </p:tavLst>
                                    </p:anim>
                                    <p:anim calcmode="lin" valueType="num">
                                      <p:cBhvr>
                                        <p:cTn id="14" dur="1000" fill="hold"/>
                                        <p:tgtEl>
                                          <p:spTgt spid="34"/>
                                        </p:tgtEl>
                                        <p:attrNameLst>
                                          <p:attrName>ppt_h</p:attrName>
                                        </p:attrNameLst>
                                      </p:cBhvr>
                                      <p:tavLst>
                                        <p:tav tm="0">
                                          <p:val>
                                            <p:fltVal val="0"/>
                                          </p:val>
                                        </p:tav>
                                        <p:tav tm="100000">
                                          <p:val>
                                            <p:strVal val="#ppt_h"/>
                                          </p:val>
                                        </p:tav>
                                      </p:tavLst>
                                    </p:anim>
                                    <p:anim calcmode="lin" valueType="num">
                                      <p:cBhvr>
                                        <p:cTn id="15" dur="1000" fill="hold"/>
                                        <p:tgtEl>
                                          <p:spTgt spid="34"/>
                                        </p:tgtEl>
                                        <p:attrNameLst>
                                          <p:attrName>style.rotation</p:attrName>
                                        </p:attrNameLst>
                                      </p:cBhvr>
                                      <p:tavLst>
                                        <p:tav tm="0">
                                          <p:val>
                                            <p:fltVal val="90"/>
                                          </p:val>
                                        </p:tav>
                                        <p:tav tm="100000">
                                          <p:val>
                                            <p:fltVal val="0"/>
                                          </p:val>
                                        </p:tav>
                                      </p:tavLst>
                                    </p:anim>
                                    <p:animEffect transition="in" filter="fade">
                                      <p:cBhvr>
                                        <p:cTn id="16" dur="1000"/>
                                        <p:tgtEl>
                                          <p:spTgt spid="34"/>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1000" fill="hold"/>
                                        <p:tgtEl>
                                          <p:spTgt spid="33"/>
                                        </p:tgtEl>
                                        <p:attrNameLst>
                                          <p:attrName>ppt_w</p:attrName>
                                        </p:attrNameLst>
                                      </p:cBhvr>
                                      <p:tavLst>
                                        <p:tav tm="0">
                                          <p:val>
                                            <p:fltVal val="0"/>
                                          </p:val>
                                        </p:tav>
                                        <p:tav tm="100000">
                                          <p:val>
                                            <p:strVal val="#ppt_w"/>
                                          </p:val>
                                        </p:tav>
                                      </p:tavLst>
                                    </p:anim>
                                    <p:anim calcmode="lin" valueType="num">
                                      <p:cBhvr>
                                        <p:cTn id="20" dur="1000" fill="hold"/>
                                        <p:tgtEl>
                                          <p:spTgt spid="33"/>
                                        </p:tgtEl>
                                        <p:attrNameLst>
                                          <p:attrName>ppt_h</p:attrName>
                                        </p:attrNameLst>
                                      </p:cBhvr>
                                      <p:tavLst>
                                        <p:tav tm="0">
                                          <p:val>
                                            <p:fltVal val="0"/>
                                          </p:val>
                                        </p:tav>
                                        <p:tav tm="100000">
                                          <p:val>
                                            <p:strVal val="#ppt_h"/>
                                          </p:val>
                                        </p:tav>
                                      </p:tavLst>
                                    </p:anim>
                                    <p:anim calcmode="lin" valueType="num">
                                      <p:cBhvr>
                                        <p:cTn id="21" dur="1000" fill="hold"/>
                                        <p:tgtEl>
                                          <p:spTgt spid="33"/>
                                        </p:tgtEl>
                                        <p:attrNameLst>
                                          <p:attrName>style.rotation</p:attrName>
                                        </p:attrNameLst>
                                      </p:cBhvr>
                                      <p:tavLst>
                                        <p:tav tm="0">
                                          <p:val>
                                            <p:fltVal val="90"/>
                                          </p:val>
                                        </p:tav>
                                        <p:tav tm="100000">
                                          <p:val>
                                            <p:fltVal val="0"/>
                                          </p:val>
                                        </p:tav>
                                      </p:tavLst>
                                    </p:anim>
                                    <p:animEffect transition="in" filter="fade">
                                      <p:cBhvr>
                                        <p:cTn id="22" dur="1000"/>
                                        <p:tgtEl>
                                          <p:spTgt spid="33"/>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p:cTn id="25" dur="1000" fill="hold"/>
                                        <p:tgtEl>
                                          <p:spTgt spid="35"/>
                                        </p:tgtEl>
                                        <p:attrNameLst>
                                          <p:attrName>ppt_w</p:attrName>
                                        </p:attrNameLst>
                                      </p:cBhvr>
                                      <p:tavLst>
                                        <p:tav tm="0">
                                          <p:val>
                                            <p:fltVal val="0"/>
                                          </p:val>
                                        </p:tav>
                                        <p:tav tm="100000">
                                          <p:val>
                                            <p:strVal val="#ppt_w"/>
                                          </p:val>
                                        </p:tav>
                                      </p:tavLst>
                                    </p:anim>
                                    <p:anim calcmode="lin" valueType="num">
                                      <p:cBhvr>
                                        <p:cTn id="26" dur="1000" fill="hold"/>
                                        <p:tgtEl>
                                          <p:spTgt spid="35"/>
                                        </p:tgtEl>
                                        <p:attrNameLst>
                                          <p:attrName>ppt_h</p:attrName>
                                        </p:attrNameLst>
                                      </p:cBhvr>
                                      <p:tavLst>
                                        <p:tav tm="0">
                                          <p:val>
                                            <p:fltVal val="0"/>
                                          </p:val>
                                        </p:tav>
                                        <p:tav tm="100000">
                                          <p:val>
                                            <p:strVal val="#ppt_h"/>
                                          </p:val>
                                        </p:tav>
                                      </p:tavLst>
                                    </p:anim>
                                    <p:anim calcmode="lin" valueType="num">
                                      <p:cBhvr>
                                        <p:cTn id="27" dur="1000" fill="hold"/>
                                        <p:tgtEl>
                                          <p:spTgt spid="35"/>
                                        </p:tgtEl>
                                        <p:attrNameLst>
                                          <p:attrName>style.rotation</p:attrName>
                                        </p:attrNameLst>
                                      </p:cBhvr>
                                      <p:tavLst>
                                        <p:tav tm="0">
                                          <p:val>
                                            <p:fltVal val="90"/>
                                          </p:val>
                                        </p:tav>
                                        <p:tav tm="100000">
                                          <p:val>
                                            <p:fltVal val="0"/>
                                          </p:val>
                                        </p:tav>
                                      </p:tavLst>
                                    </p:anim>
                                    <p:animEffect transition="in" filter="fade">
                                      <p:cBhvr>
                                        <p:cTn id="28" dur="1000"/>
                                        <p:tgtEl>
                                          <p:spTgt spid="35"/>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p:cTn id="31" dur="1000" fill="hold"/>
                                        <p:tgtEl>
                                          <p:spTgt spid="36"/>
                                        </p:tgtEl>
                                        <p:attrNameLst>
                                          <p:attrName>ppt_w</p:attrName>
                                        </p:attrNameLst>
                                      </p:cBhvr>
                                      <p:tavLst>
                                        <p:tav tm="0">
                                          <p:val>
                                            <p:fltVal val="0"/>
                                          </p:val>
                                        </p:tav>
                                        <p:tav tm="100000">
                                          <p:val>
                                            <p:strVal val="#ppt_w"/>
                                          </p:val>
                                        </p:tav>
                                      </p:tavLst>
                                    </p:anim>
                                    <p:anim calcmode="lin" valueType="num">
                                      <p:cBhvr>
                                        <p:cTn id="32" dur="1000" fill="hold"/>
                                        <p:tgtEl>
                                          <p:spTgt spid="36"/>
                                        </p:tgtEl>
                                        <p:attrNameLst>
                                          <p:attrName>ppt_h</p:attrName>
                                        </p:attrNameLst>
                                      </p:cBhvr>
                                      <p:tavLst>
                                        <p:tav tm="0">
                                          <p:val>
                                            <p:fltVal val="0"/>
                                          </p:val>
                                        </p:tav>
                                        <p:tav tm="100000">
                                          <p:val>
                                            <p:strVal val="#ppt_h"/>
                                          </p:val>
                                        </p:tav>
                                      </p:tavLst>
                                    </p:anim>
                                    <p:anim calcmode="lin" valueType="num">
                                      <p:cBhvr>
                                        <p:cTn id="33" dur="1000" fill="hold"/>
                                        <p:tgtEl>
                                          <p:spTgt spid="36"/>
                                        </p:tgtEl>
                                        <p:attrNameLst>
                                          <p:attrName>style.rotation</p:attrName>
                                        </p:attrNameLst>
                                      </p:cBhvr>
                                      <p:tavLst>
                                        <p:tav tm="0">
                                          <p:val>
                                            <p:fltVal val="90"/>
                                          </p:val>
                                        </p:tav>
                                        <p:tav tm="100000">
                                          <p:val>
                                            <p:fltVal val="0"/>
                                          </p:val>
                                        </p:tav>
                                      </p:tavLst>
                                    </p:anim>
                                    <p:animEffect transition="in" filter="fade">
                                      <p:cBhvr>
                                        <p:cTn id="34" dur="10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par>
                          <p:cTn id="39" fill="hold">
                            <p:stCondLst>
                              <p:cond delay="0"/>
                            </p:stCondLst>
                            <p:childTnLst>
                              <p:par>
                                <p:cTn id="40" presetID="42" presetClass="path" presetSubtype="0" accel="50000" decel="50000" fill="hold" nodeType="afterEffect">
                                  <p:stCondLst>
                                    <p:cond delay="0"/>
                                  </p:stCondLst>
                                  <p:childTnLst>
                                    <p:animMotion origin="layout" path="M -8.33333E-7 -1.11111E-6 L 0.00078 0.07755 " pathEditMode="relative" rAng="0" ptsTypes="AA">
                                      <p:cBhvr>
                                        <p:cTn id="41" dur="1000" fill="hold"/>
                                        <p:tgtEl>
                                          <p:spTgt spid="53"/>
                                        </p:tgtEl>
                                        <p:attrNameLst>
                                          <p:attrName>ppt_x</p:attrName>
                                          <p:attrName>ppt_y</p:attrName>
                                        </p:attrNameLst>
                                      </p:cBhvr>
                                      <p:rCtr x="39" y="3866"/>
                                    </p:animMotion>
                                  </p:childTnLst>
                                </p:cTn>
                              </p:par>
                            </p:childTnLst>
                          </p:cTn>
                        </p:par>
                        <p:par>
                          <p:cTn id="42" fill="hold">
                            <p:stCondLst>
                              <p:cond delay="1000"/>
                            </p:stCondLst>
                            <p:childTnLst>
                              <p:par>
                                <p:cTn id="43" presetID="22" presetClass="entr" presetSubtype="1" fill="hold" nodeType="after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up)">
                                      <p:cBhvr>
                                        <p:cTn id="45" dur="500"/>
                                        <p:tgtEl>
                                          <p:spTgt spid="5"/>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35"/>
                                        </p:tgtEl>
                                        <p:attrNameLst>
                                          <p:attrName>style.visibility</p:attrName>
                                        </p:attrNameLst>
                                      </p:cBhvr>
                                      <p:to>
                                        <p:strVal val="visible"/>
                                      </p:to>
                                    </p:set>
                                    <p:animEffect transition="in" filter="wipe(left)">
                                      <p:cBhvr>
                                        <p:cTn id="49" dur="500"/>
                                        <p:tgtEl>
                                          <p:spTgt spid="1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wipe(up)">
                                      <p:cBhvr>
                                        <p:cTn id="54" dur="500"/>
                                        <p:tgtEl>
                                          <p:spTgt spid="57"/>
                                        </p:tgtEl>
                                      </p:cBhvr>
                                    </p:animEffect>
                                  </p:childTnLst>
                                </p:cTn>
                              </p:par>
                              <p:par>
                                <p:cTn id="55" presetID="1" presetClass="emph" presetSubtype="2" fill="hold" nodeType="withEffect">
                                  <p:stCondLst>
                                    <p:cond delay="0"/>
                                  </p:stCondLst>
                                  <p:childTnLst>
                                    <p:animClr clrSpc="rgb" dir="cw">
                                      <p:cBhvr>
                                        <p:cTn id="56" dur="500" fill="hold"/>
                                        <p:tgtEl>
                                          <p:spTgt spid="32"/>
                                        </p:tgtEl>
                                        <p:attrNameLst>
                                          <p:attrName>fillcolor</p:attrName>
                                        </p:attrNameLst>
                                      </p:cBhvr>
                                      <p:to>
                                        <a:srgbClr val="FBE5D5"/>
                                      </p:to>
                                    </p:animClr>
                                    <p:set>
                                      <p:cBhvr>
                                        <p:cTn id="57" dur="500" fill="hold"/>
                                        <p:tgtEl>
                                          <p:spTgt spid="32"/>
                                        </p:tgtEl>
                                        <p:attrNameLst>
                                          <p:attrName>fill.type</p:attrName>
                                        </p:attrNameLst>
                                      </p:cBhvr>
                                      <p:to>
                                        <p:strVal val="solid"/>
                                      </p:to>
                                    </p:set>
                                    <p:set>
                                      <p:cBhvr>
                                        <p:cTn id="58" dur="500" fill="hold"/>
                                        <p:tgtEl>
                                          <p:spTgt spid="32"/>
                                        </p:tgtEl>
                                        <p:attrNameLst>
                                          <p:attrName>fill.on</p:attrName>
                                        </p:attrNameLst>
                                      </p:cBhvr>
                                      <p:to>
                                        <p:strVal val="true"/>
                                      </p:to>
                                    </p:set>
                                  </p:childTnLst>
                                </p:cTn>
                              </p:par>
                            </p:childTnLst>
                          </p:cTn>
                        </p:par>
                        <p:par>
                          <p:cTn id="59" fill="hold">
                            <p:stCondLst>
                              <p:cond delay="500"/>
                            </p:stCondLst>
                            <p:childTnLst>
                              <p:par>
                                <p:cTn id="60" presetID="22" presetClass="entr" presetSubtype="1" fill="hold" nodeType="afterEffect">
                                  <p:stCondLst>
                                    <p:cond delay="0"/>
                                  </p:stCondLst>
                                  <p:childTnLst>
                                    <p:set>
                                      <p:cBhvr>
                                        <p:cTn id="61" dur="1" fill="hold">
                                          <p:stCondLst>
                                            <p:cond delay="0"/>
                                          </p:stCondLst>
                                        </p:cTn>
                                        <p:tgtEl>
                                          <p:spTgt spid="164"/>
                                        </p:tgtEl>
                                        <p:attrNameLst>
                                          <p:attrName>style.visibility</p:attrName>
                                        </p:attrNameLst>
                                      </p:cBhvr>
                                      <p:to>
                                        <p:strVal val="visible"/>
                                      </p:to>
                                    </p:set>
                                    <p:animEffect transition="in" filter="wipe(up)">
                                      <p:cBhvr>
                                        <p:cTn id="62" dur="500"/>
                                        <p:tgtEl>
                                          <p:spTgt spid="16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31"/>
                                        </p:tgtEl>
                                        <p:attrNameLst>
                                          <p:attrName>style.visibility</p:attrName>
                                        </p:attrNameLst>
                                      </p:cBhvr>
                                      <p:to>
                                        <p:strVal val="visible"/>
                                      </p:to>
                                    </p:set>
                                    <p:animEffect transition="in" filter="wipe(left)">
                                      <p:cBhvr>
                                        <p:cTn id="67" dur="500"/>
                                        <p:tgtEl>
                                          <p:spTgt spid="131"/>
                                        </p:tgtEl>
                                      </p:cBhvr>
                                    </p:animEffect>
                                  </p:childTnLst>
                                </p:cTn>
                              </p:par>
                            </p:childTnLst>
                          </p:cTn>
                        </p:par>
                        <p:par>
                          <p:cTn id="68" fill="hold">
                            <p:stCondLst>
                              <p:cond delay="500"/>
                            </p:stCondLst>
                            <p:childTnLst>
                              <p:par>
                                <p:cTn id="69" presetID="22" presetClass="entr" presetSubtype="1" fill="hold" nodeType="after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wipe(up)">
                                      <p:cBhvr>
                                        <p:cTn id="71" dur="500"/>
                                        <p:tgtEl>
                                          <p:spTgt spid="60"/>
                                        </p:tgtEl>
                                      </p:cBhvr>
                                    </p:animEffect>
                                  </p:childTnLst>
                                </p:cTn>
                              </p:par>
                              <p:par>
                                <p:cTn id="72" presetID="1" presetClass="emph" presetSubtype="2" fill="hold" nodeType="withEffect">
                                  <p:stCondLst>
                                    <p:cond delay="0"/>
                                  </p:stCondLst>
                                  <p:childTnLst>
                                    <p:animClr clrSpc="rgb" dir="cw">
                                      <p:cBhvr>
                                        <p:cTn id="73" dur="500" fill="hold"/>
                                        <p:tgtEl>
                                          <p:spTgt spid="32"/>
                                        </p:tgtEl>
                                        <p:attrNameLst>
                                          <p:attrName>fillcolor</p:attrName>
                                        </p:attrNameLst>
                                      </p:cBhvr>
                                      <p:to>
                                        <a:srgbClr val="DEEBF6"/>
                                      </p:to>
                                    </p:animClr>
                                    <p:set>
                                      <p:cBhvr>
                                        <p:cTn id="74" dur="500" fill="hold"/>
                                        <p:tgtEl>
                                          <p:spTgt spid="32"/>
                                        </p:tgtEl>
                                        <p:attrNameLst>
                                          <p:attrName>fill.type</p:attrName>
                                        </p:attrNameLst>
                                      </p:cBhvr>
                                      <p:to>
                                        <p:strVal val="solid"/>
                                      </p:to>
                                    </p:set>
                                    <p:set>
                                      <p:cBhvr>
                                        <p:cTn id="75" dur="500" fill="hold"/>
                                        <p:tgtEl>
                                          <p:spTgt spid="32"/>
                                        </p:tgtEl>
                                        <p:attrNameLst>
                                          <p:attrName>fill.on</p:attrName>
                                        </p:attrNameLst>
                                      </p:cBhvr>
                                      <p:to>
                                        <p:strVal val="true"/>
                                      </p:to>
                                    </p:se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169"/>
                                        </p:tgtEl>
                                        <p:attrNameLst>
                                          <p:attrName>style.visibility</p:attrName>
                                        </p:attrNameLst>
                                      </p:cBhvr>
                                      <p:to>
                                        <p:strVal val="visible"/>
                                      </p:to>
                                    </p:set>
                                    <p:animEffect transition="in" filter="wipe(up)">
                                      <p:cBhvr>
                                        <p:cTn id="79" dur="500"/>
                                        <p:tgtEl>
                                          <p:spTgt spid="169"/>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wipe(up)">
                                      <p:cBhvr>
                                        <p:cTn id="84" dur="500"/>
                                        <p:tgtEl>
                                          <p:spTgt spid="47"/>
                                        </p:tgtEl>
                                      </p:cBhvr>
                                    </p:animEffect>
                                  </p:childTnLst>
                                </p:cTn>
                              </p:par>
                              <p:par>
                                <p:cTn id="85" presetID="1" presetClass="emph" presetSubtype="2" fill="hold" nodeType="withEffect">
                                  <p:stCondLst>
                                    <p:cond delay="0"/>
                                  </p:stCondLst>
                                  <p:childTnLst>
                                    <p:animClr clrSpc="rgb" dir="cw">
                                      <p:cBhvr>
                                        <p:cTn id="86" dur="500" fill="hold"/>
                                        <p:tgtEl>
                                          <p:spTgt spid="32"/>
                                        </p:tgtEl>
                                        <p:attrNameLst>
                                          <p:attrName>fillcolor</p:attrName>
                                        </p:attrNameLst>
                                      </p:cBhvr>
                                      <p:to>
                                        <a:srgbClr val="F4E9F7"/>
                                      </p:to>
                                    </p:animClr>
                                    <p:set>
                                      <p:cBhvr>
                                        <p:cTn id="87" dur="500" fill="hold"/>
                                        <p:tgtEl>
                                          <p:spTgt spid="32"/>
                                        </p:tgtEl>
                                        <p:attrNameLst>
                                          <p:attrName>fill.type</p:attrName>
                                        </p:attrNameLst>
                                      </p:cBhvr>
                                      <p:to>
                                        <p:strVal val="solid"/>
                                      </p:to>
                                    </p:set>
                                    <p:set>
                                      <p:cBhvr>
                                        <p:cTn id="88" dur="500" fill="hold"/>
                                        <p:tgtEl>
                                          <p:spTgt spid="32"/>
                                        </p:tgtEl>
                                        <p:attrNameLst>
                                          <p:attrName>fill.on</p:attrName>
                                        </p:attrNameLst>
                                      </p:cBhvr>
                                      <p:to>
                                        <p:strVal val="true"/>
                                      </p:to>
                                    </p:set>
                                  </p:childTnLst>
                                </p:cTn>
                              </p:par>
                            </p:childTnLst>
                          </p:cTn>
                        </p:par>
                        <p:par>
                          <p:cTn id="89" fill="hold">
                            <p:stCondLst>
                              <p:cond delay="500"/>
                            </p:stCondLst>
                            <p:childTnLst>
                              <p:par>
                                <p:cTn id="90" presetID="22" presetClass="entr" presetSubtype="1" fill="hold" nodeType="afterEffect">
                                  <p:stCondLst>
                                    <p:cond delay="0"/>
                                  </p:stCondLst>
                                  <p:childTnLst>
                                    <p:set>
                                      <p:cBhvr>
                                        <p:cTn id="91" dur="1" fill="hold">
                                          <p:stCondLst>
                                            <p:cond delay="0"/>
                                          </p:stCondLst>
                                        </p:cTn>
                                        <p:tgtEl>
                                          <p:spTgt spid="172"/>
                                        </p:tgtEl>
                                        <p:attrNameLst>
                                          <p:attrName>style.visibility</p:attrName>
                                        </p:attrNameLst>
                                      </p:cBhvr>
                                      <p:to>
                                        <p:strVal val="visible"/>
                                      </p:to>
                                    </p:set>
                                    <p:animEffect transition="in" filter="wipe(up)">
                                      <p:cBhvr>
                                        <p:cTn id="92" dur="500"/>
                                        <p:tgtEl>
                                          <p:spTgt spid="17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xit" presetSubtype="4" fill="hold" nodeType="clickEffect">
                                  <p:stCondLst>
                                    <p:cond delay="0"/>
                                  </p:stCondLst>
                                  <p:childTnLst>
                                    <p:animEffect transition="out" filter="wipe(down)">
                                      <p:cBhvr>
                                        <p:cTn id="96" dur="500"/>
                                        <p:tgtEl>
                                          <p:spTgt spid="172"/>
                                        </p:tgtEl>
                                      </p:cBhvr>
                                    </p:animEffect>
                                    <p:set>
                                      <p:cBhvr>
                                        <p:cTn id="97" dur="1" fill="hold">
                                          <p:stCondLst>
                                            <p:cond delay="499"/>
                                          </p:stCondLst>
                                        </p:cTn>
                                        <p:tgtEl>
                                          <p:spTgt spid="172"/>
                                        </p:tgtEl>
                                        <p:attrNameLst>
                                          <p:attrName>style.visibility</p:attrName>
                                        </p:attrNameLst>
                                      </p:cBhvr>
                                      <p:to>
                                        <p:strVal val="hidden"/>
                                      </p:to>
                                    </p:set>
                                  </p:childTnLst>
                                </p:cTn>
                              </p:par>
                              <p:par>
                                <p:cTn id="98" presetID="22" presetClass="entr" presetSubtype="8" fill="hold" grpId="0" nodeType="with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left)">
                                      <p:cBhvr>
                                        <p:cTn id="100" dur="500"/>
                                        <p:tgtEl>
                                          <p:spTgt spid="11"/>
                                        </p:tgtEl>
                                      </p:cBhvr>
                                    </p:animEffect>
                                  </p:childTnLst>
                                </p:cTn>
                              </p:par>
                            </p:childTnLst>
                          </p:cTn>
                        </p:par>
                        <p:par>
                          <p:cTn id="101" fill="hold">
                            <p:stCondLst>
                              <p:cond delay="500"/>
                            </p:stCondLst>
                            <p:childTnLst>
                              <p:par>
                                <p:cTn id="102" presetID="22" presetClass="entr" presetSubtype="4" fill="hold" nodeType="afterEffect">
                                  <p:stCondLst>
                                    <p:cond delay="0"/>
                                  </p:stCondLst>
                                  <p:childTnLst>
                                    <p:set>
                                      <p:cBhvr>
                                        <p:cTn id="103" dur="1" fill="hold">
                                          <p:stCondLst>
                                            <p:cond delay="0"/>
                                          </p:stCondLst>
                                        </p:cTn>
                                        <p:tgtEl>
                                          <p:spTgt spid="125"/>
                                        </p:tgtEl>
                                        <p:attrNameLst>
                                          <p:attrName>style.visibility</p:attrName>
                                        </p:attrNameLst>
                                      </p:cBhvr>
                                      <p:to>
                                        <p:strVal val="visible"/>
                                      </p:to>
                                    </p:set>
                                    <p:animEffect transition="in" filter="wipe(down)">
                                      <p:cBhvr>
                                        <p:cTn id="104" dur="500"/>
                                        <p:tgtEl>
                                          <p:spTgt spid="125"/>
                                        </p:tgtEl>
                                      </p:cBhvr>
                                    </p:animEffect>
                                  </p:childTnLst>
                                </p:cTn>
                              </p:par>
                            </p:childTnLst>
                          </p:cTn>
                        </p:par>
                        <p:par>
                          <p:cTn id="105" fill="hold">
                            <p:stCondLst>
                              <p:cond delay="1000"/>
                            </p:stCondLst>
                            <p:childTnLst>
                              <p:par>
                                <p:cTn id="106" presetID="22" presetClass="entr" presetSubtype="8" fill="hold" nodeType="afterEffect">
                                  <p:stCondLst>
                                    <p:cond delay="0"/>
                                  </p:stCondLst>
                                  <p:childTnLst>
                                    <p:set>
                                      <p:cBhvr>
                                        <p:cTn id="107" dur="1" fill="hold">
                                          <p:stCondLst>
                                            <p:cond delay="0"/>
                                          </p:stCondLst>
                                        </p:cTn>
                                        <p:tgtEl>
                                          <p:spTgt spid="72"/>
                                        </p:tgtEl>
                                        <p:attrNameLst>
                                          <p:attrName>style.visibility</p:attrName>
                                        </p:attrNameLst>
                                      </p:cBhvr>
                                      <p:to>
                                        <p:strVal val="visible"/>
                                      </p:to>
                                    </p:set>
                                    <p:animEffect transition="in" filter="wipe(left)">
                                      <p:cBhvr>
                                        <p:cTn id="108" dur="500"/>
                                        <p:tgtEl>
                                          <p:spTgt spid="72"/>
                                        </p:tgtEl>
                                      </p:cBhvr>
                                    </p:animEffect>
                                  </p:childTnLst>
                                </p:cTn>
                              </p:par>
                              <p:par>
                                <p:cTn id="109" presetID="1" presetClass="emph" presetSubtype="2" fill="hold" nodeType="withEffect">
                                  <p:stCondLst>
                                    <p:cond delay="0"/>
                                  </p:stCondLst>
                                  <p:childTnLst>
                                    <p:animClr clrSpc="rgb" dir="cw">
                                      <p:cBhvr>
                                        <p:cTn id="110" dur="500" fill="hold"/>
                                        <p:tgtEl>
                                          <p:spTgt spid="32"/>
                                        </p:tgtEl>
                                        <p:attrNameLst>
                                          <p:attrName>fillcolor</p:attrName>
                                        </p:attrNameLst>
                                      </p:cBhvr>
                                      <p:to>
                                        <a:srgbClr val="DEEBF6"/>
                                      </p:to>
                                    </p:animClr>
                                    <p:set>
                                      <p:cBhvr>
                                        <p:cTn id="111" dur="500" fill="hold"/>
                                        <p:tgtEl>
                                          <p:spTgt spid="32"/>
                                        </p:tgtEl>
                                        <p:attrNameLst>
                                          <p:attrName>fill.type</p:attrName>
                                        </p:attrNameLst>
                                      </p:cBhvr>
                                      <p:to>
                                        <p:strVal val="solid"/>
                                      </p:to>
                                    </p:set>
                                    <p:set>
                                      <p:cBhvr>
                                        <p:cTn id="112" dur="500" fill="hold"/>
                                        <p:tgtEl>
                                          <p:spTgt spid="32"/>
                                        </p:tgtEl>
                                        <p:attrNameLst>
                                          <p:attrName>fill.on</p:attrName>
                                        </p:attrNameLst>
                                      </p:cBhvr>
                                      <p:to>
                                        <p:strVal val="true"/>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3"/>
                                        </p:tgtEl>
                                        <p:attrNameLst>
                                          <p:attrName>style.visibility</p:attrName>
                                        </p:attrNameLst>
                                      </p:cBhvr>
                                      <p:to>
                                        <p:strVal val="visible"/>
                                      </p:to>
                                    </p:set>
                                    <p:animEffect transition="in" filter="wipe(left)">
                                      <p:cBhvr>
                                        <p:cTn id="117" dur="500"/>
                                        <p:tgtEl>
                                          <p:spTgt spid="13"/>
                                        </p:tgtEl>
                                      </p:cBhvr>
                                    </p:animEffect>
                                  </p:childTnLst>
                                </p:cTn>
                              </p:par>
                              <p:par>
                                <p:cTn id="118" presetID="1" presetClass="emph" presetSubtype="2" fill="hold" nodeType="withEffect">
                                  <p:stCondLst>
                                    <p:cond delay="0"/>
                                  </p:stCondLst>
                                  <p:childTnLst>
                                    <p:animClr clrSpc="rgb" dir="cw">
                                      <p:cBhvr>
                                        <p:cTn id="119" dur="500" fill="hold"/>
                                        <p:tgtEl>
                                          <p:spTgt spid="32"/>
                                        </p:tgtEl>
                                        <p:attrNameLst>
                                          <p:attrName>fillcolor</p:attrName>
                                        </p:attrNameLst>
                                      </p:cBhvr>
                                      <p:to>
                                        <a:srgbClr val="F4E9F7"/>
                                      </p:to>
                                    </p:animClr>
                                    <p:set>
                                      <p:cBhvr>
                                        <p:cTn id="120" dur="500" fill="hold"/>
                                        <p:tgtEl>
                                          <p:spTgt spid="32"/>
                                        </p:tgtEl>
                                        <p:attrNameLst>
                                          <p:attrName>fill.type</p:attrName>
                                        </p:attrNameLst>
                                      </p:cBhvr>
                                      <p:to>
                                        <p:strVal val="solid"/>
                                      </p:to>
                                    </p:set>
                                    <p:set>
                                      <p:cBhvr>
                                        <p:cTn id="121" dur="500" fill="hold"/>
                                        <p:tgtEl>
                                          <p:spTgt spid="32"/>
                                        </p:tgtEl>
                                        <p:attrNameLst>
                                          <p:attrName>fill.on</p:attrName>
                                        </p:attrNameLst>
                                      </p:cBhvr>
                                      <p:to>
                                        <p:strVal val="true"/>
                                      </p:to>
                                    </p:set>
                                  </p:childTnLst>
                                </p:cTn>
                              </p:par>
                            </p:childTnLst>
                          </p:cTn>
                        </p:par>
                        <p:par>
                          <p:cTn id="122" fill="hold">
                            <p:stCondLst>
                              <p:cond delay="500"/>
                            </p:stCondLst>
                            <p:childTnLst>
                              <p:par>
                                <p:cTn id="123" presetID="22" presetClass="entr" presetSubtype="1" fill="hold" nodeType="afterEffect">
                                  <p:stCondLst>
                                    <p:cond delay="0"/>
                                  </p:stCondLst>
                                  <p:childTnLst>
                                    <p:set>
                                      <p:cBhvr>
                                        <p:cTn id="124" dur="1" fill="hold">
                                          <p:stCondLst>
                                            <p:cond delay="0"/>
                                          </p:stCondLst>
                                        </p:cTn>
                                        <p:tgtEl>
                                          <p:spTgt spid="175"/>
                                        </p:tgtEl>
                                        <p:attrNameLst>
                                          <p:attrName>style.visibility</p:attrName>
                                        </p:attrNameLst>
                                      </p:cBhvr>
                                      <p:to>
                                        <p:strVal val="visible"/>
                                      </p:to>
                                    </p:set>
                                    <p:animEffect transition="in" filter="wipe(up)">
                                      <p:cBhvr>
                                        <p:cTn id="125" dur="500"/>
                                        <p:tgtEl>
                                          <p:spTgt spid="175"/>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xit" presetSubtype="4" fill="hold" nodeType="clickEffect">
                                  <p:stCondLst>
                                    <p:cond delay="0"/>
                                  </p:stCondLst>
                                  <p:childTnLst>
                                    <p:animEffect transition="out" filter="wipe(down)">
                                      <p:cBhvr>
                                        <p:cTn id="129" dur="500"/>
                                        <p:tgtEl>
                                          <p:spTgt spid="175"/>
                                        </p:tgtEl>
                                      </p:cBhvr>
                                    </p:animEffect>
                                    <p:set>
                                      <p:cBhvr>
                                        <p:cTn id="130" dur="1" fill="hold">
                                          <p:stCondLst>
                                            <p:cond delay="499"/>
                                          </p:stCondLst>
                                        </p:cTn>
                                        <p:tgtEl>
                                          <p:spTgt spid="175"/>
                                        </p:tgtEl>
                                        <p:attrNameLst>
                                          <p:attrName>style.visibility</p:attrName>
                                        </p:attrNameLst>
                                      </p:cBhvr>
                                      <p:to>
                                        <p:strVal val="hidden"/>
                                      </p:to>
                                    </p:set>
                                  </p:childTnLst>
                                </p:cTn>
                              </p:par>
                              <p:par>
                                <p:cTn id="131" presetID="22" presetClass="entr" presetSubtype="8" fill="hold" grpId="0" nodeType="withEffect">
                                  <p:stCondLst>
                                    <p:cond delay="0"/>
                                  </p:stCondLst>
                                  <p:childTnLst>
                                    <p:set>
                                      <p:cBhvr>
                                        <p:cTn id="132" dur="1" fill="hold">
                                          <p:stCondLst>
                                            <p:cond delay="0"/>
                                          </p:stCondLst>
                                        </p:cTn>
                                        <p:tgtEl>
                                          <p:spTgt spid="101"/>
                                        </p:tgtEl>
                                        <p:attrNameLst>
                                          <p:attrName>style.visibility</p:attrName>
                                        </p:attrNameLst>
                                      </p:cBhvr>
                                      <p:to>
                                        <p:strVal val="visible"/>
                                      </p:to>
                                    </p:set>
                                    <p:animEffect transition="in" filter="wipe(left)">
                                      <p:cBhvr>
                                        <p:cTn id="133" dur="500"/>
                                        <p:tgtEl>
                                          <p:spTgt spid="101"/>
                                        </p:tgtEl>
                                      </p:cBhvr>
                                    </p:animEffect>
                                  </p:childTnLst>
                                </p:cTn>
                              </p:par>
                            </p:childTnLst>
                          </p:cTn>
                        </p:par>
                        <p:par>
                          <p:cTn id="134" fill="hold">
                            <p:stCondLst>
                              <p:cond delay="500"/>
                            </p:stCondLst>
                            <p:childTnLst>
                              <p:par>
                                <p:cTn id="135" presetID="22" presetClass="entr" presetSubtype="4" fill="hold" nodeType="afterEffect">
                                  <p:stCondLst>
                                    <p:cond delay="0"/>
                                  </p:stCondLst>
                                  <p:childTnLst>
                                    <p:set>
                                      <p:cBhvr>
                                        <p:cTn id="136" dur="1" fill="hold">
                                          <p:stCondLst>
                                            <p:cond delay="0"/>
                                          </p:stCondLst>
                                        </p:cTn>
                                        <p:tgtEl>
                                          <p:spTgt spid="102"/>
                                        </p:tgtEl>
                                        <p:attrNameLst>
                                          <p:attrName>style.visibility</p:attrName>
                                        </p:attrNameLst>
                                      </p:cBhvr>
                                      <p:to>
                                        <p:strVal val="visible"/>
                                      </p:to>
                                    </p:set>
                                    <p:animEffect transition="in" filter="wipe(down)">
                                      <p:cBhvr>
                                        <p:cTn id="137" dur="500"/>
                                        <p:tgtEl>
                                          <p:spTgt spid="102"/>
                                        </p:tgtEl>
                                      </p:cBhvr>
                                    </p:animEffect>
                                  </p:childTnLst>
                                </p:cTn>
                              </p:par>
                            </p:childTnLst>
                          </p:cTn>
                        </p:par>
                        <p:par>
                          <p:cTn id="138" fill="hold">
                            <p:stCondLst>
                              <p:cond delay="1000"/>
                            </p:stCondLst>
                            <p:childTnLst>
                              <p:par>
                                <p:cTn id="139" presetID="22" presetClass="entr" presetSubtype="8" fill="hold" nodeType="afterEffect">
                                  <p:stCondLst>
                                    <p:cond delay="0"/>
                                  </p:stCondLst>
                                  <p:childTnLst>
                                    <p:set>
                                      <p:cBhvr>
                                        <p:cTn id="140" dur="1" fill="hold">
                                          <p:stCondLst>
                                            <p:cond delay="0"/>
                                          </p:stCondLst>
                                        </p:cTn>
                                        <p:tgtEl>
                                          <p:spTgt spid="95"/>
                                        </p:tgtEl>
                                        <p:attrNameLst>
                                          <p:attrName>style.visibility</p:attrName>
                                        </p:attrNameLst>
                                      </p:cBhvr>
                                      <p:to>
                                        <p:strVal val="visible"/>
                                      </p:to>
                                    </p:set>
                                    <p:animEffect transition="in" filter="wipe(left)">
                                      <p:cBhvr>
                                        <p:cTn id="141" dur="500"/>
                                        <p:tgtEl>
                                          <p:spTgt spid="95"/>
                                        </p:tgtEl>
                                      </p:cBhvr>
                                    </p:animEffect>
                                  </p:childTnLst>
                                </p:cTn>
                              </p:par>
                            </p:childTnLst>
                          </p:cTn>
                        </p:par>
                      </p:childTnLst>
                    </p:cTn>
                  </p:par>
                  <p:par>
                    <p:cTn id="142" fill="hold">
                      <p:stCondLst>
                        <p:cond delay="indefinite"/>
                      </p:stCondLst>
                      <p:childTnLst>
                        <p:par>
                          <p:cTn id="143" fill="hold">
                            <p:stCondLst>
                              <p:cond delay="0"/>
                            </p:stCondLst>
                            <p:childTnLst>
                              <p:par>
                                <p:cTn id="144" presetID="12" presetClass="entr" presetSubtype="8" fill="hold" grpId="1" nodeType="clickEffect">
                                  <p:stCondLst>
                                    <p:cond delay="0"/>
                                  </p:stCondLst>
                                  <p:childTnLst>
                                    <p:set>
                                      <p:cBhvr>
                                        <p:cTn id="145" dur="1" fill="hold">
                                          <p:stCondLst>
                                            <p:cond delay="0"/>
                                          </p:stCondLst>
                                        </p:cTn>
                                        <p:tgtEl>
                                          <p:spTgt spid="37"/>
                                        </p:tgtEl>
                                        <p:attrNameLst>
                                          <p:attrName>style.visibility</p:attrName>
                                        </p:attrNameLst>
                                      </p:cBhvr>
                                      <p:to>
                                        <p:strVal val="visible"/>
                                      </p:to>
                                    </p:set>
                                    <p:anim calcmode="lin" valueType="num">
                                      <p:cBhvr additive="base">
                                        <p:cTn id="146" dur="500"/>
                                        <p:tgtEl>
                                          <p:spTgt spid="37"/>
                                        </p:tgtEl>
                                        <p:attrNameLst>
                                          <p:attrName>ppt_x</p:attrName>
                                        </p:attrNameLst>
                                      </p:cBhvr>
                                      <p:tavLst>
                                        <p:tav tm="0">
                                          <p:val>
                                            <p:strVal val="#ppt_x-#ppt_w*1.125000"/>
                                          </p:val>
                                        </p:tav>
                                        <p:tav tm="100000">
                                          <p:val>
                                            <p:strVal val="#ppt_x"/>
                                          </p:val>
                                        </p:tav>
                                      </p:tavLst>
                                    </p:anim>
                                    <p:animEffect transition="in" filter="wipe(right)">
                                      <p:cBhvr>
                                        <p:cTn id="147" dur="500"/>
                                        <p:tgtEl>
                                          <p:spTgt spid="37"/>
                                        </p:tgtEl>
                                      </p:cBhvr>
                                    </p:animEffect>
                                  </p:childTnLst>
                                </p:cTn>
                              </p:par>
                              <p:par>
                                <p:cTn id="148" presetID="1" presetClass="emph" presetSubtype="2" fill="hold" nodeType="withEffect">
                                  <p:stCondLst>
                                    <p:cond delay="0"/>
                                  </p:stCondLst>
                                  <p:childTnLst>
                                    <p:animClr clrSpc="rgb" dir="cw">
                                      <p:cBhvr>
                                        <p:cTn id="149" dur="500" fill="hold"/>
                                        <p:tgtEl>
                                          <p:spTgt spid="32"/>
                                        </p:tgtEl>
                                        <p:attrNameLst>
                                          <p:attrName>fillcolor</p:attrName>
                                        </p:attrNameLst>
                                      </p:cBhvr>
                                      <p:to>
                                        <a:srgbClr val="DEEBF6"/>
                                      </p:to>
                                    </p:animClr>
                                    <p:set>
                                      <p:cBhvr>
                                        <p:cTn id="150" dur="500" fill="hold"/>
                                        <p:tgtEl>
                                          <p:spTgt spid="32"/>
                                        </p:tgtEl>
                                        <p:attrNameLst>
                                          <p:attrName>fill.type</p:attrName>
                                        </p:attrNameLst>
                                      </p:cBhvr>
                                      <p:to>
                                        <p:strVal val="solid"/>
                                      </p:to>
                                    </p:set>
                                    <p:set>
                                      <p:cBhvr>
                                        <p:cTn id="151" dur="500" fill="hold"/>
                                        <p:tgtEl>
                                          <p:spTgt spid="32"/>
                                        </p:tgtEl>
                                        <p:attrNameLst>
                                          <p:attrName>fill.on</p:attrName>
                                        </p:attrNameLst>
                                      </p:cBhvr>
                                      <p:to>
                                        <p:strVal val="true"/>
                                      </p:to>
                                    </p:set>
                                  </p:childTnLst>
                                </p:cTn>
                              </p:par>
                            </p:childTnLst>
                          </p:cTn>
                        </p:par>
                      </p:childTnLst>
                    </p:cTn>
                  </p:par>
                  <p:par>
                    <p:cTn id="152" fill="hold">
                      <p:stCondLst>
                        <p:cond delay="indefinite"/>
                      </p:stCondLst>
                      <p:childTnLst>
                        <p:par>
                          <p:cTn id="153" fill="hold">
                            <p:stCondLst>
                              <p:cond delay="0"/>
                            </p:stCondLst>
                            <p:childTnLst>
                              <p:par>
                                <p:cTn id="154" presetID="22" presetClass="exit" presetSubtype="4" fill="hold" nodeType="clickEffect">
                                  <p:stCondLst>
                                    <p:cond delay="0"/>
                                  </p:stCondLst>
                                  <p:childTnLst>
                                    <p:animEffect transition="out" filter="wipe(down)">
                                      <p:cBhvr>
                                        <p:cTn id="155" dur="500"/>
                                        <p:tgtEl>
                                          <p:spTgt spid="169"/>
                                        </p:tgtEl>
                                      </p:cBhvr>
                                    </p:animEffect>
                                    <p:set>
                                      <p:cBhvr>
                                        <p:cTn id="156" dur="1" fill="hold">
                                          <p:stCondLst>
                                            <p:cond delay="499"/>
                                          </p:stCondLst>
                                        </p:cTn>
                                        <p:tgtEl>
                                          <p:spTgt spid="169"/>
                                        </p:tgtEl>
                                        <p:attrNameLst>
                                          <p:attrName>style.visibility</p:attrName>
                                        </p:attrNameLst>
                                      </p:cBhvr>
                                      <p:to>
                                        <p:strVal val="hidden"/>
                                      </p:to>
                                    </p:set>
                                  </p:childTnLst>
                                </p:cTn>
                              </p:par>
                            </p:childTnLst>
                          </p:cTn>
                        </p:par>
                        <p:par>
                          <p:cTn id="157" fill="hold">
                            <p:stCondLst>
                              <p:cond delay="500"/>
                            </p:stCondLst>
                            <p:childTnLst>
                              <p:par>
                                <p:cTn id="158" presetID="22" presetClass="entr" presetSubtype="4" fill="hold" nodeType="afterEffect">
                                  <p:stCondLst>
                                    <p:cond delay="0"/>
                                  </p:stCondLst>
                                  <p:childTnLst>
                                    <p:set>
                                      <p:cBhvr>
                                        <p:cTn id="159" dur="1" fill="hold">
                                          <p:stCondLst>
                                            <p:cond delay="0"/>
                                          </p:stCondLst>
                                        </p:cTn>
                                        <p:tgtEl>
                                          <p:spTgt spid="122"/>
                                        </p:tgtEl>
                                        <p:attrNameLst>
                                          <p:attrName>style.visibility</p:attrName>
                                        </p:attrNameLst>
                                      </p:cBhvr>
                                      <p:to>
                                        <p:strVal val="visible"/>
                                      </p:to>
                                    </p:set>
                                    <p:animEffect transition="in" filter="wipe(down)">
                                      <p:cBhvr>
                                        <p:cTn id="160" dur="500"/>
                                        <p:tgtEl>
                                          <p:spTgt spid="122"/>
                                        </p:tgtEl>
                                      </p:cBhvr>
                                    </p:animEffect>
                                  </p:childTnLst>
                                </p:cTn>
                              </p:par>
                            </p:childTnLst>
                          </p:cTn>
                        </p:par>
                        <p:par>
                          <p:cTn id="161" fill="hold">
                            <p:stCondLst>
                              <p:cond delay="1000"/>
                            </p:stCondLst>
                            <p:childTnLst>
                              <p:par>
                                <p:cTn id="162" presetID="22" presetClass="entr" presetSubtype="8" fill="hold" nodeType="afterEffect">
                                  <p:stCondLst>
                                    <p:cond delay="0"/>
                                  </p:stCondLst>
                                  <p:childTnLst>
                                    <p:set>
                                      <p:cBhvr>
                                        <p:cTn id="163" dur="1" fill="hold">
                                          <p:stCondLst>
                                            <p:cond delay="0"/>
                                          </p:stCondLst>
                                        </p:cTn>
                                        <p:tgtEl>
                                          <p:spTgt spid="123"/>
                                        </p:tgtEl>
                                        <p:attrNameLst>
                                          <p:attrName>style.visibility</p:attrName>
                                        </p:attrNameLst>
                                      </p:cBhvr>
                                      <p:to>
                                        <p:strVal val="visible"/>
                                      </p:to>
                                    </p:set>
                                    <p:animEffect transition="in" filter="wipe(left)">
                                      <p:cBhvr>
                                        <p:cTn id="164" dur="500"/>
                                        <p:tgtEl>
                                          <p:spTgt spid="123"/>
                                        </p:tgtEl>
                                      </p:cBhvr>
                                    </p:animEffect>
                                  </p:childTnLst>
                                </p:cTn>
                              </p:par>
                              <p:par>
                                <p:cTn id="165" presetID="1" presetClass="emph" presetSubtype="2" fill="hold" nodeType="withEffect">
                                  <p:stCondLst>
                                    <p:cond delay="0"/>
                                  </p:stCondLst>
                                  <p:childTnLst>
                                    <p:animClr clrSpc="rgb" dir="cw">
                                      <p:cBhvr>
                                        <p:cTn id="166" dur="500" fill="hold"/>
                                        <p:tgtEl>
                                          <p:spTgt spid="32"/>
                                        </p:tgtEl>
                                        <p:attrNameLst>
                                          <p:attrName>fillcolor</p:attrName>
                                        </p:attrNameLst>
                                      </p:cBhvr>
                                      <p:to>
                                        <a:srgbClr val="FBE5D5"/>
                                      </p:to>
                                    </p:animClr>
                                    <p:set>
                                      <p:cBhvr>
                                        <p:cTn id="167" dur="500" fill="hold"/>
                                        <p:tgtEl>
                                          <p:spTgt spid="32"/>
                                        </p:tgtEl>
                                        <p:attrNameLst>
                                          <p:attrName>fill.type</p:attrName>
                                        </p:attrNameLst>
                                      </p:cBhvr>
                                      <p:to>
                                        <p:strVal val="solid"/>
                                      </p:to>
                                    </p:set>
                                    <p:set>
                                      <p:cBhvr>
                                        <p:cTn id="168" dur="500" fill="hold"/>
                                        <p:tgtEl>
                                          <p:spTgt spid="32"/>
                                        </p:tgtEl>
                                        <p:attrNameLst>
                                          <p:attrName>fill.on</p:attrName>
                                        </p:attrNameLst>
                                      </p:cBhvr>
                                      <p:to>
                                        <p:strVal val="true"/>
                                      </p:to>
                                    </p:set>
                                  </p:childTnLst>
                                </p:cTn>
                              </p:par>
                            </p:childTnLst>
                          </p:cTn>
                        </p:par>
                      </p:childTnLst>
                    </p:cTn>
                  </p:par>
                  <p:par>
                    <p:cTn id="169" fill="hold">
                      <p:stCondLst>
                        <p:cond delay="indefinite"/>
                      </p:stCondLst>
                      <p:childTnLst>
                        <p:par>
                          <p:cTn id="170" fill="hold">
                            <p:stCondLst>
                              <p:cond delay="0"/>
                            </p:stCondLst>
                            <p:childTnLst>
                              <p:par>
                                <p:cTn id="171" presetID="22" presetClass="entr" presetSubtype="1" fill="hold" nodeType="clickEffect">
                                  <p:stCondLst>
                                    <p:cond delay="0"/>
                                  </p:stCondLst>
                                  <p:childTnLst>
                                    <p:set>
                                      <p:cBhvr>
                                        <p:cTn id="172" dur="1" fill="hold">
                                          <p:stCondLst>
                                            <p:cond delay="0"/>
                                          </p:stCondLst>
                                        </p:cTn>
                                        <p:tgtEl>
                                          <p:spTgt spid="124"/>
                                        </p:tgtEl>
                                        <p:attrNameLst>
                                          <p:attrName>style.visibility</p:attrName>
                                        </p:attrNameLst>
                                      </p:cBhvr>
                                      <p:to>
                                        <p:strVal val="visible"/>
                                      </p:to>
                                    </p:set>
                                    <p:animEffect transition="in" filter="wipe(up)">
                                      <p:cBhvr>
                                        <p:cTn id="173" dur="500"/>
                                        <p:tgtEl>
                                          <p:spTgt spid="124"/>
                                        </p:tgtEl>
                                      </p:cBhvr>
                                    </p:animEffect>
                                  </p:childTnLst>
                                </p:cTn>
                              </p:par>
                            </p:childTnLst>
                          </p:cTn>
                        </p:par>
                        <p:par>
                          <p:cTn id="174" fill="hold">
                            <p:stCondLst>
                              <p:cond delay="500"/>
                            </p:stCondLst>
                            <p:childTnLst>
                              <p:par>
                                <p:cTn id="175" presetID="22" presetClass="entr" presetSubtype="1" fill="hold" nodeType="afterEffect">
                                  <p:stCondLst>
                                    <p:cond delay="0"/>
                                  </p:stCondLst>
                                  <p:childTnLst>
                                    <p:set>
                                      <p:cBhvr>
                                        <p:cTn id="176" dur="1" fill="hold">
                                          <p:stCondLst>
                                            <p:cond delay="0"/>
                                          </p:stCondLst>
                                        </p:cTn>
                                        <p:tgtEl>
                                          <p:spTgt spid="178"/>
                                        </p:tgtEl>
                                        <p:attrNameLst>
                                          <p:attrName>style.visibility</p:attrName>
                                        </p:attrNameLst>
                                      </p:cBhvr>
                                      <p:to>
                                        <p:strVal val="visible"/>
                                      </p:to>
                                    </p:set>
                                    <p:animEffect transition="in" filter="wipe(up)">
                                      <p:cBhvr>
                                        <p:cTn id="177" dur="500"/>
                                        <p:tgtEl>
                                          <p:spTgt spid="178"/>
                                        </p:tgtEl>
                                      </p:cBhvr>
                                    </p:animEffect>
                                  </p:childTnLst>
                                </p:cTn>
                              </p:par>
                              <p:par>
                                <p:cTn id="178" presetID="1" presetClass="emph" presetSubtype="2" fill="hold" nodeType="withEffect">
                                  <p:stCondLst>
                                    <p:cond delay="0"/>
                                  </p:stCondLst>
                                  <p:childTnLst>
                                    <p:animClr clrSpc="rgb" dir="cw">
                                      <p:cBhvr>
                                        <p:cTn id="179" dur="500" fill="hold"/>
                                        <p:tgtEl>
                                          <p:spTgt spid="32"/>
                                        </p:tgtEl>
                                        <p:attrNameLst>
                                          <p:attrName>fillcolor</p:attrName>
                                        </p:attrNameLst>
                                      </p:cBhvr>
                                      <p:to>
                                        <a:srgbClr val="DEEBF6"/>
                                      </p:to>
                                    </p:animClr>
                                    <p:set>
                                      <p:cBhvr>
                                        <p:cTn id="180" dur="500" fill="hold"/>
                                        <p:tgtEl>
                                          <p:spTgt spid="32"/>
                                        </p:tgtEl>
                                        <p:attrNameLst>
                                          <p:attrName>fill.type</p:attrName>
                                        </p:attrNameLst>
                                      </p:cBhvr>
                                      <p:to>
                                        <p:strVal val="solid"/>
                                      </p:to>
                                    </p:set>
                                    <p:set>
                                      <p:cBhvr>
                                        <p:cTn id="181" dur="500" fill="hold"/>
                                        <p:tgtEl>
                                          <p:spTgt spid="32"/>
                                        </p:tgtEl>
                                        <p:attrNameLst>
                                          <p:attrName>fill.on</p:attrName>
                                        </p:attrNameLst>
                                      </p:cBhvr>
                                      <p:to>
                                        <p:strVal val="true"/>
                                      </p:to>
                                    </p:set>
                                  </p:childTnLst>
                                </p:cTn>
                              </p:par>
                            </p:childTnLst>
                          </p:cTn>
                        </p:par>
                      </p:childTnLst>
                    </p:cTn>
                  </p:par>
                  <p:par>
                    <p:cTn id="182" fill="hold">
                      <p:stCondLst>
                        <p:cond delay="indefinite"/>
                      </p:stCondLst>
                      <p:childTnLst>
                        <p:par>
                          <p:cTn id="183" fill="hold">
                            <p:stCondLst>
                              <p:cond delay="0"/>
                            </p:stCondLst>
                            <p:childTnLst>
                              <p:par>
                                <p:cTn id="184" presetID="22" presetClass="entr" presetSubtype="1" fill="hold" nodeType="clickEffect">
                                  <p:stCondLst>
                                    <p:cond delay="0"/>
                                  </p:stCondLst>
                                  <p:childTnLst>
                                    <p:set>
                                      <p:cBhvr>
                                        <p:cTn id="185" dur="1" fill="hold">
                                          <p:stCondLst>
                                            <p:cond delay="0"/>
                                          </p:stCondLst>
                                        </p:cTn>
                                        <p:tgtEl>
                                          <p:spTgt spid="105"/>
                                        </p:tgtEl>
                                        <p:attrNameLst>
                                          <p:attrName>style.visibility</p:attrName>
                                        </p:attrNameLst>
                                      </p:cBhvr>
                                      <p:to>
                                        <p:strVal val="visible"/>
                                      </p:to>
                                    </p:set>
                                    <p:animEffect transition="in" filter="wipe(up)">
                                      <p:cBhvr>
                                        <p:cTn id="186" dur="500"/>
                                        <p:tgtEl>
                                          <p:spTgt spid="105"/>
                                        </p:tgtEl>
                                      </p:cBhvr>
                                    </p:animEffect>
                                  </p:childTnLst>
                                </p:cTn>
                              </p:par>
                            </p:childTnLst>
                          </p:cTn>
                        </p:par>
                        <p:par>
                          <p:cTn id="187" fill="hold">
                            <p:stCondLst>
                              <p:cond delay="500"/>
                            </p:stCondLst>
                            <p:childTnLst>
                              <p:par>
                                <p:cTn id="188" presetID="22" presetClass="entr" presetSubtype="1" fill="hold" nodeType="afterEffect">
                                  <p:stCondLst>
                                    <p:cond delay="0"/>
                                  </p:stCondLst>
                                  <p:childTnLst>
                                    <p:set>
                                      <p:cBhvr>
                                        <p:cTn id="189" dur="1" fill="hold">
                                          <p:stCondLst>
                                            <p:cond delay="0"/>
                                          </p:stCondLst>
                                        </p:cTn>
                                        <p:tgtEl>
                                          <p:spTgt spid="181"/>
                                        </p:tgtEl>
                                        <p:attrNameLst>
                                          <p:attrName>style.visibility</p:attrName>
                                        </p:attrNameLst>
                                      </p:cBhvr>
                                      <p:to>
                                        <p:strVal val="visible"/>
                                      </p:to>
                                    </p:set>
                                    <p:animEffect transition="in" filter="wipe(up)">
                                      <p:cBhvr>
                                        <p:cTn id="190" dur="500"/>
                                        <p:tgtEl>
                                          <p:spTgt spid="181"/>
                                        </p:tgtEl>
                                      </p:cBhvr>
                                    </p:animEffect>
                                  </p:childTnLst>
                                </p:cTn>
                              </p:par>
                              <p:par>
                                <p:cTn id="191" presetID="1" presetClass="emph" presetSubtype="2" fill="hold" nodeType="withEffect">
                                  <p:stCondLst>
                                    <p:cond delay="0"/>
                                  </p:stCondLst>
                                  <p:childTnLst>
                                    <p:animClr clrSpc="rgb" dir="cw">
                                      <p:cBhvr>
                                        <p:cTn id="192" dur="500" fill="hold"/>
                                        <p:tgtEl>
                                          <p:spTgt spid="32"/>
                                        </p:tgtEl>
                                        <p:attrNameLst>
                                          <p:attrName>fillcolor</p:attrName>
                                        </p:attrNameLst>
                                      </p:cBhvr>
                                      <p:to>
                                        <a:srgbClr val="F4E9F7"/>
                                      </p:to>
                                    </p:animClr>
                                    <p:set>
                                      <p:cBhvr>
                                        <p:cTn id="193" dur="500" fill="hold"/>
                                        <p:tgtEl>
                                          <p:spTgt spid="32"/>
                                        </p:tgtEl>
                                        <p:attrNameLst>
                                          <p:attrName>fill.type</p:attrName>
                                        </p:attrNameLst>
                                      </p:cBhvr>
                                      <p:to>
                                        <p:strVal val="solid"/>
                                      </p:to>
                                    </p:set>
                                    <p:set>
                                      <p:cBhvr>
                                        <p:cTn id="194" dur="500" fill="hold"/>
                                        <p:tgtEl>
                                          <p:spTgt spid="32"/>
                                        </p:tgtEl>
                                        <p:attrNameLst>
                                          <p:attrName>fill.on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22" presetClass="exit" presetSubtype="4" fill="hold" nodeType="clickEffect">
                                  <p:stCondLst>
                                    <p:cond delay="0"/>
                                  </p:stCondLst>
                                  <p:childTnLst>
                                    <p:animEffect transition="out" filter="wipe(down)">
                                      <p:cBhvr>
                                        <p:cTn id="198" dur="500"/>
                                        <p:tgtEl>
                                          <p:spTgt spid="181"/>
                                        </p:tgtEl>
                                      </p:cBhvr>
                                    </p:animEffect>
                                    <p:set>
                                      <p:cBhvr>
                                        <p:cTn id="199" dur="1" fill="hold">
                                          <p:stCondLst>
                                            <p:cond delay="499"/>
                                          </p:stCondLst>
                                        </p:cTn>
                                        <p:tgtEl>
                                          <p:spTgt spid="181"/>
                                        </p:tgtEl>
                                        <p:attrNameLst>
                                          <p:attrName>style.visibility</p:attrName>
                                        </p:attrNameLst>
                                      </p:cBhvr>
                                      <p:to>
                                        <p:strVal val="hidden"/>
                                      </p:to>
                                    </p:set>
                                  </p:childTnLst>
                                </p:cTn>
                              </p:par>
                              <p:par>
                                <p:cTn id="200" presetID="22" presetClass="entr" presetSubtype="8" fill="hold" grpId="0" nodeType="withEffect">
                                  <p:stCondLst>
                                    <p:cond delay="0"/>
                                  </p:stCondLst>
                                  <p:childTnLst>
                                    <p:set>
                                      <p:cBhvr>
                                        <p:cTn id="201" dur="1" fill="hold">
                                          <p:stCondLst>
                                            <p:cond delay="0"/>
                                          </p:stCondLst>
                                        </p:cTn>
                                        <p:tgtEl>
                                          <p:spTgt spid="110"/>
                                        </p:tgtEl>
                                        <p:attrNameLst>
                                          <p:attrName>style.visibility</p:attrName>
                                        </p:attrNameLst>
                                      </p:cBhvr>
                                      <p:to>
                                        <p:strVal val="visible"/>
                                      </p:to>
                                    </p:set>
                                    <p:animEffect transition="in" filter="wipe(left)">
                                      <p:cBhvr>
                                        <p:cTn id="202" dur="500"/>
                                        <p:tgtEl>
                                          <p:spTgt spid="110"/>
                                        </p:tgtEl>
                                      </p:cBhvr>
                                    </p:animEffect>
                                  </p:childTnLst>
                                </p:cTn>
                              </p:par>
                            </p:childTnLst>
                          </p:cTn>
                        </p:par>
                        <p:par>
                          <p:cTn id="203" fill="hold">
                            <p:stCondLst>
                              <p:cond delay="500"/>
                            </p:stCondLst>
                            <p:childTnLst>
                              <p:par>
                                <p:cTn id="204" presetID="22" presetClass="entr" presetSubtype="4" fill="hold" nodeType="afterEffect">
                                  <p:stCondLst>
                                    <p:cond delay="0"/>
                                  </p:stCondLst>
                                  <p:childTnLst>
                                    <p:set>
                                      <p:cBhvr>
                                        <p:cTn id="205" dur="1" fill="hold">
                                          <p:stCondLst>
                                            <p:cond delay="0"/>
                                          </p:stCondLst>
                                        </p:cTn>
                                        <p:tgtEl>
                                          <p:spTgt spid="108"/>
                                        </p:tgtEl>
                                        <p:attrNameLst>
                                          <p:attrName>style.visibility</p:attrName>
                                        </p:attrNameLst>
                                      </p:cBhvr>
                                      <p:to>
                                        <p:strVal val="visible"/>
                                      </p:to>
                                    </p:set>
                                    <p:animEffect transition="in" filter="wipe(down)">
                                      <p:cBhvr>
                                        <p:cTn id="206" dur="500"/>
                                        <p:tgtEl>
                                          <p:spTgt spid="108"/>
                                        </p:tgtEl>
                                      </p:cBhvr>
                                    </p:animEffect>
                                  </p:childTnLst>
                                </p:cTn>
                              </p:par>
                            </p:childTnLst>
                          </p:cTn>
                        </p:par>
                        <p:par>
                          <p:cTn id="207" fill="hold">
                            <p:stCondLst>
                              <p:cond delay="1000"/>
                            </p:stCondLst>
                            <p:childTnLst>
                              <p:par>
                                <p:cTn id="208" presetID="22" presetClass="entr" presetSubtype="8" fill="hold" nodeType="afterEffect">
                                  <p:stCondLst>
                                    <p:cond delay="0"/>
                                  </p:stCondLst>
                                  <p:childTnLst>
                                    <p:set>
                                      <p:cBhvr>
                                        <p:cTn id="209" dur="1" fill="hold">
                                          <p:stCondLst>
                                            <p:cond delay="0"/>
                                          </p:stCondLst>
                                        </p:cTn>
                                        <p:tgtEl>
                                          <p:spTgt spid="109"/>
                                        </p:tgtEl>
                                        <p:attrNameLst>
                                          <p:attrName>style.visibility</p:attrName>
                                        </p:attrNameLst>
                                      </p:cBhvr>
                                      <p:to>
                                        <p:strVal val="visible"/>
                                      </p:to>
                                    </p:set>
                                    <p:animEffect transition="in" filter="wipe(left)">
                                      <p:cBhvr>
                                        <p:cTn id="210" dur="500"/>
                                        <p:tgtEl>
                                          <p:spTgt spid="109"/>
                                        </p:tgtEl>
                                      </p:cBhvr>
                                    </p:animEffect>
                                  </p:childTnLst>
                                </p:cTn>
                              </p:par>
                              <p:par>
                                <p:cTn id="211" presetID="1" presetClass="emph" presetSubtype="2" fill="hold" nodeType="withEffect">
                                  <p:stCondLst>
                                    <p:cond delay="0"/>
                                  </p:stCondLst>
                                  <p:childTnLst>
                                    <p:animClr clrSpc="rgb" dir="cw">
                                      <p:cBhvr>
                                        <p:cTn id="212" dur="500" fill="hold"/>
                                        <p:tgtEl>
                                          <p:spTgt spid="32"/>
                                        </p:tgtEl>
                                        <p:attrNameLst>
                                          <p:attrName>fillcolor</p:attrName>
                                        </p:attrNameLst>
                                      </p:cBhvr>
                                      <p:to>
                                        <a:srgbClr val="DEEBF6"/>
                                      </p:to>
                                    </p:animClr>
                                    <p:set>
                                      <p:cBhvr>
                                        <p:cTn id="213" dur="500" fill="hold"/>
                                        <p:tgtEl>
                                          <p:spTgt spid="32"/>
                                        </p:tgtEl>
                                        <p:attrNameLst>
                                          <p:attrName>fill.type</p:attrName>
                                        </p:attrNameLst>
                                      </p:cBhvr>
                                      <p:to>
                                        <p:strVal val="solid"/>
                                      </p:to>
                                    </p:set>
                                    <p:set>
                                      <p:cBhvr>
                                        <p:cTn id="214" dur="500" fill="hold"/>
                                        <p:tgtEl>
                                          <p:spTgt spid="32"/>
                                        </p:tgtEl>
                                        <p:attrNameLst>
                                          <p:attrName>fill.on</p:attrName>
                                        </p:attrNameLst>
                                      </p:cBhvr>
                                      <p:to>
                                        <p:strVal val="true"/>
                                      </p:to>
                                    </p:set>
                                  </p:childTnLst>
                                </p:cTn>
                              </p:par>
                            </p:childTnLst>
                          </p:cTn>
                        </p:par>
                      </p:childTnLst>
                    </p:cTn>
                  </p:par>
                  <p:par>
                    <p:cTn id="215" fill="hold">
                      <p:stCondLst>
                        <p:cond delay="indefinite"/>
                      </p:stCondLst>
                      <p:childTnLst>
                        <p:par>
                          <p:cTn id="216" fill="hold">
                            <p:stCondLst>
                              <p:cond delay="0"/>
                            </p:stCondLst>
                            <p:childTnLst>
                              <p:par>
                                <p:cTn id="217" presetID="22" presetClass="entr" presetSubtype="8" fill="hold" nodeType="clickEffect">
                                  <p:stCondLst>
                                    <p:cond delay="0"/>
                                  </p:stCondLst>
                                  <p:childTnLst>
                                    <p:set>
                                      <p:cBhvr>
                                        <p:cTn id="218" dur="1" fill="hold">
                                          <p:stCondLst>
                                            <p:cond delay="0"/>
                                          </p:stCondLst>
                                        </p:cTn>
                                        <p:tgtEl>
                                          <p:spTgt spid="106"/>
                                        </p:tgtEl>
                                        <p:attrNameLst>
                                          <p:attrName>style.visibility</p:attrName>
                                        </p:attrNameLst>
                                      </p:cBhvr>
                                      <p:to>
                                        <p:strVal val="visible"/>
                                      </p:to>
                                    </p:set>
                                    <p:animEffect transition="in" filter="wipe(left)">
                                      <p:cBhvr>
                                        <p:cTn id="219" dur="500"/>
                                        <p:tgtEl>
                                          <p:spTgt spid="106"/>
                                        </p:tgtEl>
                                      </p:cBhvr>
                                    </p:animEffect>
                                  </p:childTnLst>
                                </p:cTn>
                              </p:par>
                            </p:childTnLst>
                          </p:cTn>
                        </p:par>
                        <p:par>
                          <p:cTn id="220" fill="hold">
                            <p:stCondLst>
                              <p:cond delay="500"/>
                            </p:stCondLst>
                            <p:childTnLst>
                              <p:par>
                                <p:cTn id="221" presetID="22" presetClass="entr" presetSubtype="1" fill="hold" nodeType="afterEffect">
                                  <p:stCondLst>
                                    <p:cond delay="0"/>
                                  </p:stCondLst>
                                  <p:childTnLst>
                                    <p:set>
                                      <p:cBhvr>
                                        <p:cTn id="222" dur="1" fill="hold">
                                          <p:stCondLst>
                                            <p:cond delay="0"/>
                                          </p:stCondLst>
                                        </p:cTn>
                                        <p:tgtEl>
                                          <p:spTgt spid="184"/>
                                        </p:tgtEl>
                                        <p:attrNameLst>
                                          <p:attrName>style.visibility</p:attrName>
                                        </p:attrNameLst>
                                      </p:cBhvr>
                                      <p:to>
                                        <p:strVal val="visible"/>
                                      </p:to>
                                    </p:set>
                                    <p:animEffect transition="in" filter="wipe(up)">
                                      <p:cBhvr>
                                        <p:cTn id="223" dur="500"/>
                                        <p:tgtEl>
                                          <p:spTgt spid="184"/>
                                        </p:tgtEl>
                                      </p:cBhvr>
                                    </p:animEffect>
                                  </p:childTnLst>
                                </p:cTn>
                              </p:par>
                              <p:par>
                                <p:cTn id="224" presetID="1" presetClass="emph" presetSubtype="2" fill="hold" nodeType="withEffect">
                                  <p:stCondLst>
                                    <p:cond delay="0"/>
                                  </p:stCondLst>
                                  <p:childTnLst>
                                    <p:animClr clrSpc="rgb" dir="cw">
                                      <p:cBhvr>
                                        <p:cTn id="225" dur="500" fill="hold"/>
                                        <p:tgtEl>
                                          <p:spTgt spid="32"/>
                                        </p:tgtEl>
                                        <p:attrNameLst>
                                          <p:attrName>fillcolor</p:attrName>
                                        </p:attrNameLst>
                                      </p:cBhvr>
                                      <p:to>
                                        <a:srgbClr val="F4E9F7"/>
                                      </p:to>
                                    </p:animClr>
                                    <p:set>
                                      <p:cBhvr>
                                        <p:cTn id="226" dur="500" fill="hold"/>
                                        <p:tgtEl>
                                          <p:spTgt spid="32"/>
                                        </p:tgtEl>
                                        <p:attrNameLst>
                                          <p:attrName>fill.type</p:attrName>
                                        </p:attrNameLst>
                                      </p:cBhvr>
                                      <p:to>
                                        <p:strVal val="solid"/>
                                      </p:to>
                                    </p:set>
                                    <p:set>
                                      <p:cBhvr>
                                        <p:cTn id="227" dur="500" fill="hold"/>
                                        <p:tgtEl>
                                          <p:spTgt spid="32"/>
                                        </p:tgtEl>
                                        <p:attrNameLst>
                                          <p:attrName>fill.on</p:attrName>
                                        </p:attrNameLst>
                                      </p:cBhvr>
                                      <p:to>
                                        <p:strVal val="true"/>
                                      </p:to>
                                    </p:set>
                                  </p:childTnLst>
                                </p:cTn>
                              </p:par>
                            </p:childTnLst>
                          </p:cTn>
                        </p:par>
                      </p:childTnLst>
                    </p:cTn>
                  </p:par>
                  <p:par>
                    <p:cTn id="228" fill="hold">
                      <p:stCondLst>
                        <p:cond delay="indefinite"/>
                      </p:stCondLst>
                      <p:childTnLst>
                        <p:par>
                          <p:cTn id="229" fill="hold">
                            <p:stCondLst>
                              <p:cond delay="0"/>
                            </p:stCondLst>
                            <p:childTnLst>
                              <p:par>
                                <p:cTn id="230" presetID="22" presetClass="exit" presetSubtype="4" fill="hold" nodeType="clickEffect">
                                  <p:stCondLst>
                                    <p:cond delay="0"/>
                                  </p:stCondLst>
                                  <p:childTnLst>
                                    <p:animEffect transition="out" filter="wipe(down)">
                                      <p:cBhvr>
                                        <p:cTn id="231" dur="500"/>
                                        <p:tgtEl>
                                          <p:spTgt spid="184"/>
                                        </p:tgtEl>
                                      </p:cBhvr>
                                    </p:animEffect>
                                    <p:set>
                                      <p:cBhvr>
                                        <p:cTn id="232" dur="1" fill="hold">
                                          <p:stCondLst>
                                            <p:cond delay="499"/>
                                          </p:stCondLst>
                                        </p:cTn>
                                        <p:tgtEl>
                                          <p:spTgt spid="184"/>
                                        </p:tgtEl>
                                        <p:attrNameLst>
                                          <p:attrName>style.visibility</p:attrName>
                                        </p:attrNameLst>
                                      </p:cBhvr>
                                      <p:to>
                                        <p:strVal val="hidden"/>
                                      </p:to>
                                    </p:set>
                                  </p:childTnLst>
                                </p:cTn>
                              </p:par>
                              <p:par>
                                <p:cTn id="233" presetID="22" presetClass="entr" presetSubtype="8" fill="hold" grpId="0" nodeType="withEffect">
                                  <p:stCondLst>
                                    <p:cond delay="0"/>
                                  </p:stCondLst>
                                  <p:childTnLst>
                                    <p:set>
                                      <p:cBhvr>
                                        <p:cTn id="234" dur="1" fill="hold">
                                          <p:stCondLst>
                                            <p:cond delay="0"/>
                                          </p:stCondLst>
                                        </p:cTn>
                                        <p:tgtEl>
                                          <p:spTgt spid="111"/>
                                        </p:tgtEl>
                                        <p:attrNameLst>
                                          <p:attrName>style.visibility</p:attrName>
                                        </p:attrNameLst>
                                      </p:cBhvr>
                                      <p:to>
                                        <p:strVal val="visible"/>
                                      </p:to>
                                    </p:set>
                                    <p:animEffect transition="in" filter="wipe(left)">
                                      <p:cBhvr>
                                        <p:cTn id="235" dur="500"/>
                                        <p:tgtEl>
                                          <p:spTgt spid="111"/>
                                        </p:tgtEl>
                                      </p:cBhvr>
                                    </p:animEffect>
                                  </p:childTnLst>
                                </p:cTn>
                              </p:par>
                            </p:childTnLst>
                          </p:cTn>
                        </p:par>
                        <p:par>
                          <p:cTn id="236" fill="hold">
                            <p:stCondLst>
                              <p:cond delay="500"/>
                            </p:stCondLst>
                            <p:childTnLst>
                              <p:par>
                                <p:cTn id="237" presetID="22" presetClass="entr" presetSubtype="4" fill="hold" nodeType="afterEffect">
                                  <p:stCondLst>
                                    <p:cond delay="0"/>
                                  </p:stCondLst>
                                  <p:childTnLst>
                                    <p:set>
                                      <p:cBhvr>
                                        <p:cTn id="238" dur="1" fill="hold">
                                          <p:stCondLst>
                                            <p:cond delay="0"/>
                                          </p:stCondLst>
                                        </p:cTn>
                                        <p:tgtEl>
                                          <p:spTgt spid="112"/>
                                        </p:tgtEl>
                                        <p:attrNameLst>
                                          <p:attrName>style.visibility</p:attrName>
                                        </p:attrNameLst>
                                      </p:cBhvr>
                                      <p:to>
                                        <p:strVal val="visible"/>
                                      </p:to>
                                    </p:set>
                                    <p:animEffect transition="in" filter="wipe(down)">
                                      <p:cBhvr>
                                        <p:cTn id="239" dur="500"/>
                                        <p:tgtEl>
                                          <p:spTgt spid="112"/>
                                        </p:tgtEl>
                                      </p:cBhvr>
                                    </p:animEffect>
                                  </p:childTnLst>
                                </p:cTn>
                              </p:par>
                            </p:childTnLst>
                          </p:cTn>
                        </p:par>
                        <p:par>
                          <p:cTn id="240" fill="hold">
                            <p:stCondLst>
                              <p:cond delay="1000"/>
                            </p:stCondLst>
                            <p:childTnLst>
                              <p:par>
                                <p:cTn id="241" presetID="22" presetClass="entr" presetSubtype="8" fill="hold" nodeType="afterEffect">
                                  <p:stCondLst>
                                    <p:cond delay="0"/>
                                  </p:stCondLst>
                                  <p:childTnLst>
                                    <p:set>
                                      <p:cBhvr>
                                        <p:cTn id="242" dur="1" fill="hold">
                                          <p:stCondLst>
                                            <p:cond delay="0"/>
                                          </p:stCondLst>
                                        </p:cTn>
                                        <p:tgtEl>
                                          <p:spTgt spid="107"/>
                                        </p:tgtEl>
                                        <p:attrNameLst>
                                          <p:attrName>style.visibility</p:attrName>
                                        </p:attrNameLst>
                                      </p:cBhvr>
                                      <p:to>
                                        <p:strVal val="visible"/>
                                      </p:to>
                                    </p:set>
                                    <p:animEffect transition="in" filter="wipe(left)">
                                      <p:cBhvr>
                                        <p:cTn id="243" dur="500"/>
                                        <p:tgtEl>
                                          <p:spTgt spid="107"/>
                                        </p:tgtEl>
                                      </p:cBhvr>
                                    </p:animEffect>
                                  </p:childTnLst>
                                </p:cTn>
                              </p:par>
                              <p:par>
                                <p:cTn id="244" presetID="12" presetClass="entr" presetSubtype="8" fill="hold" grpId="1" nodeType="withEffect">
                                  <p:stCondLst>
                                    <p:cond delay="0"/>
                                  </p:stCondLst>
                                  <p:childTnLst>
                                    <p:set>
                                      <p:cBhvr>
                                        <p:cTn id="245" dur="1" fill="hold">
                                          <p:stCondLst>
                                            <p:cond delay="0"/>
                                          </p:stCondLst>
                                        </p:cTn>
                                        <p:tgtEl>
                                          <p:spTgt spid="38"/>
                                        </p:tgtEl>
                                        <p:attrNameLst>
                                          <p:attrName>style.visibility</p:attrName>
                                        </p:attrNameLst>
                                      </p:cBhvr>
                                      <p:to>
                                        <p:strVal val="visible"/>
                                      </p:to>
                                    </p:set>
                                    <p:anim calcmode="lin" valueType="num">
                                      <p:cBhvr additive="base">
                                        <p:cTn id="246" dur="500"/>
                                        <p:tgtEl>
                                          <p:spTgt spid="38"/>
                                        </p:tgtEl>
                                        <p:attrNameLst>
                                          <p:attrName>ppt_x</p:attrName>
                                        </p:attrNameLst>
                                      </p:cBhvr>
                                      <p:tavLst>
                                        <p:tav tm="0">
                                          <p:val>
                                            <p:strVal val="#ppt_x-#ppt_w*1.125000"/>
                                          </p:val>
                                        </p:tav>
                                        <p:tav tm="100000">
                                          <p:val>
                                            <p:strVal val="#ppt_x"/>
                                          </p:val>
                                        </p:tav>
                                      </p:tavLst>
                                    </p:anim>
                                    <p:animEffect transition="in" filter="wipe(right)">
                                      <p:cBhvr>
                                        <p:cTn id="247" dur="500"/>
                                        <p:tgtEl>
                                          <p:spTgt spid="38"/>
                                        </p:tgtEl>
                                      </p:cBhvr>
                                    </p:animEffect>
                                  </p:childTnLst>
                                </p:cTn>
                              </p:par>
                              <p:par>
                                <p:cTn id="248" presetID="1" presetClass="emph" presetSubtype="2" fill="hold" nodeType="withEffect">
                                  <p:stCondLst>
                                    <p:cond delay="0"/>
                                  </p:stCondLst>
                                  <p:childTnLst>
                                    <p:animClr clrSpc="rgb" dir="cw">
                                      <p:cBhvr>
                                        <p:cTn id="249" dur="500" fill="hold"/>
                                        <p:tgtEl>
                                          <p:spTgt spid="32"/>
                                        </p:tgtEl>
                                        <p:attrNameLst>
                                          <p:attrName>fillcolor</p:attrName>
                                        </p:attrNameLst>
                                      </p:cBhvr>
                                      <p:to>
                                        <a:srgbClr val="DEEBF6"/>
                                      </p:to>
                                    </p:animClr>
                                    <p:set>
                                      <p:cBhvr>
                                        <p:cTn id="250" dur="500" fill="hold"/>
                                        <p:tgtEl>
                                          <p:spTgt spid="32"/>
                                        </p:tgtEl>
                                        <p:attrNameLst>
                                          <p:attrName>fill.type</p:attrName>
                                        </p:attrNameLst>
                                      </p:cBhvr>
                                      <p:to>
                                        <p:strVal val="solid"/>
                                      </p:to>
                                    </p:set>
                                    <p:set>
                                      <p:cBhvr>
                                        <p:cTn id="251" dur="500" fill="hold"/>
                                        <p:tgtEl>
                                          <p:spTgt spid="32"/>
                                        </p:tgtEl>
                                        <p:attrNameLst>
                                          <p:attrName>fill.on</p:attrName>
                                        </p:attrNameLst>
                                      </p:cBhvr>
                                      <p:to>
                                        <p:strVal val="true"/>
                                      </p:to>
                                    </p:set>
                                  </p:childTnLst>
                                </p:cTn>
                              </p:par>
                            </p:childTnLst>
                          </p:cTn>
                        </p:par>
                      </p:childTnLst>
                    </p:cTn>
                  </p:par>
                  <p:par>
                    <p:cTn id="252" fill="hold">
                      <p:stCondLst>
                        <p:cond delay="indefinite"/>
                      </p:stCondLst>
                      <p:childTnLst>
                        <p:par>
                          <p:cTn id="253" fill="hold">
                            <p:stCondLst>
                              <p:cond delay="0"/>
                            </p:stCondLst>
                            <p:childTnLst>
                              <p:par>
                                <p:cTn id="254" presetID="22" presetClass="exit" presetSubtype="4" fill="hold" nodeType="clickEffect">
                                  <p:stCondLst>
                                    <p:cond delay="0"/>
                                  </p:stCondLst>
                                  <p:childTnLst>
                                    <p:animEffect transition="out" filter="wipe(down)">
                                      <p:cBhvr>
                                        <p:cTn id="255" dur="500"/>
                                        <p:tgtEl>
                                          <p:spTgt spid="178"/>
                                        </p:tgtEl>
                                      </p:cBhvr>
                                    </p:animEffect>
                                    <p:set>
                                      <p:cBhvr>
                                        <p:cTn id="256" dur="1" fill="hold">
                                          <p:stCondLst>
                                            <p:cond delay="499"/>
                                          </p:stCondLst>
                                        </p:cTn>
                                        <p:tgtEl>
                                          <p:spTgt spid="178"/>
                                        </p:tgtEl>
                                        <p:attrNameLst>
                                          <p:attrName>style.visibility</p:attrName>
                                        </p:attrNameLst>
                                      </p:cBhvr>
                                      <p:to>
                                        <p:strVal val="hidden"/>
                                      </p:to>
                                    </p:set>
                                  </p:childTnLst>
                                </p:cTn>
                              </p:par>
                            </p:childTnLst>
                          </p:cTn>
                        </p:par>
                        <p:par>
                          <p:cTn id="257" fill="hold">
                            <p:stCondLst>
                              <p:cond delay="500"/>
                            </p:stCondLst>
                            <p:childTnLst>
                              <p:par>
                                <p:cTn id="258" presetID="22" presetClass="entr" presetSubtype="4" fill="hold" nodeType="afterEffect">
                                  <p:stCondLst>
                                    <p:cond delay="0"/>
                                  </p:stCondLst>
                                  <p:childTnLst>
                                    <p:set>
                                      <p:cBhvr>
                                        <p:cTn id="259" dur="1" fill="hold">
                                          <p:stCondLst>
                                            <p:cond delay="0"/>
                                          </p:stCondLst>
                                        </p:cTn>
                                        <p:tgtEl>
                                          <p:spTgt spid="144"/>
                                        </p:tgtEl>
                                        <p:attrNameLst>
                                          <p:attrName>style.visibility</p:attrName>
                                        </p:attrNameLst>
                                      </p:cBhvr>
                                      <p:to>
                                        <p:strVal val="visible"/>
                                      </p:to>
                                    </p:set>
                                    <p:animEffect transition="in" filter="wipe(down)">
                                      <p:cBhvr>
                                        <p:cTn id="260" dur="500"/>
                                        <p:tgtEl>
                                          <p:spTgt spid="144"/>
                                        </p:tgtEl>
                                      </p:cBhvr>
                                    </p:animEffect>
                                  </p:childTnLst>
                                </p:cTn>
                              </p:par>
                            </p:childTnLst>
                          </p:cTn>
                        </p:par>
                        <p:par>
                          <p:cTn id="261" fill="hold">
                            <p:stCondLst>
                              <p:cond delay="1000"/>
                            </p:stCondLst>
                            <p:childTnLst>
                              <p:par>
                                <p:cTn id="262" presetID="22" presetClass="entr" presetSubtype="8" fill="hold" nodeType="afterEffect">
                                  <p:stCondLst>
                                    <p:cond delay="0"/>
                                  </p:stCondLst>
                                  <p:childTnLst>
                                    <p:set>
                                      <p:cBhvr>
                                        <p:cTn id="263" dur="1" fill="hold">
                                          <p:stCondLst>
                                            <p:cond delay="0"/>
                                          </p:stCondLst>
                                        </p:cTn>
                                        <p:tgtEl>
                                          <p:spTgt spid="103"/>
                                        </p:tgtEl>
                                        <p:attrNameLst>
                                          <p:attrName>style.visibility</p:attrName>
                                        </p:attrNameLst>
                                      </p:cBhvr>
                                      <p:to>
                                        <p:strVal val="visible"/>
                                      </p:to>
                                    </p:set>
                                    <p:animEffect transition="in" filter="wipe(left)">
                                      <p:cBhvr>
                                        <p:cTn id="264" dur="500"/>
                                        <p:tgtEl>
                                          <p:spTgt spid="103"/>
                                        </p:tgtEl>
                                      </p:cBhvr>
                                    </p:animEffect>
                                  </p:childTnLst>
                                </p:cTn>
                              </p:par>
                              <p:par>
                                <p:cTn id="265" presetID="12" presetClass="entr" presetSubtype="8" fill="hold" grpId="1" nodeType="withEffect">
                                  <p:stCondLst>
                                    <p:cond delay="0"/>
                                  </p:stCondLst>
                                  <p:childTnLst>
                                    <p:set>
                                      <p:cBhvr>
                                        <p:cTn id="266" dur="1" fill="hold">
                                          <p:stCondLst>
                                            <p:cond delay="0"/>
                                          </p:stCondLst>
                                        </p:cTn>
                                        <p:tgtEl>
                                          <p:spTgt spid="39"/>
                                        </p:tgtEl>
                                        <p:attrNameLst>
                                          <p:attrName>style.visibility</p:attrName>
                                        </p:attrNameLst>
                                      </p:cBhvr>
                                      <p:to>
                                        <p:strVal val="visible"/>
                                      </p:to>
                                    </p:set>
                                    <p:anim calcmode="lin" valueType="num">
                                      <p:cBhvr additive="base">
                                        <p:cTn id="267" dur="500"/>
                                        <p:tgtEl>
                                          <p:spTgt spid="39"/>
                                        </p:tgtEl>
                                        <p:attrNameLst>
                                          <p:attrName>ppt_x</p:attrName>
                                        </p:attrNameLst>
                                      </p:cBhvr>
                                      <p:tavLst>
                                        <p:tav tm="0">
                                          <p:val>
                                            <p:strVal val="#ppt_x-#ppt_w*1.125000"/>
                                          </p:val>
                                        </p:tav>
                                        <p:tav tm="100000">
                                          <p:val>
                                            <p:strVal val="#ppt_x"/>
                                          </p:val>
                                        </p:tav>
                                      </p:tavLst>
                                    </p:anim>
                                    <p:animEffect transition="in" filter="wipe(right)">
                                      <p:cBhvr>
                                        <p:cTn id="268" dur="500"/>
                                        <p:tgtEl>
                                          <p:spTgt spid="39"/>
                                        </p:tgtEl>
                                      </p:cBhvr>
                                    </p:animEffect>
                                  </p:childTnLst>
                                </p:cTn>
                              </p:par>
                              <p:par>
                                <p:cTn id="269" presetID="1" presetClass="emph" presetSubtype="2" fill="hold" nodeType="withEffect">
                                  <p:stCondLst>
                                    <p:cond delay="0"/>
                                  </p:stCondLst>
                                  <p:childTnLst>
                                    <p:animClr clrSpc="rgb" dir="cw">
                                      <p:cBhvr>
                                        <p:cTn id="270" dur="500" fill="hold"/>
                                        <p:tgtEl>
                                          <p:spTgt spid="32"/>
                                        </p:tgtEl>
                                        <p:attrNameLst>
                                          <p:attrName>fillcolor</p:attrName>
                                        </p:attrNameLst>
                                      </p:cBhvr>
                                      <p:to>
                                        <a:srgbClr val="FBE5D5"/>
                                      </p:to>
                                    </p:animClr>
                                    <p:set>
                                      <p:cBhvr>
                                        <p:cTn id="271" dur="500" fill="hold"/>
                                        <p:tgtEl>
                                          <p:spTgt spid="32"/>
                                        </p:tgtEl>
                                        <p:attrNameLst>
                                          <p:attrName>fill.type</p:attrName>
                                        </p:attrNameLst>
                                      </p:cBhvr>
                                      <p:to>
                                        <p:strVal val="solid"/>
                                      </p:to>
                                    </p:set>
                                    <p:set>
                                      <p:cBhvr>
                                        <p:cTn id="272" dur="500" fill="hold"/>
                                        <p:tgtEl>
                                          <p:spTgt spid="32"/>
                                        </p:tgtEl>
                                        <p:attrNameLst>
                                          <p:attrName>fill.on</p:attrName>
                                        </p:attrNameLst>
                                      </p:cBhvr>
                                      <p:to>
                                        <p:strVal val="true"/>
                                      </p:to>
                                    </p:set>
                                  </p:childTnLst>
                                </p:cTn>
                              </p:par>
                            </p:childTnLst>
                          </p:cTn>
                        </p:par>
                      </p:childTnLst>
                    </p:cTn>
                  </p:par>
                  <p:par>
                    <p:cTn id="273" fill="hold">
                      <p:stCondLst>
                        <p:cond delay="indefinite"/>
                      </p:stCondLst>
                      <p:childTnLst>
                        <p:par>
                          <p:cTn id="274" fill="hold">
                            <p:stCondLst>
                              <p:cond delay="0"/>
                            </p:stCondLst>
                            <p:childTnLst>
                              <p:par>
                                <p:cTn id="275" presetID="22" presetClass="exit" presetSubtype="4" fill="hold" nodeType="clickEffect">
                                  <p:stCondLst>
                                    <p:cond delay="0"/>
                                  </p:stCondLst>
                                  <p:childTnLst>
                                    <p:animEffect transition="out" filter="wipe(down)">
                                      <p:cBhvr>
                                        <p:cTn id="276" dur="500"/>
                                        <p:tgtEl>
                                          <p:spTgt spid="164"/>
                                        </p:tgtEl>
                                      </p:cBhvr>
                                    </p:animEffect>
                                    <p:set>
                                      <p:cBhvr>
                                        <p:cTn id="277" dur="1" fill="hold">
                                          <p:stCondLst>
                                            <p:cond delay="499"/>
                                          </p:stCondLst>
                                        </p:cTn>
                                        <p:tgtEl>
                                          <p:spTgt spid="164"/>
                                        </p:tgtEl>
                                        <p:attrNameLst>
                                          <p:attrName>style.visibility</p:attrName>
                                        </p:attrNameLst>
                                      </p:cBhvr>
                                      <p:to>
                                        <p:strVal val="hidden"/>
                                      </p:to>
                                    </p:set>
                                  </p:childTnLst>
                                </p:cTn>
                              </p:par>
                            </p:childTnLst>
                          </p:cTn>
                        </p:par>
                        <p:par>
                          <p:cTn id="278" fill="hold">
                            <p:stCondLst>
                              <p:cond delay="500"/>
                            </p:stCondLst>
                            <p:childTnLst>
                              <p:par>
                                <p:cTn id="279" presetID="22" presetClass="entr" presetSubtype="4" fill="hold" nodeType="afterEffect">
                                  <p:stCondLst>
                                    <p:cond delay="0"/>
                                  </p:stCondLst>
                                  <p:childTnLst>
                                    <p:set>
                                      <p:cBhvr>
                                        <p:cTn id="280" dur="1" fill="hold">
                                          <p:stCondLst>
                                            <p:cond delay="0"/>
                                          </p:stCondLst>
                                        </p:cTn>
                                        <p:tgtEl>
                                          <p:spTgt spid="127"/>
                                        </p:tgtEl>
                                        <p:attrNameLst>
                                          <p:attrName>style.visibility</p:attrName>
                                        </p:attrNameLst>
                                      </p:cBhvr>
                                      <p:to>
                                        <p:strVal val="visible"/>
                                      </p:to>
                                    </p:set>
                                    <p:animEffect transition="in" filter="wipe(down)">
                                      <p:cBhvr>
                                        <p:cTn id="281" dur="500"/>
                                        <p:tgtEl>
                                          <p:spTgt spid="127"/>
                                        </p:tgtEl>
                                      </p:cBhvr>
                                    </p:animEffect>
                                  </p:childTnLst>
                                </p:cTn>
                              </p:par>
                            </p:childTnLst>
                          </p:cTn>
                        </p:par>
                        <p:par>
                          <p:cTn id="282" fill="hold">
                            <p:stCondLst>
                              <p:cond delay="1000"/>
                            </p:stCondLst>
                            <p:childTnLst>
                              <p:par>
                                <p:cTn id="283" presetID="22" presetClass="entr" presetSubtype="8" fill="hold" nodeType="afterEffect">
                                  <p:stCondLst>
                                    <p:cond delay="0"/>
                                  </p:stCondLst>
                                  <p:childTnLst>
                                    <p:set>
                                      <p:cBhvr>
                                        <p:cTn id="284" dur="1" fill="hold">
                                          <p:stCondLst>
                                            <p:cond delay="0"/>
                                          </p:stCondLst>
                                        </p:cTn>
                                        <p:tgtEl>
                                          <p:spTgt spid="128"/>
                                        </p:tgtEl>
                                        <p:attrNameLst>
                                          <p:attrName>style.visibility</p:attrName>
                                        </p:attrNameLst>
                                      </p:cBhvr>
                                      <p:to>
                                        <p:strVal val="visible"/>
                                      </p:to>
                                    </p:set>
                                    <p:animEffect transition="in" filter="wipe(left)">
                                      <p:cBhvr>
                                        <p:cTn id="285" dur="500"/>
                                        <p:tgtEl>
                                          <p:spTgt spid="128"/>
                                        </p:tgtEl>
                                      </p:cBhvr>
                                    </p:animEffect>
                                  </p:childTnLst>
                                </p:cTn>
                              </p:par>
                              <p:par>
                                <p:cTn id="286" presetID="1" presetClass="emph" presetSubtype="2" fill="hold" nodeType="withEffect">
                                  <p:stCondLst>
                                    <p:cond delay="0"/>
                                  </p:stCondLst>
                                  <p:childTnLst>
                                    <p:animClr clrSpc="rgb" dir="cw">
                                      <p:cBhvr>
                                        <p:cTn id="287" dur="500" fill="hold"/>
                                        <p:tgtEl>
                                          <p:spTgt spid="32"/>
                                        </p:tgtEl>
                                        <p:attrNameLst>
                                          <p:attrName>fillcolor</p:attrName>
                                        </p:attrNameLst>
                                      </p:cBhvr>
                                      <p:to>
                                        <a:srgbClr val="E2EFD9"/>
                                      </p:to>
                                    </p:animClr>
                                    <p:set>
                                      <p:cBhvr>
                                        <p:cTn id="288" dur="500" fill="hold"/>
                                        <p:tgtEl>
                                          <p:spTgt spid="32"/>
                                        </p:tgtEl>
                                        <p:attrNameLst>
                                          <p:attrName>fill.type</p:attrName>
                                        </p:attrNameLst>
                                      </p:cBhvr>
                                      <p:to>
                                        <p:strVal val="solid"/>
                                      </p:to>
                                    </p:set>
                                    <p:set>
                                      <p:cBhvr>
                                        <p:cTn id="289" dur="500" fill="hold"/>
                                        <p:tgtEl>
                                          <p:spTgt spid="32"/>
                                        </p:tgtEl>
                                        <p:attrNameLst>
                                          <p:attrName>fill.on</p:attrName>
                                        </p:attrNameLst>
                                      </p:cBhvr>
                                      <p:to>
                                        <p:strVal val="true"/>
                                      </p:to>
                                    </p:set>
                                  </p:childTnLst>
                                </p:cTn>
                              </p:par>
                            </p:childTnLst>
                          </p:cTn>
                        </p:par>
                      </p:childTnLst>
                    </p:cTn>
                  </p:par>
                  <p:par>
                    <p:cTn id="290" fill="hold">
                      <p:stCondLst>
                        <p:cond delay="indefinite"/>
                      </p:stCondLst>
                      <p:childTnLst>
                        <p:par>
                          <p:cTn id="291" fill="hold">
                            <p:stCondLst>
                              <p:cond delay="0"/>
                            </p:stCondLst>
                            <p:childTnLst>
                              <p:par>
                                <p:cTn id="292" presetID="22" presetClass="entr" presetSubtype="1" fill="hold" nodeType="clickEffect">
                                  <p:stCondLst>
                                    <p:cond delay="0"/>
                                  </p:stCondLst>
                                  <p:childTnLst>
                                    <p:set>
                                      <p:cBhvr>
                                        <p:cTn id="293" dur="1" fill="hold">
                                          <p:stCondLst>
                                            <p:cond delay="0"/>
                                          </p:stCondLst>
                                        </p:cTn>
                                        <p:tgtEl>
                                          <p:spTgt spid="99"/>
                                        </p:tgtEl>
                                        <p:attrNameLst>
                                          <p:attrName>style.visibility</p:attrName>
                                        </p:attrNameLst>
                                      </p:cBhvr>
                                      <p:to>
                                        <p:strVal val="visible"/>
                                      </p:to>
                                    </p:set>
                                    <p:animEffect transition="in" filter="wipe(up)">
                                      <p:cBhvr>
                                        <p:cTn id="294" dur="500"/>
                                        <p:tgtEl>
                                          <p:spTgt spid="99"/>
                                        </p:tgtEl>
                                      </p:cBhvr>
                                    </p:animEffect>
                                  </p:childTnLst>
                                </p:cTn>
                              </p:par>
                            </p:childTnLst>
                          </p:cTn>
                        </p:par>
                        <p:par>
                          <p:cTn id="295" fill="hold">
                            <p:stCondLst>
                              <p:cond delay="500"/>
                            </p:stCondLst>
                            <p:childTnLst>
                              <p:par>
                                <p:cTn id="296" presetID="22" presetClass="entr" presetSubtype="1" fill="hold" nodeType="afterEffect">
                                  <p:stCondLst>
                                    <p:cond delay="0"/>
                                  </p:stCondLst>
                                  <p:childTnLst>
                                    <p:set>
                                      <p:cBhvr>
                                        <p:cTn id="297" dur="1" fill="hold">
                                          <p:stCondLst>
                                            <p:cond delay="0"/>
                                          </p:stCondLst>
                                        </p:cTn>
                                        <p:tgtEl>
                                          <p:spTgt spid="187"/>
                                        </p:tgtEl>
                                        <p:attrNameLst>
                                          <p:attrName>style.visibility</p:attrName>
                                        </p:attrNameLst>
                                      </p:cBhvr>
                                      <p:to>
                                        <p:strVal val="visible"/>
                                      </p:to>
                                    </p:set>
                                    <p:animEffect transition="in" filter="wipe(up)">
                                      <p:cBhvr>
                                        <p:cTn id="298" dur="500"/>
                                        <p:tgtEl>
                                          <p:spTgt spid="187"/>
                                        </p:tgtEl>
                                      </p:cBhvr>
                                    </p:animEffect>
                                  </p:childTnLst>
                                </p:cTn>
                              </p:par>
                              <p:par>
                                <p:cTn id="299" presetID="1" presetClass="emph" presetSubtype="2" fill="hold" nodeType="withEffect">
                                  <p:stCondLst>
                                    <p:cond delay="0"/>
                                  </p:stCondLst>
                                  <p:childTnLst>
                                    <p:animClr clrSpc="rgb" dir="cw">
                                      <p:cBhvr>
                                        <p:cTn id="300" dur="500" fill="hold"/>
                                        <p:tgtEl>
                                          <p:spTgt spid="32"/>
                                        </p:tgtEl>
                                        <p:attrNameLst>
                                          <p:attrName>fillcolor</p:attrName>
                                        </p:attrNameLst>
                                      </p:cBhvr>
                                      <p:to>
                                        <a:srgbClr val="FBE5D5"/>
                                      </p:to>
                                    </p:animClr>
                                    <p:set>
                                      <p:cBhvr>
                                        <p:cTn id="301" dur="500" fill="hold"/>
                                        <p:tgtEl>
                                          <p:spTgt spid="32"/>
                                        </p:tgtEl>
                                        <p:attrNameLst>
                                          <p:attrName>fill.type</p:attrName>
                                        </p:attrNameLst>
                                      </p:cBhvr>
                                      <p:to>
                                        <p:strVal val="solid"/>
                                      </p:to>
                                    </p:set>
                                    <p:set>
                                      <p:cBhvr>
                                        <p:cTn id="302" dur="500" fill="hold"/>
                                        <p:tgtEl>
                                          <p:spTgt spid="32"/>
                                        </p:tgtEl>
                                        <p:attrNameLst>
                                          <p:attrName>fill.on</p:attrName>
                                        </p:attrNameLst>
                                      </p:cBhvr>
                                      <p:to>
                                        <p:strVal val="true"/>
                                      </p:to>
                                    </p:set>
                                  </p:childTnLst>
                                </p:cTn>
                              </p:par>
                            </p:childTnLst>
                          </p:cTn>
                        </p:par>
                      </p:childTnLst>
                    </p:cTn>
                  </p:par>
                  <p:par>
                    <p:cTn id="303" fill="hold">
                      <p:stCondLst>
                        <p:cond delay="indefinite"/>
                      </p:stCondLst>
                      <p:childTnLst>
                        <p:par>
                          <p:cTn id="304" fill="hold">
                            <p:stCondLst>
                              <p:cond delay="0"/>
                            </p:stCondLst>
                            <p:childTnLst>
                              <p:par>
                                <p:cTn id="305" presetID="22" presetClass="entr" presetSubtype="1" fill="hold" nodeType="clickEffect">
                                  <p:stCondLst>
                                    <p:cond delay="0"/>
                                  </p:stCondLst>
                                  <p:childTnLst>
                                    <p:set>
                                      <p:cBhvr>
                                        <p:cTn id="306" dur="1" fill="hold">
                                          <p:stCondLst>
                                            <p:cond delay="0"/>
                                          </p:stCondLst>
                                        </p:cTn>
                                        <p:tgtEl>
                                          <p:spTgt spid="113"/>
                                        </p:tgtEl>
                                        <p:attrNameLst>
                                          <p:attrName>style.visibility</p:attrName>
                                        </p:attrNameLst>
                                      </p:cBhvr>
                                      <p:to>
                                        <p:strVal val="visible"/>
                                      </p:to>
                                    </p:set>
                                    <p:animEffect transition="in" filter="wipe(up)">
                                      <p:cBhvr>
                                        <p:cTn id="307" dur="500"/>
                                        <p:tgtEl>
                                          <p:spTgt spid="113"/>
                                        </p:tgtEl>
                                      </p:cBhvr>
                                    </p:animEffect>
                                  </p:childTnLst>
                                </p:cTn>
                              </p:par>
                            </p:childTnLst>
                          </p:cTn>
                        </p:par>
                        <p:par>
                          <p:cTn id="308" fill="hold">
                            <p:stCondLst>
                              <p:cond delay="500"/>
                            </p:stCondLst>
                            <p:childTnLst>
                              <p:par>
                                <p:cTn id="309" presetID="22" presetClass="entr" presetSubtype="1" fill="hold" nodeType="afterEffect">
                                  <p:stCondLst>
                                    <p:cond delay="0"/>
                                  </p:stCondLst>
                                  <p:childTnLst>
                                    <p:set>
                                      <p:cBhvr>
                                        <p:cTn id="310" dur="1" fill="hold">
                                          <p:stCondLst>
                                            <p:cond delay="0"/>
                                          </p:stCondLst>
                                        </p:cTn>
                                        <p:tgtEl>
                                          <p:spTgt spid="190"/>
                                        </p:tgtEl>
                                        <p:attrNameLst>
                                          <p:attrName>style.visibility</p:attrName>
                                        </p:attrNameLst>
                                      </p:cBhvr>
                                      <p:to>
                                        <p:strVal val="visible"/>
                                      </p:to>
                                    </p:set>
                                    <p:animEffect transition="in" filter="wipe(up)">
                                      <p:cBhvr>
                                        <p:cTn id="311" dur="500"/>
                                        <p:tgtEl>
                                          <p:spTgt spid="190"/>
                                        </p:tgtEl>
                                      </p:cBhvr>
                                    </p:animEffect>
                                  </p:childTnLst>
                                </p:cTn>
                              </p:par>
                              <p:par>
                                <p:cTn id="312" presetID="1" presetClass="emph" presetSubtype="2" fill="hold" nodeType="withEffect">
                                  <p:stCondLst>
                                    <p:cond delay="0"/>
                                  </p:stCondLst>
                                  <p:childTnLst>
                                    <p:animClr clrSpc="rgb" dir="cw">
                                      <p:cBhvr>
                                        <p:cTn id="313" dur="500" fill="hold"/>
                                        <p:tgtEl>
                                          <p:spTgt spid="32"/>
                                        </p:tgtEl>
                                        <p:attrNameLst>
                                          <p:attrName>fillcolor</p:attrName>
                                        </p:attrNameLst>
                                      </p:cBhvr>
                                      <p:to>
                                        <a:srgbClr val="DEEBF6"/>
                                      </p:to>
                                    </p:animClr>
                                    <p:set>
                                      <p:cBhvr>
                                        <p:cTn id="314" dur="500" fill="hold"/>
                                        <p:tgtEl>
                                          <p:spTgt spid="32"/>
                                        </p:tgtEl>
                                        <p:attrNameLst>
                                          <p:attrName>fill.type</p:attrName>
                                        </p:attrNameLst>
                                      </p:cBhvr>
                                      <p:to>
                                        <p:strVal val="solid"/>
                                      </p:to>
                                    </p:set>
                                    <p:set>
                                      <p:cBhvr>
                                        <p:cTn id="315" dur="500" fill="hold"/>
                                        <p:tgtEl>
                                          <p:spTgt spid="32"/>
                                        </p:tgtEl>
                                        <p:attrNameLst>
                                          <p:attrName>fill.on</p:attrName>
                                        </p:attrNameLst>
                                      </p:cBhvr>
                                      <p:to>
                                        <p:strVal val="true"/>
                                      </p:to>
                                    </p:set>
                                  </p:childTnLst>
                                </p:cTn>
                              </p:par>
                            </p:childTnLst>
                          </p:cTn>
                        </p:par>
                      </p:childTnLst>
                    </p:cTn>
                  </p:par>
                  <p:par>
                    <p:cTn id="316" fill="hold">
                      <p:stCondLst>
                        <p:cond delay="indefinite"/>
                      </p:stCondLst>
                      <p:childTnLst>
                        <p:par>
                          <p:cTn id="317" fill="hold">
                            <p:stCondLst>
                              <p:cond delay="0"/>
                            </p:stCondLst>
                            <p:childTnLst>
                              <p:par>
                                <p:cTn id="318" presetID="22" presetClass="exit" presetSubtype="4" fill="hold" nodeType="clickEffect">
                                  <p:stCondLst>
                                    <p:cond delay="0"/>
                                  </p:stCondLst>
                                  <p:childTnLst>
                                    <p:animEffect transition="out" filter="wipe(down)">
                                      <p:cBhvr>
                                        <p:cTn id="319" dur="500"/>
                                        <p:tgtEl>
                                          <p:spTgt spid="190"/>
                                        </p:tgtEl>
                                      </p:cBhvr>
                                    </p:animEffect>
                                    <p:set>
                                      <p:cBhvr>
                                        <p:cTn id="320" dur="1" fill="hold">
                                          <p:stCondLst>
                                            <p:cond delay="499"/>
                                          </p:stCondLst>
                                        </p:cTn>
                                        <p:tgtEl>
                                          <p:spTgt spid="190"/>
                                        </p:tgtEl>
                                        <p:attrNameLst>
                                          <p:attrName>style.visibility</p:attrName>
                                        </p:attrNameLst>
                                      </p:cBhvr>
                                      <p:to>
                                        <p:strVal val="hidden"/>
                                      </p:to>
                                    </p:set>
                                  </p:childTnLst>
                                </p:cTn>
                              </p:par>
                              <p:par>
                                <p:cTn id="321" presetID="22" presetClass="entr" presetSubtype="8" fill="hold" grpId="0" nodeType="withEffect">
                                  <p:stCondLst>
                                    <p:cond delay="0"/>
                                  </p:stCondLst>
                                  <p:childTnLst>
                                    <p:set>
                                      <p:cBhvr>
                                        <p:cTn id="322" dur="1" fill="hold">
                                          <p:stCondLst>
                                            <p:cond delay="0"/>
                                          </p:stCondLst>
                                        </p:cTn>
                                        <p:tgtEl>
                                          <p:spTgt spid="119"/>
                                        </p:tgtEl>
                                        <p:attrNameLst>
                                          <p:attrName>style.visibility</p:attrName>
                                        </p:attrNameLst>
                                      </p:cBhvr>
                                      <p:to>
                                        <p:strVal val="visible"/>
                                      </p:to>
                                    </p:set>
                                    <p:animEffect transition="in" filter="wipe(left)">
                                      <p:cBhvr>
                                        <p:cTn id="323" dur="500"/>
                                        <p:tgtEl>
                                          <p:spTgt spid="119"/>
                                        </p:tgtEl>
                                      </p:cBhvr>
                                    </p:animEffect>
                                  </p:childTnLst>
                                </p:cTn>
                              </p:par>
                            </p:childTnLst>
                          </p:cTn>
                        </p:par>
                        <p:par>
                          <p:cTn id="324" fill="hold">
                            <p:stCondLst>
                              <p:cond delay="500"/>
                            </p:stCondLst>
                            <p:childTnLst>
                              <p:par>
                                <p:cTn id="325" presetID="22" presetClass="entr" presetSubtype="4" fill="hold" nodeType="afterEffect">
                                  <p:stCondLst>
                                    <p:cond delay="0"/>
                                  </p:stCondLst>
                                  <p:childTnLst>
                                    <p:set>
                                      <p:cBhvr>
                                        <p:cTn id="326" dur="1" fill="hold">
                                          <p:stCondLst>
                                            <p:cond delay="0"/>
                                          </p:stCondLst>
                                        </p:cTn>
                                        <p:tgtEl>
                                          <p:spTgt spid="117"/>
                                        </p:tgtEl>
                                        <p:attrNameLst>
                                          <p:attrName>style.visibility</p:attrName>
                                        </p:attrNameLst>
                                      </p:cBhvr>
                                      <p:to>
                                        <p:strVal val="visible"/>
                                      </p:to>
                                    </p:set>
                                    <p:animEffect transition="in" filter="wipe(down)">
                                      <p:cBhvr>
                                        <p:cTn id="327" dur="500"/>
                                        <p:tgtEl>
                                          <p:spTgt spid="117"/>
                                        </p:tgtEl>
                                      </p:cBhvr>
                                    </p:animEffect>
                                  </p:childTnLst>
                                </p:cTn>
                              </p:par>
                            </p:childTnLst>
                          </p:cTn>
                        </p:par>
                        <p:par>
                          <p:cTn id="328" fill="hold">
                            <p:stCondLst>
                              <p:cond delay="1000"/>
                            </p:stCondLst>
                            <p:childTnLst>
                              <p:par>
                                <p:cTn id="329" presetID="22" presetClass="entr" presetSubtype="8" fill="hold" nodeType="afterEffect">
                                  <p:stCondLst>
                                    <p:cond delay="0"/>
                                  </p:stCondLst>
                                  <p:childTnLst>
                                    <p:set>
                                      <p:cBhvr>
                                        <p:cTn id="330" dur="1" fill="hold">
                                          <p:stCondLst>
                                            <p:cond delay="0"/>
                                          </p:stCondLst>
                                        </p:cTn>
                                        <p:tgtEl>
                                          <p:spTgt spid="118"/>
                                        </p:tgtEl>
                                        <p:attrNameLst>
                                          <p:attrName>style.visibility</p:attrName>
                                        </p:attrNameLst>
                                      </p:cBhvr>
                                      <p:to>
                                        <p:strVal val="visible"/>
                                      </p:to>
                                    </p:set>
                                    <p:animEffect transition="in" filter="wipe(left)">
                                      <p:cBhvr>
                                        <p:cTn id="331" dur="500"/>
                                        <p:tgtEl>
                                          <p:spTgt spid="118"/>
                                        </p:tgtEl>
                                      </p:cBhvr>
                                    </p:animEffect>
                                  </p:childTnLst>
                                </p:cTn>
                              </p:par>
                              <p:par>
                                <p:cTn id="332" presetID="1" presetClass="emph" presetSubtype="2" fill="hold" nodeType="withEffect">
                                  <p:stCondLst>
                                    <p:cond delay="0"/>
                                  </p:stCondLst>
                                  <p:childTnLst>
                                    <p:animClr clrSpc="rgb" dir="cw">
                                      <p:cBhvr>
                                        <p:cTn id="333" dur="500" fill="hold"/>
                                        <p:tgtEl>
                                          <p:spTgt spid="32"/>
                                        </p:tgtEl>
                                        <p:attrNameLst>
                                          <p:attrName>fillcolor</p:attrName>
                                        </p:attrNameLst>
                                      </p:cBhvr>
                                      <p:to>
                                        <a:srgbClr val="FBE5D5"/>
                                      </p:to>
                                    </p:animClr>
                                    <p:set>
                                      <p:cBhvr>
                                        <p:cTn id="334" dur="500" fill="hold"/>
                                        <p:tgtEl>
                                          <p:spTgt spid="32"/>
                                        </p:tgtEl>
                                        <p:attrNameLst>
                                          <p:attrName>fill.type</p:attrName>
                                        </p:attrNameLst>
                                      </p:cBhvr>
                                      <p:to>
                                        <p:strVal val="solid"/>
                                      </p:to>
                                    </p:set>
                                    <p:set>
                                      <p:cBhvr>
                                        <p:cTn id="335" dur="500" fill="hold"/>
                                        <p:tgtEl>
                                          <p:spTgt spid="32"/>
                                        </p:tgtEl>
                                        <p:attrNameLst>
                                          <p:attrName>fill.on</p:attrName>
                                        </p:attrNameLst>
                                      </p:cBhvr>
                                      <p:to>
                                        <p:strVal val="true"/>
                                      </p:to>
                                    </p:set>
                                  </p:childTnLst>
                                </p:cTn>
                              </p:par>
                            </p:childTnLst>
                          </p:cTn>
                        </p:par>
                      </p:childTnLst>
                    </p:cTn>
                  </p:par>
                  <p:par>
                    <p:cTn id="336" fill="hold">
                      <p:stCondLst>
                        <p:cond delay="indefinite"/>
                      </p:stCondLst>
                      <p:childTnLst>
                        <p:par>
                          <p:cTn id="337" fill="hold">
                            <p:stCondLst>
                              <p:cond delay="0"/>
                            </p:stCondLst>
                            <p:childTnLst>
                              <p:par>
                                <p:cTn id="338" presetID="22" presetClass="entr" presetSubtype="8" fill="hold" nodeType="clickEffect">
                                  <p:stCondLst>
                                    <p:cond delay="0"/>
                                  </p:stCondLst>
                                  <p:childTnLst>
                                    <p:set>
                                      <p:cBhvr>
                                        <p:cTn id="339" dur="1" fill="hold">
                                          <p:stCondLst>
                                            <p:cond delay="0"/>
                                          </p:stCondLst>
                                        </p:cTn>
                                        <p:tgtEl>
                                          <p:spTgt spid="114"/>
                                        </p:tgtEl>
                                        <p:attrNameLst>
                                          <p:attrName>style.visibility</p:attrName>
                                        </p:attrNameLst>
                                      </p:cBhvr>
                                      <p:to>
                                        <p:strVal val="visible"/>
                                      </p:to>
                                    </p:set>
                                    <p:animEffect transition="in" filter="wipe(left)">
                                      <p:cBhvr>
                                        <p:cTn id="340" dur="500"/>
                                        <p:tgtEl>
                                          <p:spTgt spid="114"/>
                                        </p:tgtEl>
                                      </p:cBhvr>
                                    </p:animEffect>
                                  </p:childTnLst>
                                </p:cTn>
                              </p:par>
                            </p:childTnLst>
                          </p:cTn>
                        </p:par>
                        <p:par>
                          <p:cTn id="341" fill="hold">
                            <p:stCondLst>
                              <p:cond delay="500"/>
                            </p:stCondLst>
                            <p:childTnLst>
                              <p:par>
                                <p:cTn id="342" presetID="22" presetClass="entr" presetSubtype="1" fill="hold" nodeType="afterEffect">
                                  <p:stCondLst>
                                    <p:cond delay="0"/>
                                  </p:stCondLst>
                                  <p:childTnLst>
                                    <p:set>
                                      <p:cBhvr>
                                        <p:cTn id="343" dur="1" fill="hold">
                                          <p:stCondLst>
                                            <p:cond delay="0"/>
                                          </p:stCondLst>
                                        </p:cTn>
                                        <p:tgtEl>
                                          <p:spTgt spid="193"/>
                                        </p:tgtEl>
                                        <p:attrNameLst>
                                          <p:attrName>style.visibility</p:attrName>
                                        </p:attrNameLst>
                                      </p:cBhvr>
                                      <p:to>
                                        <p:strVal val="visible"/>
                                      </p:to>
                                    </p:set>
                                    <p:animEffect transition="in" filter="wipe(up)">
                                      <p:cBhvr>
                                        <p:cTn id="344" dur="500"/>
                                        <p:tgtEl>
                                          <p:spTgt spid="193"/>
                                        </p:tgtEl>
                                      </p:cBhvr>
                                    </p:animEffect>
                                  </p:childTnLst>
                                </p:cTn>
                              </p:par>
                              <p:par>
                                <p:cTn id="345" presetID="1" presetClass="emph" presetSubtype="2" fill="hold" nodeType="withEffect">
                                  <p:stCondLst>
                                    <p:cond delay="0"/>
                                  </p:stCondLst>
                                  <p:childTnLst>
                                    <p:animClr clrSpc="rgb" dir="cw">
                                      <p:cBhvr>
                                        <p:cTn id="346" dur="500" fill="hold"/>
                                        <p:tgtEl>
                                          <p:spTgt spid="32"/>
                                        </p:tgtEl>
                                        <p:attrNameLst>
                                          <p:attrName>fillcolor</p:attrName>
                                        </p:attrNameLst>
                                      </p:cBhvr>
                                      <p:to>
                                        <a:srgbClr val="DEEBF6"/>
                                      </p:to>
                                    </p:animClr>
                                    <p:set>
                                      <p:cBhvr>
                                        <p:cTn id="347" dur="500" fill="hold"/>
                                        <p:tgtEl>
                                          <p:spTgt spid="32"/>
                                        </p:tgtEl>
                                        <p:attrNameLst>
                                          <p:attrName>fill.type</p:attrName>
                                        </p:attrNameLst>
                                      </p:cBhvr>
                                      <p:to>
                                        <p:strVal val="solid"/>
                                      </p:to>
                                    </p:set>
                                    <p:set>
                                      <p:cBhvr>
                                        <p:cTn id="348" dur="500" fill="hold"/>
                                        <p:tgtEl>
                                          <p:spTgt spid="32"/>
                                        </p:tgtEl>
                                        <p:attrNameLst>
                                          <p:attrName>fill.on</p:attrName>
                                        </p:attrNameLst>
                                      </p:cBhvr>
                                      <p:to>
                                        <p:strVal val="true"/>
                                      </p:to>
                                    </p:set>
                                  </p:childTnLst>
                                </p:cTn>
                              </p:par>
                            </p:childTnLst>
                          </p:cTn>
                        </p:par>
                      </p:childTnLst>
                    </p:cTn>
                  </p:par>
                  <p:par>
                    <p:cTn id="349" fill="hold">
                      <p:stCondLst>
                        <p:cond delay="indefinite"/>
                      </p:stCondLst>
                      <p:childTnLst>
                        <p:par>
                          <p:cTn id="350" fill="hold">
                            <p:stCondLst>
                              <p:cond delay="0"/>
                            </p:stCondLst>
                            <p:childTnLst>
                              <p:par>
                                <p:cTn id="351" presetID="22" presetClass="exit" presetSubtype="4" fill="hold" nodeType="clickEffect">
                                  <p:stCondLst>
                                    <p:cond delay="0"/>
                                  </p:stCondLst>
                                  <p:childTnLst>
                                    <p:animEffect transition="out" filter="wipe(down)">
                                      <p:cBhvr>
                                        <p:cTn id="352" dur="500"/>
                                        <p:tgtEl>
                                          <p:spTgt spid="193"/>
                                        </p:tgtEl>
                                      </p:cBhvr>
                                    </p:animEffect>
                                    <p:set>
                                      <p:cBhvr>
                                        <p:cTn id="353" dur="1" fill="hold">
                                          <p:stCondLst>
                                            <p:cond delay="499"/>
                                          </p:stCondLst>
                                        </p:cTn>
                                        <p:tgtEl>
                                          <p:spTgt spid="193"/>
                                        </p:tgtEl>
                                        <p:attrNameLst>
                                          <p:attrName>style.visibility</p:attrName>
                                        </p:attrNameLst>
                                      </p:cBhvr>
                                      <p:to>
                                        <p:strVal val="hidden"/>
                                      </p:to>
                                    </p:set>
                                  </p:childTnLst>
                                </p:cTn>
                              </p:par>
                              <p:par>
                                <p:cTn id="354" presetID="22" presetClass="entr" presetSubtype="8" fill="hold" grpId="0" nodeType="withEffect">
                                  <p:stCondLst>
                                    <p:cond delay="0"/>
                                  </p:stCondLst>
                                  <p:childTnLst>
                                    <p:set>
                                      <p:cBhvr>
                                        <p:cTn id="355" dur="1" fill="hold">
                                          <p:stCondLst>
                                            <p:cond delay="0"/>
                                          </p:stCondLst>
                                        </p:cTn>
                                        <p:tgtEl>
                                          <p:spTgt spid="120"/>
                                        </p:tgtEl>
                                        <p:attrNameLst>
                                          <p:attrName>style.visibility</p:attrName>
                                        </p:attrNameLst>
                                      </p:cBhvr>
                                      <p:to>
                                        <p:strVal val="visible"/>
                                      </p:to>
                                    </p:set>
                                    <p:animEffect transition="in" filter="wipe(left)">
                                      <p:cBhvr>
                                        <p:cTn id="356" dur="500"/>
                                        <p:tgtEl>
                                          <p:spTgt spid="120"/>
                                        </p:tgtEl>
                                      </p:cBhvr>
                                    </p:animEffect>
                                  </p:childTnLst>
                                </p:cTn>
                              </p:par>
                            </p:childTnLst>
                          </p:cTn>
                        </p:par>
                        <p:par>
                          <p:cTn id="357" fill="hold">
                            <p:stCondLst>
                              <p:cond delay="500"/>
                            </p:stCondLst>
                            <p:childTnLst>
                              <p:par>
                                <p:cTn id="358" presetID="22" presetClass="entr" presetSubtype="4" fill="hold" nodeType="afterEffect">
                                  <p:stCondLst>
                                    <p:cond delay="0"/>
                                  </p:stCondLst>
                                  <p:childTnLst>
                                    <p:set>
                                      <p:cBhvr>
                                        <p:cTn id="359" dur="1" fill="hold">
                                          <p:stCondLst>
                                            <p:cond delay="0"/>
                                          </p:stCondLst>
                                        </p:cTn>
                                        <p:tgtEl>
                                          <p:spTgt spid="121"/>
                                        </p:tgtEl>
                                        <p:attrNameLst>
                                          <p:attrName>style.visibility</p:attrName>
                                        </p:attrNameLst>
                                      </p:cBhvr>
                                      <p:to>
                                        <p:strVal val="visible"/>
                                      </p:to>
                                    </p:set>
                                    <p:animEffect transition="in" filter="wipe(down)">
                                      <p:cBhvr>
                                        <p:cTn id="360" dur="500"/>
                                        <p:tgtEl>
                                          <p:spTgt spid="121"/>
                                        </p:tgtEl>
                                      </p:cBhvr>
                                    </p:animEffect>
                                  </p:childTnLst>
                                </p:cTn>
                              </p:par>
                            </p:childTnLst>
                          </p:cTn>
                        </p:par>
                        <p:par>
                          <p:cTn id="361" fill="hold">
                            <p:stCondLst>
                              <p:cond delay="1000"/>
                            </p:stCondLst>
                            <p:childTnLst>
                              <p:par>
                                <p:cTn id="362" presetID="22" presetClass="entr" presetSubtype="8" fill="hold" nodeType="afterEffect">
                                  <p:stCondLst>
                                    <p:cond delay="0"/>
                                  </p:stCondLst>
                                  <p:childTnLst>
                                    <p:set>
                                      <p:cBhvr>
                                        <p:cTn id="363" dur="1" fill="hold">
                                          <p:stCondLst>
                                            <p:cond delay="0"/>
                                          </p:stCondLst>
                                        </p:cTn>
                                        <p:tgtEl>
                                          <p:spTgt spid="116"/>
                                        </p:tgtEl>
                                        <p:attrNameLst>
                                          <p:attrName>style.visibility</p:attrName>
                                        </p:attrNameLst>
                                      </p:cBhvr>
                                      <p:to>
                                        <p:strVal val="visible"/>
                                      </p:to>
                                    </p:set>
                                    <p:animEffect transition="in" filter="wipe(left)">
                                      <p:cBhvr>
                                        <p:cTn id="364" dur="500"/>
                                        <p:tgtEl>
                                          <p:spTgt spid="116"/>
                                        </p:tgtEl>
                                      </p:cBhvr>
                                    </p:animEffect>
                                  </p:childTnLst>
                                </p:cTn>
                              </p:par>
                              <p:par>
                                <p:cTn id="365" presetID="12" presetClass="entr" presetSubtype="8" fill="hold" grpId="1" nodeType="withEffect">
                                  <p:stCondLst>
                                    <p:cond delay="0"/>
                                  </p:stCondLst>
                                  <p:childTnLst>
                                    <p:set>
                                      <p:cBhvr>
                                        <p:cTn id="366" dur="1" fill="hold">
                                          <p:stCondLst>
                                            <p:cond delay="0"/>
                                          </p:stCondLst>
                                        </p:cTn>
                                        <p:tgtEl>
                                          <p:spTgt spid="40"/>
                                        </p:tgtEl>
                                        <p:attrNameLst>
                                          <p:attrName>style.visibility</p:attrName>
                                        </p:attrNameLst>
                                      </p:cBhvr>
                                      <p:to>
                                        <p:strVal val="visible"/>
                                      </p:to>
                                    </p:set>
                                    <p:anim calcmode="lin" valueType="num">
                                      <p:cBhvr additive="base">
                                        <p:cTn id="367" dur="500"/>
                                        <p:tgtEl>
                                          <p:spTgt spid="40"/>
                                        </p:tgtEl>
                                        <p:attrNameLst>
                                          <p:attrName>ppt_x</p:attrName>
                                        </p:attrNameLst>
                                      </p:cBhvr>
                                      <p:tavLst>
                                        <p:tav tm="0">
                                          <p:val>
                                            <p:strVal val="#ppt_x-#ppt_w*1.125000"/>
                                          </p:val>
                                        </p:tav>
                                        <p:tav tm="100000">
                                          <p:val>
                                            <p:strVal val="#ppt_x"/>
                                          </p:val>
                                        </p:tav>
                                      </p:tavLst>
                                    </p:anim>
                                    <p:animEffect transition="in" filter="wipe(right)">
                                      <p:cBhvr>
                                        <p:cTn id="368" dur="500"/>
                                        <p:tgtEl>
                                          <p:spTgt spid="40"/>
                                        </p:tgtEl>
                                      </p:cBhvr>
                                    </p:animEffect>
                                  </p:childTnLst>
                                </p:cTn>
                              </p:par>
                              <p:par>
                                <p:cTn id="369" presetID="1" presetClass="emph" presetSubtype="2" fill="hold" nodeType="withEffect">
                                  <p:stCondLst>
                                    <p:cond delay="0"/>
                                  </p:stCondLst>
                                  <p:childTnLst>
                                    <p:animClr clrSpc="rgb" dir="cw">
                                      <p:cBhvr>
                                        <p:cTn id="370" dur="500" fill="hold"/>
                                        <p:tgtEl>
                                          <p:spTgt spid="32"/>
                                        </p:tgtEl>
                                        <p:attrNameLst>
                                          <p:attrName>fillcolor</p:attrName>
                                        </p:attrNameLst>
                                      </p:cBhvr>
                                      <p:to>
                                        <a:srgbClr val="FBE5D5"/>
                                      </p:to>
                                    </p:animClr>
                                    <p:set>
                                      <p:cBhvr>
                                        <p:cTn id="371" dur="500" fill="hold"/>
                                        <p:tgtEl>
                                          <p:spTgt spid="32"/>
                                        </p:tgtEl>
                                        <p:attrNameLst>
                                          <p:attrName>fill.type</p:attrName>
                                        </p:attrNameLst>
                                      </p:cBhvr>
                                      <p:to>
                                        <p:strVal val="solid"/>
                                      </p:to>
                                    </p:set>
                                    <p:set>
                                      <p:cBhvr>
                                        <p:cTn id="372" dur="500" fill="hold"/>
                                        <p:tgtEl>
                                          <p:spTgt spid="32"/>
                                        </p:tgtEl>
                                        <p:attrNameLst>
                                          <p:attrName>fill.on</p:attrName>
                                        </p:attrNameLst>
                                      </p:cBhvr>
                                      <p:to>
                                        <p:strVal val="true"/>
                                      </p:to>
                                    </p:set>
                                  </p:childTnLst>
                                </p:cTn>
                              </p:par>
                            </p:childTnLst>
                          </p:cTn>
                        </p:par>
                      </p:childTnLst>
                    </p:cTn>
                  </p:par>
                  <p:par>
                    <p:cTn id="373" fill="hold">
                      <p:stCondLst>
                        <p:cond delay="indefinite"/>
                      </p:stCondLst>
                      <p:childTnLst>
                        <p:par>
                          <p:cTn id="374" fill="hold">
                            <p:stCondLst>
                              <p:cond delay="0"/>
                            </p:stCondLst>
                            <p:childTnLst>
                              <p:par>
                                <p:cTn id="375" presetID="22" presetClass="exit" presetSubtype="4" fill="hold" nodeType="clickEffect">
                                  <p:stCondLst>
                                    <p:cond delay="0"/>
                                  </p:stCondLst>
                                  <p:childTnLst>
                                    <p:animEffect transition="out" filter="wipe(down)">
                                      <p:cBhvr>
                                        <p:cTn id="376" dur="500"/>
                                        <p:tgtEl>
                                          <p:spTgt spid="187"/>
                                        </p:tgtEl>
                                      </p:cBhvr>
                                    </p:animEffect>
                                    <p:set>
                                      <p:cBhvr>
                                        <p:cTn id="377" dur="1" fill="hold">
                                          <p:stCondLst>
                                            <p:cond delay="499"/>
                                          </p:stCondLst>
                                        </p:cTn>
                                        <p:tgtEl>
                                          <p:spTgt spid="187"/>
                                        </p:tgtEl>
                                        <p:attrNameLst>
                                          <p:attrName>style.visibility</p:attrName>
                                        </p:attrNameLst>
                                      </p:cBhvr>
                                      <p:to>
                                        <p:strVal val="hidden"/>
                                      </p:to>
                                    </p:set>
                                  </p:childTnLst>
                                </p:cTn>
                              </p:par>
                            </p:childTnLst>
                          </p:cTn>
                        </p:par>
                        <p:par>
                          <p:cTn id="378" fill="hold">
                            <p:stCondLst>
                              <p:cond delay="500"/>
                            </p:stCondLst>
                            <p:childTnLst>
                              <p:par>
                                <p:cTn id="379" presetID="22" presetClass="entr" presetSubtype="4" fill="hold" nodeType="afterEffect">
                                  <p:stCondLst>
                                    <p:cond delay="0"/>
                                  </p:stCondLst>
                                  <p:childTnLst>
                                    <p:set>
                                      <p:cBhvr>
                                        <p:cTn id="380" dur="1" fill="hold">
                                          <p:stCondLst>
                                            <p:cond delay="0"/>
                                          </p:stCondLst>
                                        </p:cTn>
                                        <p:tgtEl>
                                          <p:spTgt spid="126"/>
                                        </p:tgtEl>
                                        <p:attrNameLst>
                                          <p:attrName>style.visibility</p:attrName>
                                        </p:attrNameLst>
                                      </p:cBhvr>
                                      <p:to>
                                        <p:strVal val="visible"/>
                                      </p:to>
                                    </p:set>
                                    <p:animEffect transition="in" filter="wipe(down)">
                                      <p:cBhvr>
                                        <p:cTn id="381" dur="500"/>
                                        <p:tgtEl>
                                          <p:spTgt spid="126"/>
                                        </p:tgtEl>
                                      </p:cBhvr>
                                    </p:animEffect>
                                  </p:childTnLst>
                                </p:cTn>
                              </p:par>
                              <p:par>
                                <p:cTn id="382" presetID="12" presetClass="entr" presetSubtype="8" fill="hold" grpId="1" nodeType="withEffect">
                                  <p:stCondLst>
                                    <p:cond delay="0"/>
                                  </p:stCondLst>
                                  <p:childTnLst>
                                    <p:set>
                                      <p:cBhvr>
                                        <p:cTn id="383" dur="1" fill="hold">
                                          <p:stCondLst>
                                            <p:cond delay="0"/>
                                          </p:stCondLst>
                                        </p:cTn>
                                        <p:tgtEl>
                                          <p:spTgt spid="41"/>
                                        </p:tgtEl>
                                        <p:attrNameLst>
                                          <p:attrName>style.visibility</p:attrName>
                                        </p:attrNameLst>
                                      </p:cBhvr>
                                      <p:to>
                                        <p:strVal val="visible"/>
                                      </p:to>
                                    </p:set>
                                    <p:anim calcmode="lin" valueType="num">
                                      <p:cBhvr additive="base">
                                        <p:cTn id="384" dur="500"/>
                                        <p:tgtEl>
                                          <p:spTgt spid="41"/>
                                        </p:tgtEl>
                                        <p:attrNameLst>
                                          <p:attrName>ppt_x</p:attrName>
                                        </p:attrNameLst>
                                      </p:cBhvr>
                                      <p:tavLst>
                                        <p:tav tm="0">
                                          <p:val>
                                            <p:strVal val="#ppt_x-#ppt_w*1.125000"/>
                                          </p:val>
                                        </p:tav>
                                        <p:tav tm="100000">
                                          <p:val>
                                            <p:strVal val="#ppt_x"/>
                                          </p:val>
                                        </p:tav>
                                      </p:tavLst>
                                    </p:anim>
                                    <p:animEffect transition="in" filter="wipe(right)">
                                      <p:cBhvr>
                                        <p:cTn id="385" dur="500"/>
                                        <p:tgtEl>
                                          <p:spTgt spid="41"/>
                                        </p:tgtEl>
                                      </p:cBhvr>
                                    </p:animEffect>
                                  </p:childTnLst>
                                </p:cTn>
                              </p:par>
                              <p:par>
                                <p:cTn id="386" presetID="1" presetClass="emph" presetSubtype="2" fill="hold" nodeType="withEffect">
                                  <p:stCondLst>
                                    <p:cond delay="0"/>
                                  </p:stCondLst>
                                  <p:childTnLst>
                                    <p:animClr clrSpc="rgb" dir="cw">
                                      <p:cBhvr>
                                        <p:cTn id="387" dur="500" fill="hold"/>
                                        <p:tgtEl>
                                          <p:spTgt spid="32"/>
                                        </p:tgtEl>
                                        <p:attrNameLst>
                                          <p:attrName>fillcolor</p:attrName>
                                        </p:attrNameLst>
                                      </p:cBhvr>
                                      <p:to>
                                        <a:srgbClr val="E2EFD9"/>
                                      </p:to>
                                    </p:animClr>
                                    <p:set>
                                      <p:cBhvr>
                                        <p:cTn id="388" dur="500" fill="hold"/>
                                        <p:tgtEl>
                                          <p:spTgt spid="32"/>
                                        </p:tgtEl>
                                        <p:attrNameLst>
                                          <p:attrName>fill.type</p:attrName>
                                        </p:attrNameLst>
                                      </p:cBhvr>
                                      <p:to>
                                        <p:strVal val="solid"/>
                                      </p:to>
                                    </p:set>
                                    <p:set>
                                      <p:cBhvr>
                                        <p:cTn id="389" dur="500" fill="hold"/>
                                        <p:tgtEl>
                                          <p:spTgt spid="32"/>
                                        </p:tgtEl>
                                        <p:attrNameLst>
                                          <p:attrName>fill.on</p:attrName>
                                        </p:attrNameLst>
                                      </p:cBhvr>
                                      <p:to>
                                        <p:strVal val="true"/>
                                      </p:to>
                                    </p:set>
                                  </p:childTnLst>
                                </p:cTn>
                              </p:par>
                            </p:childTnLst>
                          </p:cTn>
                        </p:par>
                      </p:childTnLst>
                    </p:cTn>
                  </p:par>
                  <p:par>
                    <p:cTn id="390" fill="hold">
                      <p:stCondLst>
                        <p:cond delay="indefinite"/>
                      </p:stCondLst>
                      <p:childTnLst>
                        <p:par>
                          <p:cTn id="391" fill="hold">
                            <p:stCondLst>
                              <p:cond delay="0"/>
                            </p:stCondLst>
                            <p:childTnLst>
                              <p:par>
                                <p:cTn id="392" presetID="22" presetClass="exit" presetSubtype="4" fill="hold" nodeType="clickEffect">
                                  <p:stCondLst>
                                    <p:cond delay="0"/>
                                  </p:stCondLst>
                                  <p:childTnLst>
                                    <p:animEffect transition="out" filter="wipe(down)">
                                      <p:cBhvr>
                                        <p:cTn id="393" dur="500"/>
                                        <p:tgtEl>
                                          <p:spTgt spid="53"/>
                                        </p:tgtEl>
                                      </p:cBhvr>
                                    </p:animEffect>
                                    <p:set>
                                      <p:cBhvr>
                                        <p:cTn id="394" dur="1" fill="hold">
                                          <p:stCondLst>
                                            <p:cond delay="499"/>
                                          </p:stCondLst>
                                        </p:cTn>
                                        <p:tgtEl>
                                          <p:spTgt spid="53"/>
                                        </p:tgtEl>
                                        <p:attrNameLst>
                                          <p:attrName>style.visibility</p:attrName>
                                        </p:attrNameLst>
                                      </p:cBhvr>
                                      <p:to>
                                        <p:strVal val="hidden"/>
                                      </p:to>
                                    </p:set>
                                  </p:childTnLst>
                                </p:cTn>
                              </p:par>
                              <p:par>
                                <p:cTn id="395" presetID="22" presetClass="entr" presetSubtype="4" fill="hold" nodeType="withEffect">
                                  <p:stCondLst>
                                    <p:cond delay="0"/>
                                  </p:stCondLst>
                                  <p:childTnLst>
                                    <p:set>
                                      <p:cBhvr>
                                        <p:cTn id="396" dur="1" fill="hold">
                                          <p:stCondLst>
                                            <p:cond delay="0"/>
                                          </p:stCondLst>
                                        </p:cTn>
                                        <p:tgtEl>
                                          <p:spTgt spid="142"/>
                                        </p:tgtEl>
                                        <p:attrNameLst>
                                          <p:attrName>style.visibility</p:attrName>
                                        </p:attrNameLst>
                                      </p:cBhvr>
                                      <p:to>
                                        <p:strVal val="visible"/>
                                      </p:to>
                                    </p:set>
                                    <p:animEffect transition="in" filter="wipe(down)">
                                      <p:cBhvr>
                                        <p:cTn id="397"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1" grpId="0" animBg="1"/>
      <p:bldP spid="110" grpId="0" animBg="1"/>
      <p:bldP spid="111" grpId="0" animBg="1"/>
      <p:bldP spid="119" grpId="0" animBg="1"/>
      <p:bldP spid="120" grpId="0" animBg="1"/>
      <p:bldP spid="32" grpId="0" animBg="1"/>
      <p:bldP spid="33" grpId="0"/>
      <p:bldP spid="34" grpId="0"/>
      <p:bldP spid="35" grpId="0"/>
      <p:bldP spid="36" grpId="0"/>
      <p:bldP spid="37" grpId="1" animBg="1"/>
      <p:bldP spid="38" grpId="1" animBg="1"/>
      <p:bldP spid="39" grpId="1" animBg="1"/>
      <p:bldP spid="40" grpId="1" animBg="1"/>
      <p:bldP spid="41"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a:extLst>
              <a:ext uri="{FF2B5EF4-FFF2-40B4-BE49-F238E27FC236}">
                <a16:creationId xmlns:a16="http://schemas.microsoft.com/office/drawing/2014/main" id="{17ECB0BE-B7AD-45AE-A0D4-7EF5A038E09F}"/>
              </a:ext>
            </a:extLst>
          </p:cNvPr>
          <p:cNvSpPr>
            <a:spLocks noGrp="1" noChangeArrowheads="1"/>
          </p:cNvSpPr>
          <p:nvPr>
            <p:ph type="body" idx="4294967295"/>
          </p:nvPr>
        </p:nvSpPr>
        <p:spPr>
          <a:xfrm>
            <a:off x="468419" y="1126863"/>
            <a:ext cx="4897438" cy="5135255"/>
          </a:xfrm>
        </p:spPr>
        <p:txBody>
          <a:bodyPr>
            <a:noAutofit/>
          </a:bodyPr>
          <a:lstStyle/>
          <a:p>
            <a:pPr marL="0" indent="0" eaLnBrk="1" hangingPunct="1">
              <a:lnSpc>
                <a:spcPct val="120000"/>
              </a:lnSpc>
              <a:spcBef>
                <a:spcPct val="0"/>
              </a:spcBef>
              <a:buNone/>
            </a:pPr>
            <a:r>
              <a:rPr lang="zh-CN" altLang="en-US" sz="2000" b="1" dirty="0">
                <a:latin typeface="+mj-ea"/>
                <a:ea typeface="+mj-ea"/>
                <a:cs typeface="Times New Roman" panose="02020603050405020304" pitchFamily="18" charset="0"/>
              </a:rPr>
              <a:t>二叉树从根结点出发的</a:t>
            </a:r>
            <a:r>
              <a:rPr lang="zh-CN" altLang="en-US" sz="2000" b="1" dirty="0">
                <a:solidFill>
                  <a:srgbClr val="C00000"/>
                </a:solidFill>
                <a:latin typeface="+mj-ea"/>
                <a:ea typeface="+mj-ea"/>
                <a:cs typeface="Times New Roman" panose="02020603050405020304" pitchFamily="18" charset="0"/>
              </a:rPr>
              <a:t>“左路径”</a:t>
            </a:r>
            <a:r>
              <a:rPr lang="zh-CN" altLang="en-US" sz="2000" b="1" dirty="0">
                <a:latin typeface="+mj-ea"/>
                <a:ea typeface="+mj-ea"/>
                <a:cs typeface="Times New Roman" panose="02020603050405020304" pitchFamily="18" charset="0"/>
              </a:rPr>
              <a:t>是唯一的，如右图所示。</a:t>
            </a:r>
            <a:endParaRPr lang="en-US" altLang="zh-CN" sz="2000" b="1" dirty="0">
              <a:latin typeface="+mj-ea"/>
              <a:ea typeface="+mj-ea"/>
              <a:cs typeface="Times New Roman" panose="02020603050405020304" pitchFamily="18" charset="0"/>
            </a:endParaRPr>
          </a:p>
          <a:p>
            <a:pPr eaLnBrk="1" hangingPunct="1">
              <a:lnSpc>
                <a:spcPct val="120000"/>
              </a:lnSpc>
              <a:spcBef>
                <a:spcPct val="0"/>
              </a:spcBef>
            </a:pPr>
            <a:r>
              <a:rPr lang="zh-CN" altLang="en-US" sz="2000" b="1" dirty="0">
                <a:solidFill>
                  <a:srgbClr val="008000"/>
                </a:solidFill>
                <a:latin typeface="Times New Roman" panose="02020603050405020304" pitchFamily="18" charset="0"/>
                <a:ea typeface="隶书" pitchFamily="49" charset="-122"/>
                <a:cs typeface="Times New Roman" panose="02020603050405020304" pitchFamily="18" charset="0"/>
              </a:rPr>
              <a:t>中序遍历访问的第一个结点？</a:t>
            </a:r>
            <a:endParaRPr lang="en-US" altLang="zh-CN" sz="2000" b="1" dirty="0">
              <a:solidFill>
                <a:srgbClr val="008000"/>
              </a:solidFill>
              <a:latin typeface="Times New Roman" panose="02020603050405020304" pitchFamily="18" charset="0"/>
              <a:ea typeface="隶书" pitchFamily="49" charset="-122"/>
              <a:cs typeface="Times New Roman" panose="02020603050405020304" pitchFamily="18" charset="0"/>
            </a:endParaRPr>
          </a:p>
          <a:p>
            <a:pPr lvl="1">
              <a:lnSpc>
                <a:spcPct val="120000"/>
              </a:lnSpc>
            </a:pPr>
            <a:r>
              <a:rPr lang="zh-CN" altLang="en-US" sz="1800" b="1" dirty="0">
                <a:latin typeface="Times New Roman" panose="02020603050405020304" pitchFamily="18" charset="0"/>
                <a:cs typeface="Times New Roman" panose="02020603050405020304" pitchFamily="18" charset="0"/>
              </a:rPr>
              <a:t>根结点出发的左路径的末梢结点，也就是</a:t>
            </a:r>
            <a:r>
              <a:rPr lang="zh-CN" altLang="en-US" sz="1800" b="1" dirty="0">
                <a:solidFill>
                  <a:srgbClr val="C00000"/>
                </a:solidFill>
                <a:latin typeface="Times New Roman" panose="02020603050405020304" pitchFamily="18" charset="0"/>
                <a:cs typeface="Times New Roman" panose="02020603050405020304" pitchFamily="18" charset="0"/>
              </a:rPr>
              <a:t>“最左下”</a:t>
            </a:r>
            <a:r>
              <a:rPr lang="en-US" altLang="zh-CN" sz="1800" b="1" dirty="0">
                <a:latin typeface="Times New Roman" panose="02020603050405020304" pitchFamily="18" charset="0"/>
                <a:cs typeface="Times New Roman" panose="02020603050405020304" pitchFamily="18" charset="0"/>
              </a:rPr>
              <a:t>(</a:t>
            </a:r>
            <a:r>
              <a:rPr lang="zh-CN" altLang="en-US" sz="1800" b="1" dirty="0">
                <a:latin typeface="Times New Roman" panose="02020603050405020304" pitchFamily="18" charset="0"/>
                <a:cs typeface="Times New Roman" panose="02020603050405020304" pitchFamily="18" charset="0"/>
              </a:rPr>
              <a:t>其左子树为空</a:t>
            </a:r>
            <a:r>
              <a:rPr lang="en-US" altLang="zh-CN" sz="1800" b="1" dirty="0">
                <a:latin typeface="Times New Roman" panose="02020603050405020304" pitchFamily="18" charset="0"/>
                <a:cs typeface="Times New Roman" panose="02020603050405020304" pitchFamily="18" charset="0"/>
              </a:rPr>
              <a:t>)</a:t>
            </a:r>
            <a:r>
              <a:rPr lang="zh-CN" altLang="en-US" sz="1800" b="1" dirty="0">
                <a:latin typeface="Times New Roman" panose="02020603050405020304" pitchFamily="18" charset="0"/>
                <a:cs typeface="Times New Roman" panose="02020603050405020304" pitchFamily="18" charset="0"/>
              </a:rPr>
              <a:t>的结点</a:t>
            </a:r>
            <a:r>
              <a:rPr lang="en-US" altLang="zh-CN" sz="1800" b="1" dirty="0">
                <a:solidFill>
                  <a:srgbClr val="FF0000"/>
                </a:solidFill>
                <a:latin typeface="Times New Roman" panose="02020603050405020304" pitchFamily="18" charset="0"/>
                <a:cs typeface="Times New Roman" panose="02020603050405020304" pitchFamily="18" charset="0"/>
              </a:rPr>
              <a:t>L</a:t>
            </a:r>
            <a:r>
              <a:rPr lang="en-US" altLang="zh-CN" sz="1800" b="1" i="1" baseline="-25000" dirty="0">
                <a:solidFill>
                  <a:srgbClr val="FF0000"/>
                </a:solidFill>
                <a:latin typeface="Times New Roman" panose="02020603050405020304" pitchFamily="18" charset="0"/>
                <a:cs typeface="Times New Roman" panose="02020603050405020304" pitchFamily="18" charset="0"/>
              </a:rPr>
              <a:t>k</a:t>
            </a:r>
            <a:endParaRPr lang="zh-CN" altLang="en-US" sz="1800" b="1" i="1" baseline="-25000" dirty="0">
              <a:solidFill>
                <a:srgbClr val="FF0000"/>
              </a:solidFill>
              <a:latin typeface="Times New Roman" panose="02020603050405020304" pitchFamily="18" charset="0"/>
              <a:cs typeface="Times New Roman" panose="02020603050405020304" pitchFamily="18" charset="0"/>
            </a:endParaRPr>
          </a:p>
          <a:p>
            <a:pPr eaLnBrk="1" hangingPunct="1">
              <a:lnSpc>
                <a:spcPct val="120000"/>
              </a:lnSpc>
            </a:pPr>
            <a:r>
              <a:rPr lang="zh-CN" altLang="en-US" sz="2000" b="1" dirty="0">
                <a:solidFill>
                  <a:srgbClr val="008000"/>
                </a:solidFill>
                <a:latin typeface="Times New Roman" panose="02020603050405020304" pitchFamily="18" charset="0"/>
                <a:ea typeface="隶书" pitchFamily="49" charset="-122"/>
                <a:cs typeface="Times New Roman" panose="02020603050405020304" pitchFamily="18" charset="0"/>
              </a:rPr>
              <a:t>中序遍历访问的下一个结点？</a:t>
            </a:r>
            <a:endParaRPr lang="en-US" altLang="zh-CN" sz="2000" b="1" dirty="0">
              <a:solidFill>
                <a:srgbClr val="008000"/>
              </a:solidFill>
              <a:latin typeface="Times New Roman" panose="02020603050405020304" pitchFamily="18" charset="0"/>
              <a:ea typeface="隶书" pitchFamily="49" charset="-122"/>
              <a:cs typeface="Times New Roman" panose="02020603050405020304" pitchFamily="18" charset="0"/>
            </a:endParaRPr>
          </a:p>
          <a:p>
            <a:pPr lvl="1">
              <a:lnSpc>
                <a:spcPct val="120000"/>
              </a:lnSpc>
            </a:pPr>
            <a:r>
              <a:rPr lang="zh-CN" altLang="en-US" sz="1800" b="1" dirty="0">
                <a:latin typeface="Times New Roman" panose="02020603050405020304" pitchFamily="18" charset="0"/>
                <a:cs typeface="Times New Roman" panose="02020603050405020304" pitchFamily="18" charset="0"/>
              </a:rPr>
              <a:t>若右子树不空，为对其以</a:t>
            </a:r>
            <a:r>
              <a:rPr lang="en-US" altLang="zh-CN" sz="1800" b="1" dirty="0">
                <a:solidFill>
                  <a:srgbClr val="FF0000"/>
                </a:solidFill>
                <a:latin typeface="Times New Roman" panose="02020603050405020304" pitchFamily="18" charset="0"/>
                <a:cs typeface="Times New Roman" panose="02020603050405020304" pitchFamily="18" charset="0"/>
              </a:rPr>
              <a:t>R</a:t>
            </a:r>
            <a:r>
              <a:rPr lang="en-US" altLang="zh-CN" sz="1800" b="1" i="1" baseline="-25000" dirty="0">
                <a:solidFill>
                  <a:srgbClr val="FF0000"/>
                </a:solidFill>
                <a:latin typeface="Times New Roman" panose="02020603050405020304" pitchFamily="18" charset="0"/>
                <a:cs typeface="Times New Roman" panose="02020603050405020304" pitchFamily="18" charset="0"/>
              </a:rPr>
              <a:t>k+1</a:t>
            </a:r>
            <a:r>
              <a:rPr lang="zh-CN" altLang="en-US" sz="1800" b="1" dirty="0">
                <a:latin typeface="Times New Roman" panose="02020603050405020304" pitchFamily="18" charset="0"/>
                <a:cs typeface="Times New Roman" panose="02020603050405020304" pitchFamily="18" charset="0"/>
              </a:rPr>
              <a:t>为根的右子树进行中序遍历时访问的第一个结点，也就是该子树的</a:t>
            </a:r>
            <a:r>
              <a:rPr lang="zh-CN" altLang="en-US" sz="1800" b="1" dirty="0">
                <a:solidFill>
                  <a:srgbClr val="C00000"/>
                </a:solidFill>
                <a:latin typeface="Times New Roman" panose="02020603050405020304" pitchFamily="18" charset="0"/>
                <a:cs typeface="Times New Roman" panose="02020603050405020304" pitchFamily="18" charset="0"/>
              </a:rPr>
              <a:t>“最左下”</a:t>
            </a:r>
            <a:r>
              <a:rPr lang="zh-CN" altLang="en-US" sz="1800" b="1" dirty="0">
                <a:latin typeface="Times New Roman" panose="02020603050405020304" pitchFamily="18" charset="0"/>
                <a:cs typeface="Times New Roman" panose="02020603050405020304" pitchFamily="18" charset="0"/>
              </a:rPr>
              <a:t>结点；</a:t>
            </a:r>
            <a:endParaRPr lang="en-US" altLang="zh-CN" sz="1800" b="1" dirty="0">
              <a:latin typeface="Times New Roman" panose="02020603050405020304" pitchFamily="18" charset="0"/>
              <a:cs typeface="Times New Roman" panose="02020603050405020304" pitchFamily="18" charset="0"/>
            </a:endParaRPr>
          </a:p>
          <a:p>
            <a:pPr lvl="1">
              <a:lnSpc>
                <a:spcPct val="120000"/>
              </a:lnSpc>
            </a:pPr>
            <a:r>
              <a:rPr lang="zh-CN" altLang="en-US" sz="1800" b="1" dirty="0">
                <a:latin typeface="Times New Roman" panose="02020603050405020304" pitchFamily="18" charset="0"/>
                <a:cs typeface="Times New Roman" panose="02020603050405020304" pitchFamily="18" charset="0"/>
              </a:rPr>
              <a:t>若右子树为空，或者遍历</a:t>
            </a:r>
            <a:r>
              <a:rPr lang="en-US" altLang="zh-CN" sz="1800" b="1" dirty="0">
                <a:solidFill>
                  <a:srgbClr val="FF0000"/>
                </a:solidFill>
                <a:latin typeface="Times New Roman" panose="02020603050405020304" pitchFamily="18" charset="0"/>
                <a:cs typeface="Times New Roman" panose="02020603050405020304" pitchFamily="18" charset="0"/>
              </a:rPr>
              <a:t>R</a:t>
            </a:r>
            <a:r>
              <a:rPr lang="en-US" altLang="zh-CN" sz="1800" b="1" i="1" baseline="-25000" dirty="0">
                <a:solidFill>
                  <a:srgbClr val="FF0000"/>
                </a:solidFill>
                <a:latin typeface="Times New Roman" panose="02020603050405020304" pitchFamily="18" charset="0"/>
                <a:cs typeface="Times New Roman" panose="02020603050405020304" pitchFamily="18" charset="0"/>
              </a:rPr>
              <a:t>k+1</a:t>
            </a:r>
            <a:r>
              <a:rPr lang="zh-CN" altLang="en-US" sz="1800" b="1" dirty="0">
                <a:latin typeface="Times New Roman" panose="02020603050405020304" pitchFamily="18" charset="0"/>
                <a:cs typeface="Times New Roman" panose="02020603050405020304" pitchFamily="18" charset="0"/>
              </a:rPr>
              <a:t>子树后返回，则访问的下一个结点为</a:t>
            </a:r>
            <a:r>
              <a:rPr lang="en-US" altLang="zh-CN" sz="1800" b="1" dirty="0">
                <a:solidFill>
                  <a:srgbClr val="FF0000"/>
                </a:solidFill>
                <a:latin typeface="Times New Roman" panose="02020603050405020304" pitchFamily="18" charset="0"/>
                <a:cs typeface="Times New Roman" panose="02020603050405020304" pitchFamily="18" charset="0"/>
              </a:rPr>
              <a:t>L</a:t>
            </a:r>
            <a:r>
              <a:rPr lang="en-US" altLang="zh-CN" sz="1800" b="1" i="1"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k</a:t>
            </a:r>
            <a:r>
              <a:rPr lang="zh-CN" altLang="en-US" sz="1800" b="1" i="1"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-1 </a:t>
            </a:r>
            <a:r>
              <a:rPr lang="zh-CN" altLang="en-US" sz="1800" b="1"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a:t>
            </a:r>
            <a:endParaRPr lang="en-US" altLang="zh-CN" sz="1800" b="1" dirty="0">
              <a:solidFill>
                <a:srgbClr val="008000"/>
              </a:solidFill>
              <a:latin typeface="Times New Roman" panose="02020603050405020304" pitchFamily="18" charset="0"/>
              <a:ea typeface="隶书" pitchFamily="49" charset="-122"/>
              <a:cs typeface="Times New Roman" panose="02020603050405020304" pitchFamily="18" charset="0"/>
            </a:endParaRPr>
          </a:p>
          <a:p>
            <a:pPr>
              <a:lnSpc>
                <a:spcPct val="120000"/>
              </a:lnSpc>
            </a:pPr>
            <a:r>
              <a:rPr lang="zh-CN" altLang="en-US" sz="2000" b="1" dirty="0">
                <a:solidFill>
                  <a:srgbClr val="008000"/>
                </a:solidFill>
                <a:latin typeface="Times New Roman" panose="02020603050405020304" pitchFamily="18" charset="0"/>
                <a:ea typeface="隶书" pitchFamily="49" charset="-122"/>
                <a:cs typeface="Times New Roman" panose="02020603050405020304" pitchFamily="18" charset="0"/>
              </a:rPr>
              <a:t>如何找到</a:t>
            </a:r>
            <a:r>
              <a:rPr lang="en-US" altLang="zh-CN" sz="2000" b="1" dirty="0">
                <a:solidFill>
                  <a:srgbClr val="FF0000"/>
                </a:solidFill>
                <a:latin typeface="Times New Roman" panose="02020603050405020304" pitchFamily="18" charset="0"/>
                <a:ea typeface="隶书" pitchFamily="49" charset="-122"/>
                <a:cs typeface="Times New Roman" panose="02020603050405020304" pitchFamily="18" charset="0"/>
              </a:rPr>
              <a:t>L</a:t>
            </a:r>
            <a:r>
              <a:rPr lang="en-US" altLang="zh-CN" sz="2000" b="1" i="1"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k</a:t>
            </a:r>
            <a:r>
              <a:rPr lang="zh-CN" altLang="en-US" sz="2000" b="1" i="1"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-1</a:t>
            </a:r>
            <a:r>
              <a:rPr lang="zh-CN" altLang="en-US" sz="2000" b="1"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b="1" dirty="0">
                <a:solidFill>
                  <a:srgbClr val="008000"/>
                </a:solidFill>
                <a:latin typeface="Times New Roman" panose="02020603050405020304" pitchFamily="18" charset="0"/>
                <a:ea typeface="隶书" pitchFamily="49" charset="-122"/>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lvl="1" eaLnBrk="1" hangingPunct="1">
              <a:lnSpc>
                <a:spcPct val="120000"/>
              </a:lnSpc>
            </a:pPr>
            <a:r>
              <a:rPr lang="zh-CN" altLang="en-US" sz="1800" b="1" dirty="0">
                <a:latin typeface="Times New Roman" panose="02020603050405020304" pitchFamily="18" charset="0"/>
                <a:cs typeface="Times New Roman" panose="02020603050405020304" pitchFamily="18" charset="0"/>
              </a:rPr>
              <a:t>利用栈</a:t>
            </a:r>
          </a:p>
          <a:p>
            <a:pPr>
              <a:lnSpc>
                <a:spcPct val="120000"/>
              </a:lnSpc>
              <a:buFont typeface="Wingdings" panose="05000000000000000000" pitchFamily="2" charset="2"/>
              <a:buNone/>
            </a:pPr>
            <a:endParaRPr lang="zh-CN" altLang="en-US" sz="2000" b="1" dirty="0">
              <a:latin typeface="Times New Roman" panose="02020603050405020304" pitchFamily="18" charset="0"/>
              <a:cs typeface="Times New Roman" panose="02020603050405020304" pitchFamily="18" charset="0"/>
            </a:endParaRPr>
          </a:p>
        </p:txBody>
      </p:sp>
      <p:cxnSp>
        <p:nvCxnSpPr>
          <p:cNvPr id="4" name="直接箭头连接符 3"/>
          <p:cNvCxnSpPr>
            <a:cxnSpLocks/>
          </p:cNvCxnSpPr>
          <p:nvPr/>
        </p:nvCxnSpPr>
        <p:spPr>
          <a:xfrm flipH="1">
            <a:off x="5486212" y="1442636"/>
            <a:ext cx="4497850" cy="3023630"/>
          </a:xfrm>
          <a:prstGeom prst="straightConnector1">
            <a:avLst/>
          </a:prstGeom>
          <a:ln w="19050">
            <a:solidFill>
              <a:srgbClr val="00B0F0"/>
            </a:solidFill>
            <a:prstDash val="lgDash"/>
            <a:tailEnd type="arrow" w="lg" len="lg"/>
          </a:ln>
        </p:spPr>
        <p:style>
          <a:lnRef idx="1">
            <a:schemeClr val="dk1"/>
          </a:lnRef>
          <a:fillRef idx="0">
            <a:schemeClr val="dk1"/>
          </a:fillRef>
          <a:effectRef idx="0">
            <a:schemeClr val="dk1"/>
          </a:effectRef>
          <a:fontRef idx="minor">
            <a:schemeClr val="tx1"/>
          </a:fontRef>
        </p:style>
      </p:cxnSp>
      <p:cxnSp>
        <p:nvCxnSpPr>
          <p:cNvPr id="16" name="直接箭头连接符 15"/>
          <p:cNvCxnSpPr>
            <a:cxnSpLocks/>
          </p:cNvCxnSpPr>
          <p:nvPr/>
        </p:nvCxnSpPr>
        <p:spPr>
          <a:xfrm>
            <a:off x="5476205" y="4536717"/>
            <a:ext cx="888921" cy="605045"/>
          </a:xfrm>
          <a:prstGeom prst="straightConnector1">
            <a:avLst/>
          </a:prstGeom>
          <a:ln w="19050">
            <a:solidFill>
              <a:srgbClr val="00B0F0"/>
            </a:solidFill>
            <a:prstDash val="lgDash"/>
            <a:tailEnd type="arrow" w="lg" len="lg"/>
          </a:ln>
        </p:spPr>
        <p:style>
          <a:lnRef idx="1">
            <a:schemeClr val="dk1"/>
          </a:lnRef>
          <a:fillRef idx="0">
            <a:schemeClr val="dk1"/>
          </a:fillRef>
          <a:effectRef idx="0">
            <a:schemeClr val="dk1"/>
          </a:effectRef>
          <a:fontRef idx="minor">
            <a:schemeClr val="tx1"/>
          </a:fontRef>
        </p:style>
      </p:cxnSp>
      <p:cxnSp>
        <p:nvCxnSpPr>
          <p:cNvPr id="20" name="直接箭头连接符 19"/>
          <p:cNvCxnSpPr>
            <a:cxnSpLocks/>
          </p:cNvCxnSpPr>
          <p:nvPr/>
        </p:nvCxnSpPr>
        <p:spPr>
          <a:xfrm flipH="1">
            <a:off x="6081775" y="5144668"/>
            <a:ext cx="296143" cy="692490"/>
          </a:xfrm>
          <a:prstGeom prst="straightConnector1">
            <a:avLst/>
          </a:prstGeom>
          <a:ln w="19050">
            <a:solidFill>
              <a:srgbClr val="00B0F0"/>
            </a:solidFill>
            <a:prstDash val="lgDash"/>
            <a:tailEnd type="arrow" w="lg" len="lg"/>
          </a:ln>
        </p:spPr>
        <p:style>
          <a:lnRef idx="1">
            <a:schemeClr val="dk1"/>
          </a:lnRef>
          <a:fillRef idx="0">
            <a:schemeClr val="dk1"/>
          </a:fillRef>
          <a:effectRef idx="0">
            <a:schemeClr val="dk1"/>
          </a:effectRef>
          <a:fontRef idx="minor">
            <a:schemeClr val="tx1"/>
          </a:fontRef>
        </p:style>
      </p:cxnSp>
      <p:grpSp>
        <p:nvGrpSpPr>
          <p:cNvPr id="61448" name="组合 61447">
            <a:extLst>
              <a:ext uri="{FF2B5EF4-FFF2-40B4-BE49-F238E27FC236}">
                <a16:creationId xmlns:a16="http://schemas.microsoft.com/office/drawing/2014/main" id="{8A680E6A-3A3B-40DB-BBBE-311640D75076}"/>
              </a:ext>
            </a:extLst>
          </p:cNvPr>
          <p:cNvGrpSpPr/>
          <p:nvPr/>
        </p:nvGrpSpPr>
        <p:grpSpPr>
          <a:xfrm>
            <a:off x="5757106" y="935672"/>
            <a:ext cx="6004650" cy="4986655"/>
            <a:chOff x="5975315" y="524786"/>
            <a:chExt cx="6004650" cy="4986655"/>
          </a:xfrm>
        </p:grpSpPr>
        <p:cxnSp>
          <p:nvCxnSpPr>
            <p:cNvPr id="65" name="直接连接符 64">
              <a:extLst>
                <a:ext uri="{FF2B5EF4-FFF2-40B4-BE49-F238E27FC236}">
                  <a16:creationId xmlns:a16="http://schemas.microsoft.com/office/drawing/2014/main" id="{4CF9C998-4445-4949-979F-8B04BC1D8285}"/>
                </a:ext>
              </a:extLst>
            </p:cNvPr>
            <p:cNvCxnSpPr>
              <a:cxnSpLocks/>
            </p:cNvCxnSpPr>
            <p:nvPr/>
          </p:nvCxnSpPr>
          <p:spPr>
            <a:xfrm flipH="1">
              <a:off x="6212768" y="3633833"/>
              <a:ext cx="766719" cy="487021"/>
            </a:xfrm>
            <a:prstGeom prst="line">
              <a:avLst/>
            </a:prstGeom>
            <a:ln w="19050">
              <a:solidFill>
                <a:schemeClr val="accent6">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75024D61-A5C0-418F-A9C7-4D6A706C9A36}"/>
                </a:ext>
              </a:extLst>
            </p:cNvPr>
            <p:cNvCxnSpPr>
              <a:cxnSpLocks/>
            </p:cNvCxnSpPr>
            <p:nvPr/>
          </p:nvCxnSpPr>
          <p:spPr>
            <a:xfrm>
              <a:off x="6981287" y="3608977"/>
              <a:ext cx="658662" cy="471876"/>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1A7D7CA-C829-4788-8036-0B0F2E837537}"/>
                </a:ext>
              </a:extLst>
            </p:cNvPr>
            <p:cNvCxnSpPr>
              <a:cxnSpLocks/>
            </p:cNvCxnSpPr>
            <p:nvPr/>
          </p:nvCxnSpPr>
          <p:spPr>
            <a:xfrm>
              <a:off x="8186192" y="2790033"/>
              <a:ext cx="659188" cy="501097"/>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62B1AA19-A0E8-4C20-977B-7D034AD834D4}"/>
                </a:ext>
              </a:extLst>
            </p:cNvPr>
            <p:cNvCxnSpPr>
              <a:cxnSpLocks/>
            </p:cNvCxnSpPr>
            <p:nvPr/>
          </p:nvCxnSpPr>
          <p:spPr>
            <a:xfrm>
              <a:off x="9374974" y="1960936"/>
              <a:ext cx="659188" cy="501097"/>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5AC65563-05AF-4873-B520-016529433437}"/>
                </a:ext>
              </a:extLst>
            </p:cNvPr>
            <p:cNvCxnSpPr>
              <a:cxnSpLocks/>
            </p:cNvCxnSpPr>
            <p:nvPr/>
          </p:nvCxnSpPr>
          <p:spPr>
            <a:xfrm flipH="1">
              <a:off x="6981287" y="2797317"/>
              <a:ext cx="1207718" cy="826599"/>
            </a:xfrm>
            <a:prstGeom prst="line">
              <a:avLst/>
            </a:prstGeom>
            <a:ln w="19050">
              <a:solidFill>
                <a:schemeClr val="accent6">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A443771-F9B5-489E-B085-2C4C68FDEFA2}"/>
                </a:ext>
              </a:extLst>
            </p:cNvPr>
            <p:cNvCxnSpPr>
              <a:cxnSpLocks/>
            </p:cNvCxnSpPr>
            <p:nvPr/>
          </p:nvCxnSpPr>
          <p:spPr>
            <a:xfrm>
              <a:off x="10402540" y="1364548"/>
              <a:ext cx="951314" cy="593799"/>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BCA7A1A-649B-4258-A34E-E1F470827D95}"/>
                </a:ext>
              </a:extLst>
            </p:cNvPr>
            <p:cNvCxnSpPr>
              <a:cxnSpLocks/>
            </p:cNvCxnSpPr>
            <p:nvPr/>
          </p:nvCxnSpPr>
          <p:spPr>
            <a:xfrm flipH="1">
              <a:off x="8189004" y="1978002"/>
              <a:ext cx="1148491" cy="819315"/>
            </a:xfrm>
            <a:prstGeom prst="line">
              <a:avLst/>
            </a:prstGeom>
            <a:ln w="19050">
              <a:solidFill>
                <a:schemeClr val="accent6">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E05D28D-EBBC-4395-ADE3-735B877E794F}"/>
                </a:ext>
              </a:extLst>
            </p:cNvPr>
            <p:cNvCxnSpPr/>
            <p:nvPr/>
          </p:nvCxnSpPr>
          <p:spPr>
            <a:xfrm flipH="1">
              <a:off x="9370138" y="1331662"/>
              <a:ext cx="1033509" cy="636106"/>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椭圆 1">
              <a:extLst>
                <a:ext uri="{FF2B5EF4-FFF2-40B4-BE49-F238E27FC236}">
                  <a16:creationId xmlns:a16="http://schemas.microsoft.com/office/drawing/2014/main" id="{49FA3F6D-E75D-4004-AF9B-9AA640F8C3CB}"/>
                </a:ext>
              </a:extLst>
            </p:cNvPr>
            <p:cNvSpPr/>
            <p:nvPr/>
          </p:nvSpPr>
          <p:spPr>
            <a:xfrm>
              <a:off x="10156931" y="1123813"/>
              <a:ext cx="459059" cy="43241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rPr>
                <a:t>根</a:t>
              </a:r>
            </a:p>
          </p:txBody>
        </p:sp>
        <p:sp>
          <p:nvSpPr>
            <p:cNvPr id="13" name="椭圆 12">
              <a:extLst>
                <a:ext uri="{FF2B5EF4-FFF2-40B4-BE49-F238E27FC236}">
                  <a16:creationId xmlns:a16="http://schemas.microsoft.com/office/drawing/2014/main" id="{3299B2B4-8734-4B6E-AA5D-5B3C28922F3E}"/>
                </a:ext>
              </a:extLst>
            </p:cNvPr>
            <p:cNvSpPr/>
            <p:nvPr/>
          </p:nvSpPr>
          <p:spPr>
            <a:xfrm>
              <a:off x="9128720" y="1747642"/>
              <a:ext cx="459059" cy="43241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L</a:t>
              </a:r>
              <a:r>
                <a:rPr lang="en-US" altLang="zh-CN" sz="2000" b="1" i="1" baseline="-25000" dirty="0">
                  <a:solidFill>
                    <a:srgbClr val="C00000"/>
                  </a:solidFill>
                  <a:latin typeface="Times New Roman" panose="02020603050405020304" pitchFamily="18" charset="0"/>
                  <a:cs typeface="Times New Roman" panose="02020603050405020304" pitchFamily="18" charset="0"/>
                </a:rPr>
                <a:t>1</a:t>
              </a:r>
              <a:endParaRPr lang="zh-CN" altLang="en-US" sz="2000" b="1" i="1" baseline="-25000" dirty="0">
                <a:solidFill>
                  <a:srgbClr val="C00000"/>
                </a:solidFill>
                <a:latin typeface="Times New Roman" panose="02020603050405020304" pitchFamily="18" charset="0"/>
                <a:cs typeface="Times New Roman" panose="02020603050405020304" pitchFamily="18" charset="0"/>
              </a:endParaRPr>
            </a:p>
          </p:txBody>
        </p:sp>
        <p:grpSp>
          <p:nvGrpSpPr>
            <p:cNvPr id="17" name="组合 16">
              <a:extLst>
                <a:ext uri="{FF2B5EF4-FFF2-40B4-BE49-F238E27FC236}">
                  <a16:creationId xmlns:a16="http://schemas.microsoft.com/office/drawing/2014/main" id="{86DFF92F-5E8C-4409-AAB7-9360B538606D}"/>
                </a:ext>
              </a:extLst>
            </p:cNvPr>
            <p:cNvGrpSpPr/>
            <p:nvPr/>
          </p:nvGrpSpPr>
          <p:grpSpPr>
            <a:xfrm>
              <a:off x="9465870" y="2249749"/>
              <a:ext cx="1134130" cy="2428200"/>
              <a:chOff x="9785688" y="1607520"/>
              <a:chExt cx="978339" cy="2212867"/>
            </a:xfrm>
          </p:grpSpPr>
          <p:sp>
            <p:nvSpPr>
              <p:cNvPr id="18" name="等腰三角形 17">
                <a:extLst>
                  <a:ext uri="{FF2B5EF4-FFF2-40B4-BE49-F238E27FC236}">
                    <a16:creationId xmlns:a16="http://schemas.microsoft.com/office/drawing/2014/main" id="{7E59258B-30A6-4719-9C42-E67F6C983CC8}"/>
                  </a:ext>
                </a:extLst>
              </p:cNvPr>
              <p:cNvSpPr/>
              <p:nvPr/>
            </p:nvSpPr>
            <p:spPr>
              <a:xfrm>
                <a:off x="9785688" y="1703708"/>
                <a:ext cx="978339" cy="2116679"/>
              </a:xfrm>
              <a:prstGeom prst="triangl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19" name="椭圆 18">
                <a:extLst>
                  <a:ext uri="{FF2B5EF4-FFF2-40B4-BE49-F238E27FC236}">
                    <a16:creationId xmlns:a16="http://schemas.microsoft.com/office/drawing/2014/main" id="{24C0B0C1-A3B7-4A2B-931E-1EB0E870731F}"/>
                  </a:ext>
                </a:extLst>
              </p:cNvPr>
              <p:cNvSpPr/>
              <p:nvPr/>
            </p:nvSpPr>
            <p:spPr>
              <a:xfrm>
                <a:off x="10066287" y="1607520"/>
                <a:ext cx="396000" cy="394064"/>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R</a:t>
                </a:r>
                <a:r>
                  <a:rPr lang="en-US" altLang="zh-CN" sz="2000" b="1" i="1" baseline="-25000" dirty="0">
                    <a:solidFill>
                      <a:srgbClr val="C00000"/>
                    </a:solidFill>
                    <a:latin typeface="Times New Roman" panose="02020603050405020304" pitchFamily="18" charset="0"/>
                    <a:cs typeface="Times New Roman" panose="02020603050405020304" pitchFamily="18" charset="0"/>
                  </a:rPr>
                  <a:t>2</a:t>
                </a:r>
                <a:endParaRPr lang="zh-CN" altLang="en-US" sz="2000" b="1" i="1" baseline="-25000" dirty="0">
                  <a:solidFill>
                    <a:srgbClr val="C00000"/>
                  </a:solidFill>
                  <a:latin typeface="Times New Roman" panose="02020603050405020304" pitchFamily="18" charset="0"/>
                  <a:cs typeface="Times New Roman" panose="02020603050405020304" pitchFamily="18" charset="0"/>
                </a:endParaRPr>
              </a:p>
            </p:txBody>
          </p:sp>
        </p:grpSp>
        <p:sp>
          <p:nvSpPr>
            <p:cNvPr id="21" name="椭圆 20">
              <a:extLst>
                <a:ext uri="{FF2B5EF4-FFF2-40B4-BE49-F238E27FC236}">
                  <a16:creationId xmlns:a16="http://schemas.microsoft.com/office/drawing/2014/main" id="{73CB05B9-522C-4174-A906-00ACC198DF0B}"/>
                </a:ext>
              </a:extLst>
            </p:cNvPr>
            <p:cNvSpPr/>
            <p:nvPr/>
          </p:nvSpPr>
          <p:spPr>
            <a:xfrm>
              <a:off x="7959475" y="2581112"/>
              <a:ext cx="459059" cy="43241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L</a:t>
              </a:r>
              <a:r>
                <a:rPr lang="en-US" altLang="zh-CN" sz="2000" b="1" i="1" baseline="-25000" dirty="0">
                  <a:solidFill>
                    <a:srgbClr val="C00000"/>
                  </a:solidFill>
                  <a:latin typeface="Times New Roman" panose="02020603050405020304" pitchFamily="18" charset="0"/>
                  <a:cs typeface="Times New Roman" panose="02020603050405020304" pitchFamily="18" charset="0"/>
                </a:rPr>
                <a:t>i</a:t>
              </a:r>
              <a:endParaRPr lang="zh-CN" altLang="en-US" sz="2000" b="1" i="1" baseline="-25000" dirty="0">
                <a:solidFill>
                  <a:srgbClr val="C00000"/>
                </a:solidFill>
                <a:latin typeface="Times New Roman" panose="02020603050405020304" pitchFamily="18" charset="0"/>
                <a:cs typeface="Times New Roman" panose="02020603050405020304" pitchFamily="18" charset="0"/>
              </a:endParaRPr>
            </a:p>
          </p:txBody>
        </p:sp>
        <p:grpSp>
          <p:nvGrpSpPr>
            <p:cNvPr id="25" name="组合 24">
              <a:extLst>
                <a:ext uri="{FF2B5EF4-FFF2-40B4-BE49-F238E27FC236}">
                  <a16:creationId xmlns:a16="http://schemas.microsoft.com/office/drawing/2014/main" id="{27F8DE28-DA51-4180-83C6-2FA129FD7ADA}"/>
                </a:ext>
              </a:extLst>
            </p:cNvPr>
            <p:cNvGrpSpPr/>
            <p:nvPr/>
          </p:nvGrpSpPr>
          <p:grpSpPr>
            <a:xfrm>
              <a:off x="8242430" y="2981367"/>
              <a:ext cx="1260920" cy="2020265"/>
              <a:chOff x="9735338" y="1566547"/>
              <a:chExt cx="1087712" cy="1841108"/>
            </a:xfrm>
          </p:grpSpPr>
          <p:sp>
            <p:nvSpPr>
              <p:cNvPr id="26" name="等腰三角形 25">
                <a:extLst>
                  <a:ext uri="{FF2B5EF4-FFF2-40B4-BE49-F238E27FC236}">
                    <a16:creationId xmlns:a16="http://schemas.microsoft.com/office/drawing/2014/main" id="{FF3E6C62-A466-4A01-9FC5-8B0AB5D9E046}"/>
                  </a:ext>
                </a:extLst>
              </p:cNvPr>
              <p:cNvSpPr/>
              <p:nvPr/>
            </p:nvSpPr>
            <p:spPr>
              <a:xfrm>
                <a:off x="9735338" y="1703708"/>
                <a:ext cx="1087712" cy="1703947"/>
              </a:xfrm>
              <a:prstGeom prst="triangl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27" name="椭圆 26">
                <a:extLst>
                  <a:ext uri="{FF2B5EF4-FFF2-40B4-BE49-F238E27FC236}">
                    <a16:creationId xmlns:a16="http://schemas.microsoft.com/office/drawing/2014/main" id="{F09FC6B8-2F70-426E-90E0-D6D92D2E9415}"/>
                  </a:ext>
                </a:extLst>
              </p:cNvPr>
              <p:cNvSpPr/>
              <p:nvPr/>
            </p:nvSpPr>
            <p:spPr>
              <a:xfrm>
                <a:off x="10066286" y="1566547"/>
                <a:ext cx="417485" cy="435037"/>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spc="-300" dirty="0">
                    <a:solidFill>
                      <a:srgbClr val="C00000"/>
                    </a:solidFill>
                    <a:latin typeface="Times New Roman" panose="02020603050405020304" pitchFamily="18" charset="0"/>
                    <a:cs typeface="Times New Roman" panose="02020603050405020304" pitchFamily="18" charset="0"/>
                  </a:rPr>
                  <a:t>R</a:t>
                </a:r>
                <a:r>
                  <a:rPr lang="en-US" altLang="zh-CN" sz="2000" b="1" i="1" spc="-300" baseline="-25000" dirty="0">
                    <a:solidFill>
                      <a:srgbClr val="C00000"/>
                    </a:solidFill>
                    <a:latin typeface="Times New Roman" panose="02020603050405020304" pitchFamily="18" charset="0"/>
                    <a:cs typeface="Times New Roman" panose="02020603050405020304" pitchFamily="18" charset="0"/>
                  </a:rPr>
                  <a:t>i+1</a:t>
                </a:r>
                <a:endParaRPr lang="zh-CN" altLang="en-US" sz="2000" b="1" i="1" spc="-300" baseline="-25000" dirty="0">
                  <a:solidFill>
                    <a:srgbClr val="C00000"/>
                  </a:solidFill>
                  <a:latin typeface="Times New Roman" panose="02020603050405020304" pitchFamily="18" charset="0"/>
                  <a:cs typeface="Times New Roman" panose="02020603050405020304" pitchFamily="18" charset="0"/>
                </a:endParaRPr>
              </a:p>
            </p:txBody>
          </p:sp>
        </p:grpSp>
        <p:grpSp>
          <p:nvGrpSpPr>
            <p:cNvPr id="28" name="组合 27">
              <a:extLst>
                <a:ext uri="{FF2B5EF4-FFF2-40B4-BE49-F238E27FC236}">
                  <a16:creationId xmlns:a16="http://schemas.microsoft.com/office/drawing/2014/main" id="{329FFD05-5931-4FB7-851C-D7FCE8770EA8}"/>
                </a:ext>
              </a:extLst>
            </p:cNvPr>
            <p:cNvGrpSpPr/>
            <p:nvPr/>
          </p:nvGrpSpPr>
          <p:grpSpPr>
            <a:xfrm>
              <a:off x="10710621" y="1747642"/>
              <a:ext cx="1269344" cy="2597454"/>
              <a:chOff x="9709411" y="1607520"/>
              <a:chExt cx="1094979" cy="2367111"/>
            </a:xfrm>
          </p:grpSpPr>
          <p:sp>
            <p:nvSpPr>
              <p:cNvPr id="29" name="等腰三角形 28">
                <a:extLst>
                  <a:ext uri="{FF2B5EF4-FFF2-40B4-BE49-F238E27FC236}">
                    <a16:creationId xmlns:a16="http://schemas.microsoft.com/office/drawing/2014/main" id="{2C9BA748-CAFE-45FF-A1D0-C30346E58EDE}"/>
                  </a:ext>
                </a:extLst>
              </p:cNvPr>
              <p:cNvSpPr/>
              <p:nvPr/>
            </p:nvSpPr>
            <p:spPr>
              <a:xfrm>
                <a:off x="9709411" y="1703708"/>
                <a:ext cx="1094979" cy="2270923"/>
              </a:xfrm>
              <a:prstGeom prst="triangl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30" name="椭圆 29">
                <a:extLst>
                  <a:ext uri="{FF2B5EF4-FFF2-40B4-BE49-F238E27FC236}">
                    <a16:creationId xmlns:a16="http://schemas.microsoft.com/office/drawing/2014/main" id="{6FB07ACF-9FDE-409C-9E47-11E9ECC529D0}"/>
                  </a:ext>
                </a:extLst>
              </p:cNvPr>
              <p:cNvSpPr/>
              <p:nvPr/>
            </p:nvSpPr>
            <p:spPr>
              <a:xfrm>
                <a:off x="10066287" y="1607520"/>
                <a:ext cx="396000" cy="394064"/>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R</a:t>
                </a:r>
                <a:r>
                  <a:rPr lang="en-US" altLang="zh-CN" sz="2000" b="1" i="1" baseline="-25000" dirty="0">
                    <a:solidFill>
                      <a:srgbClr val="C00000"/>
                    </a:solidFill>
                    <a:latin typeface="Times New Roman" panose="02020603050405020304" pitchFamily="18" charset="0"/>
                    <a:cs typeface="Times New Roman" panose="02020603050405020304" pitchFamily="18" charset="0"/>
                  </a:rPr>
                  <a:t>1</a:t>
                </a:r>
                <a:endParaRPr lang="zh-CN" altLang="en-US" sz="2000" b="1" i="1" baseline="-25000" dirty="0">
                  <a:solidFill>
                    <a:srgbClr val="C00000"/>
                  </a:solidFill>
                  <a:latin typeface="Times New Roman" panose="02020603050405020304" pitchFamily="18" charset="0"/>
                  <a:cs typeface="Times New Roman" panose="02020603050405020304" pitchFamily="18" charset="0"/>
                </a:endParaRPr>
              </a:p>
            </p:txBody>
          </p:sp>
        </p:grpSp>
        <p:sp>
          <p:nvSpPr>
            <p:cNvPr id="31" name="椭圆 30">
              <a:extLst>
                <a:ext uri="{FF2B5EF4-FFF2-40B4-BE49-F238E27FC236}">
                  <a16:creationId xmlns:a16="http://schemas.microsoft.com/office/drawing/2014/main" id="{28B75EFB-0602-4FAB-A2BF-163EA90DC8F4}"/>
                </a:ext>
              </a:extLst>
            </p:cNvPr>
            <p:cNvSpPr/>
            <p:nvPr/>
          </p:nvSpPr>
          <p:spPr>
            <a:xfrm>
              <a:off x="6743817" y="3413509"/>
              <a:ext cx="459059" cy="43241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spc="-300" dirty="0">
                  <a:solidFill>
                    <a:srgbClr val="C00000"/>
                  </a:solidFill>
                  <a:latin typeface="Times New Roman" panose="02020603050405020304" pitchFamily="18" charset="0"/>
                  <a:cs typeface="Times New Roman" panose="02020603050405020304" pitchFamily="18" charset="0"/>
                </a:rPr>
                <a:t>L</a:t>
              </a:r>
              <a:r>
                <a:rPr lang="en-US" altLang="zh-CN" sz="2000" b="1" i="1" spc="-300" baseline="-25000" dirty="0">
                  <a:solidFill>
                    <a:srgbClr val="C00000"/>
                  </a:solidFill>
                  <a:latin typeface="Times New Roman" panose="02020603050405020304" pitchFamily="18" charset="0"/>
                  <a:cs typeface="Times New Roman" panose="02020603050405020304" pitchFamily="18" charset="0"/>
                </a:rPr>
                <a:t>k-1</a:t>
              </a:r>
              <a:endParaRPr lang="zh-CN" altLang="en-US" sz="2000" b="1" i="1" spc="-300" baseline="-25000" dirty="0">
                <a:solidFill>
                  <a:srgbClr val="C00000"/>
                </a:solidFill>
                <a:latin typeface="Times New Roman" panose="02020603050405020304" pitchFamily="18" charset="0"/>
                <a:cs typeface="Times New Roman" panose="02020603050405020304" pitchFamily="18" charset="0"/>
              </a:endParaRPr>
            </a:p>
          </p:txBody>
        </p:sp>
        <p:grpSp>
          <p:nvGrpSpPr>
            <p:cNvPr id="32" name="组合 31">
              <a:extLst>
                <a:ext uri="{FF2B5EF4-FFF2-40B4-BE49-F238E27FC236}">
                  <a16:creationId xmlns:a16="http://schemas.microsoft.com/office/drawing/2014/main" id="{94053FA8-869F-4DA8-9ADC-44BFB92A689D}"/>
                </a:ext>
              </a:extLst>
            </p:cNvPr>
            <p:cNvGrpSpPr/>
            <p:nvPr/>
          </p:nvGrpSpPr>
          <p:grpSpPr>
            <a:xfrm>
              <a:off x="7269174" y="3917526"/>
              <a:ext cx="882357" cy="1373382"/>
              <a:chOff x="9887253" y="1607520"/>
              <a:chExt cx="761151" cy="1251590"/>
            </a:xfrm>
          </p:grpSpPr>
          <p:sp>
            <p:nvSpPr>
              <p:cNvPr id="33" name="等腰三角形 32">
                <a:extLst>
                  <a:ext uri="{FF2B5EF4-FFF2-40B4-BE49-F238E27FC236}">
                    <a16:creationId xmlns:a16="http://schemas.microsoft.com/office/drawing/2014/main" id="{9F4A8E3E-B353-49E4-9D26-17CD422241A5}"/>
                  </a:ext>
                </a:extLst>
              </p:cNvPr>
              <p:cNvSpPr/>
              <p:nvPr/>
            </p:nvSpPr>
            <p:spPr>
              <a:xfrm>
                <a:off x="9887253" y="1703708"/>
                <a:ext cx="761151" cy="1155402"/>
              </a:xfrm>
              <a:prstGeom prst="triangl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34" name="椭圆 33">
                <a:extLst>
                  <a:ext uri="{FF2B5EF4-FFF2-40B4-BE49-F238E27FC236}">
                    <a16:creationId xmlns:a16="http://schemas.microsoft.com/office/drawing/2014/main" id="{2C4D4567-519A-41A7-8170-DD8D0F27BFD4}"/>
                  </a:ext>
                </a:extLst>
              </p:cNvPr>
              <p:cNvSpPr/>
              <p:nvPr/>
            </p:nvSpPr>
            <p:spPr>
              <a:xfrm>
                <a:off x="10066287" y="1607520"/>
                <a:ext cx="396000" cy="394064"/>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spc="-300" dirty="0">
                    <a:solidFill>
                      <a:srgbClr val="C00000"/>
                    </a:solidFill>
                    <a:latin typeface="Times New Roman" panose="02020603050405020304" pitchFamily="18" charset="0"/>
                    <a:cs typeface="Times New Roman" panose="02020603050405020304" pitchFamily="18" charset="0"/>
                  </a:rPr>
                  <a:t>R</a:t>
                </a:r>
                <a:r>
                  <a:rPr lang="en-US" altLang="zh-CN" sz="2000" b="1" i="1" spc="-300" baseline="-25000" dirty="0">
                    <a:solidFill>
                      <a:srgbClr val="C00000"/>
                    </a:solidFill>
                    <a:latin typeface="Times New Roman" panose="02020603050405020304" pitchFamily="18" charset="0"/>
                    <a:cs typeface="Times New Roman" panose="02020603050405020304" pitchFamily="18" charset="0"/>
                  </a:rPr>
                  <a:t>k</a:t>
                </a:r>
                <a:r>
                  <a:rPr lang="en-US" altLang="zh-CN" b="1" spc="-300" baseline="-25000" dirty="0">
                    <a:solidFill>
                      <a:srgbClr val="C00000"/>
                    </a:solidFill>
                    <a:latin typeface="Times New Roman" panose="02020603050405020304" pitchFamily="18" charset="0"/>
                    <a:cs typeface="Times New Roman" panose="02020603050405020304" pitchFamily="18" charset="0"/>
                  </a:rPr>
                  <a:t>+</a:t>
                </a:r>
                <a:r>
                  <a:rPr lang="en-US" altLang="zh-CN" b="1" i="1" spc="-300" baseline="-25000" dirty="0">
                    <a:solidFill>
                      <a:srgbClr val="C00000"/>
                    </a:solidFill>
                    <a:latin typeface="Times New Roman" panose="02020603050405020304" pitchFamily="18" charset="0"/>
                    <a:cs typeface="Times New Roman" panose="02020603050405020304" pitchFamily="18" charset="0"/>
                  </a:rPr>
                  <a:t>1</a:t>
                </a:r>
                <a:endParaRPr lang="zh-CN" altLang="en-US" b="1" i="1" spc="-300" baseline="-25000" dirty="0">
                  <a:solidFill>
                    <a:srgbClr val="C00000"/>
                  </a:solidFill>
                  <a:latin typeface="Times New Roman" panose="02020603050405020304" pitchFamily="18" charset="0"/>
                  <a:cs typeface="Times New Roman" panose="02020603050405020304" pitchFamily="18" charset="0"/>
                </a:endParaRPr>
              </a:p>
            </p:txBody>
          </p:sp>
        </p:grpSp>
        <p:grpSp>
          <p:nvGrpSpPr>
            <p:cNvPr id="47" name="组合 46">
              <a:extLst>
                <a:ext uri="{FF2B5EF4-FFF2-40B4-BE49-F238E27FC236}">
                  <a16:creationId xmlns:a16="http://schemas.microsoft.com/office/drawing/2014/main" id="{FDCFC18E-9880-4CAE-807C-AB0BDB824BDF}"/>
                </a:ext>
              </a:extLst>
            </p:cNvPr>
            <p:cNvGrpSpPr/>
            <p:nvPr/>
          </p:nvGrpSpPr>
          <p:grpSpPr>
            <a:xfrm>
              <a:off x="10092861" y="524786"/>
              <a:ext cx="333396" cy="599027"/>
              <a:chOff x="10140826" y="551882"/>
              <a:chExt cx="287599" cy="545905"/>
            </a:xfrm>
          </p:grpSpPr>
          <p:cxnSp>
            <p:nvCxnSpPr>
              <p:cNvPr id="42" name="直接箭头连接符 41">
                <a:extLst>
                  <a:ext uri="{FF2B5EF4-FFF2-40B4-BE49-F238E27FC236}">
                    <a16:creationId xmlns:a16="http://schemas.microsoft.com/office/drawing/2014/main" id="{B1D574B8-987B-45C6-99E4-8279B32D7BC2}"/>
                  </a:ext>
                </a:extLst>
              </p:cNvPr>
              <p:cNvCxnSpPr>
                <a:cxnSpLocks/>
                <a:endCxn id="2" idx="0"/>
              </p:cNvCxnSpPr>
              <p:nvPr/>
            </p:nvCxnSpPr>
            <p:spPr>
              <a:xfrm>
                <a:off x="10394095" y="720436"/>
                <a:ext cx="0" cy="377351"/>
              </a:xfrm>
              <a:prstGeom prst="straightConnector1">
                <a:avLst/>
              </a:prstGeom>
              <a:ln w="3175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BD9411C3-F74B-443D-8F5E-2D4D0145787D}"/>
                  </a:ext>
                </a:extLst>
              </p:cNvPr>
              <p:cNvSpPr txBox="1"/>
              <p:nvPr/>
            </p:nvSpPr>
            <p:spPr>
              <a:xfrm>
                <a:off x="10140826" y="551882"/>
                <a:ext cx="287599" cy="369332"/>
              </a:xfrm>
              <a:prstGeom prst="rect">
                <a:avLst/>
              </a:prstGeom>
              <a:noFill/>
            </p:spPr>
            <p:txBody>
              <a:bodyPr wrap="square" lIns="0" tIns="0" rIns="0" bIns="0" rtlCol="0">
                <a:spAutoFit/>
              </a:bodyPr>
              <a:lstStyle/>
              <a:p>
                <a:pPr algn="ctr"/>
                <a:r>
                  <a:rPr lang="en-US" altLang="zh-CN" sz="24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endPar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cxnSp>
          <p:nvCxnSpPr>
            <p:cNvPr id="64" name="直接连接符 63">
              <a:extLst>
                <a:ext uri="{FF2B5EF4-FFF2-40B4-BE49-F238E27FC236}">
                  <a16:creationId xmlns:a16="http://schemas.microsoft.com/office/drawing/2014/main" id="{91AA93B6-1807-48D6-A4F5-EE29AFFEAD8E}"/>
                </a:ext>
              </a:extLst>
            </p:cNvPr>
            <p:cNvCxnSpPr>
              <a:cxnSpLocks/>
            </p:cNvCxnSpPr>
            <p:nvPr/>
          </p:nvCxnSpPr>
          <p:spPr>
            <a:xfrm>
              <a:off x="6212785" y="4108154"/>
              <a:ext cx="658662" cy="471876"/>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6" name="椭圆 65">
              <a:extLst>
                <a:ext uri="{FF2B5EF4-FFF2-40B4-BE49-F238E27FC236}">
                  <a16:creationId xmlns:a16="http://schemas.microsoft.com/office/drawing/2014/main" id="{43E730E0-D32A-4F3A-A1A5-55BB092DEC59}"/>
                </a:ext>
              </a:extLst>
            </p:cNvPr>
            <p:cNvSpPr/>
            <p:nvPr/>
          </p:nvSpPr>
          <p:spPr>
            <a:xfrm>
              <a:off x="5975315" y="3912686"/>
              <a:ext cx="459059" cy="43241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L</a:t>
              </a:r>
              <a:r>
                <a:rPr lang="en-US" altLang="zh-CN" sz="2000" b="1" i="1" baseline="-25000" dirty="0">
                  <a:solidFill>
                    <a:srgbClr val="C00000"/>
                  </a:solidFill>
                  <a:latin typeface="Times New Roman" panose="02020603050405020304" pitchFamily="18" charset="0"/>
                  <a:cs typeface="Times New Roman" panose="02020603050405020304" pitchFamily="18" charset="0"/>
                </a:rPr>
                <a:t>k</a:t>
              </a:r>
              <a:endParaRPr lang="zh-CN" altLang="en-US" sz="2000" b="1" i="1" baseline="-25000" dirty="0">
                <a:solidFill>
                  <a:srgbClr val="C00000"/>
                </a:solidFill>
                <a:latin typeface="Times New Roman" panose="02020603050405020304" pitchFamily="18" charset="0"/>
                <a:cs typeface="Times New Roman" panose="02020603050405020304" pitchFamily="18" charset="0"/>
              </a:endParaRPr>
            </a:p>
          </p:txBody>
        </p:sp>
        <p:grpSp>
          <p:nvGrpSpPr>
            <p:cNvPr id="67" name="组合 66">
              <a:extLst>
                <a:ext uri="{FF2B5EF4-FFF2-40B4-BE49-F238E27FC236}">
                  <a16:creationId xmlns:a16="http://schemas.microsoft.com/office/drawing/2014/main" id="{B4944F73-47C3-4EF1-8033-DEF6E46D97DF}"/>
                </a:ext>
              </a:extLst>
            </p:cNvPr>
            <p:cNvGrpSpPr/>
            <p:nvPr/>
          </p:nvGrpSpPr>
          <p:grpSpPr>
            <a:xfrm>
              <a:off x="6434374" y="4324456"/>
              <a:ext cx="882357" cy="1186985"/>
              <a:chOff x="9887253" y="1607520"/>
              <a:chExt cx="761151" cy="1081723"/>
            </a:xfrm>
          </p:grpSpPr>
          <p:sp>
            <p:nvSpPr>
              <p:cNvPr id="68" name="等腰三角形 67">
                <a:extLst>
                  <a:ext uri="{FF2B5EF4-FFF2-40B4-BE49-F238E27FC236}">
                    <a16:creationId xmlns:a16="http://schemas.microsoft.com/office/drawing/2014/main" id="{A8266C7F-40F4-4BED-8A8B-ED2B3C59F7B3}"/>
                  </a:ext>
                </a:extLst>
              </p:cNvPr>
              <p:cNvSpPr/>
              <p:nvPr/>
            </p:nvSpPr>
            <p:spPr>
              <a:xfrm>
                <a:off x="9887253" y="1703708"/>
                <a:ext cx="761151" cy="985535"/>
              </a:xfrm>
              <a:prstGeom prst="triangl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69" name="椭圆 68">
                <a:extLst>
                  <a:ext uri="{FF2B5EF4-FFF2-40B4-BE49-F238E27FC236}">
                    <a16:creationId xmlns:a16="http://schemas.microsoft.com/office/drawing/2014/main" id="{EA28F58D-B35D-4BFC-8E0C-2676D09591C8}"/>
                  </a:ext>
                </a:extLst>
              </p:cNvPr>
              <p:cNvSpPr/>
              <p:nvPr/>
            </p:nvSpPr>
            <p:spPr>
              <a:xfrm>
                <a:off x="10066287" y="1607520"/>
                <a:ext cx="396000" cy="394064"/>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bIns="36000" rtlCol="0" anchor="b" anchorCtr="1"/>
              <a:lstStyle/>
              <a:p>
                <a:pPr algn="ctr"/>
                <a:r>
                  <a:rPr lang="en-US" altLang="zh-CN" sz="2000" b="1" spc="-300" dirty="0">
                    <a:solidFill>
                      <a:srgbClr val="C00000"/>
                    </a:solidFill>
                    <a:latin typeface="Times New Roman" panose="02020603050405020304" pitchFamily="18" charset="0"/>
                    <a:cs typeface="Times New Roman" panose="02020603050405020304" pitchFamily="18" charset="0"/>
                  </a:rPr>
                  <a:t>R</a:t>
                </a:r>
                <a:r>
                  <a:rPr lang="en-US" altLang="zh-CN" sz="2000" b="1" i="1" spc="-300" baseline="-25000" dirty="0">
                    <a:solidFill>
                      <a:srgbClr val="C00000"/>
                    </a:solidFill>
                    <a:latin typeface="Times New Roman" panose="02020603050405020304" pitchFamily="18" charset="0"/>
                    <a:cs typeface="Times New Roman" panose="02020603050405020304" pitchFamily="18" charset="0"/>
                  </a:rPr>
                  <a:t>k</a:t>
                </a:r>
                <a:r>
                  <a:rPr lang="en-US" altLang="zh-CN" b="1" spc="-300" baseline="-25000" dirty="0">
                    <a:solidFill>
                      <a:srgbClr val="C00000"/>
                    </a:solidFill>
                    <a:latin typeface="Times New Roman" panose="02020603050405020304" pitchFamily="18" charset="0"/>
                    <a:cs typeface="Times New Roman" panose="02020603050405020304" pitchFamily="18" charset="0"/>
                  </a:rPr>
                  <a:t>+</a:t>
                </a:r>
                <a:r>
                  <a:rPr lang="en-US" altLang="zh-CN" b="1" i="1" spc="-300" baseline="-25000" dirty="0">
                    <a:solidFill>
                      <a:srgbClr val="C00000"/>
                    </a:solidFill>
                    <a:latin typeface="Times New Roman" panose="02020603050405020304" pitchFamily="18" charset="0"/>
                    <a:cs typeface="Times New Roman" panose="02020603050405020304" pitchFamily="18" charset="0"/>
                  </a:rPr>
                  <a:t>1</a:t>
                </a:r>
                <a:endParaRPr lang="zh-CN" altLang="en-US" b="1" i="1" spc="-300" baseline="-25000" dirty="0">
                  <a:solidFill>
                    <a:srgbClr val="C00000"/>
                  </a:solidFill>
                  <a:latin typeface="Times New Roman" panose="02020603050405020304" pitchFamily="18" charset="0"/>
                  <a:cs typeface="Times New Roman" panose="02020603050405020304" pitchFamily="18" charset="0"/>
                </a:endParaRPr>
              </a:p>
            </p:txBody>
          </p:sp>
        </p:grpSp>
      </p:grpSp>
      <p:sp>
        <p:nvSpPr>
          <p:cNvPr id="5" name="矩形 4"/>
          <p:cNvSpPr/>
          <p:nvPr/>
        </p:nvSpPr>
        <p:spPr>
          <a:xfrm>
            <a:off x="5759368" y="4310494"/>
            <a:ext cx="502940" cy="400110"/>
          </a:xfrm>
          <a:prstGeom prst="rect">
            <a:avLst/>
          </a:prstGeom>
        </p:spPr>
        <p:txBody>
          <a:bodyPr wrap="square">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L</a:t>
            </a:r>
            <a:r>
              <a:rPr lang="en-US" altLang="zh-CN" sz="2000" b="1" i="1" baseline="-25000" dirty="0">
                <a:solidFill>
                  <a:srgbClr val="FF0000"/>
                </a:solidFill>
                <a:latin typeface="Times New Roman" panose="02020603050405020304" pitchFamily="18" charset="0"/>
                <a:cs typeface="Times New Roman" panose="02020603050405020304" pitchFamily="18" charset="0"/>
              </a:rPr>
              <a:t>k</a:t>
            </a:r>
            <a:endParaRPr lang="zh-CN" altLang="en-US" sz="2000" b="1" i="1" dirty="0">
              <a:latin typeface="Times New Roman" panose="02020603050405020304" pitchFamily="18" charset="0"/>
              <a:cs typeface="Times New Roman" panose="02020603050405020304" pitchFamily="18" charset="0"/>
            </a:endParaRPr>
          </a:p>
        </p:txBody>
      </p:sp>
      <p:sp>
        <p:nvSpPr>
          <p:cNvPr id="6" name="矩形 5"/>
          <p:cNvSpPr/>
          <p:nvPr/>
        </p:nvSpPr>
        <p:spPr>
          <a:xfrm>
            <a:off x="6522681" y="3798487"/>
            <a:ext cx="575841" cy="400110"/>
          </a:xfrm>
          <a:prstGeom prst="rect">
            <a:avLst/>
          </a:prstGeom>
        </p:spPr>
        <p:txBody>
          <a:bodyPr wrap="square">
            <a:spAutoFit/>
          </a:bodyPr>
          <a:lstStyle/>
          <a:p>
            <a:r>
              <a:rPr lang="en-US" altLang="zh-CN" sz="2000" b="1" spc="-300" dirty="0">
                <a:solidFill>
                  <a:srgbClr val="FF0000"/>
                </a:solidFill>
                <a:latin typeface="Times New Roman" panose="02020603050405020304" pitchFamily="18" charset="0"/>
                <a:cs typeface="Times New Roman" panose="02020603050405020304" pitchFamily="18" charset="0"/>
              </a:rPr>
              <a:t>L</a:t>
            </a:r>
            <a:r>
              <a:rPr lang="en-US" altLang="zh-CN" sz="2000" b="1" i="1" spc="-300"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k-</a:t>
            </a:r>
            <a:r>
              <a:rPr lang="zh-CN" altLang="en-US" sz="2000" b="1" i="1" spc="-300" baseline="-250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1</a:t>
            </a:r>
            <a:endParaRPr lang="zh-CN" altLang="en-US" sz="2000" b="1" i="1" spc="-300" baseline="-25000" dirty="0">
              <a:solidFill>
                <a:srgbClr val="FF0000"/>
              </a:solidFill>
              <a:latin typeface="Times New Roman" panose="02020603050405020304" pitchFamily="18" charset="0"/>
              <a:cs typeface="Times New Roman" panose="02020603050405020304" pitchFamily="18" charset="0"/>
            </a:endParaRPr>
          </a:p>
        </p:txBody>
      </p:sp>
      <p:sp>
        <p:nvSpPr>
          <p:cNvPr id="3" name="椭圆 2">
            <a:extLst>
              <a:ext uri="{FF2B5EF4-FFF2-40B4-BE49-F238E27FC236}">
                <a16:creationId xmlns:a16="http://schemas.microsoft.com/office/drawing/2014/main" id="{D0C6CD94-A1E2-4FC8-B9E5-79C70964D020}"/>
              </a:ext>
            </a:extLst>
          </p:cNvPr>
          <p:cNvSpPr/>
          <p:nvPr/>
        </p:nvSpPr>
        <p:spPr>
          <a:xfrm>
            <a:off x="6174915" y="5766656"/>
            <a:ext cx="207543" cy="203796"/>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40000"/>
                  <a:lumOff val="60000"/>
                </a:schemeClr>
              </a:solidFill>
            </a:endParaRPr>
          </a:p>
        </p:txBody>
      </p:sp>
      <p:sp>
        <p:nvSpPr>
          <p:cNvPr id="45" name="矩形: 圆角 44">
            <a:extLst>
              <a:ext uri="{FF2B5EF4-FFF2-40B4-BE49-F238E27FC236}">
                <a16:creationId xmlns:a16="http://schemas.microsoft.com/office/drawing/2014/main" id="{3B13D7FB-9FE8-4BAF-8F8B-06702A74D338}"/>
              </a:ext>
            </a:extLst>
          </p:cNvPr>
          <p:cNvSpPr/>
          <p:nvPr/>
        </p:nvSpPr>
        <p:spPr>
          <a:xfrm>
            <a:off x="1403834" y="235829"/>
            <a:ext cx="5649277" cy="53626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6.4 </a:t>
            </a:r>
            <a:r>
              <a:rPr lang="zh-CN" altLang="en-US" sz="2400" b="1" dirty="0">
                <a:solidFill>
                  <a:srgbClr val="C00000"/>
                </a:solidFill>
                <a:effectLst>
                  <a:outerShdw blurRad="38100" dist="38100" dir="2700000" algn="tl">
                    <a:srgbClr val="000000">
                      <a:alpha val="43137"/>
                    </a:srgbClr>
                  </a:outerShdw>
                </a:effectLst>
              </a:rPr>
              <a:t> </a:t>
            </a:r>
            <a:r>
              <a:rPr lang="zh-CN" altLang="en-US" sz="2400" b="1" dirty="0">
                <a:solidFill>
                  <a:srgbClr val="002060"/>
                </a:solidFill>
                <a:effectLst>
                  <a:outerShdw blurRad="38100" dist="38100" dir="2700000" algn="tl">
                    <a:srgbClr val="000000">
                      <a:alpha val="43137"/>
                    </a:srgbClr>
                  </a:outerShdw>
                </a:effectLst>
              </a:rPr>
              <a:t>使用栈的中序非递归遍历（</a:t>
            </a:r>
            <a:r>
              <a:rPr lang="en-US" altLang="zh-CN" sz="2400" b="1" dirty="0">
                <a:solidFill>
                  <a:srgbClr val="002060"/>
                </a:solidFill>
                <a:effectLst>
                  <a:outerShdw blurRad="38100" dist="38100" dir="2700000" algn="tl">
                    <a:srgbClr val="000000">
                      <a:alpha val="43137"/>
                    </a:srgbClr>
                  </a:outerShdw>
                </a:effectLst>
              </a:rPr>
              <a:t>1</a:t>
            </a:r>
            <a:r>
              <a:rPr lang="zh-CN" altLang="en-US" sz="2400" b="1" dirty="0">
                <a:solidFill>
                  <a:srgbClr val="002060"/>
                </a:solidFill>
                <a:effectLst>
                  <a:outerShdw blurRad="38100" dist="38100" dir="2700000" algn="tl">
                    <a:srgbClr val="000000">
                      <a:alpha val="43137"/>
                    </a:srgbClr>
                  </a:outerShdw>
                </a:effectLst>
              </a:rPr>
              <a:t>）</a:t>
            </a:r>
          </a:p>
        </p:txBody>
      </p:sp>
      <p:sp>
        <p:nvSpPr>
          <p:cNvPr id="8" name="灯片编号占位符 1">
            <a:extLst>
              <a:ext uri="{FF2B5EF4-FFF2-40B4-BE49-F238E27FC236}">
                <a16:creationId xmlns:a16="http://schemas.microsoft.com/office/drawing/2014/main" id="{B505D8E3-73BA-80FF-0747-CEAAC771ADBE}"/>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Effect transition="in" filter="wipe(left)">
                                      <p:cBhvr>
                                        <p:cTn id="7" dur="500"/>
                                        <p:tgtEl>
                                          <p:spTgt spid="151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1555">
                                            <p:txEl>
                                              <p:pRg st="1" end="1"/>
                                            </p:txEl>
                                          </p:spTgt>
                                        </p:tgtEl>
                                        <p:attrNameLst>
                                          <p:attrName>style.visibility</p:attrName>
                                        </p:attrNameLst>
                                      </p:cBhvr>
                                      <p:to>
                                        <p:strVal val="visible"/>
                                      </p:to>
                                    </p:set>
                                    <p:animEffect transition="in" filter="wipe(left)">
                                      <p:cBhvr>
                                        <p:cTn id="12" dur="500"/>
                                        <p:tgtEl>
                                          <p:spTgt spid="151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1555">
                                            <p:txEl>
                                              <p:pRg st="2" end="2"/>
                                            </p:txEl>
                                          </p:spTgt>
                                        </p:tgtEl>
                                        <p:attrNameLst>
                                          <p:attrName>style.visibility</p:attrName>
                                        </p:attrNameLst>
                                      </p:cBhvr>
                                      <p:to>
                                        <p:strVal val="visible"/>
                                      </p:to>
                                    </p:set>
                                    <p:animEffect transition="in" filter="wipe(left)">
                                      <p:cBhvr>
                                        <p:cTn id="17" dur="1000"/>
                                        <p:tgtEl>
                                          <p:spTgt spid="151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2000"/>
                                        <p:tgtEl>
                                          <p:spTgt spid="4"/>
                                        </p:tgtEl>
                                      </p:cBhvr>
                                    </p:animEffect>
                                  </p:childTnLst>
                                </p:cTn>
                              </p:par>
                            </p:childTnLst>
                          </p:cTn>
                        </p:par>
                        <p:par>
                          <p:cTn id="23" fill="hold">
                            <p:stCondLst>
                              <p:cond delay="2000"/>
                            </p:stCondLst>
                            <p:childTnLst>
                              <p:par>
                                <p:cTn id="24" presetID="53" presetClass="entr" presetSubtype="16"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750" fill="hold"/>
                                        <p:tgtEl>
                                          <p:spTgt spid="5"/>
                                        </p:tgtEl>
                                        <p:attrNameLst>
                                          <p:attrName>ppt_w</p:attrName>
                                        </p:attrNameLst>
                                      </p:cBhvr>
                                      <p:tavLst>
                                        <p:tav tm="0">
                                          <p:val>
                                            <p:fltVal val="0"/>
                                          </p:val>
                                        </p:tav>
                                        <p:tav tm="100000">
                                          <p:val>
                                            <p:strVal val="#ppt_w"/>
                                          </p:val>
                                        </p:tav>
                                      </p:tavLst>
                                    </p:anim>
                                    <p:anim calcmode="lin" valueType="num">
                                      <p:cBhvr>
                                        <p:cTn id="27" dur="750" fill="hold"/>
                                        <p:tgtEl>
                                          <p:spTgt spid="5"/>
                                        </p:tgtEl>
                                        <p:attrNameLst>
                                          <p:attrName>ppt_h</p:attrName>
                                        </p:attrNameLst>
                                      </p:cBhvr>
                                      <p:tavLst>
                                        <p:tav tm="0">
                                          <p:val>
                                            <p:fltVal val="0"/>
                                          </p:val>
                                        </p:tav>
                                        <p:tav tm="100000">
                                          <p:val>
                                            <p:strVal val="#ppt_h"/>
                                          </p:val>
                                        </p:tav>
                                      </p:tavLst>
                                    </p:anim>
                                    <p:animEffect transition="in" filter="fade">
                                      <p:cBhvr>
                                        <p:cTn id="28" dur="750"/>
                                        <p:tgtEl>
                                          <p:spTgt spid="5"/>
                                        </p:tgtEl>
                                      </p:cBhvr>
                                    </p:animEffect>
                                  </p:childTnLst>
                                </p:cTn>
                              </p:par>
                            </p:childTnLst>
                          </p:cTn>
                        </p:par>
                        <p:par>
                          <p:cTn id="29" fill="hold">
                            <p:stCondLst>
                              <p:cond delay="2750"/>
                            </p:stCondLst>
                            <p:childTnLst>
                              <p:par>
                                <p:cTn id="30" presetID="6" presetClass="emph" presetSubtype="0" fill="hold" grpId="1" nodeType="afterEffect">
                                  <p:stCondLst>
                                    <p:cond delay="0"/>
                                  </p:stCondLst>
                                  <p:childTnLst>
                                    <p:animScale>
                                      <p:cBhvr>
                                        <p:cTn id="31" dur="1250" fill="hold"/>
                                        <p:tgtEl>
                                          <p:spTgt spid="5"/>
                                        </p:tgtEl>
                                      </p:cBhvr>
                                      <p:by x="150000" y="150000"/>
                                    </p:animScale>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1555">
                                            <p:txEl>
                                              <p:pRg st="3" end="3"/>
                                            </p:txEl>
                                          </p:spTgt>
                                        </p:tgtEl>
                                        <p:attrNameLst>
                                          <p:attrName>style.visibility</p:attrName>
                                        </p:attrNameLst>
                                      </p:cBhvr>
                                      <p:to>
                                        <p:strVal val="visible"/>
                                      </p:to>
                                    </p:set>
                                    <p:animEffect transition="in" filter="wipe(left)">
                                      <p:cBhvr>
                                        <p:cTn id="36" dur="1000"/>
                                        <p:tgtEl>
                                          <p:spTgt spid="151555">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51555">
                                            <p:txEl>
                                              <p:pRg st="4" end="4"/>
                                            </p:txEl>
                                          </p:spTgt>
                                        </p:tgtEl>
                                        <p:attrNameLst>
                                          <p:attrName>style.visibility</p:attrName>
                                        </p:attrNameLst>
                                      </p:cBhvr>
                                      <p:to>
                                        <p:strVal val="visible"/>
                                      </p:to>
                                    </p:set>
                                    <p:animEffect transition="in" filter="wipe(left)">
                                      <p:cBhvr>
                                        <p:cTn id="41" dur="1000"/>
                                        <p:tgtEl>
                                          <p:spTgt spid="151555">
                                            <p:txEl>
                                              <p:pRg st="4" end="4"/>
                                            </p:txEl>
                                          </p:spTgt>
                                        </p:tgtEl>
                                      </p:cBhvr>
                                    </p:animEffect>
                                  </p:childTnLst>
                                </p:cTn>
                              </p:par>
                              <p:par>
                                <p:cTn id="42" presetID="22" presetClass="entr" presetSubtype="1"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up)">
                                      <p:cBhvr>
                                        <p:cTn id="44" dur="125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up)">
                                      <p:cBhvr>
                                        <p:cTn id="49" dur="1000"/>
                                        <p:tgtEl>
                                          <p:spTgt spid="20"/>
                                        </p:tgtEl>
                                      </p:cBhvr>
                                    </p:animEffect>
                                  </p:childTnLst>
                                </p:cTn>
                              </p:par>
                            </p:childTnLst>
                          </p:cTn>
                        </p:par>
                        <p:par>
                          <p:cTn id="50" fill="hold">
                            <p:stCondLst>
                              <p:cond delay="1000"/>
                            </p:stCondLst>
                            <p:childTnLst>
                              <p:par>
                                <p:cTn id="51" presetID="16" presetClass="entr" presetSubtype="21" fill="hold" grpId="0" nodeType="after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barn(inVertical)">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51555">
                                            <p:txEl>
                                              <p:pRg st="5" end="5"/>
                                            </p:txEl>
                                          </p:spTgt>
                                        </p:tgtEl>
                                        <p:attrNameLst>
                                          <p:attrName>style.visibility</p:attrName>
                                        </p:attrNameLst>
                                      </p:cBhvr>
                                      <p:to>
                                        <p:strVal val="visible"/>
                                      </p:to>
                                    </p:set>
                                    <p:animEffect transition="in" filter="wipe(left)">
                                      <p:cBhvr>
                                        <p:cTn id="58" dur="1000"/>
                                        <p:tgtEl>
                                          <p:spTgt spid="151555">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left)">
                                      <p:cBhvr>
                                        <p:cTn id="63" dur="1000"/>
                                        <p:tgtEl>
                                          <p:spTgt spid="6"/>
                                        </p:tgtEl>
                                      </p:cBhvr>
                                    </p:animEffect>
                                  </p:childTnLst>
                                </p:cTn>
                              </p:par>
                            </p:childTnLst>
                          </p:cTn>
                        </p:par>
                        <p:par>
                          <p:cTn id="64" fill="hold">
                            <p:stCondLst>
                              <p:cond delay="1000"/>
                            </p:stCondLst>
                            <p:childTnLst>
                              <p:par>
                                <p:cTn id="65" presetID="6" presetClass="emph" presetSubtype="0" fill="hold" grpId="1" nodeType="afterEffect">
                                  <p:stCondLst>
                                    <p:cond delay="0"/>
                                  </p:stCondLst>
                                  <p:childTnLst>
                                    <p:animScale>
                                      <p:cBhvr>
                                        <p:cTn id="66" dur="1250" fill="hold"/>
                                        <p:tgtEl>
                                          <p:spTgt spid="6"/>
                                        </p:tgtEl>
                                      </p:cBhvr>
                                      <p:by x="150000" y="150000"/>
                                    </p:animScale>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51555">
                                            <p:txEl>
                                              <p:pRg st="6" end="6"/>
                                            </p:txEl>
                                          </p:spTgt>
                                        </p:tgtEl>
                                        <p:attrNameLst>
                                          <p:attrName>style.visibility</p:attrName>
                                        </p:attrNameLst>
                                      </p:cBhvr>
                                      <p:to>
                                        <p:strVal val="visible"/>
                                      </p:to>
                                    </p:set>
                                    <p:animEffect transition="in" filter="wipe(left)">
                                      <p:cBhvr>
                                        <p:cTn id="71" dur="1000"/>
                                        <p:tgtEl>
                                          <p:spTgt spid="151555">
                                            <p:txEl>
                                              <p:pRg st="6" end="6"/>
                                            </p:txEl>
                                          </p:spTgt>
                                        </p:tgtEl>
                                      </p:cBhvr>
                                    </p:animEffect>
                                  </p:childTnLst>
                                </p:cTn>
                              </p:par>
                            </p:childTnLst>
                          </p:cTn>
                        </p:par>
                        <p:par>
                          <p:cTn id="72" fill="hold">
                            <p:stCondLst>
                              <p:cond delay="1500"/>
                            </p:stCondLst>
                            <p:childTnLst>
                              <p:par>
                                <p:cTn id="73" presetID="22" presetClass="entr" presetSubtype="8" fill="hold" nodeType="afterEffect">
                                  <p:stCondLst>
                                    <p:cond delay="0"/>
                                  </p:stCondLst>
                                  <p:childTnLst>
                                    <p:set>
                                      <p:cBhvr>
                                        <p:cTn id="74" dur="1" fill="hold">
                                          <p:stCondLst>
                                            <p:cond delay="0"/>
                                          </p:stCondLst>
                                        </p:cTn>
                                        <p:tgtEl>
                                          <p:spTgt spid="151555">
                                            <p:txEl>
                                              <p:pRg st="7" end="7"/>
                                            </p:txEl>
                                          </p:spTgt>
                                        </p:tgtEl>
                                        <p:attrNameLst>
                                          <p:attrName>style.visibility</p:attrName>
                                        </p:attrNameLst>
                                      </p:cBhvr>
                                      <p:to>
                                        <p:strVal val="visible"/>
                                      </p:to>
                                    </p:set>
                                    <p:animEffect transition="in" filter="wipe(left)">
                                      <p:cBhvr>
                                        <p:cTn id="75" dur="1000"/>
                                        <p:tgtEl>
                                          <p:spTgt spid="151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EFE8E9F-C56C-4166-97DE-27743A559EEA}"/>
              </a:ext>
            </a:extLst>
          </p:cNvPr>
          <p:cNvSpPr txBox="1"/>
          <p:nvPr/>
        </p:nvSpPr>
        <p:spPr>
          <a:xfrm>
            <a:off x="219739" y="2201859"/>
            <a:ext cx="7791098" cy="4278094"/>
          </a:xfrm>
          <a:prstGeom prst="rect">
            <a:avLst/>
          </a:prstGeom>
          <a:solidFill>
            <a:schemeClr val="bg2"/>
          </a:solidFill>
          <a:ln w="12700">
            <a:solidFill>
              <a:schemeClr val="tx1"/>
            </a:solidFill>
          </a:ln>
        </p:spPr>
        <p:txBody>
          <a:bodyPr wrap="square">
            <a:spAutoFit/>
          </a:bodyPr>
          <a:lstStyle/>
          <a:p>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Status</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InOrderTraverse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Status</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(*Visit)(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TElemType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6.4</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。采用二叉链表存储结构，</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Visit</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是对数据元素操作的应用函数。</a:t>
            </a:r>
          </a:p>
          <a:p>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中序遍历二叉树</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T</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的非递归算法，对每个数据元素调用函数</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Visit</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p;</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Stack S =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InitStack</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(10, 5);  Push(S, 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根指针进栈</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while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StackEmpty</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(S))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遍历到栈空为止</a:t>
            </a:r>
            <a:endPar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while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(p =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GetTop</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(S)) </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Push(S, p-&gt;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lchild</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向左走到尽头</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p = Pop(S);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空指针退栈</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StackEmpty</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(S))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访问结点，向右一步</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p = Pop(S);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栈顶的指针退栈到</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p</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(!Visit(p-&gt;data))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ERROR;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访问</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结点</a:t>
            </a:r>
            <a:endPar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Push(S, p-&gt;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rchild</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P</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结点右指针入栈</a:t>
            </a:r>
            <a:endPar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OK;</a:t>
            </a:r>
          </a:p>
          <a:p>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p:txBody>
      </p:sp>
      <p:grpSp>
        <p:nvGrpSpPr>
          <p:cNvPr id="4" name="组合 3">
            <a:extLst>
              <a:ext uri="{FF2B5EF4-FFF2-40B4-BE49-F238E27FC236}">
                <a16:creationId xmlns:a16="http://schemas.microsoft.com/office/drawing/2014/main" id="{B82A740E-98EC-4A55-BB3F-382EFE99BF59}"/>
              </a:ext>
            </a:extLst>
          </p:cNvPr>
          <p:cNvGrpSpPr/>
          <p:nvPr/>
        </p:nvGrpSpPr>
        <p:grpSpPr>
          <a:xfrm>
            <a:off x="9527075" y="4558053"/>
            <a:ext cx="1019701" cy="2225224"/>
            <a:chOff x="9401517" y="4498790"/>
            <a:chExt cx="988383" cy="1966486"/>
          </a:xfrm>
        </p:grpSpPr>
        <p:sp>
          <p:nvSpPr>
            <p:cNvPr id="5" name="矩形 4">
              <a:extLst>
                <a:ext uri="{FF2B5EF4-FFF2-40B4-BE49-F238E27FC236}">
                  <a16:creationId xmlns:a16="http://schemas.microsoft.com/office/drawing/2014/main" id="{125D8DDC-3879-4330-A3F5-113A11E5E06C}"/>
                </a:ext>
              </a:extLst>
            </p:cNvPr>
            <p:cNvSpPr/>
            <p:nvPr/>
          </p:nvSpPr>
          <p:spPr>
            <a:xfrm>
              <a:off x="9401517" y="4500866"/>
              <a:ext cx="981428" cy="153367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829126FD-72D7-425E-8A53-0B1FE529B915}"/>
                </a:ext>
              </a:extLst>
            </p:cNvPr>
            <p:cNvGrpSpPr/>
            <p:nvPr/>
          </p:nvGrpSpPr>
          <p:grpSpPr>
            <a:xfrm>
              <a:off x="9401517" y="4498790"/>
              <a:ext cx="988383" cy="1966486"/>
              <a:chOff x="8639311" y="1265375"/>
              <a:chExt cx="988383" cy="1725259"/>
            </a:xfrm>
          </p:grpSpPr>
          <p:grpSp>
            <p:nvGrpSpPr>
              <p:cNvPr id="7" name="组合 6">
                <a:extLst>
                  <a:ext uri="{FF2B5EF4-FFF2-40B4-BE49-F238E27FC236}">
                    <a16:creationId xmlns:a16="http://schemas.microsoft.com/office/drawing/2014/main" id="{16851FBB-9AE7-4883-9746-E008DC257F95}"/>
                  </a:ext>
                </a:extLst>
              </p:cNvPr>
              <p:cNvGrpSpPr/>
              <p:nvPr/>
            </p:nvGrpSpPr>
            <p:grpSpPr>
              <a:xfrm>
                <a:off x="8639311" y="1265375"/>
                <a:ext cx="988383" cy="1336539"/>
                <a:chOff x="8639311" y="1265375"/>
                <a:chExt cx="988383" cy="1336539"/>
              </a:xfrm>
            </p:grpSpPr>
            <p:sp>
              <p:nvSpPr>
                <p:cNvPr id="9" name="Line 6">
                  <a:extLst>
                    <a:ext uri="{FF2B5EF4-FFF2-40B4-BE49-F238E27FC236}">
                      <a16:creationId xmlns:a16="http://schemas.microsoft.com/office/drawing/2014/main" id="{FBA80CA1-7137-4457-9A30-C73ADFFD790C}"/>
                    </a:ext>
                  </a:extLst>
                </p:cNvPr>
                <p:cNvSpPr>
                  <a:spLocks noChangeShapeType="1"/>
                </p:cNvSpPr>
                <p:nvPr/>
              </p:nvSpPr>
              <p:spPr bwMode="auto">
                <a:xfrm flipH="1">
                  <a:off x="8640898" y="1265375"/>
                  <a:ext cx="7515" cy="1336539"/>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7">
                  <a:extLst>
                    <a:ext uri="{FF2B5EF4-FFF2-40B4-BE49-F238E27FC236}">
                      <a16:creationId xmlns:a16="http://schemas.microsoft.com/office/drawing/2014/main" id="{95E1AE15-86B1-49BB-9668-884AA385A220}"/>
                    </a:ext>
                  </a:extLst>
                </p:cNvPr>
                <p:cNvSpPr>
                  <a:spLocks noChangeShapeType="1"/>
                </p:cNvSpPr>
                <p:nvPr/>
              </p:nvSpPr>
              <p:spPr bwMode="auto">
                <a:xfrm flipH="1">
                  <a:off x="9625747" y="1265376"/>
                  <a:ext cx="1947" cy="133565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8">
                  <a:extLst>
                    <a:ext uri="{FF2B5EF4-FFF2-40B4-BE49-F238E27FC236}">
                      <a16:creationId xmlns:a16="http://schemas.microsoft.com/office/drawing/2014/main" id="{A7D7CAAC-70F9-48EA-93BD-8D330B18E7C9}"/>
                    </a:ext>
                  </a:extLst>
                </p:cNvPr>
                <p:cNvSpPr>
                  <a:spLocks noChangeShapeType="1"/>
                </p:cNvSpPr>
                <p:nvPr/>
              </p:nvSpPr>
              <p:spPr bwMode="auto">
                <a:xfrm>
                  <a:off x="8639311" y="2590814"/>
                  <a:ext cx="981429"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文本框 3">
                <a:extLst>
                  <a:ext uri="{FF2B5EF4-FFF2-40B4-BE49-F238E27FC236}">
                    <a16:creationId xmlns:a16="http://schemas.microsoft.com/office/drawing/2014/main" id="{348D27D9-7C20-4A21-AF34-019850AFED96}"/>
                  </a:ext>
                </a:extLst>
              </p:cNvPr>
              <p:cNvSpPr txBox="1">
                <a:spLocks noChangeArrowheads="1"/>
              </p:cNvSpPr>
              <p:nvPr/>
            </p:nvSpPr>
            <p:spPr bwMode="auto">
              <a:xfrm>
                <a:off x="8801960" y="2585601"/>
                <a:ext cx="699230" cy="40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en-US" sz="2400" b="1" dirty="0">
                    <a:solidFill>
                      <a:srgbClr val="C00000"/>
                    </a:solidFill>
                  </a:rPr>
                  <a:t>栈</a:t>
                </a:r>
                <a:r>
                  <a:rPr lang="en-US" altLang="zh-CN" sz="2400" b="1" dirty="0">
                    <a:solidFill>
                      <a:srgbClr val="C00000"/>
                    </a:solidFill>
                  </a:rPr>
                  <a:t>S</a:t>
                </a:r>
                <a:endParaRPr lang="zh-CN" altLang="en-US" sz="2400" b="1" dirty="0">
                  <a:solidFill>
                    <a:srgbClr val="C00000"/>
                  </a:solidFill>
                </a:endParaRPr>
              </a:p>
            </p:txBody>
          </p:sp>
        </p:grpSp>
      </p:grpSp>
      <p:sp>
        <p:nvSpPr>
          <p:cNvPr id="12" name="文本框 74757">
            <a:extLst>
              <a:ext uri="{FF2B5EF4-FFF2-40B4-BE49-F238E27FC236}">
                <a16:creationId xmlns:a16="http://schemas.microsoft.com/office/drawing/2014/main" id="{3C37F8A3-61BD-4178-8DE8-CE017C619FD3}"/>
              </a:ext>
            </a:extLst>
          </p:cNvPr>
          <p:cNvSpPr txBox="1">
            <a:spLocks noChangeArrowheads="1"/>
          </p:cNvSpPr>
          <p:nvPr/>
        </p:nvSpPr>
        <p:spPr bwMode="auto">
          <a:xfrm>
            <a:off x="7917711" y="490981"/>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en-US" sz="2400" b="1" dirty="0">
                <a:solidFill>
                  <a:srgbClr val="FF0000"/>
                </a:solidFill>
                <a:effectLst>
                  <a:outerShdw blurRad="38100" dist="38100" dir="2700000" algn="tl">
                    <a:srgbClr val="000000">
                      <a:alpha val="43137"/>
                    </a:srgbClr>
                  </a:outerShdw>
                </a:effectLst>
              </a:rPr>
              <a:t>遍历序列：</a:t>
            </a:r>
          </a:p>
        </p:txBody>
      </p:sp>
      <p:sp>
        <p:nvSpPr>
          <p:cNvPr id="13" name="文本框 70">
            <a:extLst>
              <a:ext uri="{FF2B5EF4-FFF2-40B4-BE49-F238E27FC236}">
                <a16:creationId xmlns:a16="http://schemas.microsoft.com/office/drawing/2014/main" id="{5421B9A2-D46E-4801-B119-981963F6BE93}"/>
              </a:ext>
            </a:extLst>
          </p:cNvPr>
          <p:cNvSpPr txBox="1">
            <a:spLocks noChangeArrowheads="1"/>
          </p:cNvSpPr>
          <p:nvPr/>
        </p:nvSpPr>
        <p:spPr bwMode="auto">
          <a:xfrm>
            <a:off x="9363525" y="56656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D</a:t>
            </a:r>
          </a:p>
        </p:txBody>
      </p:sp>
      <p:sp>
        <p:nvSpPr>
          <p:cNvPr id="14" name="文本框 71">
            <a:extLst>
              <a:ext uri="{FF2B5EF4-FFF2-40B4-BE49-F238E27FC236}">
                <a16:creationId xmlns:a16="http://schemas.microsoft.com/office/drawing/2014/main" id="{35D80DF8-B5CC-43C2-B7E0-96424E2D4EF1}"/>
              </a:ext>
            </a:extLst>
          </p:cNvPr>
          <p:cNvSpPr txBox="1">
            <a:spLocks noChangeArrowheads="1"/>
          </p:cNvSpPr>
          <p:nvPr/>
        </p:nvSpPr>
        <p:spPr bwMode="auto">
          <a:xfrm>
            <a:off x="9649275" y="566569"/>
            <a:ext cx="3687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B</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sp>
        <p:nvSpPr>
          <p:cNvPr id="15" name="文本框 72">
            <a:extLst>
              <a:ext uri="{FF2B5EF4-FFF2-40B4-BE49-F238E27FC236}">
                <a16:creationId xmlns:a16="http://schemas.microsoft.com/office/drawing/2014/main" id="{7191CCCF-41C4-4CA5-B2FB-FF09AA420498}"/>
              </a:ext>
            </a:extLst>
          </p:cNvPr>
          <p:cNvSpPr txBox="1">
            <a:spLocks noChangeArrowheads="1"/>
          </p:cNvSpPr>
          <p:nvPr/>
        </p:nvSpPr>
        <p:spPr bwMode="auto">
          <a:xfrm>
            <a:off x="9933438" y="566568"/>
            <a:ext cx="356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E</a:t>
            </a:r>
          </a:p>
        </p:txBody>
      </p:sp>
      <p:sp>
        <p:nvSpPr>
          <p:cNvPr id="16" name="文本框 73">
            <a:extLst>
              <a:ext uri="{FF2B5EF4-FFF2-40B4-BE49-F238E27FC236}">
                <a16:creationId xmlns:a16="http://schemas.microsoft.com/office/drawing/2014/main" id="{DD40822A-DD5D-4D8B-8B07-8EB17FAF94F7}"/>
              </a:ext>
            </a:extLst>
          </p:cNvPr>
          <p:cNvSpPr txBox="1">
            <a:spLocks noChangeArrowheads="1"/>
          </p:cNvSpPr>
          <p:nvPr/>
        </p:nvSpPr>
        <p:spPr bwMode="auto">
          <a:xfrm>
            <a:off x="10227125" y="56656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a:solidFill>
                  <a:srgbClr val="000000"/>
                </a:solidFill>
                <a:latin typeface="Times New Roman" panose="02020603050405020304" pitchFamily="18" charset="0"/>
                <a:cs typeface="Times New Roman" panose="02020603050405020304" pitchFamily="18" charset="0"/>
              </a:rPr>
              <a:t>A</a:t>
            </a:r>
          </a:p>
        </p:txBody>
      </p:sp>
      <p:sp>
        <p:nvSpPr>
          <p:cNvPr id="17" name="文本框 74">
            <a:extLst>
              <a:ext uri="{FF2B5EF4-FFF2-40B4-BE49-F238E27FC236}">
                <a16:creationId xmlns:a16="http://schemas.microsoft.com/office/drawing/2014/main" id="{54793BD7-ED94-4E79-AA3B-F7B125427996}"/>
              </a:ext>
            </a:extLst>
          </p:cNvPr>
          <p:cNvSpPr txBox="1">
            <a:spLocks noChangeArrowheads="1"/>
          </p:cNvSpPr>
          <p:nvPr/>
        </p:nvSpPr>
        <p:spPr bwMode="auto">
          <a:xfrm>
            <a:off x="11163538" y="560726"/>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C</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grpSp>
        <p:nvGrpSpPr>
          <p:cNvPr id="18" name="组合 17">
            <a:extLst>
              <a:ext uri="{FF2B5EF4-FFF2-40B4-BE49-F238E27FC236}">
                <a16:creationId xmlns:a16="http://schemas.microsoft.com/office/drawing/2014/main" id="{642EA897-DEC1-4CFF-B515-E3B18A6FEFD5}"/>
              </a:ext>
            </a:extLst>
          </p:cNvPr>
          <p:cNvGrpSpPr/>
          <p:nvPr/>
        </p:nvGrpSpPr>
        <p:grpSpPr>
          <a:xfrm>
            <a:off x="9964371" y="1064844"/>
            <a:ext cx="369012" cy="620959"/>
            <a:chOff x="9751992" y="1235449"/>
            <a:chExt cx="369012" cy="620959"/>
          </a:xfrm>
        </p:grpSpPr>
        <p:cxnSp>
          <p:nvCxnSpPr>
            <p:cNvPr id="19" name="直接箭头连接符 2">
              <a:extLst>
                <a:ext uri="{FF2B5EF4-FFF2-40B4-BE49-F238E27FC236}">
                  <a16:creationId xmlns:a16="http://schemas.microsoft.com/office/drawing/2014/main" id="{B9B169CC-1099-4B4D-80DA-A7C9D160AA3B}"/>
                </a:ext>
              </a:extLst>
            </p:cNvPr>
            <p:cNvCxnSpPr>
              <a:cxnSpLocks noChangeShapeType="1"/>
            </p:cNvCxnSpPr>
            <p:nvPr/>
          </p:nvCxnSpPr>
          <p:spPr bwMode="auto">
            <a:xfrm>
              <a:off x="10026368" y="1463040"/>
              <a:ext cx="0" cy="393368"/>
            </a:xfrm>
            <a:prstGeom prst="straightConnector1">
              <a:avLst/>
            </a:prstGeom>
            <a:noFill/>
            <a:ln w="25400">
              <a:solidFill>
                <a:srgbClr val="C00000"/>
              </a:solidFill>
              <a:round/>
              <a:headEnd/>
              <a:tailEnd type="triangle" w="med" len="lg"/>
            </a:ln>
            <a:extLst>
              <a:ext uri="{909E8E84-426E-40DD-AFC4-6F175D3DCCD1}">
                <a14:hiddenFill xmlns:a14="http://schemas.microsoft.com/office/drawing/2010/main">
                  <a:noFill/>
                </a14:hiddenFill>
              </a:ext>
            </a:extLst>
          </p:spPr>
        </p:cxnSp>
        <p:sp>
          <p:nvSpPr>
            <p:cNvPr id="20" name="文本框 3">
              <a:extLst>
                <a:ext uri="{FF2B5EF4-FFF2-40B4-BE49-F238E27FC236}">
                  <a16:creationId xmlns:a16="http://schemas.microsoft.com/office/drawing/2014/main" id="{6D96D209-59A3-466C-8E57-9CA5A0286224}"/>
                </a:ext>
              </a:extLst>
            </p:cNvPr>
            <p:cNvSpPr txBox="1">
              <a:spLocks noChangeArrowheads="1"/>
            </p:cNvSpPr>
            <p:nvPr/>
          </p:nvSpPr>
          <p:spPr bwMode="auto">
            <a:xfrm>
              <a:off x="9751992" y="1235449"/>
              <a:ext cx="369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grpSp>
        <p:nvGrpSpPr>
          <p:cNvPr id="21" name="组合 20">
            <a:extLst>
              <a:ext uri="{FF2B5EF4-FFF2-40B4-BE49-F238E27FC236}">
                <a16:creationId xmlns:a16="http://schemas.microsoft.com/office/drawing/2014/main" id="{FDD99430-F3F6-4EC7-847D-0B11B2A84312}"/>
              </a:ext>
            </a:extLst>
          </p:cNvPr>
          <p:cNvGrpSpPr/>
          <p:nvPr/>
        </p:nvGrpSpPr>
        <p:grpSpPr>
          <a:xfrm>
            <a:off x="9858228" y="5912732"/>
            <a:ext cx="503603" cy="307777"/>
            <a:chOff x="8919509" y="2075282"/>
            <a:chExt cx="503603" cy="307777"/>
          </a:xfrm>
        </p:grpSpPr>
        <p:sp>
          <p:nvSpPr>
            <p:cNvPr id="22" name="Text Box 9">
              <a:extLst>
                <a:ext uri="{FF2B5EF4-FFF2-40B4-BE49-F238E27FC236}">
                  <a16:creationId xmlns:a16="http://schemas.microsoft.com/office/drawing/2014/main" id="{DC312CF3-29D4-4078-923D-D46BCD67C568}"/>
                </a:ext>
              </a:extLst>
            </p:cNvPr>
            <p:cNvSpPr txBox="1">
              <a:spLocks noChangeArrowheads="1"/>
            </p:cNvSpPr>
            <p:nvPr/>
          </p:nvSpPr>
          <p:spPr bwMode="auto">
            <a:xfrm>
              <a:off x="9187214" y="2075282"/>
              <a:ext cx="2358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0000"/>
                  </a:solidFill>
                  <a:latin typeface="Times New Roman" panose="02020603050405020304" pitchFamily="18" charset="0"/>
                  <a:cs typeface="Times New Roman" panose="02020603050405020304" pitchFamily="18" charset="0"/>
                </a:rPr>
                <a:t>A</a:t>
              </a:r>
            </a:p>
          </p:txBody>
        </p:sp>
        <p:cxnSp>
          <p:nvCxnSpPr>
            <p:cNvPr id="23" name="直接箭头连接符 22">
              <a:extLst>
                <a:ext uri="{FF2B5EF4-FFF2-40B4-BE49-F238E27FC236}">
                  <a16:creationId xmlns:a16="http://schemas.microsoft.com/office/drawing/2014/main" id="{88504168-97B3-4ABB-A6A0-29691E218D90}"/>
                </a:ext>
              </a:extLst>
            </p:cNvPr>
            <p:cNvCxnSpPr/>
            <p:nvPr/>
          </p:nvCxnSpPr>
          <p:spPr>
            <a:xfrm>
              <a:off x="8919509"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AD8E54BE-B94B-42C3-A06D-797BB9986C85}"/>
              </a:ext>
            </a:extLst>
          </p:cNvPr>
          <p:cNvGrpSpPr/>
          <p:nvPr/>
        </p:nvGrpSpPr>
        <p:grpSpPr>
          <a:xfrm>
            <a:off x="9855985" y="5587895"/>
            <a:ext cx="488239" cy="307777"/>
            <a:chOff x="8926282" y="2096152"/>
            <a:chExt cx="488239" cy="307777"/>
          </a:xfrm>
        </p:grpSpPr>
        <p:sp>
          <p:nvSpPr>
            <p:cNvPr id="25" name="Text Box 9">
              <a:extLst>
                <a:ext uri="{FF2B5EF4-FFF2-40B4-BE49-F238E27FC236}">
                  <a16:creationId xmlns:a16="http://schemas.microsoft.com/office/drawing/2014/main" id="{84D61AC7-0197-49A6-9FD1-FCE3C7B72EB4}"/>
                </a:ext>
              </a:extLst>
            </p:cNvPr>
            <p:cNvSpPr txBox="1">
              <a:spLocks noChangeArrowheads="1"/>
            </p:cNvSpPr>
            <p:nvPr/>
          </p:nvSpPr>
          <p:spPr bwMode="auto">
            <a:xfrm>
              <a:off x="9242999" y="2096152"/>
              <a:ext cx="17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B</a:t>
              </a:r>
            </a:p>
          </p:txBody>
        </p:sp>
        <p:cxnSp>
          <p:nvCxnSpPr>
            <p:cNvPr id="26" name="直接箭头连接符 25">
              <a:extLst>
                <a:ext uri="{FF2B5EF4-FFF2-40B4-BE49-F238E27FC236}">
                  <a16:creationId xmlns:a16="http://schemas.microsoft.com/office/drawing/2014/main" id="{09652FE4-5EF2-4440-BAFF-CA9E1FF32A93}"/>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27" name="组合 26">
            <a:extLst>
              <a:ext uri="{FF2B5EF4-FFF2-40B4-BE49-F238E27FC236}">
                <a16:creationId xmlns:a16="http://schemas.microsoft.com/office/drawing/2014/main" id="{3349682C-5737-41AF-8DC7-5E18C55EBDC3}"/>
              </a:ext>
            </a:extLst>
          </p:cNvPr>
          <p:cNvGrpSpPr/>
          <p:nvPr/>
        </p:nvGrpSpPr>
        <p:grpSpPr>
          <a:xfrm>
            <a:off x="8172439" y="1687329"/>
            <a:ext cx="3546145" cy="2481461"/>
            <a:chOff x="1775156" y="1274313"/>
            <a:chExt cx="3546145" cy="2481461"/>
          </a:xfrm>
        </p:grpSpPr>
        <p:grpSp>
          <p:nvGrpSpPr>
            <p:cNvPr id="28" name="组合 27">
              <a:extLst>
                <a:ext uri="{FF2B5EF4-FFF2-40B4-BE49-F238E27FC236}">
                  <a16:creationId xmlns:a16="http://schemas.microsoft.com/office/drawing/2014/main" id="{9584BFA1-5FF0-40F8-B22F-2568B892CDF5}"/>
                </a:ext>
              </a:extLst>
            </p:cNvPr>
            <p:cNvGrpSpPr/>
            <p:nvPr/>
          </p:nvGrpSpPr>
          <p:grpSpPr>
            <a:xfrm>
              <a:off x="3461276" y="1274313"/>
              <a:ext cx="768396" cy="349944"/>
              <a:chOff x="3019380" y="1220338"/>
              <a:chExt cx="768396" cy="349944"/>
            </a:xfrm>
          </p:grpSpPr>
          <p:sp>
            <p:nvSpPr>
              <p:cNvPr id="59" name="文本框 58">
                <a:extLst>
                  <a:ext uri="{FF2B5EF4-FFF2-40B4-BE49-F238E27FC236}">
                    <a16:creationId xmlns:a16="http://schemas.microsoft.com/office/drawing/2014/main" id="{73EE263C-AFDE-4E24-BCDA-43CDFDEACBA6}"/>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A</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60" name="文本框 59">
                <a:extLst>
                  <a:ext uri="{FF2B5EF4-FFF2-40B4-BE49-F238E27FC236}">
                    <a16:creationId xmlns:a16="http://schemas.microsoft.com/office/drawing/2014/main" id="{26067F80-9EB2-4C44-8BAE-6FFA85C10768}"/>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sp>
            <p:nvSpPr>
              <p:cNvPr id="61" name="文本框 60">
                <a:extLst>
                  <a:ext uri="{FF2B5EF4-FFF2-40B4-BE49-F238E27FC236}">
                    <a16:creationId xmlns:a16="http://schemas.microsoft.com/office/drawing/2014/main" id="{FA5AA336-9B8A-4CA0-A5D4-A8B81B953B7B}"/>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29" name="组合 28">
              <a:extLst>
                <a:ext uri="{FF2B5EF4-FFF2-40B4-BE49-F238E27FC236}">
                  <a16:creationId xmlns:a16="http://schemas.microsoft.com/office/drawing/2014/main" id="{B6752E77-932D-474C-8FEB-D8666B764970}"/>
                </a:ext>
              </a:extLst>
            </p:cNvPr>
            <p:cNvGrpSpPr/>
            <p:nvPr/>
          </p:nvGrpSpPr>
          <p:grpSpPr>
            <a:xfrm>
              <a:off x="2305005" y="1985513"/>
              <a:ext cx="768396" cy="349944"/>
              <a:chOff x="3019380" y="1220338"/>
              <a:chExt cx="768396" cy="349944"/>
            </a:xfrm>
          </p:grpSpPr>
          <p:sp>
            <p:nvSpPr>
              <p:cNvPr id="56" name="文本框 55">
                <a:extLst>
                  <a:ext uri="{FF2B5EF4-FFF2-40B4-BE49-F238E27FC236}">
                    <a16:creationId xmlns:a16="http://schemas.microsoft.com/office/drawing/2014/main" id="{C892B11B-DDBE-42F3-9A7D-CF1BB95CFD48}"/>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B</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57" name="文本框 56">
                <a:extLst>
                  <a:ext uri="{FF2B5EF4-FFF2-40B4-BE49-F238E27FC236}">
                    <a16:creationId xmlns:a16="http://schemas.microsoft.com/office/drawing/2014/main" id="{E46BDAE9-97EB-41F9-9335-4402A34187F2}"/>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sp>
            <p:nvSpPr>
              <p:cNvPr id="58" name="文本框 57">
                <a:extLst>
                  <a:ext uri="{FF2B5EF4-FFF2-40B4-BE49-F238E27FC236}">
                    <a16:creationId xmlns:a16="http://schemas.microsoft.com/office/drawing/2014/main" id="{C4C054B1-4998-4888-B8D3-FF6B5FFF8671}"/>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30" name="组合 29">
              <a:extLst>
                <a:ext uri="{FF2B5EF4-FFF2-40B4-BE49-F238E27FC236}">
                  <a16:creationId xmlns:a16="http://schemas.microsoft.com/office/drawing/2014/main" id="{6995170E-7A50-4802-8636-61B4D478E484}"/>
                </a:ext>
              </a:extLst>
            </p:cNvPr>
            <p:cNvGrpSpPr/>
            <p:nvPr/>
          </p:nvGrpSpPr>
          <p:grpSpPr>
            <a:xfrm>
              <a:off x="4552905" y="1985513"/>
              <a:ext cx="768396" cy="349944"/>
              <a:chOff x="3019380" y="1220338"/>
              <a:chExt cx="768396" cy="349944"/>
            </a:xfrm>
          </p:grpSpPr>
          <p:sp>
            <p:nvSpPr>
              <p:cNvPr id="53" name="文本框 52">
                <a:extLst>
                  <a:ext uri="{FF2B5EF4-FFF2-40B4-BE49-F238E27FC236}">
                    <a16:creationId xmlns:a16="http://schemas.microsoft.com/office/drawing/2014/main" id="{7CE3C476-E4D8-4259-A1DC-08B3CCB723F6}"/>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C</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54" name="文本框 53">
                <a:extLst>
                  <a:ext uri="{FF2B5EF4-FFF2-40B4-BE49-F238E27FC236}">
                    <a16:creationId xmlns:a16="http://schemas.microsoft.com/office/drawing/2014/main" id="{232C4BCD-7614-4F4D-96F6-D23698506811}"/>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55" name="文本框 54">
                <a:extLst>
                  <a:ext uri="{FF2B5EF4-FFF2-40B4-BE49-F238E27FC236}">
                    <a16:creationId xmlns:a16="http://schemas.microsoft.com/office/drawing/2014/main" id="{451DC994-1210-4754-B3BE-63A327C2B74C}"/>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31" name="组合 30">
              <a:extLst>
                <a:ext uri="{FF2B5EF4-FFF2-40B4-BE49-F238E27FC236}">
                  <a16:creationId xmlns:a16="http://schemas.microsoft.com/office/drawing/2014/main" id="{9CB4B59D-087F-4A74-9930-C37B98D44F5B}"/>
                </a:ext>
              </a:extLst>
            </p:cNvPr>
            <p:cNvGrpSpPr/>
            <p:nvPr/>
          </p:nvGrpSpPr>
          <p:grpSpPr>
            <a:xfrm>
              <a:off x="1775156" y="2687015"/>
              <a:ext cx="768396" cy="353580"/>
              <a:chOff x="3019380" y="1218520"/>
              <a:chExt cx="768396" cy="353580"/>
            </a:xfrm>
          </p:grpSpPr>
          <p:sp>
            <p:nvSpPr>
              <p:cNvPr id="50" name="文本框 49">
                <a:extLst>
                  <a:ext uri="{FF2B5EF4-FFF2-40B4-BE49-F238E27FC236}">
                    <a16:creationId xmlns:a16="http://schemas.microsoft.com/office/drawing/2014/main" id="{1DB36F2F-F8FA-4988-9E60-7E40193BE00C}"/>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D</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92921B53-1496-4992-B343-14AAA212E3A9}"/>
                  </a:ext>
                </a:extLst>
              </p:cNvPr>
              <p:cNvSpPr txBox="1"/>
              <p:nvPr/>
            </p:nvSpPr>
            <p:spPr>
              <a:xfrm>
                <a:off x="3549228" y="1218520"/>
                <a:ext cx="238548" cy="353580"/>
              </a:xfrm>
              <a:prstGeom prst="rect">
                <a:avLst/>
              </a:prstGeom>
              <a:solidFill>
                <a:schemeClr val="accent1">
                  <a:lumMod val="20000"/>
                  <a:lumOff val="80000"/>
                </a:schemeClr>
              </a:solidFill>
              <a:ln w="19050">
                <a:solidFill>
                  <a:srgbClr val="002060"/>
                </a:solidFill>
              </a:ln>
            </p:spPr>
            <p:txBody>
              <a:bodyPr wrap="square" lIns="36000" tIns="648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52" name="文本框 51">
                <a:extLst>
                  <a:ext uri="{FF2B5EF4-FFF2-40B4-BE49-F238E27FC236}">
                    <a16:creationId xmlns:a16="http://schemas.microsoft.com/office/drawing/2014/main" id="{E0ADF6F4-3CA2-425B-8EAC-FA4FBACB337A}"/>
                  </a:ext>
                </a:extLst>
              </p:cNvPr>
              <p:cNvSpPr txBox="1"/>
              <p:nvPr/>
            </p:nvSpPr>
            <p:spPr>
              <a:xfrm>
                <a:off x="3019380" y="1218520"/>
                <a:ext cx="238548" cy="353580"/>
              </a:xfrm>
              <a:prstGeom prst="rect">
                <a:avLst/>
              </a:prstGeom>
              <a:solidFill>
                <a:schemeClr val="accent1">
                  <a:lumMod val="20000"/>
                  <a:lumOff val="80000"/>
                </a:schemeClr>
              </a:solidFill>
              <a:ln w="19050">
                <a:solidFill>
                  <a:srgbClr val="002060"/>
                </a:solidFill>
              </a:ln>
            </p:spPr>
            <p:txBody>
              <a:bodyPr wrap="square" lIns="36000" tIns="648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grpSp>
          <p:nvGrpSpPr>
            <p:cNvPr id="32" name="组合 31">
              <a:extLst>
                <a:ext uri="{FF2B5EF4-FFF2-40B4-BE49-F238E27FC236}">
                  <a16:creationId xmlns:a16="http://schemas.microsoft.com/office/drawing/2014/main" id="{20F971D2-6DC7-4AE8-9A92-B8B807151C6E}"/>
                </a:ext>
              </a:extLst>
            </p:cNvPr>
            <p:cNvGrpSpPr/>
            <p:nvPr/>
          </p:nvGrpSpPr>
          <p:grpSpPr>
            <a:xfrm>
              <a:off x="4023057" y="2691599"/>
              <a:ext cx="768396" cy="349944"/>
              <a:chOff x="3019380" y="1220338"/>
              <a:chExt cx="768396" cy="349944"/>
            </a:xfrm>
          </p:grpSpPr>
          <p:sp>
            <p:nvSpPr>
              <p:cNvPr id="47" name="文本框 46">
                <a:extLst>
                  <a:ext uri="{FF2B5EF4-FFF2-40B4-BE49-F238E27FC236}">
                    <a16:creationId xmlns:a16="http://schemas.microsoft.com/office/drawing/2014/main" id="{1093621F-41C0-4654-913E-7CFAE5BFE612}"/>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F</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8AA57C59-6118-45BC-AC16-93FD3503F381}"/>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49" name="文本框 48">
                <a:extLst>
                  <a:ext uri="{FF2B5EF4-FFF2-40B4-BE49-F238E27FC236}">
                    <a16:creationId xmlns:a16="http://schemas.microsoft.com/office/drawing/2014/main" id="{49B0EE2A-A59C-49FA-A732-BF6D244EED79}"/>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33" name="组合 32">
              <a:extLst>
                <a:ext uri="{FF2B5EF4-FFF2-40B4-BE49-F238E27FC236}">
                  <a16:creationId xmlns:a16="http://schemas.microsoft.com/office/drawing/2014/main" id="{D6D94074-7655-4186-B4E1-D029BC74395B}"/>
                </a:ext>
              </a:extLst>
            </p:cNvPr>
            <p:cNvGrpSpPr/>
            <p:nvPr/>
          </p:nvGrpSpPr>
          <p:grpSpPr>
            <a:xfrm>
              <a:off x="3561214" y="3405827"/>
              <a:ext cx="768396" cy="349947"/>
              <a:chOff x="3019380" y="1220338"/>
              <a:chExt cx="768396" cy="349947"/>
            </a:xfrm>
          </p:grpSpPr>
          <p:sp>
            <p:nvSpPr>
              <p:cNvPr id="44" name="文本框 43">
                <a:extLst>
                  <a:ext uri="{FF2B5EF4-FFF2-40B4-BE49-F238E27FC236}">
                    <a16:creationId xmlns:a16="http://schemas.microsoft.com/office/drawing/2014/main" id="{8E885609-8C7E-4359-BFDE-B35AEF57A63F}"/>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G</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69F67747-BC69-474A-8FFE-3FA98D01549B}"/>
                  </a:ext>
                </a:extLst>
              </p:cNvPr>
              <p:cNvSpPr txBox="1"/>
              <p:nvPr/>
            </p:nvSpPr>
            <p:spPr>
              <a:xfrm>
                <a:off x="3549228" y="1220341"/>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46" name="文本框 45">
                <a:extLst>
                  <a:ext uri="{FF2B5EF4-FFF2-40B4-BE49-F238E27FC236}">
                    <a16:creationId xmlns:a16="http://schemas.microsoft.com/office/drawing/2014/main" id="{18F625AA-55F0-4010-9E54-6B6FEB310A18}"/>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grpSp>
          <p:nvGrpSpPr>
            <p:cNvPr id="34" name="组合 33">
              <a:extLst>
                <a:ext uri="{FF2B5EF4-FFF2-40B4-BE49-F238E27FC236}">
                  <a16:creationId xmlns:a16="http://schemas.microsoft.com/office/drawing/2014/main" id="{D8FF4AA5-484F-4A50-A6DC-A6C12330959B}"/>
                </a:ext>
              </a:extLst>
            </p:cNvPr>
            <p:cNvGrpSpPr/>
            <p:nvPr/>
          </p:nvGrpSpPr>
          <p:grpSpPr>
            <a:xfrm>
              <a:off x="2834852" y="2693947"/>
              <a:ext cx="768396" cy="349944"/>
              <a:chOff x="3019380" y="1220338"/>
              <a:chExt cx="768396" cy="349944"/>
            </a:xfrm>
          </p:grpSpPr>
          <p:sp>
            <p:nvSpPr>
              <p:cNvPr id="41" name="文本框 40">
                <a:extLst>
                  <a:ext uri="{FF2B5EF4-FFF2-40B4-BE49-F238E27FC236}">
                    <a16:creationId xmlns:a16="http://schemas.microsoft.com/office/drawing/2014/main" id="{C86DE308-A3A5-4891-8BF6-B0898D03B51A}"/>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E</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687C7682-34EA-48E2-9B06-6C642B5507E5}"/>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43" name="文本框 42">
                <a:extLst>
                  <a:ext uri="{FF2B5EF4-FFF2-40B4-BE49-F238E27FC236}">
                    <a16:creationId xmlns:a16="http://schemas.microsoft.com/office/drawing/2014/main" id="{4B9DCA01-A56B-4368-8BD9-B4D159C22033}"/>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cxnSp>
          <p:nvCxnSpPr>
            <p:cNvPr id="35" name="直接箭头连接符 34">
              <a:extLst>
                <a:ext uri="{FF2B5EF4-FFF2-40B4-BE49-F238E27FC236}">
                  <a16:creationId xmlns:a16="http://schemas.microsoft.com/office/drawing/2014/main" id="{5BF8BAE2-28A7-4E8D-9651-7D3887B132BA}"/>
                </a:ext>
              </a:extLst>
            </p:cNvPr>
            <p:cNvCxnSpPr>
              <a:endCxn id="56" idx="0"/>
            </p:cNvCxnSpPr>
            <p:nvPr/>
          </p:nvCxnSpPr>
          <p:spPr>
            <a:xfrm flipH="1">
              <a:off x="2689203" y="1449285"/>
              <a:ext cx="891347" cy="53634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81CA1820-DBBE-4E89-BEEB-E6BDB4E79D3F}"/>
                </a:ext>
              </a:extLst>
            </p:cNvPr>
            <p:cNvCxnSpPr>
              <a:cxnSpLocks/>
              <a:endCxn id="50" idx="0"/>
            </p:cNvCxnSpPr>
            <p:nvPr/>
          </p:nvCxnSpPr>
          <p:spPr>
            <a:xfrm flipH="1">
              <a:off x="2159354" y="2160485"/>
              <a:ext cx="259396" cy="52846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E1FE24A3-C671-45D7-A76A-C6ED94B6169F}"/>
                </a:ext>
              </a:extLst>
            </p:cNvPr>
            <p:cNvCxnSpPr>
              <a:cxnSpLocks/>
            </p:cNvCxnSpPr>
            <p:nvPr/>
          </p:nvCxnSpPr>
          <p:spPr>
            <a:xfrm flipH="1">
              <a:off x="4423207" y="2165599"/>
              <a:ext cx="259396" cy="52846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1EA62E0-0DD1-4B4F-BAEC-6FF7E8C0FE4B}"/>
                </a:ext>
              </a:extLst>
            </p:cNvPr>
            <p:cNvCxnSpPr>
              <a:cxnSpLocks/>
              <a:endCxn id="41" idx="0"/>
            </p:cNvCxnSpPr>
            <p:nvPr/>
          </p:nvCxnSpPr>
          <p:spPr>
            <a:xfrm>
              <a:off x="2945555" y="2165599"/>
              <a:ext cx="273495" cy="52846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F61A84AA-3F92-47A6-BEF5-19781B8D9E47}"/>
                </a:ext>
              </a:extLst>
            </p:cNvPr>
            <p:cNvCxnSpPr>
              <a:cxnSpLocks/>
              <a:endCxn id="44" idx="0"/>
            </p:cNvCxnSpPr>
            <p:nvPr/>
          </p:nvCxnSpPr>
          <p:spPr>
            <a:xfrm flipH="1">
              <a:off x="3945412" y="2900531"/>
              <a:ext cx="196920" cy="502948"/>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5B73B233-2CC8-4330-9062-97B60C6C18C5}"/>
                </a:ext>
              </a:extLst>
            </p:cNvPr>
            <p:cNvCxnSpPr>
              <a:cxnSpLocks/>
              <a:endCxn id="53" idx="0"/>
            </p:cNvCxnSpPr>
            <p:nvPr/>
          </p:nvCxnSpPr>
          <p:spPr>
            <a:xfrm>
              <a:off x="4102007" y="1449285"/>
              <a:ext cx="835096" cy="53634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grpSp>
      <p:grpSp>
        <p:nvGrpSpPr>
          <p:cNvPr id="62" name="组合 61">
            <a:extLst>
              <a:ext uri="{FF2B5EF4-FFF2-40B4-BE49-F238E27FC236}">
                <a16:creationId xmlns:a16="http://schemas.microsoft.com/office/drawing/2014/main" id="{58FA6642-125B-4C75-965E-0BC11C66E31A}"/>
              </a:ext>
            </a:extLst>
          </p:cNvPr>
          <p:cNvGrpSpPr/>
          <p:nvPr/>
        </p:nvGrpSpPr>
        <p:grpSpPr>
          <a:xfrm>
            <a:off x="9855985" y="5932779"/>
            <a:ext cx="561029" cy="307777"/>
            <a:chOff x="8614888" y="2085071"/>
            <a:chExt cx="561029" cy="307777"/>
          </a:xfrm>
        </p:grpSpPr>
        <p:sp>
          <p:nvSpPr>
            <p:cNvPr id="63" name="Text Box 9">
              <a:extLst>
                <a:ext uri="{FF2B5EF4-FFF2-40B4-BE49-F238E27FC236}">
                  <a16:creationId xmlns:a16="http://schemas.microsoft.com/office/drawing/2014/main" id="{EAEEBD27-B0FE-4489-AE04-5A25B1217A3C}"/>
                </a:ext>
              </a:extLst>
            </p:cNvPr>
            <p:cNvSpPr txBox="1">
              <a:spLocks noChangeArrowheads="1"/>
            </p:cNvSpPr>
            <p:nvPr/>
          </p:nvSpPr>
          <p:spPr bwMode="auto">
            <a:xfrm>
              <a:off x="8937369" y="2085071"/>
              <a:ext cx="238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C</a:t>
              </a: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cxnSp>
          <p:nvCxnSpPr>
            <p:cNvPr id="64" name="直接箭头连接符 63">
              <a:extLst>
                <a:ext uri="{FF2B5EF4-FFF2-40B4-BE49-F238E27FC236}">
                  <a16:creationId xmlns:a16="http://schemas.microsoft.com/office/drawing/2014/main" id="{6D3214BD-9947-473A-BCE7-7E23843D80EE}"/>
                </a:ext>
              </a:extLst>
            </p:cNvPr>
            <p:cNvCxnSpPr/>
            <p:nvPr/>
          </p:nvCxnSpPr>
          <p:spPr>
            <a:xfrm>
              <a:off x="8614888" y="2244835"/>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52D0ED88-D015-440C-8CDE-DB3FE19E2B10}"/>
              </a:ext>
            </a:extLst>
          </p:cNvPr>
          <p:cNvGrpSpPr/>
          <p:nvPr/>
        </p:nvGrpSpPr>
        <p:grpSpPr>
          <a:xfrm>
            <a:off x="9848808" y="5569033"/>
            <a:ext cx="490108" cy="307777"/>
            <a:chOff x="8926282" y="2073654"/>
            <a:chExt cx="490108" cy="307777"/>
          </a:xfrm>
        </p:grpSpPr>
        <p:sp>
          <p:nvSpPr>
            <p:cNvPr id="66" name="Text Box 9">
              <a:extLst>
                <a:ext uri="{FF2B5EF4-FFF2-40B4-BE49-F238E27FC236}">
                  <a16:creationId xmlns:a16="http://schemas.microsoft.com/office/drawing/2014/main" id="{DD897246-F72F-4C35-BDB8-A43CF2EF1C75}"/>
                </a:ext>
              </a:extLst>
            </p:cNvPr>
            <p:cNvSpPr txBox="1">
              <a:spLocks noChangeArrowheads="1"/>
            </p:cNvSpPr>
            <p:nvPr/>
          </p:nvSpPr>
          <p:spPr bwMode="auto">
            <a:xfrm>
              <a:off x="9244868" y="2073654"/>
              <a:ext cx="17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E</a:t>
              </a:r>
            </a:p>
          </p:txBody>
        </p:sp>
        <p:cxnSp>
          <p:nvCxnSpPr>
            <p:cNvPr id="67" name="直接箭头连接符 66">
              <a:extLst>
                <a:ext uri="{FF2B5EF4-FFF2-40B4-BE49-F238E27FC236}">
                  <a16:creationId xmlns:a16="http://schemas.microsoft.com/office/drawing/2014/main" id="{C012E58F-4B7C-4BF4-961A-4416D55AE749}"/>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sp>
        <p:nvSpPr>
          <p:cNvPr id="68" name="文本框 74">
            <a:extLst>
              <a:ext uri="{FF2B5EF4-FFF2-40B4-BE49-F238E27FC236}">
                <a16:creationId xmlns:a16="http://schemas.microsoft.com/office/drawing/2014/main" id="{68B5548A-5AD9-43CF-98C8-571E1132EA10}"/>
              </a:ext>
            </a:extLst>
          </p:cNvPr>
          <p:cNvSpPr txBox="1">
            <a:spLocks noChangeArrowheads="1"/>
          </p:cNvSpPr>
          <p:nvPr/>
        </p:nvSpPr>
        <p:spPr bwMode="auto">
          <a:xfrm>
            <a:off x="10510270" y="572245"/>
            <a:ext cx="383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G</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sp>
        <p:nvSpPr>
          <p:cNvPr id="69" name="文本框 74">
            <a:extLst>
              <a:ext uri="{FF2B5EF4-FFF2-40B4-BE49-F238E27FC236}">
                <a16:creationId xmlns:a16="http://schemas.microsoft.com/office/drawing/2014/main" id="{18C231C0-B90E-419F-9A68-04A35F3E19AD}"/>
              </a:ext>
            </a:extLst>
          </p:cNvPr>
          <p:cNvSpPr txBox="1">
            <a:spLocks noChangeArrowheads="1"/>
          </p:cNvSpPr>
          <p:nvPr/>
        </p:nvSpPr>
        <p:spPr bwMode="auto">
          <a:xfrm>
            <a:off x="10871969" y="573010"/>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F</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grpSp>
        <p:nvGrpSpPr>
          <p:cNvPr id="70" name="组合 69">
            <a:extLst>
              <a:ext uri="{FF2B5EF4-FFF2-40B4-BE49-F238E27FC236}">
                <a16:creationId xmlns:a16="http://schemas.microsoft.com/office/drawing/2014/main" id="{8E7F229E-EEC5-4C55-942C-64A3DEC14EC2}"/>
              </a:ext>
            </a:extLst>
          </p:cNvPr>
          <p:cNvGrpSpPr/>
          <p:nvPr/>
        </p:nvGrpSpPr>
        <p:grpSpPr>
          <a:xfrm>
            <a:off x="9658002" y="1094601"/>
            <a:ext cx="369012" cy="585519"/>
            <a:chOff x="9731988" y="1270889"/>
            <a:chExt cx="369012" cy="585519"/>
          </a:xfrm>
        </p:grpSpPr>
        <p:cxnSp>
          <p:nvCxnSpPr>
            <p:cNvPr id="71" name="直接箭头连接符 2">
              <a:extLst>
                <a:ext uri="{FF2B5EF4-FFF2-40B4-BE49-F238E27FC236}">
                  <a16:creationId xmlns:a16="http://schemas.microsoft.com/office/drawing/2014/main" id="{C542D4A2-7CBF-48DF-AE34-5A7A7F4E753F}"/>
                </a:ext>
              </a:extLst>
            </p:cNvPr>
            <p:cNvCxnSpPr>
              <a:cxnSpLocks noChangeShapeType="1"/>
            </p:cNvCxnSpPr>
            <p:nvPr/>
          </p:nvCxnSpPr>
          <p:spPr bwMode="auto">
            <a:xfrm>
              <a:off x="10026368" y="1463040"/>
              <a:ext cx="0" cy="393368"/>
            </a:xfrm>
            <a:prstGeom prst="straightConnector1">
              <a:avLst/>
            </a:prstGeom>
            <a:noFill/>
            <a:ln w="25400">
              <a:solidFill>
                <a:srgbClr val="FF0000"/>
              </a:solidFill>
              <a:round/>
              <a:headEnd/>
              <a:tailEnd type="triangle" w="med" len="lg"/>
            </a:ln>
            <a:extLst>
              <a:ext uri="{909E8E84-426E-40DD-AFC4-6F175D3DCCD1}">
                <a14:hiddenFill xmlns:a14="http://schemas.microsoft.com/office/drawing/2010/main">
                  <a:noFill/>
                </a14:hiddenFill>
              </a:ext>
            </a:extLst>
          </p:spPr>
        </p:cxnSp>
        <p:sp>
          <p:nvSpPr>
            <p:cNvPr id="72" name="文本框 3">
              <a:extLst>
                <a:ext uri="{FF2B5EF4-FFF2-40B4-BE49-F238E27FC236}">
                  <a16:creationId xmlns:a16="http://schemas.microsoft.com/office/drawing/2014/main" id="{340C2E28-4BAF-4BB6-B68E-A12CB1AC7855}"/>
                </a:ext>
              </a:extLst>
            </p:cNvPr>
            <p:cNvSpPr txBox="1">
              <a:spLocks noChangeArrowheads="1"/>
            </p:cNvSpPr>
            <p:nvPr/>
          </p:nvSpPr>
          <p:spPr bwMode="auto">
            <a:xfrm>
              <a:off x="9731988" y="1270889"/>
              <a:ext cx="369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400" b="1" dirty="0">
                  <a:solidFill>
                    <a:srgbClr val="FF0000"/>
                  </a:solidFill>
                  <a:latin typeface="Courier New" panose="02070309020205020404" pitchFamily="49" charset="0"/>
                  <a:cs typeface="Courier New" panose="02070309020205020404" pitchFamily="49" charset="0"/>
                </a:rPr>
                <a:t>p</a:t>
              </a:r>
              <a:endParaRPr lang="zh-CN" altLang="en-US" sz="2400" b="1" dirty="0">
                <a:solidFill>
                  <a:srgbClr val="FF0000"/>
                </a:solidFill>
                <a:latin typeface="Courier New" panose="02070309020205020404" pitchFamily="49" charset="0"/>
                <a:cs typeface="Courier New" panose="02070309020205020404" pitchFamily="49" charset="0"/>
              </a:endParaRPr>
            </a:p>
          </p:txBody>
        </p:sp>
      </p:grpSp>
      <p:cxnSp>
        <p:nvCxnSpPr>
          <p:cNvPr id="74" name="直接连接符 73">
            <a:extLst>
              <a:ext uri="{FF2B5EF4-FFF2-40B4-BE49-F238E27FC236}">
                <a16:creationId xmlns:a16="http://schemas.microsoft.com/office/drawing/2014/main" id="{F29393A1-6DDE-4985-A3E0-8D6F8847B821}"/>
              </a:ext>
            </a:extLst>
          </p:cNvPr>
          <p:cNvCxnSpPr/>
          <p:nvPr/>
        </p:nvCxnSpPr>
        <p:spPr>
          <a:xfrm>
            <a:off x="545805" y="3434499"/>
            <a:ext cx="3118884" cy="693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85176874-F3CE-43D2-A0F1-54C28865DB1A}"/>
              </a:ext>
            </a:extLst>
          </p:cNvPr>
          <p:cNvSpPr/>
          <p:nvPr/>
        </p:nvSpPr>
        <p:spPr>
          <a:xfrm>
            <a:off x="3877340" y="2185191"/>
            <a:ext cx="311888" cy="309916"/>
          </a:xfrm>
          <a:prstGeom prst="ellipse">
            <a:avLst/>
          </a:prstGeom>
          <a:noFill/>
          <a:ln w="28575">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6" name="直接连接符 75">
            <a:extLst>
              <a:ext uri="{FF2B5EF4-FFF2-40B4-BE49-F238E27FC236}">
                <a16:creationId xmlns:a16="http://schemas.microsoft.com/office/drawing/2014/main" id="{1A33BBEA-78F1-4C88-B36E-FC4D2639091F}"/>
              </a:ext>
            </a:extLst>
          </p:cNvPr>
          <p:cNvCxnSpPr>
            <a:cxnSpLocks/>
          </p:cNvCxnSpPr>
          <p:nvPr/>
        </p:nvCxnSpPr>
        <p:spPr>
          <a:xfrm>
            <a:off x="545805" y="3708411"/>
            <a:ext cx="302673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BCFC25D-4BE2-49FD-A649-D832C245665C}"/>
              </a:ext>
            </a:extLst>
          </p:cNvPr>
          <p:cNvCxnSpPr>
            <a:cxnSpLocks/>
          </p:cNvCxnSpPr>
          <p:nvPr/>
        </p:nvCxnSpPr>
        <p:spPr>
          <a:xfrm>
            <a:off x="818708" y="3942017"/>
            <a:ext cx="260509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06D4065D-C4CB-4C0D-A340-9F878EB62A4A}"/>
              </a:ext>
            </a:extLst>
          </p:cNvPr>
          <p:cNvCxnSpPr>
            <a:cxnSpLocks/>
          </p:cNvCxnSpPr>
          <p:nvPr/>
        </p:nvCxnSpPr>
        <p:spPr>
          <a:xfrm>
            <a:off x="1041990" y="4193491"/>
            <a:ext cx="229663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82" name="组合 81">
            <a:extLst>
              <a:ext uri="{FF2B5EF4-FFF2-40B4-BE49-F238E27FC236}">
                <a16:creationId xmlns:a16="http://schemas.microsoft.com/office/drawing/2014/main" id="{43882F5F-D092-4EF6-897E-DCCA4B4CAA96}"/>
              </a:ext>
            </a:extLst>
          </p:cNvPr>
          <p:cNvGrpSpPr/>
          <p:nvPr/>
        </p:nvGrpSpPr>
        <p:grpSpPr>
          <a:xfrm>
            <a:off x="9868193" y="5190989"/>
            <a:ext cx="497446" cy="307777"/>
            <a:chOff x="8926282" y="2087830"/>
            <a:chExt cx="497446" cy="307777"/>
          </a:xfrm>
        </p:grpSpPr>
        <p:sp>
          <p:nvSpPr>
            <p:cNvPr id="83" name="Text Box 9">
              <a:extLst>
                <a:ext uri="{FF2B5EF4-FFF2-40B4-BE49-F238E27FC236}">
                  <a16:creationId xmlns:a16="http://schemas.microsoft.com/office/drawing/2014/main" id="{B294D2EC-D74F-42AD-AD07-6496B793B63B}"/>
                </a:ext>
              </a:extLst>
            </p:cNvPr>
            <p:cNvSpPr txBox="1">
              <a:spLocks noChangeArrowheads="1"/>
            </p:cNvSpPr>
            <p:nvPr/>
          </p:nvSpPr>
          <p:spPr bwMode="auto">
            <a:xfrm>
              <a:off x="9237780" y="2087830"/>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D</a:t>
              </a:r>
            </a:p>
          </p:txBody>
        </p:sp>
        <p:cxnSp>
          <p:nvCxnSpPr>
            <p:cNvPr id="84" name="直接箭头连接符 83">
              <a:extLst>
                <a:ext uri="{FF2B5EF4-FFF2-40B4-BE49-F238E27FC236}">
                  <a16:creationId xmlns:a16="http://schemas.microsoft.com/office/drawing/2014/main" id="{29E9DD72-57FE-463E-A697-AFB8676E1890}"/>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85" name="组合 84">
            <a:extLst>
              <a:ext uri="{FF2B5EF4-FFF2-40B4-BE49-F238E27FC236}">
                <a16:creationId xmlns:a16="http://schemas.microsoft.com/office/drawing/2014/main" id="{861941BB-9567-4B6D-A470-162BAE23A18F}"/>
              </a:ext>
            </a:extLst>
          </p:cNvPr>
          <p:cNvGrpSpPr/>
          <p:nvPr/>
        </p:nvGrpSpPr>
        <p:grpSpPr>
          <a:xfrm>
            <a:off x="9864385" y="4789960"/>
            <a:ext cx="311563" cy="307777"/>
            <a:chOff x="8926282" y="2087830"/>
            <a:chExt cx="311563" cy="307777"/>
          </a:xfrm>
        </p:grpSpPr>
        <p:sp>
          <p:nvSpPr>
            <p:cNvPr id="86" name="Text Box 9">
              <a:extLst>
                <a:ext uri="{FF2B5EF4-FFF2-40B4-BE49-F238E27FC236}">
                  <a16:creationId xmlns:a16="http://schemas.microsoft.com/office/drawing/2014/main" id="{08733F84-0154-49B2-B8D1-C5FEDD96AAD9}"/>
                </a:ext>
              </a:extLst>
            </p:cNvPr>
            <p:cNvSpPr txBox="1">
              <a:spLocks noChangeArrowheads="1"/>
            </p:cNvSpPr>
            <p:nvPr/>
          </p:nvSpPr>
          <p:spPr bwMode="auto">
            <a:xfrm>
              <a:off x="9237780" y="2087830"/>
              <a:ext cx="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cxnSp>
          <p:nvCxnSpPr>
            <p:cNvPr id="87" name="直接箭头连接符 86">
              <a:extLst>
                <a:ext uri="{FF2B5EF4-FFF2-40B4-BE49-F238E27FC236}">
                  <a16:creationId xmlns:a16="http://schemas.microsoft.com/office/drawing/2014/main" id="{3BB1DA39-A7C9-475D-9B4B-B81C59C64319}"/>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cxnSp>
        <p:nvCxnSpPr>
          <p:cNvPr id="88" name="直接连接符 87">
            <a:extLst>
              <a:ext uri="{FF2B5EF4-FFF2-40B4-BE49-F238E27FC236}">
                <a16:creationId xmlns:a16="http://schemas.microsoft.com/office/drawing/2014/main" id="{4B2B8178-44BD-41CB-8666-D4A374088C89}"/>
              </a:ext>
            </a:extLst>
          </p:cNvPr>
          <p:cNvCxnSpPr>
            <a:cxnSpLocks/>
          </p:cNvCxnSpPr>
          <p:nvPr/>
        </p:nvCxnSpPr>
        <p:spPr>
          <a:xfrm flipV="1">
            <a:off x="786809" y="4438026"/>
            <a:ext cx="1226288" cy="693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5131C14D-1C64-4B13-B020-98B41E0FA516}"/>
              </a:ext>
            </a:extLst>
          </p:cNvPr>
          <p:cNvCxnSpPr>
            <a:cxnSpLocks/>
          </p:cNvCxnSpPr>
          <p:nvPr/>
        </p:nvCxnSpPr>
        <p:spPr>
          <a:xfrm flipV="1">
            <a:off x="786809" y="4678557"/>
            <a:ext cx="2544725" cy="401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50C4CCD1-0923-436C-8259-D58495DA6C21}"/>
              </a:ext>
            </a:extLst>
          </p:cNvPr>
          <p:cNvCxnSpPr>
            <a:cxnSpLocks/>
          </p:cNvCxnSpPr>
          <p:nvPr/>
        </p:nvCxnSpPr>
        <p:spPr>
          <a:xfrm flipV="1">
            <a:off x="1041990" y="4923091"/>
            <a:ext cx="1148316" cy="347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C072727-35A2-4902-8437-EBEA5A920CCD}"/>
              </a:ext>
            </a:extLst>
          </p:cNvPr>
          <p:cNvCxnSpPr>
            <a:cxnSpLocks/>
          </p:cNvCxnSpPr>
          <p:nvPr/>
        </p:nvCxnSpPr>
        <p:spPr>
          <a:xfrm>
            <a:off x="1027814" y="5160156"/>
            <a:ext cx="2459665" cy="346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FDAC5D09-0284-47B8-9D7B-5AF83DBD6BB7}"/>
              </a:ext>
            </a:extLst>
          </p:cNvPr>
          <p:cNvCxnSpPr>
            <a:cxnSpLocks/>
          </p:cNvCxnSpPr>
          <p:nvPr/>
        </p:nvCxnSpPr>
        <p:spPr>
          <a:xfrm>
            <a:off x="1056168" y="5411629"/>
            <a:ext cx="228245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93" name="组合 92">
            <a:extLst>
              <a:ext uri="{FF2B5EF4-FFF2-40B4-BE49-F238E27FC236}">
                <a16:creationId xmlns:a16="http://schemas.microsoft.com/office/drawing/2014/main" id="{C627C155-A525-4580-8CBC-1BF4EFA71F16}"/>
              </a:ext>
            </a:extLst>
          </p:cNvPr>
          <p:cNvGrpSpPr/>
          <p:nvPr/>
        </p:nvGrpSpPr>
        <p:grpSpPr>
          <a:xfrm>
            <a:off x="9859823" y="5190989"/>
            <a:ext cx="311563" cy="307777"/>
            <a:chOff x="8926282" y="2087830"/>
            <a:chExt cx="311563" cy="307777"/>
          </a:xfrm>
        </p:grpSpPr>
        <p:sp>
          <p:nvSpPr>
            <p:cNvPr id="94" name="Text Box 9">
              <a:extLst>
                <a:ext uri="{FF2B5EF4-FFF2-40B4-BE49-F238E27FC236}">
                  <a16:creationId xmlns:a16="http://schemas.microsoft.com/office/drawing/2014/main" id="{3BF7FAF7-4FD6-4348-87E5-B94281B96712}"/>
                </a:ext>
              </a:extLst>
            </p:cNvPr>
            <p:cNvSpPr txBox="1">
              <a:spLocks noChangeArrowheads="1"/>
            </p:cNvSpPr>
            <p:nvPr/>
          </p:nvSpPr>
          <p:spPr bwMode="auto">
            <a:xfrm>
              <a:off x="9237780" y="2087830"/>
              <a:ext cx="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cxnSp>
          <p:nvCxnSpPr>
            <p:cNvPr id="95" name="直接箭头连接符 94">
              <a:extLst>
                <a:ext uri="{FF2B5EF4-FFF2-40B4-BE49-F238E27FC236}">
                  <a16:creationId xmlns:a16="http://schemas.microsoft.com/office/drawing/2014/main" id="{9EB1552B-9032-403C-A877-E0A2E62FB83B}"/>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96" name="组合 95">
            <a:extLst>
              <a:ext uri="{FF2B5EF4-FFF2-40B4-BE49-F238E27FC236}">
                <a16:creationId xmlns:a16="http://schemas.microsoft.com/office/drawing/2014/main" id="{43807B78-6CC3-41F0-9B3C-21934D11FB38}"/>
              </a:ext>
            </a:extLst>
          </p:cNvPr>
          <p:cNvGrpSpPr/>
          <p:nvPr/>
        </p:nvGrpSpPr>
        <p:grpSpPr>
          <a:xfrm>
            <a:off x="9850387" y="5582383"/>
            <a:ext cx="311563" cy="307777"/>
            <a:chOff x="8926282" y="2087830"/>
            <a:chExt cx="311563" cy="307777"/>
          </a:xfrm>
        </p:grpSpPr>
        <p:sp>
          <p:nvSpPr>
            <p:cNvPr id="97" name="Text Box 9">
              <a:extLst>
                <a:ext uri="{FF2B5EF4-FFF2-40B4-BE49-F238E27FC236}">
                  <a16:creationId xmlns:a16="http://schemas.microsoft.com/office/drawing/2014/main" id="{A91169C4-2E02-412C-B92B-DAA5DE602F8C}"/>
                </a:ext>
              </a:extLst>
            </p:cNvPr>
            <p:cNvSpPr txBox="1">
              <a:spLocks noChangeArrowheads="1"/>
            </p:cNvSpPr>
            <p:nvPr/>
          </p:nvSpPr>
          <p:spPr bwMode="auto">
            <a:xfrm>
              <a:off x="9237780" y="2087830"/>
              <a:ext cx="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cxnSp>
          <p:nvCxnSpPr>
            <p:cNvPr id="98" name="直接箭头连接符 97">
              <a:extLst>
                <a:ext uri="{FF2B5EF4-FFF2-40B4-BE49-F238E27FC236}">
                  <a16:creationId xmlns:a16="http://schemas.microsoft.com/office/drawing/2014/main" id="{8B3236EA-B7A7-4040-B12F-29CFA492482A}"/>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100" name="组合 99">
            <a:extLst>
              <a:ext uri="{FF2B5EF4-FFF2-40B4-BE49-F238E27FC236}">
                <a16:creationId xmlns:a16="http://schemas.microsoft.com/office/drawing/2014/main" id="{0868C561-1CE9-41C3-BFE2-61C688E6878C}"/>
              </a:ext>
            </a:extLst>
          </p:cNvPr>
          <p:cNvGrpSpPr/>
          <p:nvPr/>
        </p:nvGrpSpPr>
        <p:grpSpPr>
          <a:xfrm>
            <a:off x="9853312" y="5568992"/>
            <a:ext cx="475680" cy="307777"/>
            <a:chOff x="8926282" y="2073654"/>
            <a:chExt cx="475680" cy="307777"/>
          </a:xfrm>
        </p:grpSpPr>
        <p:sp>
          <p:nvSpPr>
            <p:cNvPr id="101" name="Text Box 9">
              <a:extLst>
                <a:ext uri="{FF2B5EF4-FFF2-40B4-BE49-F238E27FC236}">
                  <a16:creationId xmlns:a16="http://schemas.microsoft.com/office/drawing/2014/main" id="{AA63C240-72D5-4A8B-A3E8-D9E698D88925}"/>
                </a:ext>
              </a:extLst>
            </p:cNvPr>
            <p:cNvSpPr txBox="1">
              <a:spLocks noChangeArrowheads="1"/>
            </p:cNvSpPr>
            <p:nvPr/>
          </p:nvSpPr>
          <p:spPr bwMode="auto">
            <a:xfrm>
              <a:off x="9244868" y="2073654"/>
              <a:ext cx="1570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F</a:t>
              </a:r>
            </a:p>
          </p:txBody>
        </p:sp>
        <p:cxnSp>
          <p:nvCxnSpPr>
            <p:cNvPr id="102" name="直接箭头连接符 101">
              <a:extLst>
                <a:ext uri="{FF2B5EF4-FFF2-40B4-BE49-F238E27FC236}">
                  <a16:creationId xmlns:a16="http://schemas.microsoft.com/office/drawing/2014/main" id="{37AB444B-3CDA-4EFC-8882-3692C9B385D8}"/>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103" name="组合 102">
            <a:extLst>
              <a:ext uri="{FF2B5EF4-FFF2-40B4-BE49-F238E27FC236}">
                <a16:creationId xmlns:a16="http://schemas.microsoft.com/office/drawing/2014/main" id="{368BB359-CF46-48D6-ABBC-E627B9EE242B}"/>
              </a:ext>
            </a:extLst>
          </p:cNvPr>
          <p:cNvGrpSpPr/>
          <p:nvPr/>
        </p:nvGrpSpPr>
        <p:grpSpPr>
          <a:xfrm>
            <a:off x="9864854" y="5176641"/>
            <a:ext cx="517358" cy="307777"/>
            <a:chOff x="8926282" y="2073654"/>
            <a:chExt cx="517358" cy="307777"/>
          </a:xfrm>
        </p:grpSpPr>
        <p:sp>
          <p:nvSpPr>
            <p:cNvPr id="104" name="Text Box 9">
              <a:extLst>
                <a:ext uri="{FF2B5EF4-FFF2-40B4-BE49-F238E27FC236}">
                  <a16:creationId xmlns:a16="http://schemas.microsoft.com/office/drawing/2014/main" id="{1C9695EF-E257-4CC0-8161-A3941BC2BCC5}"/>
                </a:ext>
              </a:extLst>
            </p:cNvPr>
            <p:cNvSpPr txBox="1">
              <a:spLocks noChangeArrowheads="1"/>
            </p:cNvSpPr>
            <p:nvPr/>
          </p:nvSpPr>
          <p:spPr bwMode="auto">
            <a:xfrm>
              <a:off x="9244868" y="2073654"/>
              <a:ext cx="1987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G</a:t>
              </a:r>
            </a:p>
          </p:txBody>
        </p:sp>
        <p:cxnSp>
          <p:nvCxnSpPr>
            <p:cNvPr id="105" name="直接箭头连接符 104">
              <a:extLst>
                <a:ext uri="{FF2B5EF4-FFF2-40B4-BE49-F238E27FC236}">
                  <a16:creationId xmlns:a16="http://schemas.microsoft.com/office/drawing/2014/main" id="{96390E3B-A7DD-4EB7-8D20-9B5217A9B0D3}"/>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106" name="组合 105">
            <a:extLst>
              <a:ext uri="{FF2B5EF4-FFF2-40B4-BE49-F238E27FC236}">
                <a16:creationId xmlns:a16="http://schemas.microsoft.com/office/drawing/2014/main" id="{21A80135-D29C-4881-933D-EF8F7CBE6BF6}"/>
              </a:ext>
            </a:extLst>
          </p:cNvPr>
          <p:cNvGrpSpPr/>
          <p:nvPr/>
        </p:nvGrpSpPr>
        <p:grpSpPr>
          <a:xfrm>
            <a:off x="9866635" y="5931438"/>
            <a:ext cx="311563" cy="307777"/>
            <a:chOff x="8926282" y="2087830"/>
            <a:chExt cx="311563" cy="307777"/>
          </a:xfrm>
        </p:grpSpPr>
        <p:sp>
          <p:nvSpPr>
            <p:cNvPr id="107" name="Text Box 9">
              <a:extLst>
                <a:ext uri="{FF2B5EF4-FFF2-40B4-BE49-F238E27FC236}">
                  <a16:creationId xmlns:a16="http://schemas.microsoft.com/office/drawing/2014/main" id="{1E0725E5-ECFF-4807-A550-573DEE55E1BF}"/>
                </a:ext>
              </a:extLst>
            </p:cNvPr>
            <p:cNvSpPr txBox="1">
              <a:spLocks noChangeArrowheads="1"/>
            </p:cNvSpPr>
            <p:nvPr/>
          </p:nvSpPr>
          <p:spPr bwMode="auto">
            <a:xfrm>
              <a:off x="9237780" y="2087830"/>
              <a:ext cx="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cxnSp>
          <p:nvCxnSpPr>
            <p:cNvPr id="108" name="直接箭头连接符 107">
              <a:extLst>
                <a:ext uri="{FF2B5EF4-FFF2-40B4-BE49-F238E27FC236}">
                  <a16:creationId xmlns:a16="http://schemas.microsoft.com/office/drawing/2014/main" id="{B6D9B0E3-C15B-4A6A-8A6A-EDF05151C988}"/>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cxnSp>
        <p:nvCxnSpPr>
          <p:cNvPr id="109" name="直接连接符 108">
            <a:extLst>
              <a:ext uri="{FF2B5EF4-FFF2-40B4-BE49-F238E27FC236}">
                <a16:creationId xmlns:a16="http://schemas.microsoft.com/office/drawing/2014/main" id="{C17B6A76-6F5B-4CEB-8666-CACB8FE3276D}"/>
              </a:ext>
            </a:extLst>
          </p:cNvPr>
          <p:cNvCxnSpPr>
            <a:cxnSpLocks/>
          </p:cNvCxnSpPr>
          <p:nvPr/>
        </p:nvCxnSpPr>
        <p:spPr>
          <a:xfrm>
            <a:off x="545805" y="6131882"/>
            <a:ext cx="119685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7" name="矩形: 圆角 76">
            <a:extLst>
              <a:ext uri="{FF2B5EF4-FFF2-40B4-BE49-F238E27FC236}">
                <a16:creationId xmlns:a16="http://schemas.microsoft.com/office/drawing/2014/main" id="{5DD913FB-2334-460A-BAB7-6BDF28B37AFA}"/>
              </a:ext>
            </a:extLst>
          </p:cNvPr>
          <p:cNvSpPr/>
          <p:nvPr/>
        </p:nvSpPr>
        <p:spPr>
          <a:xfrm>
            <a:off x="1357144" y="234235"/>
            <a:ext cx="4685170" cy="53626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ffectLst>
                  <a:outerShdw blurRad="38100" dist="38100" dir="2700000" algn="tl">
                    <a:srgbClr val="000000">
                      <a:alpha val="43137"/>
                    </a:srgbClr>
                  </a:outerShdw>
                </a:effectLst>
              </a:rPr>
              <a:t>算法</a:t>
            </a:r>
            <a:r>
              <a:rPr lang="en-US" altLang="zh-CN" sz="2000" b="1" dirty="0">
                <a:solidFill>
                  <a:srgbClr val="C00000"/>
                </a:solidFill>
                <a:effectLst>
                  <a:outerShdw blurRad="38100" dist="38100" dir="2700000" algn="tl">
                    <a:srgbClr val="000000">
                      <a:alpha val="43137"/>
                    </a:srgbClr>
                  </a:outerShdw>
                </a:effectLst>
              </a:rPr>
              <a:t>6.4 </a:t>
            </a:r>
            <a:r>
              <a:rPr lang="zh-CN" altLang="en-US" sz="2000" b="1" dirty="0">
                <a:solidFill>
                  <a:srgbClr val="C00000"/>
                </a:solidFill>
                <a:effectLst>
                  <a:outerShdw blurRad="38100" dist="38100" dir="2700000" algn="tl">
                    <a:srgbClr val="000000">
                      <a:alpha val="43137"/>
                    </a:srgbClr>
                  </a:outerShdw>
                </a:effectLst>
              </a:rPr>
              <a:t> </a:t>
            </a:r>
            <a:r>
              <a:rPr lang="zh-CN" altLang="en-US" sz="2000" b="1" dirty="0">
                <a:solidFill>
                  <a:srgbClr val="002060"/>
                </a:solidFill>
                <a:effectLst>
                  <a:outerShdw blurRad="38100" dist="38100" dir="2700000" algn="tl">
                    <a:srgbClr val="000000">
                      <a:alpha val="43137"/>
                    </a:srgbClr>
                  </a:outerShdw>
                </a:effectLst>
              </a:rPr>
              <a:t>使用栈的中序非递归遍历（</a:t>
            </a:r>
            <a:r>
              <a:rPr lang="en-US" altLang="zh-CN" sz="2000" b="1" dirty="0">
                <a:solidFill>
                  <a:srgbClr val="002060"/>
                </a:solidFill>
                <a:effectLst>
                  <a:outerShdw blurRad="38100" dist="38100" dir="2700000" algn="tl">
                    <a:srgbClr val="000000">
                      <a:alpha val="43137"/>
                    </a:srgbClr>
                  </a:outerShdw>
                </a:effectLst>
              </a:rPr>
              <a:t>1</a:t>
            </a:r>
            <a:r>
              <a:rPr lang="zh-CN" altLang="en-US" sz="2000" b="1" dirty="0">
                <a:solidFill>
                  <a:srgbClr val="002060"/>
                </a:solidFill>
                <a:effectLst>
                  <a:outerShdw blurRad="38100" dist="38100" dir="2700000" algn="tl">
                    <a:srgbClr val="000000">
                      <a:alpha val="43137"/>
                    </a:srgbClr>
                  </a:outerShdw>
                </a:effectLst>
              </a:rPr>
              <a:t>）</a:t>
            </a:r>
          </a:p>
        </p:txBody>
      </p:sp>
      <p:sp>
        <p:nvSpPr>
          <p:cNvPr id="2" name="文本框 1">
            <a:extLst>
              <a:ext uri="{FF2B5EF4-FFF2-40B4-BE49-F238E27FC236}">
                <a16:creationId xmlns:a16="http://schemas.microsoft.com/office/drawing/2014/main" id="{7094F9A1-F935-4927-AFEB-8606920462F4}"/>
              </a:ext>
            </a:extLst>
          </p:cNvPr>
          <p:cNvSpPr txBox="1"/>
          <p:nvPr/>
        </p:nvSpPr>
        <p:spPr>
          <a:xfrm>
            <a:off x="624314" y="1317997"/>
            <a:ext cx="7236276" cy="369332"/>
          </a:xfrm>
          <a:prstGeom prst="rect">
            <a:avLst/>
          </a:prstGeom>
          <a:noFill/>
        </p:spPr>
        <p:txBody>
          <a:bodyPr wrap="none" rtlCol="0">
            <a:spAutoFit/>
          </a:bodyPr>
          <a:lstStyle/>
          <a:p>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6.4 </a:t>
            </a:r>
            <a:r>
              <a:rPr lang="zh-CN" altLang="en-US" b="1" dirty="0"/>
              <a:t>是本书讨论的使用</a:t>
            </a:r>
            <a:r>
              <a:rPr lang="zh-CN" altLang="en-US" b="1" dirty="0">
                <a:solidFill>
                  <a:srgbClr val="041ABC"/>
                </a:solidFill>
                <a:effectLst>
                  <a:outerShdw blurRad="38100" dist="38100" dir="2700000" algn="tl">
                    <a:srgbClr val="000000">
                      <a:alpha val="43137"/>
                    </a:srgbClr>
                  </a:outerShdw>
                </a:effectLst>
              </a:rPr>
              <a:t>栈辅助</a:t>
            </a:r>
            <a:r>
              <a:rPr lang="zh-CN" altLang="en-US" b="1" dirty="0"/>
              <a:t>的中序</a:t>
            </a:r>
            <a:r>
              <a:rPr lang="zh-CN" altLang="en-US" b="1" dirty="0">
                <a:solidFill>
                  <a:srgbClr val="041ABC"/>
                </a:solidFill>
                <a:effectLst>
                  <a:outerShdw blurRad="38100" dist="38100" dir="2700000" algn="tl">
                    <a:srgbClr val="000000">
                      <a:alpha val="43137"/>
                    </a:srgbClr>
                  </a:outerShdw>
                </a:effectLst>
              </a:rPr>
              <a:t>非递归遍历</a:t>
            </a:r>
            <a:r>
              <a:rPr lang="zh-CN" altLang="en-US" b="1" dirty="0"/>
              <a:t>的</a:t>
            </a:r>
            <a:r>
              <a:rPr lang="zh-CN" altLang="en-US" b="1" u="sng" dirty="0"/>
              <a:t>两个算法之一</a:t>
            </a:r>
            <a:r>
              <a:rPr lang="zh-CN" altLang="en-US" b="1" dirty="0"/>
              <a:t>。</a:t>
            </a:r>
          </a:p>
        </p:txBody>
      </p:sp>
      <p:sp>
        <p:nvSpPr>
          <p:cNvPr id="73" name="灯片编号占位符 1">
            <a:extLst>
              <a:ext uri="{FF2B5EF4-FFF2-40B4-BE49-F238E27FC236}">
                <a16:creationId xmlns:a16="http://schemas.microsoft.com/office/drawing/2014/main" id="{C611B1C2-CAF2-6113-D360-EFC5C656CE0F}"/>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16</a:t>
            </a:fld>
            <a:endParaRPr lang="zh-CN" altLang="en-US" dirty="0"/>
          </a:p>
        </p:txBody>
      </p:sp>
    </p:spTree>
    <p:extLst>
      <p:ext uri="{BB962C8B-B14F-4D97-AF65-F5344CB8AC3E}">
        <p14:creationId xmlns:p14="http://schemas.microsoft.com/office/powerpoint/2010/main" val="44281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p:cTn id="7" dur="1000" fill="hold"/>
                                        <p:tgtEl>
                                          <p:spTgt spid="75"/>
                                        </p:tgtEl>
                                        <p:attrNameLst>
                                          <p:attrName>ppt_w</p:attrName>
                                        </p:attrNameLst>
                                      </p:cBhvr>
                                      <p:tavLst>
                                        <p:tav tm="0">
                                          <p:val>
                                            <p:fltVal val="0"/>
                                          </p:val>
                                        </p:tav>
                                        <p:tav tm="100000">
                                          <p:val>
                                            <p:strVal val="#ppt_w"/>
                                          </p:val>
                                        </p:tav>
                                      </p:tavLst>
                                    </p:anim>
                                    <p:anim calcmode="lin" valueType="num">
                                      <p:cBhvr>
                                        <p:cTn id="8" dur="1000" fill="hold"/>
                                        <p:tgtEl>
                                          <p:spTgt spid="75"/>
                                        </p:tgtEl>
                                        <p:attrNameLst>
                                          <p:attrName>ppt_h</p:attrName>
                                        </p:attrNameLst>
                                      </p:cBhvr>
                                      <p:tavLst>
                                        <p:tav tm="0">
                                          <p:val>
                                            <p:fltVal val="0"/>
                                          </p:val>
                                        </p:tav>
                                        <p:tav tm="100000">
                                          <p:val>
                                            <p:strVal val="#ppt_h"/>
                                          </p:val>
                                        </p:tav>
                                      </p:tavLst>
                                    </p:anim>
                                    <p:anim calcmode="lin" valueType="num">
                                      <p:cBhvr>
                                        <p:cTn id="9" dur="1000" fill="hold"/>
                                        <p:tgtEl>
                                          <p:spTgt spid="75"/>
                                        </p:tgtEl>
                                        <p:attrNameLst>
                                          <p:attrName>style.rotation</p:attrName>
                                        </p:attrNameLst>
                                      </p:cBhvr>
                                      <p:tavLst>
                                        <p:tav tm="0">
                                          <p:val>
                                            <p:fltVal val="90"/>
                                          </p:val>
                                        </p:tav>
                                        <p:tav tm="100000">
                                          <p:val>
                                            <p:fltVal val="0"/>
                                          </p:val>
                                        </p:tav>
                                      </p:tavLst>
                                    </p:anim>
                                    <p:animEffect transition="in" filter="fade">
                                      <p:cBhvr>
                                        <p:cTn id="10" dur="1000"/>
                                        <p:tgtEl>
                                          <p:spTgt spid="75"/>
                                        </p:tgtEl>
                                      </p:cBhvr>
                                    </p:animEffect>
                                  </p:childTnLst>
                                </p:cTn>
                              </p:par>
                            </p:childTnLst>
                          </p:cTn>
                        </p:par>
                        <p:par>
                          <p:cTn id="11" fill="hold">
                            <p:stCondLst>
                              <p:cond delay="1000"/>
                            </p:stCondLst>
                            <p:childTnLst>
                              <p:par>
                                <p:cTn id="12" presetID="22" presetClass="entr" presetSubtype="1" fill="hold"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up)">
                                      <p:cBhvr>
                                        <p:cTn id="14" dur="1000"/>
                                        <p:tgtEl>
                                          <p:spTgt spid="18"/>
                                        </p:tgtEl>
                                      </p:cBhvr>
                                    </p:animEffect>
                                  </p:childTnLst>
                                </p:cTn>
                              </p:par>
                            </p:childTnLst>
                          </p:cTn>
                        </p:par>
                        <p:par>
                          <p:cTn id="15" fill="hold">
                            <p:stCondLst>
                              <p:cond delay="2000"/>
                            </p:stCondLst>
                            <p:childTnLst>
                              <p:par>
                                <p:cTn id="16" presetID="22" presetClass="entr" presetSubtype="1" fill="hold"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up)">
                                      <p:cBhvr>
                                        <p:cTn id="18" dur="10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wipe(left)">
                                      <p:cBhvr>
                                        <p:cTn id="23" dur="1000"/>
                                        <p:tgtEl>
                                          <p:spTgt spid="7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par>
                          <p:cTn id="29" fill="hold">
                            <p:stCondLst>
                              <p:cond delay="500"/>
                            </p:stCondLst>
                            <p:childTnLst>
                              <p:par>
                                <p:cTn id="30" presetID="47" presetClass="entr" presetSubtype="0"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1000"/>
                                        <p:tgtEl>
                                          <p:spTgt spid="21"/>
                                        </p:tgtEl>
                                      </p:cBhvr>
                                    </p:animEffect>
                                    <p:anim calcmode="lin" valueType="num">
                                      <p:cBhvr>
                                        <p:cTn id="33" dur="1000" fill="hold"/>
                                        <p:tgtEl>
                                          <p:spTgt spid="21"/>
                                        </p:tgtEl>
                                        <p:attrNameLst>
                                          <p:attrName>ppt_x</p:attrName>
                                        </p:attrNameLst>
                                      </p:cBhvr>
                                      <p:tavLst>
                                        <p:tav tm="0">
                                          <p:val>
                                            <p:strVal val="#ppt_x"/>
                                          </p:val>
                                        </p:tav>
                                        <p:tav tm="100000">
                                          <p:val>
                                            <p:strVal val="#ppt_x"/>
                                          </p:val>
                                        </p:tav>
                                      </p:tavLst>
                                    </p:anim>
                                    <p:anim calcmode="lin" valueType="num">
                                      <p:cBhvr>
                                        <p:cTn id="34" dur="1000" fill="hold"/>
                                        <p:tgtEl>
                                          <p:spTgt spid="21"/>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22" presetClass="exit" presetSubtype="1" fill="hold" nodeType="afterEffect">
                                  <p:stCondLst>
                                    <p:cond delay="0"/>
                                  </p:stCondLst>
                                  <p:childTnLst>
                                    <p:animEffect transition="out" filter="wipe(up)">
                                      <p:cBhvr>
                                        <p:cTn id="37" dur="500"/>
                                        <p:tgtEl>
                                          <p:spTgt spid="74"/>
                                        </p:tgtEl>
                                      </p:cBhvr>
                                    </p:animEffect>
                                    <p:set>
                                      <p:cBhvr>
                                        <p:cTn id="38" dur="1" fill="hold">
                                          <p:stCondLst>
                                            <p:cond delay="499"/>
                                          </p:stCondLst>
                                        </p:cTn>
                                        <p:tgtEl>
                                          <p:spTgt spid="74"/>
                                        </p:tgtEl>
                                        <p:attrNameLst>
                                          <p:attrName>style.visibility</p:attrName>
                                        </p:attrNameLst>
                                      </p:cBhvr>
                                      <p:to>
                                        <p:strVal val="hidden"/>
                                      </p:to>
                                    </p:set>
                                  </p:childTnLst>
                                </p:cTn>
                              </p:par>
                              <p:par>
                                <p:cTn id="39" presetID="22" presetClass="entr" presetSubtype="8" fill="hold" nodeType="withEffect">
                                  <p:stCondLst>
                                    <p:cond delay="0"/>
                                  </p:stCondLst>
                                  <p:childTnLst>
                                    <p:set>
                                      <p:cBhvr>
                                        <p:cTn id="40" dur="1" fill="hold">
                                          <p:stCondLst>
                                            <p:cond delay="0"/>
                                          </p:stCondLst>
                                        </p:cTn>
                                        <p:tgtEl>
                                          <p:spTgt spid="76"/>
                                        </p:tgtEl>
                                        <p:attrNameLst>
                                          <p:attrName>style.visibility</p:attrName>
                                        </p:attrNameLst>
                                      </p:cBhvr>
                                      <p:to>
                                        <p:strVal val="visible"/>
                                      </p:to>
                                    </p:set>
                                    <p:animEffect transition="in" filter="wipe(left)">
                                      <p:cBhvr>
                                        <p:cTn id="41" dur="1000"/>
                                        <p:tgtEl>
                                          <p:spTgt spid="7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xit" presetSubtype="1" fill="hold" nodeType="clickEffect">
                                  <p:stCondLst>
                                    <p:cond delay="0"/>
                                  </p:stCondLst>
                                  <p:childTnLst>
                                    <p:animEffect transition="out" filter="wipe(up)">
                                      <p:cBhvr>
                                        <p:cTn id="45" dur="500"/>
                                        <p:tgtEl>
                                          <p:spTgt spid="76"/>
                                        </p:tgtEl>
                                      </p:cBhvr>
                                    </p:animEffect>
                                    <p:set>
                                      <p:cBhvr>
                                        <p:cTn id="46" dur="1" fill="hold">
                                          <p:stCondLst>
                                            <p:cond delay="499"/>
                                          </p:stCondLst>
                                        </p:cTn>
                                        <p:tgtEl>
                                          <p:spTgt spid="76"/>
                                        </p:tgtEl>
                                        <p:attrNameLst>
                                          <p:attrName>style.visibility</p:attrName>
                                        </p:attrNameLst>
                                      </p:cBhvr>
                                      <p:to>
                                        <p:strVal val="hidden"/>
                                      </p:to>
                                    </p:set>
                                  </p:childTnLst>
                                </p:cTn>
                              </p:par>
                              <p:par>
                                <p:cTn id="47" presetID="22" presetClass="entr" presetSubtype="8" fill="hold" nodeType="withEffect">
                                  <p:stCondLst>
                                    <p:cond delay="0"/>
                                  </p:stCondLst>
                                  <p:childTnLst>
                                    <p:set>
                                      <p:cBhvr>
                                        <p:cTn id="48" dur="1" fill="hold">
                                          <p:stCondLst>
                                            <p:cond delay="0"/>
                                          </p:stCondLst>
                                        </p:cTn>
                                        <p:tgtEl>
                                          <p:spTgt spid="79"/>
                                        </p:tgtEl>
                                        <p:attrNameLst>
                                          <p:attrName>style.visibility</p:attrName>
                                        </p:attrNameLst>
                                      </p:cBhvr>
                                      <p:to>
                                        <p:strVal val="visible"/>
                                      </p:to>
                                    </p:set>
                                    <p:animEffect transition="in" filter="wipe(left)">
                                      <p:cBhvr>
                                        <p:cTn id="49" dur="1000"/>
                                        <p:tgtEl>
                                          <p:spTgt spid="7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70"/>
                                        </p:tgtEl>
                                        <p:attrNameLst>
                                          <p:attrName>style.visibility</p:attrName>
                                        </p:attrNameLst>
                                      </p:cBhvr>
                                      <p:to>
                                        <p:strVal val="visible"/>
                                      </p:to>
                                    </p:set>
                                    <p:animEffect transition="in" filter="wipe(up)">
                                      <p:cBhvr>
                                        <p:cTn id="54" dur="500"/>
                                        <p:tgtEl>
                                          <p:spTgt spid="70"/>
                                        </p:tgtEl>
                                      </p:cBhvr>
                                    </p:animEffect>
                                  </p:childTnLst>
                                </p:cTn>
                              </p:par>
                            </p:childTnLst>
                          </p:cTn>
                        </p:par>
                        <p:par>
                          <p:cTn id="55" fill="hold">
                            <p:stCondLst>
                              <p:cond delay="500"/>
                            </p:stCondLst>
                            <p:childTnLst>
                              <p:par>
                                <p:cTn id="56" presetID="22" presetClass="exit" presetSubtype="1" fill="hold" nodeType="afterEffect">
                                  <p:stCondLst>
                                    <p:cond delay="0"/>
                                  </p:stCondLst>
                                  <p:childTnLst>
                                    <p:animEffect transition="out" filter="wipe(up)">
                                      <p:cBhvr>
                                        <p:cTn id="57" dur="500"/>
                                        <p:tgtEl>
                                          <p:spTgt spid="79"/>
                                        </p:tgtEl>
                                      </p:cBhvr>
                                    </p:animEffect>
                                    <p:set>
                                      <p:cBhvr>
                                        <p:cTn id="58" dur="1" fill="hold">
                                          <p:stCondLst>
                                            <p:cond delay="499"/>
                                          </p:stCondLst>
                                        </p:cTn>
                                        <p:tgtEl>
                                          <p:spTgt spid="79"/>
                                        </p:tgtEl>
                                        <p:attrNameLst>
                                          <p:attrName>style.visibility</p:attrName>
                                        </p:attrNameLst>
                                      </p:cBhvr>
                                      <p:to>
                                        <p:strVal val="hidden"/>
                                      </p:to>
                                    </p:set>
                                  </p:childTnLst>
                                </p:cTn>
                              </p:par>
                              <p:par>
                                <p:cTn id="59" presetID="22" presetClass="entr" presetSubtype="8" fill="hold" nodeType="withEffect">
                                  <p:stCondLst>
                                    <p:cond delay="0"/>
                                  </p:stCondLst>
                                  <p:childTnLst>
                                    <p:set>
                                      <p:cBhvr>
                                        <p:cTn id="60" dur="1" fill="hold">
                                          <p:stCondLst>
                                            <p:cond delay="0"/>
                                          </p:stCondLst>
                                        </p:cTn>
                                        <p:tgtEl>
                                          <p:spTgt spid="80"/>
                                        </p:tgtEl>
                                        <p:attrNameLst>
                                          <p:attrName>style.visibility</p:attrName>
                                        </p:attrNameLst>
                                      </p:cBhvr>
                                      <p:to>
                                        <p:strVal val="visible"/>
                                      </p:to>
                                    </p:set>
                                    <p:animEffect transition="in" filter="wipe(left)">
                                      <p:cBhvr>
                                        <p:cTn id="61" dur="1000"/>
                                        <p:tgtEl>
                                          <p:spTgt spid="80"/>
                                        </p:tgtEl>
                                      </p:cBhvr>
                                    </p:animEffect>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1000"/>
                                        <p:tgtEl>
                                          <p:spTgt spid="24"/>
                                        </p:tgtEl>
                                      </p:cBhvr>
                                    </p:animEffect>
                                    <p:anim calcmode="lin" valueType="num">
                                      <p:cBhvr>
                                        <p:cTn id="67" dur="1000" fill="hold"/>
                                        <p:tgtEl>
                                          <p:spTgt spid="24"/>
                                        </p:tgtEl>
                                        <p:attrNameLst>
                                          <p:attrName>ppt_x</p:attrName>
                                        </p:attrNameLst>
                                      </p:cBhvr>
                                      <p:tavLst>
                                        <p:tav tm="0">
                                          <p:val>
                                            <p:strVal val="#ppt_x"/>
                                          </p:val>
                                        </p:tav>
                                        <p:tav tm="100000">
                                          <p:val>
                                            <p:strVal val="#ppt_x"/>
                                          </p:val>
                                        </p:tav>
                                      </p:tavLst>
                                    </p:anim>
                                    <p:anim calcmode="lin" valueType="num">
                                      <p:cBhvr>
                                        <p:cTn id="68" dur="1000" fill="hold"/>
                                        <p:tgtEl>
                                          <p:spTgt spid="24"/>
                                        </p:tgtEl>
                                        <p:attrNameLst>
                                          <p:attrName>ppt_y</p:attrName>
                                        </p:attrNameLst>
                                      </p:cBhvr>
                                      <p:tavLst>
                                        <p:tav tm="0">
                                          <p:val>
                                            <p:strVal val="#ppt_y-.1"/>
                                          </p:val>
                                        </p:tav>
                                        <p:tav tm="100000">
                                          <p:val>
                                            <p:strVal val="#ppt_y"/>
                                          </p:val>
                                        </p:tav>
                                      </p:tavLst>
                                    </p:anim>
                                  </p:childTnLst>
                                </p:cTn>
                              </p:par>
                            </p:childTnLst>
                          </p:cTn>
                        </p:par>
                        <p:par>
                          <p:cTn id="69" fill="hold">
                            <p:stCondLst>
                              <p:cond delay="1000"/>
                            </p:stCondLst>
                            <p:childTnLst>
                              <p:par>
                                <p:cTn id="70" presetID="22" presetClass="exit" presetSubtype="1" fill="hold" nodeType="afterEffect">
                                  <p:stCondLst>
                                    <p:cond delay="0"/>
                                  </p:stCondLst>
                                  <p:childTnLst>
                                    <p:animEffect transition="out" filter="wipe(up)">
                                      <p:cBhvr>
                                        <p:cTn id="71" dur="500"/>
                                        <p:tgtEl>
                                          <p:spTgt spid="80"/>
                                        </p:tgtEl>
                                      </p:cBhvr>
                                    </p:animEffect>
                                    <p:set>
                                      <p:cBhvr>
                                        <p:cTn id="72" dur="1" fill="hold">
                                          <p:stCondLst>
                                            <p:cond delay="499"/>
                                          </p:stCondLst>
                                        </p:cTn>
                                        <p:tgtEl>
                                          <p:spTgt spid="80"/>
                                        </p:tgtEl>
                                        <p:attrNameLst>
                                          <p:attrName>style.visibility</p:attrName>
                                        </p:attrNameLst>
                                      </p:cBhvr>
                                      <p:to>
                                        <p:strVal val="hidden"/>
                                      </p:to>
                                    </p:set>
                                  </p:childTnLst>
                                </p:cTn>
                              </p:par>
                              <p:par>
                                <p:cTn id="73" presetID="22" presetClass="entr" presetSubtype="8" fill="hold" nodeType="withEffect">
                                  <p:stCondLst>
                                    <p:cond delay="0"/>
                                  </p:stCondLst>
                                  <p:childTnLst>
                                    <p:set>
                                      <p:cBhvr>
                                        <p:cTn id="74" dur="1" fill="hold">
                                          <p:stCondLst>
                                            <p:cond delay="0"/>
                                          </p:stCondLst>
                                        </p:cTn>
                                        <p:tgtEl>
                                          <p:spTgt spid="79"/>
                                        </p:tgtEl>
                                        <p:attrNameLst>
                                          <p:attrName>style.visibility</p:attrName>
                                        </p:attrNameLst>
                                      </p:cBhvr>
                                      <p:to>
                                        <p:strVal val="visible"/>
                                      </p:to>
                                    </p:set>
                                    <p:animEffect transition="in" filter="wipe(left)">
                                      <p:cBhvr>
                                        <p:cTn id="75" dur="1000"/>
                                        <p:tgtEl>
                                          <p:spTgt spid="79"/>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path" presetSubtype="0" accel="50000" decel="50000" fill="hold" nodeType="clickEffect">
                                  <p:stCondLst>
                                    <p:cond delay="0"/>
                                  </p:stCondLst>
                                  <p:childTnLst>
                                    <p:animMotion origin="layout" path="M -1.66667E-6 -4.81481E-6 L -0.08997 0.10394 " pathEditMode="relative" rAng="0" ptsTypes="AA">
                                      <p:cBhvr>
                                        <p:cTn id="79" dur="1000" fill="hold"/>
                                        <p:tgtEl>
                                          <p:spTgt spid="70"/>
                                        </p:tgtEl>
                                        <p:attrNameLst>
                                          <p:attrName>ppt_x</p:attrName>
                                          <p:attrName>ppt_y</p:attrName>
                                        </p:attrNameLst>
                                      </p:cBhvr>
                                      <p:rCtr x="-4505" y="5185"/>
                                    </p:animMotion>
                                  </p:childTnLst>
                                </p:cTn>
                              </p:par>
                            </p:childTnLst>
                          </p:cTn>
                        </p:par>
                        <p:par>
                          <p:cTn id="80" fill="hold">
                            <p:stCondLst>
                              <p:cond delay="1000"/>
                            </p:stCondLst>
                            <p:childTnLst>
                              <p:par>
                                <p:cTn id="81" presetID="22" presetClass="exit" presetSubtype="1" fill="hold" nodeType="afterEffect">
                                  <p:stCondLst>
                                    <p:cond delay="0"/>
                                  </p:stCondLst>
                                  <p:childTnLst>
                                    <p:animEffect transition="out" filter="wipe(up)">
                                      <p:cBhvr>
                                        <p:cTn id="82" dur="500"/>
                                        <p:tgtEl>
                                          <p:spTgt spid="79"/>
                                        </p:tgtEl>
                                      </p:cBhvr>
                                    </p:animEffect>
                                    <p:set>
                                      <p:cBhvr>
                                        <p:cTn id="83" dur="1" fill="hold">
                                          <p:stCondLst>
                                            <p:cond delay="499"/>
                                          </p:stCondLst>
                                        </p:cTn>
                                        <p:tgtEl>
                                          <p:spTgt spid="79"/>
                                        </p:tgtEl>
                                        <p:attrNameLst>
                                          <p:attrName>style.visibility</p:attrName>
                                        </p:attrNameLst>
                                      </p:cBhvr>
                                      <p:to>
                                        <p:strVal val="hidden"/>
                                      </p:to>
                                    </p:set>
                                  </p:childTnLst>
                                </p:cTn>
                              </p:par>
                              <p:par>
                                <p:cTn id="84" presetID="22" presetClass="entr" presetSubtype="8"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Effect transition="in" filter="wipe(left)">
                                      <p:cBhvr>
                                        <p:cTn id="86" dur="1000"/>
                                        <p:tgtEl>
                                          <p:spTgt spid="80"/>
                                        </p:tgtEl>
                                      </p:cBhvr>
                                    </p:animEffect>
                                  </p:childTnLst>
                                </p:cTn>
                              </p:par>
                            </p:childTnLst>
                          </p:cTn>
                        </p:par>
                        <p:par>
                          <p:cTn id="87" fill="hold">
                            <p:stCondLst>
                              <p:cond delay="2000"/>
                            </p:stCondLst>
                            <p:childTnLst>
                              <p:par>
                                <p:cTn id="88" presetID="47" presetClass="entr" presetSubtype="0" fill="hold" nodeType="afterEffect">
                                  <p:stCondLst>
                                    <p:cond delay="0"/>
                                  </p:stCondLst>
                                  <p:childTnLst>
                                    <p:set>
                                      <p:cBhvr>
                                        <p:cTn id="89" dur="1" fill="hold">
                                          <p:stCondLst>
                                            <p:cond delay="0"/>
                                          </p:stCondLst>
                                        </p:cTn>
                                        <p:tgtEl>
                                          <p:spTgt spid="82"/>
                                        </p:tgtEl>
                                        <p:attrNameLst>
                                          <p:attrName>style.visibility</p:attrName>
                                        </p:attrNameLst>
                                      </p:cBhvr>
                                      <p:to>
                                        <p:strVal val="visible"/>
                                      </p:to>
                                    </p:set>
                                    <p:animEffect transition="in" filter="fade">
                                      <p:cBhvr>
                                        <p:cTn id="90" dur="1000"/>
                                        <p:tgtEl>
                                          <p:spTgt spid="82"/>
                                        </p:tgtEl>
                                      </p:cBhvr>
                                    </p:animEffect>
                                    <p:anim calcmode="lin" valueType="num">
                                      <p:cBhvr>
                                        <p:cTn id="91" dur="1000" fill="hold"/>
                                        <p:tgtEl>
                                          <p:spTgt spid="82"/>
                                        </p:tgtEl>
                                        <p:attrNameLst>
                                          <p:attrName>ppt_x</p:attrName>
                                        </p:attrNameLst>
                                      </p:cBhvr>
                                      <p:tavLst>
                                        <p:tav tm="0">
                                          <p:val>
                                            <p:strVal val="#ppt_x"/>
                                          </p:val>
                                        </p:tav>
                                        <p:tav tm="100000">
                                          <p:val>
                                            <p:strVal val="#ppt_x"/>
                                          </p:val>
                                        </p:tav>
                                      </p:tavLst>
                                    </p:anim>
                                    <p:anim calcmode="lin" valueType="num">
                                      <p:cBhvr>
                                        <p:cTn id="92" dur="1000" fill="hold"/>
                                        <p:tgtEl>
                                          <p:spTgt spid="82"/>
                                        </p:tgtEl>
                                        <p:attrNameLst>
                                          <p:attrName>ppt_y</p:attrName>
                                        </p:attrNameLst>
                                      </p:cBhvr>
                                      <p:tavLst>
                                        <p:tav tm="0">
                                          <p:val>
                                            <p:strVal val="#ppt_y-.1"/>
                                          </p:val>
                                        </p:tav>
                                        <p:tav tm="100000">
                                          <p:val>
                                            <p:strVal val="#ppt_y"/>
                                          </p:val>
                                        </p:tav>
                                      </p:tavLst>
                                    </p:anim>
                                  </p:childTnLst>
                                </p:cTn>
                              </p:par>
                              <p:par>
                                <p:cTn id="93" presetID="22" presetClass="exit" presetSubtype="1" fill="hold" nodeType="withEffect">
                                  <p:stCondLst>
                                    <p:cond delay="0"/>
                                  </p:stCondLst>
                                  <p:childTnLst>
                                    <p:animEffect transition="out" filter="wipe(up)">
                                      <p:cBhvr>
                                        <p:cTn id="94" dur="500"/>
                                        <p:tgtEl>
                                          <p:spTgt spid="80"/>
                                        </p:tgtEl>
                                      </p:cBhvr>
                                    </p:animEffect>
                                    <p:set>
                                      <p:cBhvr>
                                        <p:cTn id="95" dur="1" fill="hold">
                                          <p:stCondLst>
                                            <p:cond delay="499"/>
                                          </p:stCondLst>
                                        </p:cTn>
                                        <p:tgtEl>
                                          <p:spTgt spid="80"/>
                                        </p:tgtEl>
                                        <p:attrNameLst>
                                          <p:attrName>style.visibility</p:attrName>
                                        </p:attrNameLst>
                                      </p:cBhvr>
                                      <p:to>
                                        <p:strVal val="hidden"/>
                                      </p:to>
                                    </p:set>
                                  </p:childTnLst>
                                </p:cTn>
                              </p:par>
                              <p:par>
                                <p:cTn id="96" presetID="22" presetClass="entr" presetSubtype="8" fill="hold" nodeType="withEffect">
                                  <p:stCondLst>
                                    <p:cond delay="0"/>
                                  </p:stCondLst>
                                  <p:childTnLst>
                                    <p:set>
                                      <p:cBhvr>
                                        <p:cTn id="97" dur="1" fill="hold">
                                          <p:stCondLst>
                                            <p:cond delay="0"/>
                                          </p:stCondLst>
                                        </p:cTn>
                                        <p:tgtEl>
                                          <p:spTgt spid="79"/>
                                        </p:tgtEl>
                                        <p:attrNameLst>
                                          <p:attrName>style.visibility</p:attrName>
                                        </p:attrNameLst>
                                      </p:cBhvr>
                                      <p:to>
                                        <p:strVal val="visible"/>
                                      </p:to>
                                    </p:set>
                                    <p:animEffect transition="in" filter="wipe(left)">
                                      <p:cBhvr>
                                        <p:cTn id="98" dur="1000"/>
                                        <p:tgtEl>
                                          <p:spTgt spid="79"/>
                                        </p:tgtEl>
                                      </p:cBhvr>
                                    </p:animEffect>
                                  </p:childTnLst>
                                </p:cTn>
                              </p:par>
                            </p:childTnLst>
                          </p:cTn>
                        </p:par>
                      </p:childTnLst>
                    </p:cTn>
                  </p:par>
                  <p:par>
                    <p:cTn id="99" fill="hold">
                      <p:stCondLst>
                        <p:cond delay="indefinite"/>
                      </p:stCondLst>
                      <p:childTnLst>
                        <p:par>
                          <p:cTn id="100" fill="hold">
                            <p:stCondLst>
                              <p:cond delay="0"/>
                            </p:stCondLst>
                            <p:childTnLst>
                              <p:par>
                                <p:cTn id="101" presetID="42" presetClass="path" presetSubtype="0" accel="50000" decel="50000" fill="hold" nodeType="clickEffect">
                                  <p:stCondLst>
                                    <p:cond delay="0"/>
                                  </p:stCondLst>
                                  <p:childTnLst>
                                    <p:animMotion origin="layout" path="M -0.08997 0.10394 L -0.13489 0.20834 " pathEditMode="relative" rAng="0" ptsTypes="AA">
                                      <p:cBhvr>
                                        <p:cTn id="102" dur="1000" fill="hold"/>
                                        <p:tgtEl>
                                          <p:spTgt spid="70"/>
                                        </p:tgtEl>
                                        <p:attrNameLst>
                                          <p:attrName>ppt_x</p:attrName>
                                          <p:attrName>ppt_y</p:attrName>
                                        </p:attrNameLst>
                                      </p:cBhvr>
                                      <p:rCtr x="-2253" y="5208"/>
                                    </p:animMotion>
                                  </p:childTnLst>
                                </p:cTn>
                              </p:par>
                            </p:childTnLst>
                          </p:cTn>
                        </p:par>
                      </p:childTnLst>
                    </p:cTn>
                  </p:par>
                  <p:par>
                    <p:cTn id="103" fill="hold">
                      <p:stCondLst>
                        <p:cond delay="indefinite"/>
                      </p:stCondLst>
                      <p:childTnLst>
                        <p:par>
                          <p:cTn id="104" fill="hold">
                            <p:stCondLst>
                              <p:cond delay="0"/>
                            </p:stCondLst>
                            <p:childTnLst>
                              <p:par>
                                <p:cTn id="105" presetID="22" presetClass="exit" presetSubtype="1" fill="hold" nodeType="clickEffect">
                                  <p:stCondLst>
                                    <p:cond delay="0"/>
                                  </p:stCondLst>
                                  <p:childTnLst>
                                    <p:animEffect transition="out" filter="wipe(up)">
                                      <p:cBhvr>
                                        <p:cTn id="106" dur="500"/>
                                        <p:tgtEl>
                                          <p:spTgt spid="79"/>
                                        </p:tgtEl>
                                      </p:cBhvr>
                                    </p:animEffect>
                                    <p:set>
                                      <p:cBhvr>
                                        <p:cTn id="107" dur="1" fill="hold">
                                          <p:stCondLst>
                                            <p:cond delay="499"/>
                                          </p:stCondLst>
                                        </p:cTn>
                                        <p:tgtEl>
                                          <p:spTgt spid="79"/>
                                        </p:tgtEl>
                                        <p:attrNameLst>
                                          <p:attrName>style.visibility</p:attrName>
                                        </p:attrNameLst>
                                      </p:cBhvr>
                                      <p:to>
                                        <p:strVal val="hidden"/>
                                      </p:to>
                                    </p:set>
                                  </p:childTnLst>
                                </p:cTn>
                              </p:par>
                              <p:par>
                                <p:cTn id="108" presetID="22" presetClass="entr" presetSubtype="8" fill="hold" nodeType="withEffect">
                                  <p:stCondLst>
                                    <p:cond delay="0"/>
                                  </p:stCondLst>
                                  <p:childTnLst>
                                    <p:set>
                                      <p:cBhvr>
                                        <p:cTn id="109" dur="1" fill="hold">
                                          <p:stCondLst>
                                            <p:cond delay="0"/>
                                          </p:stCondLst>
                                        </p:cTn>
                                        <p:tgtEl>
                                          <p:spTgt spid="80"/>
                                        </p:tgtEl>
                                        <p:attrNameLst>
                                          <p:attrName>style.visibility</p:attrName>
                                        </p:attrNameLst>
                                      </p:cBhvr>
                                      <p:to>
                                        <p:strVal val="visible"/>
                                      </p:to>
                                    </p:set>
                                    <p:animEffect transition="in" filter="wipe(left)">
                                      <p:cBhvr>
                                        <p:cTn id="110" dur="1000"/>
                                        <p:tgtEl>
                                          <p:spTgt spid="80"/>
                                        </p:tgtEl>
                                      </p:cBhvr>
                                    </p:animEffect>
                                  </p:childTnLst>
                                </p:cTn>
                              </p:par>
                            </p:childTnLst>
                          </p:cTn>
                        </p:par>
                        <p:par>
                          <p:cTn id="111" fill="hold">
                            <p:stCondLst>
                              <p:cond delay="1000"/>
                            </p:stCondLst>
                            <p:childTnLst>
                              <p:par>
                                <p:cTn id="112" presetID="47" presetClass="entr" presetSubtype="0" fill="hold" nodeType="afterEffect">
                                  <p:stCondLst>
                                    <p:cond delay="0"/>
                                  </p:stCondLst>
                                  <p:childTnLst>
                                    <p:set>
                                      <p:cBhvr>
                                        <p:cTn id="113" dur="1" fill="hold">
                                          <p:stCondLst>
                                            <p:cond delay="0"/>
                                          </p:stCondLst>
                                        </p:cTn>
                                        <p:tgtEl>
                                          <p:spTgt spid="85"/>
                                        </p:tgtEl>
                                        <p:attrNameLst>
                                          <p:attrName>style.visibility</p:attrName>
                                        </p:attrNameLst>
                                      </p:cBhvr>
                                      <p:to>
                                        <p:strVal val="visible"/>
                                      </p:to>
                                    </p:set>
                                    <p:animEffect transition="in" filter="fade">
                                      <p:cBhvr>
                                        <p:cTn id="114" dur="1000"/>
                                        <p:tgtEl>
                                          <p:spTgt spid="85"/>
                                        </p:tgtEl>
                                      </p:cBhvr>
                                    </p:animEffect>
                                    <p:anim calcmode="lin" valueType="num">
                                      <p:cBhvr>
                                        <p:cTn id="115" dur="1000" fill="hold"/>
                                        <p:tgtEl>
                                          <p:spTgt spid="85"/>
                                        </p:tgtEl>
                                        <p:attrNameLst>
                                          <p:attrName>ppt_x</p:attrName>
                                        </p:attrNameLst>
                                      </p:cBhvr>
                                      <p:tavLst>
                                        <p:tav tm="0">
                                          <p:val>
                                            <p:strVal val="#ppt_x"/>
                                          </p:val>
                                        </p:tav>
                                        <p:tav tm="100000">
                                          <p:val>
                                            <p:strVal val="#ppt_x"/>
                                          </p:val>
                                        </p:tav>
                                      </p:tavLst>
                                    </p:anim>
                                    <p:anim calcmode="lin" valueType="num">
                                      <p:cBhvr>
                                        <p:cTn id="116" dur="1000" fill="hold"/>
                                        <p:tgtEl>
                                          <p:spTgt spid="85"/>
                                        </p:tgtEl>
                                        <p:attrNameLst>
                                          <p:attrName>ppt_y</p:attrName>
                                        </p:attrNameLst>
                                      </p:cBhvr>
                                      <p:tavLst>
                                        <p:tav tm="0">
                                          <p:val>
                                            <p:strVal val="#ppt_y-.1"/>
                                          </p:val>
                                        </p:tav>
                                        <p:tav tm="100000">
                                          <p:val>
                                            <p:strVal val="#ppt_y"/>
                                          </p:val>
                                        </p:tav>
                                      </p:tavLst>
                                    </p:anim>
                                  </p:childTnLst>
                                </p:cTn>
                              </p:par>
                              <p:par>
                                <p:cTn id="117" presetID="22" presetClass="exit" presetSubtype="1" fill="hold" nodeType="withEffect">
                                  <p:stCondLst>
                                    <p:cond delay="0"/>
                                  </p:stCondLst>
                                  <p:childTnLst>
                                    <p:animEffect transition="out" filter="wipe(up)">
                                      <p:cBhvr>
                                        <p:cTn id="118" dur="500"/>
                                        <p:tgtEl>
                                          <p:spTgt spid="80"/>
                                        </p:tgtEl>
                                      </p:cBhvr>
                                    </p:animEffect>
                                    <p:set>
                                      <p:cBhvr>
                                        <p:cTn id="119" dur="1" fill="hold">
                                          <p:stCondLst>
                                            <p:cond delay="499"/>
                                          </p:stCondLst>
                                        </p:cTn>
                                        <p:tgtEl>
                                          <p:spTgt spid="80"/>
                                        </p:tgtEl>
                                        <p:attrNameLst>
                                          <p:attrName>style.visibility</p:attrName>
                                        </p:attrNameLst>
                                      </p:cBhvr>
                                      <p:to>
                                        <p:strVal val="hidden"/>
                                      </p:to>
                                    </p:set>
                                  </p:childTnLst>
                                </p:cTn>
                              </p:par>
                              <p:par>
                                <p:cTn id="120" presetID="22" presetClass="entr" presetSubtype="8" fill="hold" nodeType="withEffect">
                                  <p:stCondLst>
                                    <p:cond delay="0"/>
                                  </p:stCondLst>
                                  <p:childTnLst>
                                    <p:set>
                                      <p:cBhvr>
                                        <p:cTn id="121" dur="1" fill="hold">
                                          <p:stCondLst>
                                            <p:cond delay="0"/>
                                          </p:stCondLst>
                                        </p:cTn>
                                        <p:tgtEl>
                                          <p:spTgt spid="79"/>
                                        </p:tgtEl>
                                        <p:attrNameLst>
                                          <p:attrName>style.visibility</p:attrName>
                                        </p:attrNameLst>
                                      </p:cBhvr>
                                      <p:to>
                                        <p:strVal val="visible"/>
                                      </p:to>
                                    </p:set>
                                    <p:animEffect transition="in" filter="wipe(left)">
                                      <p:cBhvr>
                                        <p:cTn id="122" dur="1000"/>
                                        <p:tgtEl>
                                          <p:spTgt spid="79"/>
                                        </p:tgtEl>
                                      </p:cBhvr>
                                    </p:animEffect>
                                  </p:childTnLst>
                                </p:cTn>
                              </p:par>
                            </p:childTnLst>
                          </p:cTn>
                        </p:par>
                      </p:childTnLst>
                    </p:cTn>
                  </p:par>
                  <p:par>
                    <p:cTn id="123" fill="hold">
                      <p:stCondLst>
                        <p:cond delay="indefinite"/>
                      </p:stCondLst>
                      <p:childTnLst>
                        <p:par>
                          <p:cTn id="124" fill="hold">
                            <p:stCondLst>
                              <p:cond delay="0"/>
                            </p:stCondLst>
                            <p:childTnLst>
                              <p:par>
                                <p:cTn id="125" presetID="42" presetClass="path" presetSubtype="0" accel="50000" decel="50000" fill="hold" nodeType="clickEffect">
                                  <p:stCondLst>
                                    <p:cond delay="0"/>
                                  </p:stCondLst>
                                  <p:childTnLst>
                                    <p:animMotion origin="layout" path="M -0.13489 0.20834 L -0.15039 0.33843 " pathEditMode="relative" rAng="0" ptsTypes="AA">
                                      <p:cBhvr>
                                        <p:cTn id="126" dur="2000" fill="hold"/>
                                        <p:tgtEl>
                                          <p:spTgt spid="70"/>
                                        </p:tgtEl>
                                        <p:attrNameLst>
                                          <p:attrName>ppt_x</p:attrName>
                                          <p:attrName>ppt_y</p:attrName>
                                        </p:attrNameLst>
                                      </p:cBhvr>
                                      <p:rCtr x="-781" y="6505"/>
                                    </p:animMotion>
                                  </p:childTnLst>
                                </p:cTn>
                              </p:par>
                            </p:childTnLst>
                          </p:cTn>
                        </p:par>
                        <p:par>
                          <p:cTn id="127" fill="hold">
                            <p:stCondLst>
                              <p:cond delay="2000"/>
                            </p:stCondLst>
                            <p:childTnLst>
                              <p:par>
                                <p:cTn id="128" presetID="22" presetClass="exit" presetSubtype="1" fill="hold" nodeType="afterEffect">
                                  <p:stCondLst>
                                    <p:cond delay="0"/>
                                  </p:stCondLst>
                                  <p:childTnLst>
                                    <p:animEffect transition="out" filter="wipe(up)">
                                      <p:cBhvr>
                                        <p:cTn id="129" dur="500"/>
                                        <p:tgtEl>
                                          <p:spTgt spid="79"/>
                                        </p:tgtEl>
                                      </p:cBhvr>
                                    </p:animEffect>
                                    <p:set>
                                      <p:cBhvr>
                                        <p:cTn id="130" dur="1" fill="hold">
                                          <p:stCondLst>
                                            <p:cond delay="499"/>
                                          </p:stCondLst>
                                        </p:cTn>
                                        <p:tgtEl>
                                          <p:spTgt spid="79"/>
                                        </p:tgtEl>
                                        <p:attrNameLst>
                                          <p:attrName>style.visibility</p:attrName>
                                        </p:attrNameLst>
                                      </p:cBhvr>
                                      <p:to>
                                        <p:strVal val="hidden"/>
                                      </p:to>
                                    </p:set>
                                  </p:childTnLst>
                                </p:cTn>
                              </p:par>
                              <p:par>
                                <p:cTn id="131" presetID="22" presetClass="entr" presetSubtype="8" fill="hold" nodeType="withEffect">
                                  <p:stCondLst>
                                    <p:cond delay="0"/>
                                  </p:stCondLst>
                                  <p:childTnLst>
                                    <p:set>
                                      <p:cBhvr>
                                        <p:cTn id="132" dur="1" fill="hold">
                                          <p:stCondLst>
                                            <p:cond delay="0"/>
                                          </p:stCondLst>
                                        </p:cTn>
                                        <p:tgtEl>
                                          <p:spTgt spid="88"/>
                                        </p:tgtEl>
                                        <p:attrNameLst>
                                          <p:attrName>style.visibility</p:attrName>
                                        </p:attrNameLst>
                                      </p:cBhvr>
                                      <p:to>
                                        <p:strVal val="visible"/>
                                      </p:to>
                                    </p:set>
                                    <p:animEffect transition="in" filter="wipe(left)">
                                      <p:cBhvr>
                                        <p:cTn id="133" dur="1000"/>
                                        <p:tgtEl>
                                          <p:spTgt spid="88"/>
                                        </p:tgtEl>
                                      </p:cBhvr>
                                    </p:animEffect>
                                  </p:childTnLst>
                                </p:cTn>
                              </p:par>
                            </p:childTnLst>
                          </p:cTn>
                        </p:par>
                      </p:childTnLst>
                    </p:cTn>
                  </p:par>
                  <p:par>
                    <p:cTn id="134" fill="hold">
                      <p:stCondLst>
                        <p:cond delay="indefinite"/>
                      </p:stCondLst>
                      <p:childTnLst>
                        <p:par>
                          <p:cTn id="135" fill="hold">
                            <p:stCondLst>
                              <p:cond delay="0"/>
                            </p:stCondLst>
                            <p:childTnLst>
                              <p:par>
                                <p:cTn id="136" presetID="47" presetClass="exit" presetSubtype="0" fill="hold" nodeType="clickEffect">
                                  <p:stCondLst>
                                    <p:cond delay="0"/>
                                  </p:stCondLst>
                                  <p:childTnLst>
                                    <p:animEffect transition="out" filter="fade">
                                      <p:cBhvr>
                                        <p:cTn id="137" dur="1000"/>
                                        <p:tgtEl>
                                          <p:spTgt spid="85"/>
                                        </p:tgtEl>
                                      </p:cBhvr>
                                    </p:animEffect>
                                    <p:anim calcmode="lin" valueType="num">
                                      <p:cBhvr>
                                        <p:cTn id="138" dur="1000"/>
                                        <p:tgtEl>
                                          <p:spTgt spid="85"/>
                                        </p:tgtEl>
                                        <p:attrNameLst>
                                          <p:attrName>ppt_x</p:attrName>
                                        </p:attrNameLst>
                                      </p:cBhvr>
                                      <p:tavLst>
                                        <p:tav tm="0">
                                          <p:val>
                                            <p:strVal val="ppt_x"/>
                                          </p:val>
                                        </p:tav>
                                        <p:tav tm="100000">
                                          <p:val>
                                            <p:strVal val="ppt_x"/>
                                          </p:val>
                                        </p:tav>
                                      </p:tavLst>
                                    </p:anim>
                                    <p:anim calcmode="lin" valueType="num">
                                      <p:cBhvr>
                                        <p:cTn id="139" dur="1000"/>
                                        <p:tgtEl>
                                          <p:spTgt spid="85"/>
                                        </p:tgtEl>
                                        <p:attrNameLst>
                                          <p:attrName>ppt_y</p:attrName>
                                        </p:attrNameLst>
                                      </p:cBhvr>
                                      <p:tavLst>
                                        <p:tav tm="0">
                                          <p:val>
                                            <p:strVal val="ppt_y"/>
                                          </p:val>
                                        </p:tav>
                                        <p:tav tm="100000">
                                          <p:val>
                                            <p:strVal val="ppt_y-.1"/>
                                          </p:val>
                                        </p:tav>
                                      </p:tavLst>
                                    </p:anim>
                                    <p:set>
                                      <p:cBhvr>
                                        <p:cTn id="140" dur="1" fill="hold">
                                          <p:stCondLst>
                                            <p:cond delay="999"/>
                                          </p:stCondLst>
                                        </p:cTn>
                                        <p:tgtEl>
                                          <p:spTgt spid="85"/>
                                        </p:tgtEl>
                                        <p:attrNameLst>
                                          <p:attrName>style.visibility</p:attrName>
                                        </p:attrNameLst>
                                      </p:cBhvr>
                                      <p:to>
                                        <p:strVal val="hidden"/>
                                      </p:to>
                                    </p:set>
                                  </p:childTnLst>
                                </p:cTn>
                              </p:par>
                            </p:childTnLst>
                          </p:cTn>
                        </p:par>
                        <p:par>
                          <p:cTn id="141" fill="hold">
                            <p:stCondLst>
                              <p:cond delay="1000"/>
                            </p:stCondLst>
                            <p:childTnLst>
                              <p:par>
                                <p:cTn id="142" presetID="35" presetClass="emph" presetSubtype="0" fill="hold" nodeType="afterEffect">
                                  <p:stCondLst>
                                    <p:cond delay="0"/>
                                  </p:stCondLst>
                                  <p:childTnLst>
                                    <p:anim calcmode="discrete" valueType="str">
                                      <p:cBhvr>
                                        <p:cTn id="143"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144" fill="hold">
                            <p:stCondLst>
                              <p:cond delay="2000"/>
                            </p:stCondLst>
                            <p:childTnLst>
                              <p:par>
                                <p:cTn id="145" presetID="22" presetClass="exit" presetSubtype="1" fill="hold" nodeType="afterEffect">
                                  <p:stCondLst>
                                    <p:cond delay="0"/>
                                  </p:stCondLst>
                                  <p:childTnLst>
                                    <p:animEffect transition="out" filter="wipe(up)">
                                      <p:cBhvr>
                                        <p:cTn id="146" dur="500"/>
                                        <p:tgtEl>
                                          <p:spTgt spid="88"/>
                                        </p:tgtEl>
                                      </p:cBhvr>
                                    </p:animEffect>
                                    <p:set>
                                      <p:cBhvr>
                                        <p:cTn id="147" dur="1" fill="hold">
                                          <p:stCondLst>
                                            <p:cond delay="499"/>
                                          </p:stCondLst>
                                        </p:cTn>
                                        <p:tgtEl>
                                          <p:spTgt spid="88"/>
                                        </p:tgtEl>
                                        <p:attrNameLst>
                                          <p:attrName>style.visibility</p:attrName>
                                        </p:attrNameLst>
                                      </p:cBhvr>
                                      <p:to>
                                        <p:strVal val="hidden"/>
                                      </p:to>
                                    </p:set>
                                  </p:childTnLst>
                                </p:cTn>
                              </p:par>
                              <p:par>
                                <p:cTn id="148" presetID="22" presetClass="entr" presetSubtype="8" fill="hold" nodeType="withEffect">
                                  <p:stCondLst>
                                    <p:cond delay="0"/>
                                  </p:stCondLst>
                                  <p:childTnLst>
                                    <p:set>
                                      <p:cBhvr>
                                        <p:cTn id="149" dur="1" fill="hold">
                                          <p:stCondLst>
                                            <p:cond delay="0"/>
                                          </p:stCondLst>
                                        </p:cTn>
                                        <p:tgtEl>
                                          <p:spTgt spid="89"/>
                                        </p:tgtEl>
                                        <p:attrNameLst>
                                          <p:attrName>style.visibility</p:attrName>
                                        </p:attrNameLst>
                                      </p:cBhvr>
                                      <p:to>
                                        <p:strVal val="visible"/>
                                      </p:to>
                                    </p:set>
                                    <p:animEffect transition="in" filter="wipe(left)">
                                      <p:cBhvr>
                                        <p:cTn id="150" dur="1000"/>
                                        <p:tgtEl>
                                          <p:spTgt spid="89"/>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xit" presetSubtype="1" fill="hold" nodeType="clickEffect">
                                  <p:stCondLst>
                                    <p:cond delay="0"/>
                                  </p:stCondLst>
                                  <p:childTnLst>
                                    <p:animEffect transition="out" filter="wipe(up)">
                                      <p:cBhvr>
                                        <p:cTn id="154" dur="500"/>
                                        <p:tgtEl>
                                          <p:spTgt spid="89"/>
                                        </p:tgtEl>
                                      </p:cBhvr>
                                    </p:animEffect>
                                    <p:set>
                                      <p:cBhvr>
                                        <p:cTn id="155" dur="1" fill="hold">
                                          <p:stCondLst>
                                            <p:cond delay="499"/>
                                          </p:stCondLst>
                                        </p:cTn>
                                        <p:tgtEl>
                                          <p:spTgt spid="89"/>
                                        </p:tgtEl>
                                        <p:attrNameLst>
                                          <p:attrName>style.visibility</p:attrName>
                                        </p:attrNameLst>
                                      </p:cBhvr>
                                      <p:to>
                                        <p:strVal val="hidden"/>
                                      </p:to>
                                    </p:set>
                                  </p:childTnLst>
                                </p:cTn>
                              </p:par>
                              <p:par>
                                <p:cTn id="156" presetID="22" presetClass="entr" presetSubtype="8" fill="hold" nodeType="withEffect">
                                  <p:stCondLst>
                                    <p:cond delay="0"/>
                                  </p:stCondLst>
                                  <p:childTnLst>
                                    <p:set>
                                      <p:cBhvr>
                                        <p:cTn id="157" dur="1" fill="hold">
                                          <p:stCondLst>
                                            <p:cond delay="0"/>
                                          </p:stCondLst>
                                        </p:cTn>
                                        <p:tgtEl>
                                          <p:spTgt spid="90"/>
                                        </p:tgtEl>
                                        <p:attrNameLst>
                                          <p:attrName>style.visibility</p:attrName>
                                        </p:attrNameLst>
                                      </p:cBhvr>
                                      <p:to>
                                        <p:strVal val="visible"/>
                                      </p:to>
                                    </p:set>
                                    <p:animEffect transition="in" filter="wipe(left)">
                                      <p:cBhvr>
                                        <p:cTn id="158" dur="1000"/>
                                        <p:tgtEl>
                                          <p:spTgt spid="90"/>
                                        </p:tgtEl>
                                      </p:cBhvr>
                                    </p:animEffect>
                                  </p:childTnLst>
                                </p:cTn>
                              </p:par>
                            </p:childTnLst>
                          </p:cTn>
                        </p:par>
                      </p:childTnLst>
                    </p:cTn>
                  </p:par>
                  <p:par>
                    <p:cTn id="159" fill="hold">
                      <p:stCondLst>
                        <p:cond delay="indefinite"/>
                      </p:stCondLst>
                      <p:childTnLst>
                        <p:par>
                          <p:cTn id="160" fill="hold">
                            <p:stCondLst>
                              <p:cond delay="0"/>
                            </p:stCondLst>
                            <p:childTnLst>
                              <p:par>
                                <p:cTn id="161" presetID="47" presetClass="exit" presetSubtype="0" fill="hold" nodeType="clickEffect">
                                  <p:stCondLst>
                                    <p:cond delay="0"/>
                                  </p:stCondLst>
                                  <p:childTnLst>
                                    <p:animEffect transition="out" filter="fade">
                                      <p:cBhvr>
                                        <p:cTn id="162" dur="1000"/>
                                        <p:tgtEl>
                                          <p:spTgt spid="82"/>
                                        </p:tgtEl>
                                      </p:cBhvr>
                                    </p:animEffect>
                                    <p:anim calcmode="lin" valueType="num">
                                      <p:cBhvr>
                                        <p:cTn id="163" dur="1000"/>
                                        <p:tgtEl>
                                          <p:spTgt spid="82"/>
                                        </p:tgtEl>
                                        <p:attrNameLst>
                                          <p:attrName>ppt_x</p:attrName>
                                        </p:attrNameLst>
                                      </p:cBhvr>
                                      <p:tavLst>
                                        <p:tav tm="0">
                                          <p:val>
                                            <p:strVal val="ppt_x"/>
                                          </p:val>
                                        </p:tav>
                                        <p:tav tm="100000">
                                          <p:val>
                                            <p:strVal val="ppt_x"/>
                                          </p:val>
                                        </p:tav>
                                      </p:tavLst>
                                    </p:anim>
                                    <p:anim calcmode="lin" valueType="num">
                                      <p:cBhvr>
                                        <p:cTn id="164" dur="1000"/>
                                        <p:tgtEl>
                                          <p:spTgt spid="82"/>
                                        </p:tgtEl>
                                        <p:attrNameLst>
                                          <p:attrName>ppt_y</p:attrName>
                                        </p:attrNameLst>
                                      </p:cBhvr>
                                      <p:tavLst>
                                        <p:tav tm="0">
                                          <p:val>
                                            <p:strVal val="ppt_y"/>
                                          </p:val>
                                        </p:tav>
                                        <p:tav tm="100000">
                                          <p:val>
                                            <p:strVal val="ppt_y-.1"/>
                                          </p:val>
                                        </p:tav>
                                      </p:tavLst>
                                    </p:anim>
                                    <p:set>
                                      <p:cBhvr>
                                        <p:cTn id="165" dur="1" fill="hold">
                                          <p:stCondLst>
                                            <p:cond delay="999"/>
                                          </p:stCondLst>
                                        </p:cTn>
                                        <p:tgtEl>
                                          <p:spTgt spid="82"/>
                                        </p:tgtEl>
                                        <p:attrNameLst>
                                          <p:attrName>style.visibility</p:attrName>
                                        </p:attrNameLst>
                                      </p:cBhvr>
                                      <p:to>
                                        <p:strVal val="hidden"/>
                                      </p:to>
                                    </p:set>
                                  </p:childTnLst>
                                </p:cTn>
                              </p:par>
                            </p:childTnLst>
                          </p:cTn>
                        </p:par>
                        <p:par>
                          <p:cTn id="166" fill="hold">
                            <p:stCondLst>
                              <p:cond delay="1000"/>
                            </p:stCondLst>
                            <p:childTnLst>
                              <p:par>
                                <p:cTn id="167" presetID="64" presetClass="path" presetSubtype="0" accel="50000" decel="50000" fill="hold" nodeType="afterEffect">
                                  <p:stCondLst>
                                    <p:cond delay="0"/>
                                  </p:stCondLst>
                                  <p:childTnLst>
                                    <p:animMotion origin="layout" path="M -0.15039 0.33843 L -0.13489 0.20834 " pathEditMode="relative" rAng="0" ptsTypes="AA">
                                      <p:cBhvr>
                                        <p:cTn id="168" dur="2000" fill="hold"/>
                                        <p:tgtEl>
                                          <p:spTgt spid="70"/>
                                        </p:tgtEl>
                                        <p:attrNameLst>
                                          <p:attrName>ppt_x</p:attrName>
                                          <p:attrName>ppt_y</p:attrName>
                                        </p:attrNameLst>
                                      </p:cBhvr>
                                      <p:rCtr x="768" y="-6505"/>
                                    </p:animMotion>
                                  </p:childTnLst>
                                </p:cTn>
                              </p:par>
                            </p:childTnLst>
                          </p:cTn>
                        </p:par>
                        <p:par>
                          <p:cTn id="169" fill="hold">
                            <p:stCondLst>
                              <p:cond delay="3000"/>
                            </p:stCondLst>
                            <p:childTnLst>
                              <p:par>
                                <p:cTn id="170" presetID="22" presetClass="exit" presetSubtype="1" fill="hold" nodeType="afterEffect">
                                  <p:stCondLst>
                                    <p:cond delay="0"/>
                                  </p:stCondLst>
                                  <p:childTnLst>
                                    <p:animEffect transition="out" filter="wipe(up)">
                                      <p:cBhvr>
                                        <p:cTn id="171" dur="500"/>
                                        <p:tgtEl>
                                          <p:spTgt spid="90"/>
                                        </p:tgtEl>
                                      </p:cBhvr>
                                    </p:animEffect>
                                    <p:set>
                                      <p:cBhvr>
                                        <p:cTn id="172" dur="1" fill="hold">
                                          <p:stCondLst>
                                            <p:cond delay="499"/>
                                          </p:stCondLst>
                                        </p:cTn>
                                        <p:tgtEl>
                                          <p:spTgt spid="90"/>
                                        </p:tgtEl>
                                        <p:attrNameLst>
                                          <p:attrName>style.visibility</p:attrName>
                                        </p:attrNameLst>
                                      </p:cBhvr>
                                      <p:to>
                                        <p:strVal val="hidden"/>
                                      </p:to>
                                    </p:set>
                                  </p:childTnLst>
                                </p:cTn>
                              </p:par>
                              <p:par>
                                <p:cTn id="173" presetID="22" presetClass="entr" presetSubtype="8" fill="hold" nodeType="withEffect">
                                  <p:stCondLst>
                                    <p:cond delay="0"/>
                                  </p:stCondLst>
                                  <p:childTnLst>
                                    <p:set>
                                      <p:cBhvr>
                                        <p:cTn id="174" dur="1" fill="hold">
                                          <p:stCondLst>
                                            <p:cond delay="0"/>
                                          </p:stCondLst>
                                        </p:cTn>
                                        <p:tgtEl>
                                          <p:spTgt spid="91"/>
                                        </p:tgtEl>
                                        <p:attrNameLst>
                                          <p:attrName>style.visibility</p:attrName>
                                        </p:attrNameLst>
                                      </p:cBhvr>
                                      <p:to>
                                        <p:strVal val="visible"/>
                                      </p:to>
                                    </p:set>
                                    <p:animEffect transition="in" filter="wipe(left)">
                                      <p:cBhvr>
                                        <p:cTn id="175" dur="1000"/>
                                        <p:tgtEl>
                                          <p:spTgt spid="91"/>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grpId="0" nodeType="clickEffect">
                                  <p:stCondLst>
                                    <p:cond delay="0"/>
                                  </p:stCondLst>
                                  <p:childTnLst>
                                    <p:set>
                                      <p:cBhvr>
                                        <p:cTn id="179" dur="1" fill="hold">
                                          <p:stCondLst>
                                            <p:cond delay="0"/>
                                          </p:stCondLst>
                                        </p:cTn>
                                        <p:tgtEl>
                                          <p:spTgt spid="12"/>
                                        </p:tgtEl>
                                        <p:attrNameLst>
                                          <p:attrName>style.visibility</p:attrName>
                                        </p:attrNameLst>
                                      </p:cBhvr>
                                      <p:to>
                                        <p:strVal val="visible"/>
                                      </p:to>
                                    </p:set>
                                    <p:animEffect transition="in" filter="wipe(left)">
                                      <p:cBhvr>
                                        <p:cTn id="180" dur="500"/>
                                        <p:tgtEl>
                                          <p:spTgt spid="12"/>
                                        </p:tgtEl>
                                      </p:cBhvr>
                                    </p:animEffect>
                                  </p:childTnLst>
                                </p:cTn>
                              </p:par>
                            </p:childTnLst>
                          </p:cTn>
                        </p:par>
                        <p:par>
                          <p:cTn id="181" fill="hold">
                            <p:stCondLst>
                              <p:cond delay="1500"/>
                            </p:stCondLst>
                            <p:childTnLst>
                              <p:par>
                                <p:cTn id="182" presetID="42" presetClass="entr" presetSubtype="0" fill="hold" grpId="0" nodeType="afterEffect">
                                  <p:stCondLst>
                                    <p:cond delay="0"/>
                                  </p:stCondLst>
                                  <p:childTnLst>
                                    <p:set>
                                      <p:cBhvr>
                                        <p:cTn id="183" dur="1" fill="hold">
                                          <p:stCondLst>
                                            <p:cond delay="0"/>
                                          </p:stCondLst>
                                        </p:cTn>
                                        <p:tgtEl>
                                          <p:spTgt spid="13"/>
                                        </p:tgtEl>
                                        <p:attrNameLst>
                                          <p:attrName>style.visibility</p:attrName>
                                        </p:attrNameLst>
                                      </p:cBhvr>
                                      <p:to>
                                        <p:strVal val="visible"/>
                                      </p:to>
                                    </p:set>
                                    <p:animEffect transition="in" filter="fade">
                                      <p:cBhvr>
                                        <p:cTn id="184" dur="1000"/>
                                        <p:tgtEl>
                                          <p:spTgt spid="13"/>
                                        </p:tgtEl>
                                      </p:cBhvr>
                                    </p:animEffect>
                                    <p:anim calcmode="lin" valueType="num">
                                      <p:cBhvr>
                                        <p:cTn id="185" dur="1000" fill="hold"/>
                                        <p:tgtEl>
                                          <p:spTgt spid="13"/>
                                        </p:tgtEl>
                                        <p:attrNameLst>
                                          <p:attrName>ppt_x</p:attrName>
                                        </p:attrNameLst>
                                      </p:cBhvr>
                                      <p:tavLst>
                                        <p:tav tm="0">
                                          <p:val>
                                            <p:strVal val="#ppt_x"/>
                                          </p:val>
                                        </p:tav>
                                        <p:tav tm="100000">
                                          <p:val>
                                            <p:strVal val="#ppt_x"/>
                                          </p:val>
                                        </p:tav>
                                      </p:tavLst>
                                    </p:anim>
                                    <p:anim calcmode="lin" valueType="num">
                                      <p:cBhvr>
                                        <p:cTn id="186" dur="1000" fill="hold"/>
                                        <p:tgtEl>
                                          <p:spTgt spid="13"/>
                                        </p:tgtEl>
                                        <p:attrNameLst>
                                          <p:attrName>ppt_y</p:attrName>
                                        </p:attrNameLst>
                                      </p:cBhvr>
                                      <p:tavLst>
                                        <p:tav tm="0">
                                          <p:val>
                                            <p:strVal val="#ppt_y+.1"/>
                                          </p:val>
                                        </p:tav>
                                        <p:tav tm="100000">
                                          <p:val>
                                            <p:strVal val="#ppt_y"/>
                                          </p:val>
                                        </p:tav>
                                      </p:tavLst>
                                    </p:anim>
                                  </p:childTnLst>
                                </p:cTn>
                              </p:par>
                            </p:childTnLst>
                          </p:cTn>
                        </p:par>
                        <p:par>
                          <p:cTn id="187" fill="hold">
                            <p:stCondLst>
                              <p:cond delay="2500"/>
                            </p:stCondLst>
                            <p:childTnLst>
                              <p:par>
                                <p:cTn id="188" presetID="22" presetClass="exit" presetSubtype="1" fill="hold" nodeType="afterEffect">
                                  <p:stCondLst>
                                    <p:cond delay="0"/>
                                  </p:stCondLst>
                                  <p:childTnLst>
                                    <p:animEffect transition="out" filter="wipe(up)">
                                      <p:cBhvr>
                                        <p:cTn id="189" dur="500"/>
                                        <p:tgtEl>
                                          <p:spTgt spid="91"/>
                                        </p:tgtEl>
                                      </p:cBhvr>
                                    </p:animEffect>
                                    <p:set>
                                      <p:cBhvr>
                                        <p:cTn id="190" dur="1" fill="hold">
                                          <p:stCondLst>
                                            <p:cond delay="499"/>
                                          </p:stCondLst>
                                        </p:cTn>
                                        <p:tgtEl>
                                          <p:spTgt spid="91"/>
                                        </p:tgtEl>
                                        <p:attrNameLst>
                                          <p:attrName>style.visibility</p:attrName>
                                        </p:attrNameLst>
                                      </p:cBhvr>
                                      <p:to>
                                        <p:strVal val="hidden"/>
                                      </p:to>
                                    </p:set>
                                  </p:childTnLst>
                                </p:cTn>
                              </p:par>
                              <p:par>
                                <p:cTn id="191" presetID="22" presetClass="entr" presetSubtype="8" fill="hold" nodeType="withEffect">
                                  <p:stCondLst>
                                    <p:cond delay="0"/>
                                  </p:stCondLst>
                                  <p:childTnLst>
                                    <p:set>
                                      <p:cBhvr>
                                        <p:cTn id="192" dur="1" fill="hold">
                                          <p:stCondLst>
                                            <p:cond delay="0"/>
                                          </p:stCondLst>
                                        </p:cTn>
                                        <p:tgtEl>
                                          <p:spTgt spid="92"/>
                                        </p:tgtEl>
                                        <p:attrNameLst>
                                          <p:attrName>style.visibility</p:attrName>
                                        </p:attrNameLst>
                                      </p:cBhvr>
                                      <p:to>
                                        <p:strVal val="visible"/>
                                      </p:to>
                                    </p:set>
                                    <p:animEffect transition="in" filter="wipe(left)">
                                      <p:cBhvr>
                                        <p:cTn id="193" dur="1000"/>
                                        <p:tgtEl>
                                          <p:spTgt spid="92"/>
                                        </p:tgtEl>
                                      </p:cBhvr>
                                    </p:animEffect>
                                  </p:childTnLst>
                                </p:cTn>
                              </p:par>
                            </p:childTnLst>
                          </p:cTn>
                        </p:par>
                      </p:childTnLst>
                    </p:cTn>
                  </p:par>
                  <p:par>
                    <p:cTn id="194" fill="hold">
                      <p:stCondLst>
                        <p:cond delay="indefinite"/>
                      </p:stCondLst>
                      <p:childTnLst>
                        <p:par>
                          <p:cTn id="195" fill="hold">
                            <p:stCondLst>
                              <p:cond delay="0"/>
                            </p:stCondLst>
                            <p:childTnLst>
                              <p:par>
                                <p:cTn id="196" presetID="47" presetClass="entr" presetSubtype="0" fill="hold" nodeType="clickEffect">
                                  <p:stCondLst>
                                    <p:cond delay="0"/>
                                  </p:stCondLst>
                                  <p:childTnLst>
                                    <p:set>
                                      <p:cBhvr>
                                        <p:cTn id="197" dur="1" fill="hold">
                                          <p:stCondLst>
                                            <p:cond delay="0"/>
                                          </p:stCondLst>
                                        </p:cTn>
                                        <p:tgtEl>
                                          <p:spTgt spid="93"/>
                                        </p:tgtEl>
                                        <p:attrNameLst>
                                          <p:attrName>style.visibility</p:attrName>
                                        </p:attrNameLst>
                                      </p:cBhvr>
                                      <p:to>
                                        <p:strVal val="visible"/>
                                      </p:to>
                                    </p:set>
                                    <p:animEffect transition="in" filter="fade">
                                      <p:cBhvr>
                                        <p:cTn id="198" dur="1000"/>
                                        <p:tgtEl>
                                          <p:spTgt spid="93"/>
                                        </p:tgtEl>
                                      </p:cBhvr>
                                    </p:animEffect>
                                    <p:anim calcmode="lin" valueType="num">
                                      <p:cBhvr>
                                        <p:cTn id="199" dur="1000" fill="hold"/>
                                        <p:tgtEl>
                                          <p:spTgt spid="93"/>
                                        </p:tgtEl>
                                        <p:attrNameLst>
                                          <p:attrName>ppt_x</p:attrName>
                                        </p:attrNameLst>
                                      </p:cBhvr>
                                      <p:tavLst>
                                        <p:tav tm="0">
                                          <p:val>
                                            <p:strVal val="#ppt_x"/>
                                          </p:val>
                                        </p:tav>
                                        <p:tav tm="100000">
                                          <p:val>
                                            <p:strVal val="#ppt_x"/>
                                          </p:val>
                                        </p:tav>
                                      </p:tavLst>
                                    </p:anim>
                                    <p:anim calcmode="lin" valueType="num">
                                      <p:cBhvr>
                                        <p:cTn id="200" dur="1000" fill="hold"/>
                                        <p:tgtEl>
                                          <p:spTgt spid="93"/>
                                        </p:tgtEl>
                                        <p:attrNameLst>
                                          <p:attrName>ppt_y</p:attrName>
                                        </p:attrNameLst>
                                      </p:cBhvr>
                                      <p:tavLst>
                                        <p:tav tm="0">
                                          <p:val>
                                            <p:strVal val="#ppt_y-.1"/>
                                          </p:val>
                                        </p:tav>
                                        <p:tav tm="100000">
                                          <p:val>
                                            <p:strVal val="#ppt_y"/>
                                          </p:val>
                                        </p:tav>
                                      </p:tavLst>
                                    </p:anim>
                                  </p:childTnLst>
                                </p:cTn>
                              </p:par>
                            </p:childTnLst>
                          </p:cTn>
                        </p:par>
                        <p:par>
                          <p:cTn id="201" fill="hold">
                            <p:stCondLst>
                              <p:cond delay="1000"/>
                            </p:stCondLst>
                            <p:childTnLst>
                              <p:par>
                                <p:cTn id="202" presetID="22" presetClass="exit" presetSubtype="1" fill="hold" nodeType="afterEffect">
                                  <p:stCondLst>
                                    <p:cond delay="0"/>
                                  </p:stCondLst>
                                  <p:childTnLst>
                                    <p:animEffect transition="out" filter="wipe(up)">
                                      <p:cBhvr>
                                        <p:cTn id="203" dur="500"/>
                                        <p:tgtEl>
                                          <p:spTgt spid="92"/>
                                        </p:tgtEl>
                                      </p:cBhvr>
                                    </p:animEffect>
                                    <p:set>
                                      <p:cBhvr>
                                        <p:cTn id="204" dur="1" fill="hold">
                                          <p:stCondLst>
                                            <p:cond delay="499"/>
                                          </p:stCondLst>
                                        </p:cTn>
                                        <p:tgtEl>
                                          <p:spTgt spid="92"/>
                                        </p:tgtEl>
                                        <p:attrNameLst>
                                          <p:attrName>style.visibility</p:attrName>
                                        </p:attrNameLst>
                                      </p:cBhvr>
                                      <p:to>
                                        <p:strVal val="hidden"/>
                                      </p:to>
                                    </p:set>
                                  </p:childTnLst>
                                </p:cTn>
                              </p:par>
                              <p:par>
                                <p:cTn id="205" presetID="22" presetClass="entr" presetSubtype="8" fill="hold" nodeType="withEffect">
                                  <p:stCondLst>
                                    <p:cond delay="0"/>
                                  </p:stCondLst>
                                  <p:childTnLst>
                                    <p:set>
                                      <p:cBhvr>
                                        <p:cTn id="206" dur="1" fill="hold">
                                          <p:stCondLst>
                                            <p:cond delay="0"/>
                                          </p:stCondLst>
                                        </p:cTn>
                                        <p:tgtEl>
                                          <p:spTgt spid="76"/>
                                        </p:tgtEl>
                                        <p:attrNameLst>
                                          <p:attrName>style.visibility</p:attrName>
                                        </p:attrNameLst>
                                      </p:cBhvr>
                                      <p:to>
                                        <p:strVal val="visible"/>
                                      </p:to>
                                    </p:set>
                                    <p:animEffect transition="in" filter="wipe(left)">
                                      <p:cBhvr>
                                        <p:cTn id="207" dur="1000"/>
                                        <p:tgtEl>
                                          <p:spTgt spid="76"/>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xit" presetSubtype="1" fill="hold" nodeType="clickEffect">
                                  <p:stCondLst>
                                    <p:cond delay="0"/>
                                  </p:stCondLst>
                                  <p:childTnLst>
                                    <p:animEffect transition="out" filter="wipe(up)">
                                      <p:cBhvr>
                                        <p:cTn id="211" dur="500"/>
                                        <p:tgtEl>
                                          <p:spTgt spid="76"/>
                                        </p:tgtEl>
                                      </p:cBhvr>
                                    </p:animEffect>
                                    <p:set>
                                      <p:cBhvr>
                                        <p:cTn id="212" dur="1" fill="hold">
                                          <p:stCondLst>
                                            <p:cond delay="499"/>
                                          </p:stCondLst>
                                        </p:cTn>
                                        <p:tgtEl>
                                          <p:spTgt spid="76"/>
                                        </p:tgtEl>
                                        <p:attrNameLst>
                                          <p:attrName>style.visibility</p:attrName>
                                        </p:attrNameLst>
                                      </p:cBhvr>
                                      <p:to>
                                        <p:strVal val="hidden"/>
                                      </p:to>
                                    </p:set>
                                  </p:childTnLst>
                                </p:cTn>
                              </p:par>
                              <p:par>
                                <p:cTn id="213" presetID="22" presetClass="entr" presetSubtype="8" fill="hold" nodeType="withEffect">
                                  <p:stCondLst>
                                    <p:cond delay="0"/>
                                  </p:stCondLst>
                                  <p:childTnLst>
                                    <p:set>
                                      <p:cBhvr>
                                        <p:cTn id="214" dur="1" fill="hold">
                                          <p:stCondLst>
                                            <p:cond delay="0"/>
                                          </p:stCondLst>
                                        </p:cTn>
                                        <p:tgtEl>
                                          <p:spTgt spid="79"/>
                                        </p:tgtEl>
                                        <p:attrNameLst>
                                          <p:attrName>style.visibility</p:attrName>
                                        </p:attrNameLst>
                                      </p:cBhvr>
                                      <p:to>
                                        <p:strVal val="visible"/>
                                      </p:to>
                                    </p:set>
                                    <p:animEffect transition="in" filter="wipe(left)">
                                      <p:cBhvr>
                                        <p:cTn id="215" dur="1000"/>
                                        <p:tgtEl>
                                          <p:spTgt spid="79"/>
                                        </p:tgtEl>
                                      </p:cBhvr>
                                    </p:animEffect>
                                  </p:childTnLst>
                                </p:cTn>
                              </p:par>
                            </p:childTnLst>
                          </p:cTn>
                        </p:par>
                      </p:childTnLst>
                    </p:cTn>
                  </p:par>
                  <p:par>
                    <p:cTn id="216" fill="hold">
                      <p:stCondLst>
                        <p:cond delay="indefinite"/>
                      </p:stCondLst>
                      <p:childTnLst>
                        <p:par>
                          <p:cTn id="217" fill="hold">
                            <p:stCondLst>
                              <p:cond delay="0"/>
                            </p:stCondLst>
                            <p:childTnLst>
                              <p:par>
                                <p:cTn id="218" presetID="6" presetClass="emph" presetSubtype="0" autoRev="1" fill="hold" nodeType="clickEffect">
                                  <p:stCondLst>
                                    <p:cond delay="0"/>
                                  </p:stCondLst>
                                  <p:childTnLst>
                                    <p:animScale>
                                      <p:cBhvr>
                                        <p:cTn id="219" dur="1000" fill="hold"/>
                                        <p:tgtEl>
                                          <p:spTgt spid="93"/>
                                        </p:tgtEl>
                                      </p:cBhvr>
                                      <p:by x="150000" y="150000"/>
                                    </p:animScale>
                                  </p:childTnLst>
                                </p:cTn>
                              </p:par>
                            </p:childTnLst>
                          </p:cTn>
                        </p:par>
                        <p:par>
                          <p:cTn id="220" fill="hold">
                            <p:stCondLst>
                              <p:cond delay="2000"/>
                            </p:stCondLst>
                            <p:childTnLst>
                              <p:par>
                                <p:cTn id="221" presetID="42" presetClass="path" presetSubtype="0" accel="50000" decel="50000" fill="hold" nodeType="afterEffect">
                                  <p:stCondLst>
                                    <p:cond delay="0"/>
                                  </p:stCondLst>
                                  <p:childTnLst>
                                    <p:animMotion origin="layout" path="M -0.13489 0.20834 L -0.07396 0.33635 " pathEditMode="relative" rAng="0" ptsTypes="AA">
                                      <p:cBhvr>
                                        <p:cTn id="222" dur="2000" fill="hold"/>
                                        <p:tgtEl>
                                          <p:spTgt spid="70"/>
                                        </p:tgtEl>
                                        <p:attrNameLst>
                                          <p:attrName>ppt_x</p:attrName>
                                          <p:attrName>ppt_y</p:attrName>
                                        </p:attrNameLst>
                                      </p:cBhvr>
                                      <p:rCtr x="3047" y="6389"/>
                                    </p:animMotion>
                                  </p:childTnLst>
                                </p:cTn>
                              </p:par>
                              <p:par>
                                <p:cTn id="223" presetID="22" presetClass="exit" presetSubtype="1" fill="hold" nodeType="withEffect">
                                  <p:stCondLst>
                                    <p:cond delay="0"/>
                                  </p:stCondLst>
                                  <p:childTnLst>
                                    <p:animEffect transition="out" filter="wipe(up)">
                                      <p:cBhvr>
                                        <p:cTn id="224" dur="500"/>
                                        <p:tgtEl>
                                          <p:spTgt spid="79"/>
                                        </p:tgtEl>
                                      </p:cBhvr>
                                    </p:animEffect>
                                    <p:set>
                                      <p:cBhvr>
                                        <p:cTn id="225" dur="1" fill="hold">
                                          <p:stCondLst>
                                            <p:cond delay="499"/>
                                          </p:stCondLst>
                                        </p:cTn>
                                        <p:tgtEl>
                                          <p:spTgt spid="79"/>
                                        </p:tgtEl>
                                        <p:attrNameLst>
                                          <p:attrName>style.visibility</p:attrName>
                                        </p:attrNameLst>
                                      </p:cBhvr>
                                      <p:to>
                                        <p:strVal val="hidden"/>
                                      </p:to>
                                    </p:set>
                                  </p:childTnLst>
                                </p:cTn>
                              </p:par>
                              <p:par>
                                <p:cTn id="226" presetID="22" presetClass="entr" presetSubtype="8" fill="hold" nodeType="withEffect">
                                  <p:stCondLst>
                                    <p:cond delay="0"/>
                                  </p:stCondLst>
                                  <p:childTnLst>
                                    <p:set>
                                      <p:cBhvr>
                                        <p:cTn id="227" dur="1" fill="hold">
                                          <p:stCondLst>
                                            <p:cond delay="0"/>
                                          </p:stCondLst>
                                        </p:cTn>
                                        <p:tgtEl>
                                          <p:spTgt spid="88"/>
                                        </p:tgtEl>
                                        <p:attrNameLst>
                                          <p:attrName>style.visibility</p:attrName>
                                        </p:attrNameLst>
                                      </p:cBhvr>
                                      <p:to>
                                        <p:strVal val="visible"/>
                                      </p:to>
                                    </p:set>
                                    <p:animEffect transition="in" filter="wipe(left)">
                                      <p:cBhvr>
                                        <p:cTn id="228" dur="1000"/>
                                        <p:tgtEl>
                                          <p:spTgt spid="88"/>
                                        </p:tgtEl>
                                      </p:cBhvr>
                                    </p:animEffect>
                                  </p:childTnLst>
                                </p:cTn>
                              </p:par>
                            </p:childTnLst>
                          </p:cTn>
                        </p:par>
                      </p:childTnLst>
                    </p:cTn>
                  </p:par>
                  <p:par>
                    <p:cTn id="229" fill="hold">
                      <p:stCondLst>
                        <p:cond delay="indefinite"/>
                      </p:stCondLst>
                      <p:childTnLst>
                        <p:par>
                          <p:cTn id="230" fill="hold">
                            <p:stCondLst>
                              <p:cond delay="0"/>
                            </p:stCondLst>
                            <p:childTnLst>
                              <p:par>
                                <p:cTn id="231" presetID="47" presetClass="exit" presetSubtype="0" fill="hold" nodeType="clickEffect">
                                  <p:stCondLst>
                                    <p:cond delay="0"/>
                                  </p:stCondLst>
                                  <p:childTnLst>
                                    <p:animEffect transition="out" filter="fade">
                                      <p:cBhvr>
                                        <p:cTn id="232" dur="1000"/>
                                        <p:tgtEl>
                                          <p:spTgt spid="93"/>
                                        </p:tgtEl>
                                      </p:cBhvr>
                                    </p:animEffect>
                                    <p:anim calcmode="lin" valueType="num">
                                      <p:cBhvr>
                                        <p:cTn id="233" dur="1000"/>
                                        <p:tgtEl>
                                          <p:spTgt spid="93"/>
                                        </p:tgtEl>
                                        <p:attrNameLst>
                                          <p:attrName>ppt_x</p:attrName>
                                        </p:attrNameLst>
                                      </p:cBhvr>
                                      <p:tavLst>
                                        <p:tav tm="0">
                                          <p:val>
                                            <p:strVal val="ppt_x"/>
                                          </p:val>
                                        </p:tav>
                                        <p:tav tm="100000">
                                          <p:val>
                                            <p:strVal val="ppt_x"/>
                                          </p:val>
                                        </p:tav>
                                      </p:tavLst>
                                    </p:anim>
                                    <p:anim calcmode="lin" valueType="num">
                                      <p:cBhvr>
                                        <p:cTn id="234" dur="1000"/>
                                        <p:tgtEl>
                                          <p:spTgt spid="93"/>
                                        </p:tgtEl>
                                        <p:attrNameLst>
                                          <p:attrName>ppt_y</p:attrName>
                                        </p:attrNameLst>
                                      </p:cBhvr>
                                      <p:tavLst>
                                        <p:tav tm="0">
                                          <p:val>
                                            <p:strVal val="ppt_y"/>
                                          </p:val>
                                        </p:tav>
                                        <p:tav tm="100000">
                                          <p:val>
                                            <p:strVal val="ppt_y-.1"/>
                                          </p:val>
                                        </p:tav>
                                      </p:tavLst>
                                    </p:anim>
                                    <p:set>
                                      <p:cBhvr>
                                        <p:cTn id="235" dur="1" fill="hold">
                                          <p:stCondLst>
                                            <p:cond delay="999"/>
                                          </p:stCondLst>
                                        </p:cTn>
                                        <p:tgtEl>
                                          <p:spTgt spid="93"/>
                                        </p:tgtEl>
                                        <p:attrNameLst>
                                          <p:attrName>style.visibility</p:attrName>
                                        </p:attrNameLst>
                                      </p:cBhvr>
                                      <p:to>
                                        <p:strVal val="hidden"/>
                                      </p:to>
                                    </p:set>
                                  </p:childTnLst>
                                </p:cTn>
                              </p:par>
                            </p:childTnLst>
                          </p:cTn>
                        </p:par>
                        <p:par>
                          <p:cTn id="236" fill="hold">
                            <p:stCondLst>
                              <p:cond delay="1000"/>
                            </p:stCondLst>
                            <p:childTnLst>
                              <p:par>
                                <p:cTn id="237" presetID="35" presetClass="emph" presetSubtype="0" fill="hold" nodeType="afterEffect">
                                  <p:stCondLst>
                                    <p:cond delay="0"/>
                                  </p:stCondLst>
                                  <p:childTnLst>
                                    <p:anim calcmode="discrete" valueType="str">
                                      <p:cBhvr>
                                        <p:cTn id="238" dur="1000" fill="hold"/>
                                        <p:tgtEl>
                                          <p:spTgt spid="70"/>
                                        </p:tgtEl>
                                        <p:attrNameLst>
                                          <p:attrName>style.visibility</p:attrName>
                                        </p:attrNameLst>
                                      </p:cBhvr>
                                      <p:tavLst>
                                        <p:tav tm="0">
                                          <p:val>
                                            <p:strVal val="hidden"/>
                                          </p:val>
                                        </p:tav>
                                        <p:tav tm="50000">
                                          <p:val>
                                            <p:strVal val="visible"/>
                                          </p:val>
                                        </p:tav>
                                      </p:tavLst>
                                    </p:anim>
                                  </p:childTnLst>
                                </p:cTn>
                              </p:par>
                              <p:par>
                                <p:cTn id="239" presetID="22" presetClass="exit" presetSubtype="1" fill="hold" nodeType="withEffect">
                                  <p:stCondLst>
                                    <p:cond delay="0"/>
                                  </p:stCondLst>
                                  <p:childTnLst>
                                    <p:animEffect transition="out" filter="wipe(up)">
                                      <p:cBhvr>
                                        <p:cTn id="240" dur="500"/>
                                        <p:tgtEl>
                                          <p:spTgt spid="88"/>
                                        </p:tgtEl>
                                      </p:cBhvr>
                                    </p:animEffect>
                                    <p:set>
                                      <p:cBhvr>
                                        <p:cTn id="241" dur="1" fill="hold">
                                          <p:stCondLst>
                                            <p:cond delay="499"/>
                                          </p:stCondLst>
                                        </p:cTn>
                                        <p:tgtEl>
                                          <p:spTgt spid="88"/>
                                        </p:tgtEl>
                                        <p:attrNameLst>
                                          <p:attrName>style.visibility</p:attrName>
                                        </p:attrNameLst>
                                      </p:cBhvr>
                                      <p:to>
                                        <p:strVal val="hidden"/>
                                      </p:to>
                                    </p:set>
                                  </p:childTnLst>
                                </p:cTn>
                              </p:par>
                              <p:par>
                                <p:cTn id="242" presetID="22" presetClass="entr" presetSubtype="8" fill="hold" nodeType="withEffect">
                                  <p:stCondLst>
                                    <p:cond delay="0"/>
                                  </p:stCondLst>
                                  <p:childTnLst>
                                    <p:set>
                                      <p:cBhvr>
                                        <p:cTn id="243" dur="1" fill="hold">
                                          <p:stCondLst>
                                            <p:cond delay="0"/>
                                          </p:stCondLst>
                                        </p:cTn>
                                        <p:tgtEl>
                                          <p:spTgt spid="89"/>
                                        </p:tgtEl>
                                        <p:attrNameLst>
                                          <p:attrName>style.visibility</p:attrName>
                                        </p:attrNameLst>
                                      </p:cBhvr>
                                      <p:to>
                                        <p:strVal val="visible"/>
                                      </p:to>
                                    </p:set>
                                    <p:animEffect transition="in" filter="wipe(left)">
                                      <p:cBhvr>
                                        <p:cTn id="244" dur="1000"/>
                                        <p:tgtEl>
                                          <p:spTgt spid="89"/>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xit" presetSubtype="1" fill="hold" nodeType="clickEffect">
                                  <p:stCondLst>
                                    <p:cond delay="0"/>
                                  </p:stCondLst>
                                  <p:childTnLst>
                                    <p:animEffect transition="out" filter="wipe(up)">
                                      <p:cBhvr>
                                        <p:cTn id="248" dur="500"/>
                                        <p:tgtEl>
                                          <p:spTgt spid="89"/>
                                        </p:tgtEl>
                                      </p:cBhvr>
                                    </p:animEffect>
                                    <p:set>
                                      <p:cBhvr>
                                        <p:cTn id="249" dur="1" fill="hold">
                                          <p:stCondLst>
                                            <p:cond delay="499"/>
                                          </p:stCondLst>
                                        </p:cTn>
                                        <p:tgtEl>
                                          <p:spTgt spid="89"/>
                                        </p:tgtEl>
                                        <p:attrNameLst>
                                          <p:attrName>style.visibility</p:attrName>
                                        </p:attrNameLst>
                                      </p:cBhvr>
                                      <p:to>
                                        <p:strVal val="hidden"/>
                                      </p:to>
                                    </p:set>
                                  </p:childTnLst>
                                </p:cTn>
                              </p:par>
                              <p:par>
                                <p:cTn id="250" presetID="22" presetClass="entr" presetSubtype="8" fill="hold" nodeType="withEffect">
                                  <p:stCondLst>
                                    <p:cond delay="0"/>
                                  </p:stCondLst>
                                  <p:childTnLst>
                                    <p:set>
                                      <p:cBhvr>
                                        <p:cTn id="251" dur="1" fill="hold">
                                          <p:stCondLst>
                                            <p:cond delay="0"/>
                                          </p:stCondLst>
                                        </p:cTn>
                                        <p:tgtEl>
                                          <p:spTgt spid="90"/>
                                        </p:tgtEl>
                                        <p:attrNameLst>
                                          <p:attrName>style.visibility</p:attrName>
                                        </p:attrNameLst>
                                      </p:cBhvr>
                                      <p:to>
                                        <p:strVal val="visible"/>
                                      </p:to>
                                    </p:set>
                                    <p:animEffect transition="in" filter="wipe(left)">
                                      <p:cBhvr>
                                        <p:cTn id="252" dur="1000"/>
                                        <p:tgtEl>
                                          <p:spTgt spid="90"/>
                                        </p:tgtEl>
                                      </p:cBhvr>
                                    </p:animEffect>
                                  </p:childTnLst>
                                </p:cTn>
                              </p:par>
                            </p:childTnLst>
                          </p:cTn>
                        </p:par>
                      </p:childTnLst>
                    </p:cTn>
                  </p:par>
                  <p:par>
                    <p:cTn id="253" fill="hold">
                      <p:stCondLst>
                        <p:cond delay="indefinite"/>
                      </p:stCondLst>
                      <p:childTnLst>
                        <p:par>
                          <p:cTn id="254" fill="hold">
                            <p:stCondLst>
                              <p:cond delay="0"/>
                            </p:stCondLst>
                            <p:childTnLst>
                              <p:par>
                                <p:cTn id="255" presetID="47" presetClass="exit" presetSubtype="0" fill="hold" nodeType="clickEffect">
                                  <p:stCondLst>
                                    <p:cond delay="0"/>
                                  </p:stCondLst>
                                  <p:childTnLst>
                                    <p:animEffect transition="out" filter="fade">
                                      <p:cBhvr>
                                        <p:cTn id="256" dur="1000"/>
                                        <p:tgtEl>
                                          <p:spTgt spid="24"/>
                                        </p:tgtEl>
                                      </p:cBhvr>
                                    </p:animEffect>
                                    <p:anim calcmode="lin" valueType="num">
                                      <p:cBhvr>
                                        <p:cTn id="257" dur="1000"/>
                                        <p:tgtEl>
                                          <p:spTgt spid="24"/>
                                        </p:tgtEl>
                                        <p:attrNameLst>
                                          <p:attrName>ppt_x</p:attrName>
                                        </p:attrNameLst>
                                      </p:cBhvr>
                                      <p:tavLst>
                                        <p:tav tm="0">
                                          <p:val>
                                            <p:strVal val="ppt_x"/>
                                          </p:val>
                                        </p:tav>
                                        <p:tav tm="100000">
                                          <p:val>
                                            <p:strVal val="ppt_x"/>
                                          </p:val>
                                        </p:tav>
                                      </p:tavLst>
                                    </p:anim>
                                    <p:anim calcmode="lin" valueType="num">
                                      <p:cBhvr>
                                        <p:cTn id="258" dur="1000"/>
                                        <p:tgtEl>
                                          <p:spTgt spid="24"/>
                                        </p:tgtEl>
                                        <p:attrNameLst>
                                          <p:attrName>ppt_y</p:attrName>
                                        </p:attrNameLst>
                                      </p:cBhvr>
                                      <p:tavLst>
                                        <p:tav tm="0">
                                          <p:val>
                                            <p:strVal val="ppt_y"/>
                                          </p:val>
                                        </p:tav>
                                        <p:tav tm="100000">
                                          <p:val>
                                            <p:strVal val="ppt_y-.1"/>
                                          </p:val>
                                        </p:tav>
                                      </p:tavLst>
                                    </p:anim>
                                    <p:set>
                                      <p:cBhvr>
                                        <p:cTn id="259" dur="1" fill="hold">
                                          <p:stCondLst>
                                            <p:cond delay="999"/>
                                          </p:stCondLst>
                                        </p:cTn>
                                        <p:tgtEl>
                                          <p:spTgt spid="24"/>
                                        </p:tgtEl>
                                        <p:attrNameLst>
                                          <p:attrName>style.visibility</p:attrName>
                                        </p:attrNameLst>
                                      </p:cBhvr>
                                      <p:to>
                                        <p:strVal val="hidden"/>
                                      </p:to>
                                    </p:set>
                                  </p:childTnLst>
                                </p:cTn>
                              </p:par>
                            </p:childTnLst>
                          </p:cTn>
                        </p:par>
                        <p:par>
                          <p:cTn id="260" fill="hold">
                            <p:stCondLst>
                              <p:cond delay="1000"/>
                            </p:stCondLst>
                            <p:childTnLst>
                              <p:par>
                                <p:cTn id="261" presetID="64" presetClass="path" presetSubtype="0" accel="50000" decel="50000" fill="hold" nodeType="afterEffect">
                                  <p:stCondLst>
                                    <p:cond delay="0"/>
                                  </p:stCondLst>
                                  <p:childTnLst>
                                    <p:animMotion origin="layout" path="M -0.07396 0.33635 L -0.08997 0.10394 " pathEditMode="relative" rAng="0" ptsTypes="AA">
                                      <p:cBhvr>
                                        <p:cTn id="262" dur="2000" fill="hold"/>
                                        <p:tgtEl>
                                          <p:spTgt spid="70"/>
                                        </p:tgtEl>
                                        <p:attrNameLst>
                                          <p:attrName>ppt_x</p:attrName>
                                          <p:attrName>ppt_y</p:attrName>
                                        </p:attrNameLst>
                                      </p:cBhvr>
                                      <p:rCtr x="-807" y="-11620"/>
                                    </p:animMotion>
                                  </p:childTnLst>
                                </p:cTn>
                              </p:par>
                              <p:par>
                                <p:cTn id="263" presetID="22" presetClass="exit" presetSubtype="1" fill="hold" nodeType="withEffect">
                                  <p:stCondLst>
                                    <p:cond delay="0"/>
                                  </p:stCondLst>
                                  <p:childTnLst>
                                    <p:animEffect transition="out" filter="wipe(up)">
                                      <p:cBhvr>
                                        <p:cTn id="264" dur="500"/>
                                        <p:tgtEl>
                                          <p:spTgt spid="90"/>
                                        </p:tgtEl>
                                      </p:cBhvr>
                                    </p:animEffect>
                                    <p:set>
                                      <p:cBhvr>
                                        <p:cTn id="265" dur="1" fill="hold">
                                          <p:stCondLst>
                                            <p:cond delay="499"/>
                                          </p:stCondLst>
                                        </p:cTn>
                                        <p:tgtEl>
                                          <p:spTgt spid="90"/>
                                        </p:tgtEl>
                                        <p:attrNameLst>
                                          <p:attrName>style.visibility</p:attrName>
                                        </p:attrNameLst>
                                      </p:cBhvr>
                                      <p:to>
                                        <p:strVal val="hidden"/>
                                      </p:to>
                                    </p:set>
                                  </p:childTnLst>
                                </p:cTn>
                              </p:par>
                              <p:par>
                                <p:cTn id="266" presetID="22" presetClass="entr" presetSubtype="8" fill="hold" nodeType="withEffect">
                                  <p:stCondLst>
                                    <p:cond delay="0"/>
                                  </p:stCondLst>
                                  <p:childTnLst>
                                    <p:set>
                                      <p:cBhvr>
                                        <p:cTn id="267" dur="1" fill="hold">
                                          <p:stCondLst>
                                            <p:cond delay="0"/>
                                          </p:stCondLst>
                                        </p:cTn>
                                        <p:tgtEl>
                                          <p:spTgt spid="91"/>
                                        </p:tgtEl>
                                        <p:attrNameLst>
                                          <p:attrName>style.visibility</p:attrName>
                                        </p:attrNameLst>
                                      </p:cBhvr>
                                      <p:to>
                                        <p:strVal val="visible"/>
                                      </p:to>
                                    </p:set>
                                    <p:animEffect transition="in" filter="wipe(left)">
                                      <p:cBhvr>
                                        <p:cTn id="268" dur="1000"/>
                                        <p:tgtEl>
                                          <p:spTgt spid="91"/>
                                        </p:tgtEl>
                                      </p:cBhvr>
                                    </p:animEffect>
                                  </p:childTnLst>
                                </p:cTn>
                              </p:par>
                            </p:childTnLst>
                          </p:cTn>
                        </p:par>
                      </p:childTnLst>
                    </p:cTn>
                  </p:par>
                  <p:par>
                    <p:cTn id="269" fill="hold">
                      <p:stCondLst>
                        <p:cond delay="indefinite"/>
                      </p:stCondLst>
                      <p:childTnLst>
                        <p:par>
                          <p:cTn id="270" fill="hold">
                            <p:stCondLst>
                              <p:cond delay="0"/>
                            </p:stCondLst>
                            <p:childTnLst>
                              <p:par>
                                <p:cTn id="271" presetID="42" presetClass="entr" presetSubtype="0" fill="hold" grpId="0" nodeType="clickEffect">
                                  <p:stCondLst>
                                    <p:cond delay="0"/>
                                  </p:stCondLst>
                                  <p:childTnLst>
                                    <p:set>
                                      <p:cBhvr>
                                        <p:cTn id="272" dur="1" fill="hold">
                                          <p:stCondLst>
                                            <p:cond delay="0"/>
                                          </p:stCondLst>
                                        </p:cTn>
                                        <p:tgtEl>
                                          <p:spTgt spid="14"/>
                                        </p:tgtEl>
                                        <p:attrNameLst>
                                          <p:attrName>style.visibility</p:attrName>
                                        </p:attrNameLst>
                                      </p:cBhvr>
                                      <p:to>
                                        <p:strVal val="visible"/>
                                      </p:to>
                                    </p:set>
                                    <p:animEffect transition="in" filter="fade">
                                      <p:cBhvr>
                                        <p:cTn id="273" dur="1000"/>
                                        <p:tgtEl>
                                          <p:spTgt spid="14"/>
                                        </p:tgtEl>
                                      </p:cBhvr>
                                    </p:animEffect>
                                    <p:anim calcmode="lin" valueType="num">
                                      <p:cBhvr>
                                        <p:cTn id="274" dur="1000" fill="hold"/>
                                        <p:tgtEl>
                                          <p:spTgt spid="14"/>
                                        </p:tgtEl>
                                        <p:attrNameLst>
                                          <p:attrName>ppt_x</p:attrName>
                                        </p:attrNameLst>
                                      </p:cBhvr>
                                      <p:tavLst>
                                        <p:tav tm="0">
                                          <p:val>
                                            <p:strVal val="#ppt_x"/>
                                          </p:val>
                                        </p:tav>
                                        <p:tav tm="100000">
                                          <p:val>
                                            <p:strVal val="#ppt_x"/>
                                          </p:val>
                                        </p:tav>
                                      </p:tavLst>
                                    </p:anim>
                                    <p:anim calcmode="lin" valueType="num">
                                      <p:cBhvr>
                                        <p:cTn id="275" dur="1000" fill="hold"/>
                                        <p:tgtEl>
                                          <p:spTgt spid="14"/>
                                        </p:tgtEl>
                                        <p:attrNameLst>
                                          <p:attrName>ppt_y</p:attrName>
                                        </p:attrNameLst>
                                      </p:cBhvr>
                                      <p:tavLst>
                                        <p:tav tm="0">
                                          <p:val>
                                            <p:strVal val="#ppt_y+.1"/>
                                          </p:val>
                                        </p:tav>
                                        <p:tav tm="100000">
                                          <p:val>
                                            <p:strVal val="#ppt_y"/>
                                          </p:val>
                                        </p:tav>
                                      </p:tavLst>
                                    </p:anim>
                                  </p:childTnLst>
                                </p:cTn>
                              </p:par>
                              <p:par>
                                <p:cTn id="276" presetID="22" presetClass="exit" presetSubtype="1" fill="hold" nodeType="withEffect">
                                  <p:stCondLst>
                                    <p:cond delay="0"/>
                                  </p:stCondLst>
                                  <p:childTnLst>
                                    <p:animEffect transition="out" filter="wipe(up)">
                                      <p:cBhvr>
                                        <p:cTn id="277" dur="500"/>
                                        <p:tgtEl>
                                          <p:spTgt spid="91"/>
                                        </p:tgtEl>
                                      </p:cBhvr>
                                    </p:animEffect>
                                    <p:set>
                                      <p:cBhvr>
                                        <p:cTn id="278" dur="1" fill="hold">
                                          <p:stCondLst>
                                            <p:cond delay="499"/>
                                          </p:stCondLst>
                                        </p:cTn>
                                        <p:tgtEl>
                                          <p:spTgt spid="91"/>
                                        </p:tgtEl>
                                        <p:attrNameLst>
                                          <p:attrName>style.visibility</p:attrName>
                                        </p:attrNameLst>
                                      </p:cBhvr>
                                      <p:to>
                                        <p:strVal val="hidden"/>
                                      </p:to>
                                    </p:set>
                                  </p:childTnLst>
                                </p:cTn>
                              </p:par>
                              <p:par>
                                <p:cTn id="279" presetID="22" presetClass="entr" presetSubtype="8" fill="hold" nodeType="withEffect">
                                  <p:stCondLst>
                                    <p:cond delay="0"/>
                                  </p:stCondLst>
                                  <p:childTnLst>
                                    <p:set>
                                      <p:cBhvr>
                                        <p:cTn id="280" dur="1" fill="hold">
                                          <p:stCondLst>
                                            <p:cond delay="0"/>
                                          </p:stCondLst>
                                        </p:cTn>
                                        <p:tgtEl>
                                          <p:spTgt spid="92"/>
                                        </p:tgtEl>
                                        <p:attrNameLst>
                                          <p:attrName>style.visibility</p:attrName>
                                        </p:attrNameLst>
                                      </p:cBhvr>
                                      <p:to>
                                        <p:strVal val="visible"/>
                                      </p:to>
                                    </p:set>
                                    <p:animEffect transition="in" filter="wipe(left)">
                                      <p:cBhvr>
                                        <p:cTn id="281" dur="1000"/>
                                        <p:tgtEl>
                                          <p:spTgt spid="92"/>
                                        </p:tgtEl>
                                      </p:cBhvr>
                                    </p:animEffect>
                                  </p:childTnLst>
                                </p:cTn>
                              </p:par>
                            </p:childTnLst>
                          </p:cTn>
                        </p:par>
                      </p:childTnLst>
                    </p:cTn>
                  </p:par>
                  <p:par>
                    <p:cTn id="282" fill="hold">
                      <p:stCondLst>
                        <p:cond delay="indefinite"/>
                      </p:stCondLst>
                      <p:childTnLst>
                        <p:par>
                          <p:cTn id="283" fill="hold">
                            <p:stCondLst>
                              <p:cond delay="0"/>
                            </p:stCondLst>
                            <p:childTnLst>
                              <p:par>
                                <p:cTn id="284" presetID="47" presetClass="entr" presetSubtype="0" fill="hold" nodeType="clickEffect">
                                  <p:stCondLst>
                                    <p:cond delay="0"/>
                                  </p:stCondLst>
                                  <p:childTnLst>
                                    <p:set>
                                      <p:cBhvr>
                                        <p:cTn id="285" dur="1" fill="hold">
                                          <p:stCondLst>
                                            <p:cond delay="0"/>
                                          </p:stCondLst>
                                        </p:cTn>
                                        <p:tgtEl>
                                          <p:spTgt spid="65"/>
                                        </p:tgtEl>
                                        <p:attrNameLst>
                                          <p:attrName>style.visibility</p:attrName>
                                        </p:attrNameLst>
                                      </p:cBhvr>
                                      <p:to>
                                        <p:strVal val="visible"/>
                                      </p:to>
                                    </p:set>
                                    <p:animEffect transition="in" filter="fade">
                                      <p:cBhvr>
                                        <p:cTn id="286" dur="1000"/>
                                        <p:tgtEl>
                                          <p:spTgt spid="65"/>
                                        </p:tgtEl>
                                      </p:cBhvr>
                                    </p:animEffect>
                                    <p:anim calcmode="lin" valueType="num">
                                      <p:cBhvr>
                                        <p:cTn id="287" dur="1000" fill="hold"/>
                                        <p:tgtEl>
                                          <p:spTgt spid="65"/>
                                        </p:tgtEl>
                                        <p:attrNameLst>
                                          <p:attrName>ppt_x</p:attrName>
                                        </p:attrNameLst>
                                      </p:cBhvr>
                                      <p:tavLst>
                                        <p:tav tm="0">
                                          <p:val>
                                            <p:strVal val="#ppt_x"/>
                                          </p:val>
                                        </p:tav>
                                        <p:tav tm="100000">
                                          <p:val>
                                            <p:strVal val="#ppt_x"/>
                                          </p:val>
                                        </p:tav>
                                      </p:tavLst>
                                    </p:anim>
                                    <p:anim calcmode="lin" valueType="num">
                                      <p:cBhvr>
                                        <p:cTn id="288" dur="1000" fill="hold"/>
                                        <p:tgtEl>
                                          <p:spTgt spid="65"/>
                                        </p:tgtEl>
                                        <p:attrNameLst>
                                          <p:attrName>ppt_y</p:attrName>
                                        </p:attrNameLst>
                                      </p:cBhvr>
                                      <p:tavLst>
                                        <p:tav tm="0">
                                          <p:val>
                                            <p:strVal val="#ppt_y-.1"/>
                                          </p:val>
                                        </p:tav>
                                        <p:tav tm="100000">
                                          <p:val>
                                            <p:strVal val="#ppt_y"/>
                                          </p:val>
                                        </p:tav>
                                      </p:tavLst>
                                    </p:anim>
                                  </p:childTnLst>
                                </p:cTn>
                              </p:par>
                              <p:par>
                                <p:cTn id="289" presetID="22" presetClass="exit" presetSubtype="1" fill="hold" nodeType="withEffect">
                                  <p:stCondLst>
                                    <p:cond delay="0"/>
                                  </p:stCondLst>
                                  <p:childTnLst>
                                    <p:animEffect transition="out" filter="wipe(up)">
                                      <p:cBhvr>
                                        <p:cTn id="290" dur="500"/>
                                        <p:tgtEl>
                                          <p:spTgt spid="92"/>
                                        </p:tgtEl>
                                      </p:cBhvr>
                                    </p:animEffect>
                                    <p:set>
                                      <p:cBhvr>
                                        <p:cTn id="291" dur="1" fill="hold">
                                          <p:stCondLst>
                                            <p:cond delay="499"/>
                                          </p:stCondLst>
                                        </p:cTn>
                                        <p:tgtEl>
                                          <p:spTgt spid="92"/>
                                        </p:tgtEl>
                                        <p:attrNameLst>
                                          <p:attrName>style.visibility</p:attrName>
                                        </p:attrNameLst>
                                      </p:cBhvr>
                                      <p:to>
                                        <p:strVal val="hidden"/>
                                      </p:to>
                                    </p:set>
                                  </p:childTnLst>
                                </p:cTn>
                              </p:par>
                              <p:par>
                                <p:cTn id="292" presetID="22" presetClass="entr" presetSubtype="8" fill="hold" nodeType="withEffect">
                                  <p:stCondLst>
                                    <p:cond delay="0"/>
                                  </p:stCondLst>
                                  <p:childTnLst>
                                    <p:set>
                                      <p:cBhvr>
                                        <p:cTn id="293" dur="1" fill="hold">
                                          <p:stCondLst>
                                            <p:cond delay="0"/>
                                          </p:stCondLst>
                                        </p:cTn>
                                        <p:tgtEl>
                                          <p:spTgt spid="76"/>
                                        </p:tgtEl>
                                        <p:attrNameLst>
                                          <p:attrName>style.visibility</p:attrName>
                                        </p:attrNameLst>
                                      </p:cBhvr>
                                      <p:to>
                                        <p:strVal val="visible"/>
                                      </p:to>
                                    </p:set>
                                    <p:animEffect transition="in" filter="wipe(left)">
                                      <p:cBhvr>
                                        <p:cTn id="294" dur="1000"/>
                                        <p:tgtEl>
                                          <p:spTgt spid="76"/>
                                        </p:tgtEl>
                                      </p:cBhvr>
                                    </p:animEffect>
                                  </p:childTnLst>
                                </p:cTn>
                              </p:par>
                            </p:childTnLst>
                          </p:cTn>
                        </p:par>
                      </p:childTnLst>
                    </p:cTn>
                  </p:par>
                  <p:par>
                    <p:cTn id="295" fill="hold">
                      <p:stCondLst>
                        <p:cond delay="indefinite"/>
                      </p:stCondLst>
                      <p:childTnLst>
                        <p:par>
                          <p:cTn id="296" fill="hold">
                            <p:stCondLst>
                              <p:cond delay="0"/>
                            </p:stCondLst>
                            <p:childTnLst>
                              <p:par>
                                <p:cTn id="297" presetID="22" presetClass="exit" presetSubtype="1" fill="hold" nodeType="clickEffect">
                                  <p:stCondLst>
                                    <p:cond delay="0"/>
                                  </p:stCondLst>
                                  <p:childTnLst>
                                    <p:animEffect transition="out" filter="wipe(up)">
                                      <p:cBhvr>
                                        <p:cTn id="298" dur="500"/>
                                        <p:tgtEl>
                                          <p:spTgt spid="76"/>
                                        </p:tgtEl>
                                      </p:cBhvr>
                                    </p:animEffect>
                                    <p:set>
                                      <p:cBhvr>
                                        <p:cTn id="299" dur="1" fill="hold">
                                          <p:stCondLst>
                                            <p:cond delay="499"/>
                                          </p:stCondLst>
                                        </p:cTn>
                                        <p:tgtEl>
                                          <p:spTgt spid="76"/>
                                        </p:tgtEl>
                                        <p:attrNameLst>
                                          <p:attrName>style.visibility</p:attrName>
                                        </p:attrNameLst>
                                      </p:cBhvr>
                                      <p:to>
                                        <p:strVal val="hidden"/>
                                      </p:to>
                                    </p:set>
                                  </p:childTnLst>
                                </p:cTn>
                              </p:par>
                              <p:par>
                                <p:cTn id="300" presetID="22" presetClass="entr" presetSubtype="8" fill="hold" nodeType="withEffect">
                                  <p:stCondLst>
                                    <p:cond delay="0"/>
                                  </p:stCondLst>
                                  <p:childTnLst>
                                    <p:set>
                                      <p:cBhvr>
                                        <p:cTn id="301" dur="1" fill="hold">
                                          <p:stCondLst>
                                            <p:cond delay="0"/>
                                          </p:stCondLst>
                                        </p:cTn>
                                        <p:tgtEl>
                                          <p:spTgt spid="79"/>
                                        </p:tgtEl>
                                        <p:attrNameLst>
                                          <p:attrName>style.visibility</p:attrName>
                                        </p:attrNameLst>
                                      </p:cBhvr>
                                      <p:to>
                                        <p:strVal val="visible"/>
                                      </p:to>
                                    </p:set>
                                    <p:animEffect transition="in" filter="wipe(left)">
                                      <p:cBhvr>
                                        <p:cTn id="302" dur="1000"/>
                                        <p:tgtEl>
                                          <p:spTgt spid="79"/>
                                        </p:tgtEl>
                                      </p:cBhvr>
                                    </p:animEffect>
                                  </p:childTnLst>
                                </p:cTn>
                              </p:par>
                            </p:childTnLst>
                          </p:cTn>
                        </p:par>
                      </p:childTnLst>
                    </p:cTn>
                  </p:par>
                  <p:par>
                    <p:cTn id="303" fill="hold">
                      <p:stCondLst>
                        <p:cond delay="indefinite"/>
                      </p:stCondLst>
                      <p:childTnLst>
                        <p:par>
                          <p:cTn id="304" fill="hold">
                            <p:stCondLst>
                              <p:cond delay="0"/>
                            </p:stCondLst>
                            <p:childTnLst>
                              <p:par>
                                <p:cTn id="305" presetID="6" presetClass="emph" presetSubtype="0" autoRev="1" fill="hold" nodeType="clickEffect">
                                  <p:stCondLst>
                                    <p:cond delay="0"/>
                                  </p:stCondLst>
                                  <p:childTnLst>
                                    <p:animScale>
                                      <p:cBhvr>
                                        <p:cTn id="306" dur="1000" fill="hold"/>
                                        <p:tgtEl>
                                          <p:spTgt spid="65"/>
                                        </p:tgtEl>
                                      </p:cBhvr>
                                      <p:by x="150000" y="150000"/>
                                    </p:animScale>
                                  </p:childTnLst>
                                </p:cTn>
                              </p:par>
                            </p:childTnLst>
                          </p:cTn>
                        </p:par>
                        <p:par>
                          <p:cTn id="307" fill="hold">
                            <p:stCondLst>
                              <p:cond delay="2000"/>
                            </p:stCondLst>
                            <p:childTnLst>
                              <p:par>
                                <p:cTn id="308" presetID="42" presetClass="path" presetSubtype="0" accel="50000" decel="50000" fill="hold" nodeType="afterEffect">
                                  <p:stCondLst>
                                    <p:cond delay="0"/>
                                  </p:stCondLst>
                                  <p:childTnLst>
                                    <p:animMotion origin="layout" path="M -0.08997 0.10394 L -0.00482 0.20556 " pathEditMode="relative" rAng="0" ptsTypes="AA">
                                      <p:cBhvr>
                                        <p:cTn id="309" dur="2000" fill="hold"/>
                                        <p:tgtEl>
                                          <p:spTgt spid="70"/>
                                        </p:tgtEl>
                                        <p:attrNameLst>
                                          <p:attrName>ppt_x</p:attrName>
                                          <p:attrName>ppt_y</p:attrName>
                                        </p:attrNameLst>
                                      </p:cBhvr>
                                      <p:rCtr x="4258" y="5069"/>
                                    </p:animMotion>
                                  </p:childTnLst>
                                </p:cTn>
                              </p:par>
                              <p:par>
                                <p:cTn id="310" presetID="22" presetClass="exit" presetSubtype="1" fill="hold" nodeType="withEffect">
                                  <p:stCondLst>
                                    <p:cond delay="0"/>
                                  </p:stCondLst>
                                  <p:childTnLst>
                                    <p:animEffect transition="out" filter="wipe(up)">
                                      <p:cBhvr>
                                        <p:cTn id="311" dur="500"/>
                                        <p:tgtEl>
                                          <p:spTgt spid="79"/>
                                        </p:tgtEl>
                                      </p:cBhvr>
                                    </p:animEffect>
                                    <p:set>
                                      <p:cBhvr>
                                        <p:cTn id="312" dur="1" fill="hold">
                                          <p:stCondLst>
                                            <p:cond delay="499"/>
                                          </p:stCondLst>
                                        </p:cTn>
                                        <p:tgtEl>
                                          <p:spTgt spid="79"/>
                                        </p:tgtEl>
                                        <p:attrNameLst>
                                          <p:attrName>style.visibility</p:attrName>
                                        </p:attrNameLst>
                                      </p:cBhvr>
                                      <p:to>
                                        <p:strVal val="hidden"/>
                                      </p:to>
                                    </p:set>
                                  </p:childTnLst>
                                </p:cTn>
                              </p:par>
                              <p:par>
                                <p:cTn id="313" presetID="22" presetClass="entr" presetSubtype="8" fill="hold" nodeType="withEffect">
                                  <p:stCondLst>
                                    <p:cond delay="0"/>
                                  </p:stCondLst>
                                  <p:childTnLst>
                                    <p:set>
                                      <p:cBhvr>
                                        <p:cTn id="314" dur="1" fill="hold">
                                          <p:stCondLst>
                                            <p:cond delay="0"/>
                                          </p:stCondLst>
                                        </p:cTn>
                                        <p:tgtEl>
                                          <p:spTgt spid="80"/>
                                        </p:tgtEl>
                                        <p:attrNameLst>
                                          <p:attrName>style.visibility</p:attrName>
                                        </p:attrNameLst>
                                      </p:cBhvr>
                                      <p:to>
                                        <p:strVal val="visible"/>
                                      </p:to>
                                    </p:set>
                                    <p:animEffect transition="in" filter="wipe(left)">
                                      <p:cBhvr>
                                        <p:cTn id="315" dur="1000"/>
                                        <p:tgtEl>
                                          <p:spTgt spid="80"/>
                                        </p:tgtEl>
                                      </p:cBhvr>
                                    </p:animEffect>
                                  </p:childTnLst>
                                </p:cTn>
                              </p:par>
                            </p:childTnLst>
                          </p:cTn>
                        </p:par>
                      </p:childTnLst>
                    </p:cTn>
                  </p:par>
                  <p:par>
                    <p:cTn id="316" fill="hold">
                      <p:stCondLst>
                        <p:cond delay="indefinite"/>
                      </p:stCondLst>
                      <p:childTnLst>
                        <p:par>
                          <p:cTn id="317" fill="hold">
                            <p:stCondLst>
                              <p:cond delay="0"/>
                            </p:stCondLst>
                            <p:childTnLst>
                              <p:par>
                                <p:cTn id="318" presetID="47" presetClass="entr" presetSubtype="0" fill="hold" nodeType="clickEffect">
                                  <p:stCondLst>
                                    <p:cond delay="0"/>
                                  </p:stCondLst>
                                  <p:childTnLst>
                                    <p:set>
                                      <p:cBhvr>
                                        <p:cTn id="319" dur="1" fill="hold">
                                          <p:stCondLst>
                                            <p:cond delay="0"/>
                                          </p:stCondLst>
                                        </p:cTn>
                                        <p:tgtEl>
                                          <p:spTgt spid="93"/>
                                        </p:tgtEl>
                                        <p:attrNameLst>
                                          <p:attrName>style.visibility</p:attrName>
                                        </p:attrNameLst>
                                      </p:cBhvr>
                                      <p:to>
                                        <p:strVal val="visible"/>
                                      </p:to>
                                    </p:set>
                                    <p:animEffect transition="in" filter="fade">
                                      <p:cBhvr>
                                        <p:cTn id="320" dur="1000"/>
                                        <p:tgtEl>
                                          <p:spTgt spid="93"/>
                                        </p:tgtEl>
                                      </p:cBhvr>
                                    </p:animEffect>
                                    <p:anim calcmode="lin" valueType="num">
                                      <p:cBhvr>
                                        <p:cTn id="321" dur="1000" fill="hold"/>
                                        <p:tgtEl>
                                          <p:spTgt spid="93"/>
                                        </p:tgtEl>
                                        <p:attrNameLst>
                                          <p:attrName>ppt_x</p:attrName>
                                        </p:attrNameLst>
                                      </p:cBhvr>
                                      <p:tavLst>
                                        <p:tav tm="0">
                                          <p:val>
                                            <p:strVal val="#ppt_x"/>
                                          </p:val>
                                        </p:tav>
                                        <p:tav tm="100000">
                                          <p:val>
                                            <p:strVal val="#ppt_x"/>
                                          </p:val>
                                        </p:tav>
                                      </p:tavLst>
                                    </p:anim>
                                    <p:anim calcmode="lin" valueType="num">
                                      <p:cBhvr>
                                        <p:cTn id="322" dur="1000" fill="hold"/>
                                        <p:tgtEl>
                                          <p:spTgt spid="93"/>
                                        </p:tgtEl>
                                        <p:attrNameLst>
                                          <p:attrName>ppt_y</p:attrName>
                                        </p:attrNameLst>
                                      </p:cBhvr>
                                      <p:tavLst>
                                        <p:tav tm="0">
                                          <p:val>
                                            <p:strVal val="#ppt_y-.1"/>
                                          </p:val>
                                        </p:tav>
                                        <p:tav tm="100000">
                                          <p:val>
                                            <p:strVal val="#ppt_y"/>
                                          </p:val>
                                        </p:tav>
                                      </p:tavLst>
                                    </p:anim>
                                  </p:childTnLst>
                                </p:cTn>
                              </p:par>
                            </p:childTnLst>
                          </p:cTn>
                        </p:par>
                        <p:par>
                          <p:cTn id="323" fill="hold">
                            <p:stCondLst>
                              <p:cond delay="1000"/>
                            </p:stCondLst>
                            <p:childTnLst>
                              <p:par>
                                <p:cTn id="324" presetID="22" presetClass="exit" presetSubtype="1" fill="hold" nodeType="afterEffect">
                                  <p:stCondLst>
                                    <p:cond delay="0"/>
                                  </p:stCondLst>
                                  <p:childTnLst>
                                    <p:animEffect transition="out" filter="wipe(up)">
                                      <p:cBhvr>
                                        <p:cTn id="325" dur="500"/>
                                        <p:tgtEl>
                                          <p:spTgt spid="80"/>
                                        </p:tgtEl>
                                      </p:cBhvr>
                                    </p:animEffect>
                                    <p:set>
                                      <p:cBhvr>
                                        <p:cTn id="326" dur="1" fill="hold">
                                          <p:stCondLst>
                                            <p:cond delay="499"/>
                                          </p:stCondLst>
                                        </p:cTn>
                                        <p:tgtEl>
                                          <p:spTgt spid="80"/>
                                        </p:tgtEl>
                                        <p:attrNameLst>
                                          <p:attrName>style.visibility</p:attrName>
                                        </p:attrNameLst>
                                      </p:cBhvr>
                                      <p:to>
                                        <p:strVal val="hidden"/>
                                      </p:to>
                                    </p:set>
                                  </p:childTnLst>
                                </p:cTn>
                              </p:par>
                              <p:par>
                                <p:cTn id="327" presetID="22" presetClass="entr" presetSubtype="8" fill="hold" nodeType="withEffect">
                                  <p:stCondLst>
                                    <p:cond delay="0"/>
                                  </p:stCondLst>
                                  <p:childTnLst>
                                    <p:set>
                                      <p:cBhvr>
                                        <p:cTn id="328" dur="1" fill="hold">
                                          <p:stCondLst>
                                            <p:cond delay="0"/>
                                          </p:stCondLst>
                                        </p:cTn>
                                        <p:tgtEl>
                                          <p:spTgt spid="79"/>
                                        </p:tgtEl>
                                        <p:attrNameLst>
                                          <p:attrName>style.visibility</p:attrName>
                                        </p:attrNameLst>
                                      </p:cBhvr>
                                      <p:to>
                                        <p:strVal val="visible"/>
                                      </p:to>
                                    </p:set>
                                    <p:animEffect transition="in" filter="wipe(left)">
                                      <p:cBhvr>
                                        <p:cTn id="329" dur="1000"/>
                                        <p:tgtEl>
                                          <p:spTgt spid="79"/>
                                        </p:tgtEl>
                                      </p:cBhvr>
                                    </p:animEffect>
                                  </p:childTnLst>
                                </p:cTn>
                              </p:par>
                            </p:childTnLst>
                          </p:cTn>
                        </p:par>
                      </p:childTnLst>
                    </p:cTn>
                  </p:par>
                  <p:par>
                    <p:cTn id="330" fill="hold">
                      <p:stCondLst>
                        <p:cond delay="indefinite"/>
                      </p:stCondLst>
                      <p:childTnLst>
                        <p:par>
                          <p:cTn id="331" fill="hold">
                            <p:stCondLst>
                              <p:cond delay="0"/>
                            </p:stCondLst>
                            <p:childTnLst>
                              <p:par>
                                <p:cTn id="332" presetID="6" presetClass="emph" presetSubtype="0" autoRev="1" fill="hold" nodeType="clickEffect">
                                  <p:stCondLst>
                                    <p:cond delay="0"/>
                                  </p:stCondLst>
                                  <p:childTnLst>
                                    <p:animScale>
                                      <p:cBhvr>
                                        <p:cTn id="333" dur="1000" fill="hold"/>
                                        <p:tgtEl>
                                          <p:spTgt spid="93"/>
                                        </p:tgtEl>
                                      </p:cBhvr>
                                      <p:by x="150000" y="150000"/>
                                    </p:animScale>
                                  </p:childTnLst>
                                </p:cTn>
                              </p:par>
                            </p:childTnLst>
                          </p:cTn>
                        </p:par>
                        <p:par>
                          <p:cTn id="334" fill="hold">
                            <p:stCondLst>
                              <p:cond delay="2000"/>
                            </p:stCondLst>
                            <p:childTnLst>
                              <p:par>
                                <p:cTn id="335" presetID="42" presetClass="path" presetSubtype="0" accel="50000" decel="50000" fill="hold" nodeType="afterEffect">
                                  <p:stCondLst>
                                    <p:cond delay="0"/>
                                  </p:stCondLst>
                                  <p:childTnLst>
                                    <p:animMotion origin="layout" path="M -0.00482 0.20556 L -0.05443 0.33635 " pathEditMode="relative" rAng="0" ptsTypes="AA">
                                      <p:cBhvr>
                                        <p:cTn id="336" dur="2000" fill="hold"/>
                                        <p:tgtEl>
                                          <p:spTgt spid="70"/>
                                        </p:tgtEl>
                                        <p:attrNameLst>
                                          <p:attrName>ppt_x</p:attrName>
                                          <p:attrName>ppt_y</p:attrName>
                                        </p:attrNameLst>
                                      </p:cBhvr>
                                      <p:rCtr x="-2487" y="6528"/>
                                    </p:animMotion>
                                  </p:childTnLst>
                                </p:cTn>
                              </p:par>
                            </p:childTnLst>
                          </p:cTn>
                        </p:par>
                      </p:childTnLst>
                    </p:cTn>
                  </p:par>
                  <p:par>
                    <p:cTn id="337" fill="hold">
                      <p:stCondLst>
                        <p:cond delay="indefinite"/>
                      </p:stCondLst>
                      <p:childTnLst>
                        <p:par>
                          <p:cTn id="338" fill="hold">
                            <p:stCondLst>
                              <p:cond delay="0"/>
                            </p:stCondLst>
                            <p:childTnLst>
                              <p:par>
                                <p:cTn id="339" presetID="22" presetClass="exit" presetSubtype="1" fill="hold" nodeType="clickEffect">
                                  <p:stCondLst>
                                    <p:cond delay="0"/>
                                  </p:stCondLst>
                                  <p:childTnLst>
                                    <p:animEffect transition="out" filter="wipe(up)">
                                      <p:cBhvr>
                                        <p:cTn id="340" dur="500"/>
                                        <p:tgtEl>
                                          <p:spTgt spid="79"/>
                                        </p:tgtEl>
                                      </p:cBhvr>
                                    </p:animEffect>
                                    <p:set>
                                      <p:cBhvr>
                                        <p:cTn id="341" dur="1" fill="hold">
                                          <p:stCondLst>
                                            <p:cond delay="499"/>
                                          </p:stCondLst>
                                        </p:cTn>
                                        <p:tgtEl>
                                          <p:spTgt spid="79"/>
                                        </p:tgtEl>
                                        <p:attrNameLst>
                                          <p:attrName>style.visibility</p:attrName>
                                        </p:attrNameLst>
                                      </p:cBhvr>
                                      <p:to>
                                        <p:strVal val="hidden"/>
                                      </p:to>
                                    </p:set>
                                  </p:childTnLst>
                                </p:cTn>
                              </p:par>
                              <p:par>
                                <p:cTn id="342" presetID="22" presetClass="entr" presetSubtype="8" fill="hold" nodeType="withEffect">
                                  <p:stCondLst>
                                    <p:cond delay="0"/>
                                  </p:stCondLst>
                                  <p:childTnLst>
                                    <p:set>
                                      <p:cBhvr>
                                        <p:cTn id="343" dur="1" fill="hold">
                                          <p:stCondLst>
                                            <p:cond delay="0"/>
                                          </p:stCondLst>
                                        </p:cTn>
                                        <p:tgtEl>
                                          <p:spTgt spid="88"/>
                                        </p:tgtEl>
                                        <p:attrNameLst>
                                          <p:attrName>style.visibility</p:attrName>
                                        </p:attrNameLst>
                                      </p:cBhvr>
                                      <p:to>
                                        <p:strVal val="visible"/>
                                      </p:to>
                                    </p:set>
                                    <p:animEffect transition="in" filter="wipe(left)">
                                      <p:cBhvr>
                                        <p:cTn id="344" dur="1000"/>
                                        <p:tgtEl>
                                          <p:spTgt spid="88"/>
                                        </p:tgtEl>
                                      </p:cBhvr>
                                    </p:animEffect>
                                  </p:childTnLst>
                                </p:cTn>
                              </p:par>
                            </p:childTnLst>
                          </p:cTn>
                        </p:par>
                      </p:childTnLst>
                    </p:cTn>
                  </p:par>
                  <p:par>
                    <p:cTn id="345" fill="hold">
                      <p:stCondLst>
                        <p:cond delay="indefinite"/>
                      </p:stCondLst>
                      <p:childTnLst>
                        <p:par>
                          <p:cTn id="346" fill="hold">
                            <p:stCondLst>
                              <p:cond delay="0"/>
                            </p:stCondLst>
                            <p:childTnLst>
                              <p:par>
                                <p:cTn id="347" presetID="47" presetClass="exit" presetSubtype="0" fill="hold" nodeType="clickEffect">
                                  <p:stCondLst>
                                    <p:cond delay="0"/>
                                  </p:stCondLst>
                                  <p:childTnLst>
                                    <p:animEffect transition="out" filter="fade">
                                      <p:cBhvr>
                                        <p:cTn id="348" dur="1000"/>
                                        <p:tgtEl>
                                          <p:spTgt spid="93"/>
                                        </p:tgtEl>
                                      </p:cBhvr>
                                    </p:animEffect>
                                    <p:anim calcmode="lin" valueType="num">
                                      <p:cBhvr>
                                        <p:cTn id="349" dur="1000"/>
                                        <p:tgtEl>
                                          <p:spTgt spid="93"/>
                                        </p:tgtEl>
                                        <p:attrNameLst>
                                          <p:attrName>ppt_x</p:attrName>
                                        </p:attrNameLst>
                                      </p:cBhvr>
                                      <p:tavLst>
                                        <p:tav tm="0">
                                          <p:val>
                                            <p:strVal val="ppt_x"/>
                                          </p:val>
                                        </p:tav>
                                        <p:tav tm="100000">
                                          <p:val>
                                            <p:strVal val="ppt_x"/>
                                          </p:val>
                                        </p:tav>
                                      </p:tavLst>
                                    </p:anim>
                                    <p:anim calcmode="lin" valueType="num">
                                      <p:cBhvr>
                                        <p:cTn id="350" dur="1000"/>
                                        <p:tgtEl>
                                          <p:spTgt spid="93"/>
                                        </p:tgtEl>
                                        <p:attrNameLst>
                                          <p:attrName>ppt_y</p:attrName>
                                        </p:attrNameLst>
                                      </p:cBhvr>
                                      <p:tavLst>
                                        <p:tav tm="0">
                                          <p:val>
                                            <p:strVal val="ppt_y"/>
                                          </p:val>
                                        </p:tav>
                                        <p:tav tm="100000">
                                          <p:val>
                                            <p:strVal val="ppt_y-.1"/>
                                          </p:val>
                                        </p:tav>
                                      </p:tavLst>
                                    </p:anim>
                                    <p:set>
                                      <p:cBhvr>
                                        <p:cTn id="351" dur="1" fill="hold">
                                          <p:stCondLst>
                                            <p:cond delay="999"/>
                                          </p:stCondLst>
                                        </p:cTn>
                                        <p:tgtEl>
                                          <p:spTgt spid="93"/>
                                        </p:tgtEl>
                                        <p:attrNameLst>
                                          <p:attrName>style.visibility</p:attrName>
                                        </p:attrNameLst>
                                      </p:cBhvr>
                                      <p:to>
                                        <p:strVal val="hidden"/>
                                      </p:to>
                                    </p:set>
                                  </p:childTnLst>
                                </p:cTn>
                              </p:par>
                            </p:childTnLst>
                          </p:cTn>
                        </p:par>
                        <p:par>
                          <p:cTn id="352" fill="hold">
                            <p:stCondLst>
                              <p:cond delay="1000"/>
                            </p:stCondLst>
                            <p:childTnLst>
                              <p:par>
                                <p:cTn id="353" presetID="35" presetClass="emph" presetSubtype="0" fill="hold" nodeType="afterEffect">
                                  <p:stCondLst>
                                    <p:cond delay="0"/>
                                  </p:stCondLst>
                                  <p:childTnLst>
                                    <p:anim calcmode="discrete" valueType="str">
                                      <p:cBhvr>
                                        <p:cTn id="354" dur="1000" fill="hold"/>
                                        <p:tgtEl>
                                          <p:spTgt spid="70"/>
                                        </p:tgtEl>
                                        <p:attrNameLst>
                                          <p:attrName>style.visibility</p:attrName>
                                        </p:attrNameLst>
                                      </p:cBhvr>
                                      <p:tavLst>
                                        <p:tav tm="0">
                                          <p:val>
                                            <p:strVal val="hidden"/>
                                          </p:val>
                                        </p:tav>
                                        <p:tav tm="50000">
                                          <p:val>
                                            <p:strVal val="visible"/>
                                          </p:val>
                                        </p:tav>
                                      </p:tavLst>
                                    </p:anim>
                                  </p:childTnLst>
                                </p:cTn>
                              </p:par>
                              <p:par>
                                <p:cTn id="355" presetID="22" presetClass="exit" presetSubtype="1" fill="hold" nodeType="withEffect">
                                  <p:stCondLst>
                                    <p:cond delay="0"/>
                                  </p:stCondLst>
                                  <p:childTnLst>
                                    <p:animEffect transition="out" filter="wipe(up)">
                                      <p:cBhvr>
                                        <p:cTn id="356" dur="500"/>
                                        <p:tgtEl>
                                          <p:spTgt spid="88"/>
                                        </p:tgtEl>
                                      </p:cBhvr>
                                    </p:animEffect>
                                    <p:set>
                                      <p:cBhvr>
                                        <p:cTn id="357" dur="1" fill="hold">
                                          <p:stCondLst>
                                            <p:cond delay="499"/>
                                          </p:stCondLst>
                                        </p:cTn>
                                        <p:tgtEl>
                                          <p:spTgt spid="88"/>
                                        </p:tgtEl>
                                        <p:attrNameLst>
                                          <p:attrName>style.visibility</p:attrName>
                                        </p:attrNameLst>
                                      </p:cBhvr>
                                      <p:to>
                                        <p:strVal val="hidden"/>
                                      </p:to>
                                    </p:set>
                                  </p:childTnLst>
                                </p:cTn>
                              </p:par>
                              <p:par>
                                <p:cTn id="358" presetID="22" presetClass="entr" presetSubtype="8" fill="hold" nodeType="withEffect">
                                  <p:stCondLst>
                                    <p:cond delay="0"/>
                                  </p:stCondLst>
                                  <p:childTnLst>
                                    <p:set>
                                      <p:cBhvr>
                                        <p:cTn id="359" dur="1" fill="hold">
                                          <p:stCondLst>
                                            <p:cond delay="0"/>
                                          </p:stCondLst>
                                        </p:cTn>
                                        <p:tgtEl>
                                          <p:spTgt spid="89"/>
                                        </p:tgtEl>
                                        <p:attrNameLst>
                                          <p:attrName>style.visibility</p:attrName>
                                        </p:attrNameLst>
                                      </p:cBhvr>
                                      <p:to>
                                        <p:strVal val="visible"/>
                                      </p:to>
                                    </p:set>
                                    <p:animEffect transition="in" filter="wipe(left)">
                                      <p:cBhvr>
                                        <p:cTn id="360" dur="1000"/>
                                        <p:tgtEl>
                                          <p:spTgt spid="89"/>
                                        </p:tgtEl>
                                      </p:cBhvr>
                                    </p:animEffect>
                                  </p:childTnLst>
                                </p:cTn>
                              </p:par>
                            </p:childTnLst>
                          </p:cTn>
                        </p:par>
                      </p:childTnLst>
                    </p:cTn>
                  </p:par>
                  <p:par>
                    <p:cTn id="361" fill="hold">
                      <p:stCondLst>
                        <p:cond delay="indefinite"/>
                      </p:stCondLst>
                      <p:childTnLst>
                        <p:par>
                          <p:cTn id="362" fill="hold">
                            <p:stCondLst>
                              <p:cond delay="0"/>
                            </p:stCondLst>
                            <p:childTnLst>
                              <p:par>
                                <p:cTn id="363" presetID="22" presetClass="exit" presetSubtype="1" fill="hold" nodeType="clickEffect">
                                  <p:stCondLst>
                                    <p:cond delay="0"/>
                                  </p:stCondLst>
                                  <p:childTnLst>
                                    <p:animEffect transition="out" filter="wipe(up)">
                                      <p:cBhvr>
                                        <p:cTn id="364" dur="500"/>
                                        <p:tgtEl>
                                          <p:spTgt spid="89"/>
                                        </p:tgtEl>
                                      </p:cBhvr>
                                    </p:animEffect>
                                    <p:set>
                                      <p:cBhvr>
                                        <p:cTn id="365" dur="1" fill="hold">
                                          <p:stCondLst>
                                            <p:cond delay="499"/>
                                          </p:stCondLst>
                                        </p:cTn>
                                        <p:tgtEl>
                                          <p:spTgt spid="89"/>
                                        </p:tgtEl>
                                        <p:attrNameLst>
                                          <p:attrName>style.visibility</p:attrName>
                                        </p:attrNameLst>
                                      </p:cBhvr>
                                      <p:to>
                                        <p:strVal val="hidden"/>
                                      </p:to>
                                    </p:set>
                                  </p:childTnLst>
                                </p:cTn>
                              </p:par>
                              <p:par>
                                <p:cTn id="366" presetID="22" presetClass="entr" presetSubtype="8" fill="hold" nodeType="withEffect">
                                  <p:stCondLst>
                                    <p:cond delay="0"/>
                                  </p:stCondLst>
                                  <p:childTnLst>
                                    <p:set>
                                      <p:cBhvr>
                                        <p:cTn id="367" dur="1" fill="hold">
                                          <p:stCondLst>
                                            <p:cond delay="0"/>
                                          </p:stCondLst>
                                        </p:cTn>
                                        <p:tgtEl>
                                          <p:spTgt spid="90"/>
                                        </p:tgtEl>
                                        <p:attrNameLst>
                                          <p:attrName>style.visibility</p:attrName>
                                        </p:attrNameLst>
                                      </p:cBhvr>
                                      <p:to>
                                        <p:strVal val="visible"/>
                                      </p:to>
                                    </p:set>
                                    <p:animEffect transition="in" filter="wipe(left)">
                                      <p:cBhvr>
                                        <p:cTn id="368" dur="1000"/>
                                        <p:tgtEl>
                                          <p:spTgt spid="90"/>
                                        </p:tgtEl>
                                      </p:cBhvr>
                                    </p:animEffect>
                                  </p:childTnLst>
                                </p:cTn>
                              </p:par>
                            </p:childTnLst>
                          </p:cTn>
                        </p:par>
                      </p:childTnLst>
                    </p:cTn>
                  </p:par>
                  <p:par>
                    <p:cTn id="369" fill="hold">
                      <p:stCondLst>
                        <p:cond delay="indefinite"/>
                      </p:stCondLst>
                      <p:childTnLst>
                        <p:par>
                          <p:cTn id="370" fill="hold">
                            <p:stCondLst>
                              <p:cond delay="0"/>
                            </p:stCondLst>
                            <p:childTnLst>
                              <p:par>
                                <p:cTn id="371" presetID="47" presetClass="exit" presetSubtype="0" fill="hold" nodeType="clickEffect">
                                  <p:stCondLst>
                                    <p:cond delay="0"/>
                                  </p:stCondLst>
                                  <p:childTnLst>
                                    <p:animEffect transition="out" filter="fade">
                                      <p:cBhvr>
                                        <p:cTn id="372" dur="1000"/>
                                        <p:tgtEl>
                                          <p:spTgt spid="65"/>
                                        </p:tgtEl>
                                      </p:cBhvr>
                                    </p:animEffect>
                                    <p:anim calcmode="lin" valueType="num">
                                      <p:cBhvr>
                                        <p:cTn id="373" dur="1000"/>
                                        <p:tgtEl>
                                          <p:spTgt spid="65"/>
                                        </p:tgtEl>
                                        <p:attrNameLst>
                                          <p:attrName>ppt_x</p:attrName>
                                        </p:attrNameLst>
                                      </p:cBhvr>
                                      <p:tavLst>
                                        <p:tav tm="0">
                                          <p:val>
                                            <p:strVal val="ppt_x"/>
                                          </p:val>
                                        </p:tav>
                                        <p:tav tm="100000">
                                          <p:val>
                                            <p:strVal val="ppt_x"/>
                                          </p:val>
                                        </p:tav>
                                      </p:tavLst>
                                    </p:anim>
                                    <p:anim calcmode="lin" valueType="num">
                                      <p:cBhvr>
                                        <p:cTn id="374" dur="1000"/>
                                        <p:tgtEl>
                                          <p:spTgt spid="65"/>
                                        </p:tgtEl>
                                        <p:attrNameLst>
                                          <p:attrName>ppt_y</p:attrName>
                                        </p:attrNameLst>
                                      </p:cBhvr>
                                      <p:tavLst>
                                        <p:tav tm="0">
                                          <p:val>
                                            <p:strVal val="ppt_y"/>
                                          </p:val>
                                        </p:tav>
                                        <p:tav tm="100000">
                                          <p:val>
                                            <p:strVal val="ppt_y-.1"/>
                                          </p:val>
                                        </p:tav>
                                      </p:tavLst>
                                    </p:anim>
                                    <p:set>
                                      <p:cBhvr>
                                        <p:cTn id="375" dur="1" fill="hold">
                                          <p:stCondLst>
                                            <p:cond delay="999"/>
                                          </p:stCondLst>
                                        </p:cTn>
                                        <p:tgtEl>
                                          <p:spTgt spid="65"/>
                                        </p:tgtEl>
                                        <p:attrNameLst>
                                          <p:attrName>style.visibility</p:attrName>
                                        </p:attrNameLst>
                                      </p:cBhvr>
                                      <p:to>
                                        <p:strVal val="hidden"/>
                                      </p:to>
                                    </p:set>
                                  </p:childTnLst>
                                </p:cTn>
                              </p:par>
                            </p:childTnLst>
                          </p:cTn>
                        </p:par>
                        <p:par>
                          <p:cTn id="376" fill="hold">
                            <p:stCondLst>
                              <p:cond delay="1000"/>
                            </p:stCondLst>
                            <p:childTnLst>
                              <p:par>
                                <p:cTn id="377" presetID="64" presetClass="path" presetSubtype="0" accel="50000" decel="50000" fill="hold" nodeType="afterEffect">
                                  <p:stCondLst>
                                    <p:cond delay="0"/>
                                  </p:stCondLst>
                                  <p:childTnLst>
                                    <p:animMotion origin="layout" path="M -0.05443 0.33635 L -0.00482 0.20556 " pathEditMode="relative" rAng="0" ptsTypes="AA">
                                      <p:cBhvr>
                                        <p:cTn id="378" dur="2000" fill="hold"/>
                                        <p:tgtEl>
                                          <p:spTgt spid="70"/>
                                        </p:tgtEl>
                                        <p:attrNameLst>
                                          <p:attrName>ppt_x</p:attrName>
                                          <p:attrName>ppt_y</p:attrName>
                                        </p:attrNameLst>
                                      </p:cBhvr>
                                      <p:rCtr x="2474" y="-6551"/>
                                    </p:animMotion>
                                  </p:childTnLst>
                                </p:cTn>
                              </p:par>
                              <p:par>
                                <p:cTn id="379" presetID="22" presetClass="exit" presetSubtype="1" fill="hold" nodeType="withEffect">
                                  <p:stCondLst>
                                    <p:cond delay="0"/>
                                  </p:stCondLst>
                                  <p:childTnLst>
                                    <p:animEffect transition="out" filter="wipe(up)">
                                      <p:cBhvr>
                                        <p:cTn id="380" dur="500"/>
                                        <p:tgtEl>
                                          <p:spTgt spid="90"/>
                                        </p:tgtEl>
                                      </p:cBhvr>
                                    </p:animEffect>
                                    <p:set>
                                      <p:cBhvr>
                                        <p:cTn id="381" dur="1" fill="hold">
                                          <p:stCondLst>
                                            <p:cond delay="499"/>
                                          </p:stCondLst>
                                        </p:cTn>
                                        <p:tgtEl>
                                          <p:spTgt spid="90"/>
                                        </p:tgtEl>
                                        <p:attrNameLst>
                                          <p:attrName>style.visibility</p:attrName>
                                        </p:attrNameLst>
                                      </p:cBhvr>
                                      <p:to>
                                        <p:strVal val="hidden"/>
                                      </p:to>
                                    </p:set>
                                  </p:childTnLst>
                                </p:cTn>
                              </p:par>
                              <p:par>
                                <p:cTn id="382" presetID="22" presetClass="entr" presetSubtype="8" fill="hold" nodeType="withEffect">
                                  <p:stCondLst>
                                    <p:cond delay="0"/>
                                  </p:stCondLst>
                                  <p:childTnLst>
                                    <p:set>
                                      <p:cBhvr>
                                        <p:cTn id="383" dur="1" fill="hold">
                                          <p:stCondLst>
                                            <p:cond delay="0"/>
                                          </p:stCondLst>
                                        </p:cTn>
                                        <p:tgtEl>
                                          <p:spTgt spid="91"/>
                                        </p:tgtEl>
                                        <p:attrNameLst>
                                          <p:attrName>style.visibility</p:attrName>
                                        </p:attrNameLst>
                                      </p:cBhvr>
                                      <p:to>
                                        <p:strVal val="visible"/>
                                      </p:to>
                                    </p:set>
                                    <p:animEffect transition="in" filter="wipe(left)">
                                      <p:cBhvr>
                                        <p:cTn id="384" dur="1000"/>
                                        <p:tgtEl>
                                          <p:spTgt spid="91"/>
                                        </p:tgtEl>
                                      </p:cBhvr>
                                    </p:animEffect>
                                  </p:childTnLst>
                                </p:cTn>
                              </p:par>
                            </p:childTnLst>
                          </p:cTn>
                        </p:par>
                      </p:childTnLst>
                    </p:cTn>
                  </p:par>
                  <p:par>
                    <p:cTn id="385" fill="hold">
                      <p:stCondLst>
                        <p:cond delay="indefinite"/>
                      </p:stCondLst>
                      <p:childTnLst>
                        <p:par>
                          <p:cTn id="386" fill="hold">
                            <p:stCondLst>
                              <p:cond delay="0"/>
                            </p:stCondLst>
                            <p:childTnLst>
                              <p:par>
                                <p:cTn id="387" presetID="42" presetClass="entr" presetSubtype="0" fill="hold" grpId="0" nodeType="clickEffect">
                                  <p:stCondLst>
                                    <p:cond delay="0"/>
                                  </p:stCondLst>
                                  <p:childTnLst>
                                    <p:set>
                                      <p:cBhvr>
                                        <p:cTn id="388" dur="1" fill="hold">
                                          <p:stCondLst>
                                            <p:cond delay="0"/>
                                          </p:stCondLst>
                                        </p:cTn>
                                        <p:tgtEl>
                                          <p:spTgt spid="15"/>
                                        </p:tgtEl>
                                        <p:attrNameLst>
                                          <p:attrName>style.visibility</p:attrName>
                                        </p:attrNameLst>
                                      </p:cBhvr>
                                      <p:to>
                                        <p:strVal val="visible"/>
                                      </p:to>
                                    </p:set>
                                    <p:animEffect transition="in" filter="fade">
                                      <p:cBhvr>
                                        <p:cTn id="389" dur="1000"/>
                                        <p:tgtEl>
                                          <p:spTgt spid="15"/>
                                        </p:tgtEl>
                                      </p:cBhvr>
                                    </p:animEffect>
                                    <p:anim calcmode="lin" valueType="num">
                                      <p:cBhvr>
                                        <p:cTn id="390" dur="1000" fill="hold"/>
                                        <p:tgtEl>
                                          <p:spTgt spid="15"/>
                                        </p:tgtEl>
                                        <p:attrNameLst>
                                          <p:attrName>ppt_x</p:attrName>
                                        </p:attrNameLst>
                                      </p:cBhvr>
                                      <p:tavLst>
                                        <p:tav tm="0">
                                          <p:val>
                                            <p:strVal val="#ppt_x"/>
                                          </p:val>
                                        </p:tav>
                                        <p:tav tm="100000">
                                          <p:val>
                                            <p:strVal val="#ppt_x"/>
                                          </p:val>
                                        </p:tav>
                                      </p:tavLst>
                                    </p:anim>
                                    <p:anim calcmode="lin" valueType="num">
                                      <p:cBhvr>
                                        <p:cTn id="391" dur="1000" fill="hold"/>
                                        <p:tgtEl>
                                          <p:spTgt spid="15"/>
                                        </p:tgtEl>
                                        <p:attrNameLst>
                                          <p:attrName>ppt_y</p:attrName>
                                        </p:attrNameLst>
                                      </p:cBhvr>
                                      <p:tavLst>
                                        <p:tav tm="0">
                                          <p:val>
                                            <p:strVal val="#ppt_y+.1"/>
                                          </p:val>
                                        </p:tav>
                                        <p:tav tm="100000">
                                          <p:val>
                                            <p:strVal val="#ppt_y"/>
                                          </p:val>
                                        </p:tav>
                                      </p:tavLst>
                                    </p:anim>
                                  </p:childTnLst>
                                </p:cTn>
                              </p:par>
                              <p:par>
                                <p:cTn id="392" presetID="22" presetClass="exit" presetSubtype="1" fill="hold" nodeType="withEffect">
                                  <p:stCondLst>
                                    <p:cond delay="0"/>
                                  </p:stCondLst>
                                  <p:childTnLst>
                                    <p:animEffect transition="out" filter="wipe(up)">
                                      <p:cBhvr>
                                        <p:cTn id="393" dur="500"/>
                                        <p:tgtEl>
                                          <p:spTgt spid="91"/>
                                        </p:tgtEl>
                                      </p:cBhvr>
                                    </p:animEffect>
                                    <p:set>
                                      <p:cBhvr>
                                        <p:cTn id="394" dur="1" fill="hold">
                                          <p:stCondLst>
                                            <p:cond delay="499"/>
                                          </p:stCondLst>
                                        </p:cTn>
                                        <p:tgtEl>
                                          <p:spTgt spid="91"/>
                                        </p:tgtEl>
                                        <p:attrNameLst>
                                          <p:attrName>style.visibility</p:attrName>
                                        </p:attrNameLst>
                                      </p:cBhvr>
                                      <p:to>
                                        <p:strVal val="hidden"/>
                                      </p:to>
                                    </p:set>
                                  </p:childTnLst>
                                </p:cTn>
                              </p:par>
                              <p:par>
                                <p:cTn id="395" presetID="22" presetClass="entr" presetSubtype="8" fill="hold" nodeType="withEffect">
                                  <p:stCondLst>
                                    <p:cond delay="0"/>
                                  </p:stCondLst>
                                  <p:childTnLst>
                                    <p:set>
                                      <p:cBhvr>
                                        <p:cTn id="396" dur="1" fill="hold">
                                          <p:stCondLst>
                                            <p:cond delay="0"/>
                                          </p:stCondLst>
                                        </p:cTn>
                                        <p:tgtEl>
                                          <p:spTgt spid="92"/>
                                        </p:tgtEl>
                                        <p:attrNameLst>
                                          <p:attrName>style.visibility</p:attrName>
                                        </p:attrNameLst>
                                      </p:cBhvr>
                                      <p:to>
                                        <p:strVal val="visible"/>
                                      </p:to>
                                    </p:set>
                                    <p:animEffect transition="in" filter="wipe(left)">
                                      <p:cBhvr>
                                        <p:cTn id="397" dur="1000"/>
                                        <p:tgtEl>
                                          <p:spTgt spid="92"/>
                                        </p:tgtEl>
                                      </p:cBhvr>
                                    </p:animEffect>
                                  </p:childTnLst>
                                </p:cTn>
                              </p:par>
                            </p:childTnLst>
                          </p:cTn>
                        </p:par>
                      </p:childTnLst>
                    </p:cTn>
                  </p:par>
                  <p:par>
                    <p:cTn id="398" fill="hold">
                      <p:stCondLst>
                        <p:cond delay="indefinite"/>
                      </p:stCondLst>
                      <p:childTnLst>
                        <p:par>
                          <p:cTn id="399" fill="hold">
                            <p:stCondLst>
                              <p:cond delay="0"/>
                            </p:stCondLst>
                            <p:childTnLst>
                              <p:par>
                                <p:cTn id="400" presetID="47" presetClass="entr" presetSubtype="0" fill="hold" nodeType="clickEffect">
                                  <p:stCondLst>
                                    <p:cond delay="0"/>
                                  </p:stCondLst>
                                  <p:childTnLst>
                                    <p:set>
                                      <p:cBhvr>
                                        <p:cTn id="401" dur="1" fill="hold">
                                          <p:stCondLst>
                                            <p:cond delay="0"/>
                                          </p:stCondLst>
                                        </p:cTn>
                                        <p:tgtEl>
                                          <p:spTgt spid="96"/>
                                        </p:tgtEl>
                                        <p:attrNameLst>
                                          <p:attrName>style.visibility</p:attrName>
                                        </p:attrNameLst>
                                      </p:cBhvr>
                                      <p:to>
                                        <p:strVal val="visible"/>
                                      </p:to>
                                    </p:set>
                                    <p:animEffect transition="in" filter="fade">
                                      <p:cBhvr>
                                        <p:cTn id="402" dur="1000"/>
                                        <p:tgtEl>
                                          <p:spTgt spid="96"/>
                                        </p:tgtEl>
                                      </p:cBhvr>
                                    </p:animEffect>
                                    <p:anim calcmode="lin" valueType="num">
                                      <p:cBhvr>
                                        <p:cTn id="403" dur="1000" fill="hold"/>
                                        <p:tgtEl>
                                          <p:spTgt spid="96"/>
                                        </p:tgtEl>
                                        <p:attrNameLst>
                                          <p:attrName>ppt_x</p:attrName>
                                        </p:attrNameLst>
                                      </p:cBhvr>
                                      <p:tavLst>
                                        <p:tav tm="0">
                                          <p:val>
                                            <p:strVal val="#ppt_x"/>
                                          </p:val>
                                        </p:tav>
                                        <p:tav tm="100000">
                                          <p:val>
                                            <p:strVal val="#ppt_x"/>
                                          </p:val>
                                        </p:tav>
                                      </p:tavLst>
                                    </p:anim>
                                    <p:anim calcmode="lin" valueType="num">
                                      <p:cBhvr>
                                        <p:cTn id="404" dur="1000" fill="hold"/>
                                        <p:tgtEl>
                                          <p:spTgt spid="96"/>
                                        </p:tgtEl>
                                        <p:attrNameLst>
                                          <p:attrName>ppt_y</p:attrName>
                                        </p:attrNameLst>
                                      </p:cBhvr>
                                      <p:tavLst>
                                        <p:tav tm="0">
                                          <p:val>
                                            <p:strVal val="#ppt_y-.1"/>
                                          </p:val>
                                        </p:tav>
                                        <p:tav tm="100000">
                                          <p:val>
                                            <p:strVal val="#ppt_y"/>
                                          </p:val>
                                        </p:tav>
                                      </p:tavLst>
                                    </p:anim>
                                  </p:childTnLst>
                                </p:cTn>
                              </p:par>
                            </p:childTnLst>
                          </p:cTn>
                        </p:par>
                        <p:par>
                          <p:cTn id="405" fill="hold">
                            <p:stCondLst>
                              <p:cond delay="1000"/>
                            </p:stCondLst>
                            <p:childTnLst>
                              <p:par>
                                <p:cTn id="406" presetID="22" presetClass="exit" presetSubtype="1" fill="hold" nodeType="afterEffect">
                                  <p:stCondLst>
                                    <p:cond delay="0"/>
                                  </p:stCondLst>
                                  <p:childTnLst>
                                    <p:animEffect transition="out" filter="wipe(up)">
                                      <p:cBhvr>
                                        <p:cTn id="407" dur="500"/>
                                        <p:tgtEl>
                                          <p:spTgt spid="92"/>
                                        </p:tgtEl>
                                      </p:cBhvr>
                                    </p:animEffect>
                                    <p:set>
                                      <p:cBhvr>
                                        <p:cTn id="408" dur="1" fill="hold">
                                          <p:stCondLst>
                                            <p:cond delay="499"/>
                                          </p:stCondLst>
                                        </p:cTn>
                                        <p:tgtEl>
                                          <p:spTgt spid="92"/>
                                        </p:tgtEl>
                                        <p:attrNameLst>
                                          <p:attrName>style.visibility</p:attrName>
                                        </p:attrNameLst>
                                      </p:cBhvr>
                                      <p:to>
                                        <p:strVal val="hidden"/>
                                      </p:to>
                                    </p:set>
                                  </p:childTnLst>
                                </p:cTn>
                              </p:par>
                              <p:par>
                                <p:cTn id="409" presetID="22" presetClass="entr" presetSubtype="8" fill="hold" nodeType="withEffect">
                                  <p:stCondLst>
                                    <p:cond delay="0"/>
                                  </p:stCondLst>
                                  <p:childTnLst>
                                    <p:set>
                                      <p:cBhvr>
                                        <p:cTn id="410" dur="1" fill="hold">
                                          <p:stCondLst>
                                            <p:cond delay="0"/>
                                          </p:stCondLst>
                                        </p:cTn>
                                        <p:tgtEl>
                                          <p:spTgt spid="76"/>
                                        </p:tgtEl>
                                        <p:attrNameLst>
                                          <p:attrName>style.visibility</p:attrName>
                                        </p:attrNameLst>
                                      </p:cBhvr>
                                      <p:to>
                                        <p:strVal val="visible"/>
                                      </p:to>
                                    </p:set>
                                    <p:animEffect transition="in" filter="wipe(left)">
                                      <p:cBhvr>
                                        <p:cTn id="411" dur="1000"/>
                                        <p:tgtEl>
                                          <p:spTgt spid="76"/>
                                        </p:tgtEl>
                                      </p:cBhvr>
                                    </p:animEffect>
                                  </p:childTnLst>
                                </p:cTn>
                              </p:par>
                            </p:childTnLst>
                          </p:cTn>
                        </p:par>
                      </p:childTnLst>
                    </p:cTn>
                  </p:par>
                  <p:par>
                    <p:cTn id="412" fill="hold">
                      <p:stCondLst>
                        <p:cond delay="indefinite"/>
                      </p:stCondLst>
                      <p:childTnLst>
                        <p:par>
                          <p:cTn id="413" fill="hold">
                            <p:stCondLst>
                              <p:cond delay="0"/>
                            </p:stCondLst>
                            <p:childTnLst>
                              <p:par>
                                <p:cTn id="414" presetID="22" presetClass="exit" presetSubtype="1" fill="hold" nodeType="clickEffect">
                                  <p:stCondLst>
                                    <p:cond delay="0"/>
                                  </p:stCondLst>
                                  <p:childTnLst>
                                    <p:animEffect transition="out" filter="wipe(up)">
                                      <p:cBhvr>
                                        <p:cTn id="415" dur="500"/>
                                        <p:tgtEl>
                                          <p:spTgt spid="76"/>
                                        </p:tgtEl>
                                      </p:cBhvr>
                                    </p:animEffect>
                                    <p:set>
                                      <p:cBhvr>
                                        <p:cTn id="416" dur="1" fill="hold">
                                          <p:stCondLst>
                                            <p:cond delay="499"/>
                                          </p:stCondLst>
                                        </p:cTn>
                                        <p:tgtEl>
                                          <p:spTgt spid="76"/>
                                        </p:tgtEl>
                                        <p:attrNameLst>
                                          <p:attrName>style.visibility</p:attrName>
                                        </p:attrNameLst>
                                      </p:cBhvr>
                                      <p:to>
                                        <p:strVal val="hidden"/>
                                      </p:to>
                                    </p:set>
                                  </p:childTnLst>
                                </p:cTn>
                              </p:par>
                              <p:par>
                                <p:cTn id="417" presetID="22" presetClass="entr" presetSubtype="8" fill="hold" nodeType="withEffect">
                                  <p:stCondLst>
                                    <p:cond delay="0"/>
                                  </p:stCondLst>
                                  <p:childTnLst>
                                    <p:set>
                                      <p:cBhvr>
                                        <p:cTn id="418" dur="1" fill="hold">
                                          <p:stCondLst>
                                            <p:cond delay="0"/>
                                          </p:stCondLst>
                                        </p:cTn>
                                        <p:tgtEl>
                                          <p:spTgt spid="79"/>
                                        </p:tgtEl>
                                        <p:attrNameLst>
                                          <p:attrName>style.visibility</p:attrName>
                                        </p:attrNameLst>
                                      </p:cBhvr>
                                      <p:to>
                                        <p:strVal val="visible"/>
                                      </p:to>
                                    </p:set>
                                    <p:animEffect transition="in" filter="wipe(left)">
                                      <p:cBhvr>
                                        <p:cTn id="419" dur="1000"/>
                                        <p:tgtEl>
                                          <p:spTgt spid="79"/>
                                        </p:tgtEl>
                                      </p:cBhvr>
                                    </p:animEffect>
                                  </p:childTnLst>
                                </p:cTn>
                              </p:par>
                            </p:childTnLst>
                          </p:cTn>
                        </p:par>
                      </p:childTnLst>
                    </p:cTn>
                  </p:par>
                  <p:par>
                    <p:cTn id="420" fill="hold">
                      <p:stCondLst>
                        <p:cond delay="indefinite"/>
                      </p:stCondLst>
                      <p:childTnLst>
                        <p:par>
                          <p:cTn id="421" fill="hold">
                            <p:stCondLst>
                              <p:cond delay="0"/>
                            </p:stCondLst>
                            <p:childTnLst>
                              <p:par>
                                <p:cTn id="422" presetID="6" presetClass="emph" presetSubtype="0" autoRev="1" fill="hold" nodeType="clickEffect">
                                  <p:stCondLst>
                                    <p:cond delay="0"/>
                                  </p:stCondLst>
                                  <p:childTnLst>
                                    <p:animScale>
                                      <p:cBhvr>
                                        <p:cTn id="423" dur="1000" fill="hold"/>
                                        <p:tgtEl>
                                          <p:spTgt spid="96"/>
                                        </p:tgtEl>
                                      </p:cBhvr>
                                      <p:by x="150000" y="150000"/>
                                    </p:animScale>
                                  </p:childTnLst>
                                </p:cTn>
                              </p:par>
                              <p:par>
                                <p:cTn id="424" presetID="22" presetClass="exit" presetSubtype="1" fill="hold" nodeType="withEffect">
                                  <p:stCondLst>
                                    <p:cond delay="0"/>
                                  </p:stCondLst>
                                  <p:childTnLst>
                                    <p:animEffect transition="out" filter="wipe(up)">
                                      <p:cBhvr>
                                        <p:cTn id="425" dur="500"/>
                                        <p:tgtEl>
                                          <p:spTgt spid="79"/>
                                        </p:tgtEl>
                                      </p:cBhvr>
                                    </p:animEffect>
                                    <p:set>
                                      <p:cBhvr>
                                        <p:cTn id="426" dur="1" fill="hold">
                                          <p:stCondLst>
                                            <p:cond delay="499"/>
                                          </p:stCondLst>
                                        </p:cTn>
                                        <p:tgtEl>
                                          <p:spTgt spid="79"/>
                                        </p:tgtEl>
                                        <p:attrNameLst>
                                          <p:attrName>style.visibility</p:attrName>
                                        </p:attrNameLst>
                                      </p:cBhvr>
                                      <p:to>
                                        <p:strVal val="hidden"/>
                                      </p:to>
                                    </p:set>
                                  </p:childTnLst>
                                </p:cTn>
                              </p:par>
                              <p:par>
                                <p:cTn id="427" presetID="22" presetClass="entr" presetSubtype="8" fill="hold" nodeType="withEffect">
                                  <p:stCondLst>
                                    <p:cond delay="0"/>
                                  </p:stCondLst>
                                  <p:childTnLst>
                                    <p:set>
                                      <p:cBhvr>
                                        <p:cTn id="428" dur="1" fill="hold">
                                          <p:stCondLst>
                                            <p:cond delay="0"/>
                                          </p:stCondLst>
                                        </p:cTn>
                                        <p:tgtEl>
                                          <p:spTgt spid="88"/>
                                        </p:tgtEl>
                                        <p:attrNameLst>
                                          <p:attrName>style.visibility</p:attrName>
                                        </p:attrNameLst>
                                      </p:cBhvr>
                                      <p:to>
                                        <p:strVal val="visible"/>
                                      </p:to>
                                    </p:set>
                                    <p:animEffect transition="in" filter="wipe(left)">
                                      <p:cBhvr>
                                        <p:cTn id="429" dur="1000"/>
                                        <p:tgtEl>
                                          <p:spTgt spid="88"/>
                                        </p:tgtEl>
                                      </p:cBhvr>
                                    </p:animEffect>
                                  </p:childTnLst>
                                </p:cTn>
                              </p:par>
                            </p:childTnLst>
                          </p:cTn>
                        </p:par>
                      </p:childTnLst>
                    </p:cTn>
                  </p:par>
                  <p:par>
                    <p:cTn id="430" fill="hold">
                      <p:stCondLst>
                        <p:cond delay="indefinite"/>
                      </p:stCondLst>
                      <p:childTnLst>
                        <p:par>
                          <p:cTn id="431" fill="hold">
                            <p:stCondLst>
                              <p:cond delay="0"/>
                            </p:stCondLst>
                            <p:childTnLst>
                              <p:par>
                                <p:cTn id="432" presetID="47" presetClass="exit" presetSubtype="0" fill="hold" nodeType="clickEffect">
                                  <p:stCondLst>
                                    <p:cond delay="0"/>
                                  </p:stCondLst>
                                  <p:childTnLst>
                                    <p:animEffect transition="out" filter="fade">
                                      <p:cBhvr>
                                        <p:cTn id="433" dur="1000"/>
                                        <p:tgtEl>
                                          <p:spTgt spid="96"/>
                                        </p:tgtEl>
                                      </p:cBhvr>
                                    </p:animEffect>
                                    <p:anim calcmode="lin" valueType="num">
                                      <p:cBhvr>
                                        <p:cTn id="434" dur="1000"/>
                                        <p:tgtEl>
                                          <p:spTgt spid="96"/>
                                        </p:tgtEl>
                                        <p:attrNameLst>
                                          <p:attrName>ppt_x</p:attrName>
                                        </p:attrNameLst>
                                      </p:cBhvr>
                                      <p:tavLst>
                                        <p:tav tm="0">
                                          <p:val>
                                            <p:strVal val="ppt_x"/>
                                          </p:val>
                                        </p:tav>
                                        <p:tav tm="100000">
                                          <p:val>
                                            <p:strVal val="ppt_x"/>
                                          </p:val>
                                        </p:tav>
                                      </p:tavLst>
                                    </p:anim>
                                    <p:anim calcmode="lin" valueType="num">
                                      <p:cBhvr>
                                        <p:cTn id="435" dur="1000"/>
                                        <p:tgtEl>
                                          <p:spTgt spid="96"/>
                                        </p:tgtEl>
                                        <p:attrNameLst>
                                          <p:attrName>ppt_y</p:attrName>
                                        </p:attrNameLst>
                                      </p:cBhvr>
                                      <p:tavLst>
                                        <p:tav tm="0">
                                          <p:val>
                                            <p:strVal val="ppt_y"/>
                                          </p:val>
                                        </p:tav>
                                        <p:tav tm="100000">
                                          <p:val>
                                            <p:strVal val="ppt_y-.1"/>
                                          </p:val>
                                        </p:tav>
                                      </p:tavLst>
                                    </p:anim>
                                    <p:set>
                                      <p:cBhvr>
                                        <p:cTn id="436" dur="1" fill="hold">
                                          <p:stCondLst>
                                            <p:cond delay="999"/>
                                          </p:stCondLst>
                                        </p:cTn>
                                        <p:tgtEl>
                                          <p:spTgt spid="96"/>
                                        </p:tgtEl>
                                        <p:attrNameLst>
                                          <p:attrName>style.visibility</p:attrName>
                                        </p:attrNameLst>
                                      </p:cBhvr>
                                      <p:to>
                                        <p:strVal val="hidden"/>
                                      </p:to>
                                    </p:set>
                                  </p:childTnLst>
                                </p:cTn>
                              </p:par>
                            </p:childTnLst>
                          </p:cTn>
                        </p:par>
                        <p:par>
                          <p:cTn id="437" fill="hold">
                            <p:stCondLst>
                              <p:cond delay="1000"/>
                            </p:stCondLst>
                            <p:childTnLst>
                              <p:par>
                                <p:cTn id="438" presetID="42" presetClass="path" presetSubtype="0" accel="50000" decel="50000" fill="hold" nodeType="afterEffect">
                                  <p:stCondLst>
                                    <p:cond delay="0"/>
                                  </p:stCondLst>
                                  <p:childTnLst>
                                    <p:animMotion origin="layout" path="M -0.00482 0.20556 L -0.00885 0.33079 " pathEditMode="relative" rAng="0" ptsTypes="AA">
                                      <p:cBhvr>
                                        <p:cTn id="439" dur="2000" fill="hold"/>
                                        <p:tgtEl>
                                          <p:spTgt spid="70"/>
                                        </p:tgtEl>
                                        <p:attrNameLst>
                                          <p:attrName>ppt_x</p:attrName>
                                          <p:attrName>ppt_y</p:attrName>
                                        </p:attrNameLst>
                                      </p:cBhvr>
                                      <p:rCtr x="-208" y="6250"/>
                                    </p:animMotion>
                                  </p:childTnLst>
                                </p:cTn>
                              </p:par>
                            </p:childTnLst>
                          </p:cTn>
                        </p:par>
                        <p:par>
                          <p:cTn id="440" fill="hold">
                            <p:stCondLst>
                              <p:cond delay="3000"/>
                            </p:stCondLst>
                            <p:childTnLst>
                              <p:par>
                                <p:cTn id="441" presetID="22" presetClass="exit" presetSubtype="1" fill="hold" nodeType="afterEffect">
                                  <p:stCondLst>
                                    <p:cond delay="0"/>
                                  </p:stCondLst>
                                  <p:childTnLst>
                                    <p:animEffect transition="out" filter="wipe(up)">
                                      <p:cBhvr>
                                        <p:cTn id="442" dur="500"/>
                                        <p:tgtEl>
                                          <p:spTgt spid="88"/>
                                        </p:tgtEl>
                                      </p:cBhvr>
                                    </p:animEffect>
                                    <p:set>
                                      <p:cBhvr>
                                        <p:cTn id="443" dur="1" fill="hold">
                                          <p:stCondLst>
                                            <p:cond delay="499"/>
                                          </p:stCondLst>
                                        </p:cTn>
                                        <p:tgtEl>
                                          <p:spTgt spid="88"/>
                                        </p:tgtEl>
                                        <p:attrNameLst>
                                          <p:attrName>style.visibility</p:attrName>
                                        </p:attrNameLst>
                                      </p:cBhvr>
                                      <p:to>
                                        <p:strVal val="hidden"/>
                                      </p:to>
                                    </p:set>
                                  </p:childTnLst>
                                </p:cTn>
                              </p:par>
                              <p:par>
                                <p:cTn id="444" presetID="22" presetClass="entr" presetSubtype="8" fill="hold" nodeType="withEffect">
                                  <p:stCondLst>
                                    <p:cond delay="0"/>
                                  </p:stCondLst>
                                  <p:childTnLst>
                                    <p:set>
                                      <p:cBhvr>
                                        <p:cTn id="445" dur="1" fill="hold">
                                          <p:stCondLst>
                                            <p:cond delay="0"/>
                                          </p:stCondLst>
                                        </p:cTn>
                                        <p:tgtEl>
                                          <p:spTgt spid="89"/>
                                        </p:tgtEl>
                                        <p:attrNameLst>
                                          <p:attrName>style.visibility</p:attrName>
                                        </p:attrNameLst>
                                      </p:cBhvr>
                                      <p:to>
                                        <p:strVal val="visible"/>
                                      </p:to>
                                    </p:set>
                                    <p:animEffect transition="in" filter="wipe(left)">
                                      <p:cBhvr>
                                        <p:cTn id="446" dur="1000"/>
                                        <p:tgtEl>
                                          <p:spTgt spid="89"/>
                                        </p:tgtEl>
                                      </p:cBhvr>
                                    </p:animEffect>
                                  </p:childTnLst>
                                </p:cTn>
                              </p:par>
                            </p:childTnLst>
                          </p:cTn>
                        </p:par>
                      </p:childTnLst>
                    </p:cTn>
                  </p:par>
                  <p:par>
                    <p:cTn id="447" fill="hold">
                      <p:stCondLst>
                        <p:cond delay="indefinite"/>
                      </p:stCondLst>
                      <p:childTnLst>
                        <p:par>
                          <p:cTn id="448" fill="hold">
                            <p:stCondLst>
                              <p:cond delay="0"/>
                            </p:stCondLst>
                            <p:childTnLst>
                              <p:par>
                                <p:cTn id="449" presetID="22" presetClass="exit" presetSubtype="1" fill="hold" nodeType="clickEffect">
                                  <p:stCondLst>
                                    <p:cond delay="0"/>
                                  </p:stCondLst>
                                  <p:childTnLst>
                                    <p:animEffect transition="out" filter="wipe(up)">
                                      <p:cBhvr>
                                        <p:cTn id="450" dur="500"/>
                                        <p:tgtEl>
                                          <p:spTgt spid="89"/>
                                        </p:tgtEl>
                                      </p:cBhvr>
                                    </p:animEffect>
                                    <p:set>
                                      <p:cBhvr>
                                        <p:cTn id="451" dur="1" fill="hold">
                                          <p:stCondLst>
                                            <p:cond delay="499"/>
                                          </p:stCondLst>
                                        </p:cTn>
                                        <p:tgtEl>
                                          <p:spTgt spid="89"/>
                                        </p:tgtEl>
                                        <p:attrNameLst>
                                          <p:attrName>style.visibility</p:attrName>
                                        </p:attrNameLst>
                                      </p:cBhvr>
                                      <p:to>
                                        <p:strVal val="hidden"/>
                                      </p:to>
                                    </p:set>
                                  </p:childTnLst>
                                </p:cTn>
                              </p:par>
                              <p:par>
                                <p:cTn id="452" presetID="22" presetClass="entr" presetSubtype="8" fill="hold" nodeType="withEffect">
                                  <p:stCondLst>
                                    <p:cond delay="0"/>
                                  </p:stCondLst>
                                  <p:childTnLst>
                                    <p:set>
                                      <p:cBhvr>
                                        <p:cTn id="453" dur="1" fill="hold">
                                          <p:stCondLst>
                                            <p:cond delay="0"/>
                                          </p:stCondLst>
                                        </p:cTn>
                                        <p:tgtEl>
                                          <p:spTgt spid="90"/>
                                        </p:tgtEl>
                                        <p:attrNameLst>
                                          <p:attrName>style.visibility</p:attrName>
                                        </p:attrNameLst>
                                      </p:cBhvr>
                                      <p:to>
                                        <p:strVal val="visible"/>
                                      </p:to>
                                    </p:set>
                                    <p:animEffect transition="in" filter="wipe(left)">
                                      <p:cBhvr>
                                        <p:cTn id="454" dur="1000"/>
                                        <p:tgtEl>
                                          <p:spTgt spid="90"/>
                                        </p:tgtEl>
                                      </p:cBhvr>
                                    </p:animEffect>
                                  </p:childTnLst>
                                </p:cTn>
                              </p:par>
                            </p:childTnLst>
                          </p:cTn>
                        </p:par>
                      </p:childTnLst>
                    </p:cTn>
                  </p:par>
                  <p:par>
                    <p:cTn id="455" fill="hold">
                      <p:stCondLst>
                        <p:cond delay="indefinite"/>
                      </p:stCondLst>
                      <p:childTnLst>
                        <p:par>
                          <p:cTn id="456" fill="hold">
                            <p:stCondLst>
                              <p:cond delay="0"/>
                            </p:stCondLst>
                            <p:childTnLst>
                              <p:par>
                                <p:cTn id="457" presetID="47" presetClass="exit" presetSubtype="0" fill="hold" nodeType="clickEffect">
                                  <p:stCondLst>
                                    <p:cond delay="0"/>
                                  </p:stCondLst>
                                  <p:childTnLst>
                                    <p:animEffect transition="out" filter="fade">
                                      <p:cBhvr>
                                        <p:cTn id="458" dur="1000"/>
                                        <p:tgtEl>
                                          <p:spTgt spid="21"/>
                                        </p:tgtEl>
                                      </p:cBhvr>
                                    </p:animEffect>
                                    <p:anim calcmode="lin" valueType="num">
                                      <p:cBhvr>
                                        <p:cTn id="459" dur="1000"/>
                                        <p:tgtEl>
                                          <p:spTgt spid="21"/>
                                        </p:tgtEl>
                                        <p:attrNameLst>
                                          <p:attrName>ppt_x</p:attrName>
                                        </p:attrNameLst>
                                      </p:cBhvr>
                                      <p:tavLst>
                                        <p:tav tm="0">
                                          <p:val>
                                            <p:strVal val="ppt_x"/>
                                          </p:val>
                                        </p:tav>
                                        <p:tav tm="100000">
                                          <p:val>
                                            <p:strVal val="ppt_x"/>
                                          </p:val>
                                        </p:tav>
                                      </p:tavLst>
                                    </p:anim>
                                    <p:anim calcmode="lin" valueType="num">
                                      <p:cBhvr>
                                        <p:cTn id="460" dur="1000"/>
                                        <p:tgtEl>
                                          <p:spTgt spid="21"/>
                                        </p:tgtEl>
                                        <p:attrNameLst>
                                          <p:attrName>ppt_y</p:attrName>
                                        </p:attrNameLst>
                                      </p:cBhvr>
                                      <p:tavLst>
                                        <p:tav tm="0">
                                          <p:val>
                                            <p:strVal val="ppt_y"/>
                                          </p:val>
                                        </p:tav>
                                        <p:tav tm="100000">
                                          <p:val>
                                            <p:strVal val="ppt_y-.1"/>
                                          </p:val>
                                        </p:tav>
                                      </p:tavLst>
                                    </p:anim>
                                    <p:set>
                                      <p:cBhvr>
                                        <p:cTn id="461" dur="1" fill="hold">
                                          <p:stCondLst>
                                            <p:cond delay="999"/>
                                          </p:stCondLst>
                                        </p:cTn>
                                        <p:tgtEl>
                                          <p:spTgt spid="21"/>
                                        </p:tgtEl>
                                        <p:attrNameLst>
                                          <p:attrName>style.visibility</p:attrName>
                                        </p:attrNameLst>
                                      </p:cBhvr>
                                      <p:to>
                                        <p:strVal val="hidden"/>
                                      </p:to>
                                    </p:set>
                                  </p:childTnLst>
                                </p:cTn>
                              </p:par>
                            </p:childTnLst>
                          </p:cTn>
                        </p:par>
                        <p:par>
                          <p:cTn id="462" fill="hold">
                            <p:stCondLst>
                              <p:cond delay="1000"/>
                            </p:stCondLst>
                            <p:childTnLst>
                              <p:par>
                                <p:cTn id="463" presetID="64" presetClass="path" presetSubtype="0" accel="50000" decel="50000" fill="hold" nodeType="afterEffect">
                                  <p:stCondLst>
                                    <p:cond delay="0"/>
                                  </p:stCondLst>
                                  <p:childTnLst>
                                    <p:animMotion origin="layout" path="M -0.00482 0.20556 L 0.04336 0.00024 " pathEditMode="relative" rAng="0" ptsTypes="AA">
                                      <p:cBhvr>
                                        <p:cTn id="464" dur="2000" fill="hold"/>
                                        <p:tgtEl>
                                          <p:spTgt spid="70"/>
                                        </p:tgtEl>
                                        <p:attrNameLst>
                                          <p:attrName>ppt_x</p:attrName>
                                          <p:attrName>ppt_y</p:attrName>
                                        </p:attrNameLst>
                                      </p:cBhvr>
                                      <p:rCtr x="2409" y="-10278"/>
                                    </p:animMotion>
                                  </p:childTnLst>
                                </p:cTn>
                              </p:par>
                            </p:childTnLst>
                          </p:cTn>
                        </p:par>
                        <p:par>
                          <p:cTn id="465" fill="hold">
                            <p:stCondLst>
                              <p:cond delay="3000"/>
                            </p:stCondLst>
                            <p:childTnLst>
                              <p:par>
                                <p:cTn id="466" presetID="22" presetClass="exit" presetSubtype="1" fill="hold" nodeType="afterEffect">
                                  <p:stCondLst>
                                    <p:cond delay="0"/>
                                  </p:stCondLst>
                                  <p:childTnLst>
                                    <p:animEffect transition="out" filter="wipe(up)">
                                      <p:cBhvr>
                                        <p:cTn id="467" dur="500"/>
                                        <p:tgtEl>
                                          <p:spTgt spid="90"/>
                                        </p:tgtEl>
                                      </p:cBhvr>
                                    </p:animEffect>
                                    <p:set>
                                      <p:cBhvr>
                                        <p:cTn id="468" dur="1" fill="hold">
                                          <p:stCondLst>
                                            <p:cond delay="499"/>
                                          </p:stCondLst>
                                        </p:cTn>
                                        <p:tgtEl>
                                          <p:spTgt spid="90"/>
                                        </p:tgtEl>
                                        <p:attrNameLst>
                                          <p:attrName>style.visibility</p:attrName>
                                        </p:attrNameLst>
                                      </p:cBhvr>
                                      <p:to>
                                        <p:strVal val="hidden"/>
                                      </p:to>
                                    </p:set>
                                  </p:childTnLst>
                                </p:cTn>
                              </p:par>
                              <p:par>
                                <p:cTn id="469" presetID="22" presetClass="entr" presetSubtype="8" fill="hold" nodeType="withEffect">
                                  <p:stCondLst>
                                    <p:cond delay="0"/>
                                  </p:stCondLst>
                                  <p:childTnLst>
                                    <p:set>
                                      <p:cBhvr>
                                        <p:cTn id="470" dur="1" fill="hold">
                                          <p:stCondLst>
                                            <p:cond delay="0"/>
                                          </p:stCondLst>
                                        </p:cTn>
                                        <p:tgtEl>
                                          <p:spTgt spid="91"/>
                                        </p:tgtEl>
                                        <p:attrNameLst>
                                          <p:attrName>style.visibility</p:attrName>
                                        </p:attrNameLst>
                                      </p:cBhvr>
                                      <p:to>
                                        <p:strVal val="visible"/>
                                      </p:to>
                                    </p:set>
                                    <p:animEffect transition="in" filter="wipe(left)">
                                      <p:cBhvr>
                                        <p:cTn id="471" dur="1000"/>
                                        <p:tgtEl>
                                          <p:spTgt spid="91"/>
                                        </p:tgtEl>
                                      </p:cBhvr>
                                    </p:animEffect>
                                  </p:childTnLst>
                                </p:cTn>
                              </p:par>
                            </p:childTnLst>
                          </p:cTn>
                        </p:par>
                      </p:childTnLst>
                    </p:cTn>
                  </p:par>
                  <p:par>
                    <p:cTn id="472" fill="hold">
                      <p:stCondLst>
                        <p:cond delay="indefinite"/>
                      </p:stCondLst>
                      <p:childTnLst>
                        <p:par>
                          <p:cTn id="473" fill="hold">
                            <p:stCondLst>
                              <p:cond delay="0"/>
                            </p:stCondLst>
                            <p:childTnLst>
                              <p:par>
                                <p:cTn id="474" presetID="42" presetClass="entr" presetSubtype="0" fill="hold" grpId="0" nodeType="clickEffect">
                                  <p:stCondLst>
                                    <p:cond delay="0"/>
                                  </p:stCondLst>
                                  <p:childTnLst>
                                    <p:set>
                                      <p:cBhvr>
                                        <p:cTn id="475" dur="1" fill="hold">
                                          <p:stCondLst>
                                            <p:cond delay="0"/>
                                          </p:stCondLst>
                                        </p:cTn>
                                        <p:tgtEl>
                                          <p:spTgt spid="16"/>
                                        </p:tgtEl>
                                        <p:attrNameLst>
                                          <p:attrName>style.visibility</p:attrName>
                                        </p:attrNameLst>
                                      </p:cBhvr>
                                      <p:to>
                                        <p:strVal val="visible"/>
                                      </p:to>
                                    </p:set>
                                    <p:animEffect transition="in" filter="fade">
                                      <p:cBhvr>
                                        <p:cTn id="476" dur="1000"/>
                                        <p:tgtEl>
                                          <p:spTgt spid="16"/>
                                        </p:tgtEl>
                                      </p:cBhvr>
                                    </p:animEffect>
                                    <p:anim calcmode="lin" valueType="num">
                                      <p:cBhvr>
                                        <p:cTn id="477" dur="1000" fill="hold"/>
                                        <p:tgtEl>
                                          <p:spTgt spid="16"/>
                                        </p:tgtEl>
                                        <p:attrNameLst>
                                          <p:attrName>ppt_x</p:attrName>
                                        </p:attrNameLst>
                                      </p:cBhvr>
                                      <p:tavLst>
                                        <p:tav tm="0">
                                          <p:val>
                                            <p:strVal val="#ppt_x"/>
                                          </p:val>
                                        </p:tav>
                                        <p:tav tm="100000">
                                          <p:val>
                                            <p:strVal val="#ppt_x"/>
                                          </p:val>
                                        </p:tav>
                                      </p:tavLst>
                                    </p:anim>
                                    <p:anim calcmode="lin" valueType="num">
                                      <p:cBhvr>
                                        <p:cTn id="478" dur="1000" fill="hold"/>
                                        <p:tgtEl>
                                          <p:spTgt spid="16"/>
                                        </p:tgtEl>
                                        <p:attrNameLst>
                                          <p:attrName>ppt_y</p:attrName>
                                        </p:attrNameLst>
                                      </p:cBhvr>
                                      <p:tavLst>
                                        <p:tav tm="0">
                                          <p:val>
                                            <p:strVal val="#ppt_y+.1"/>
                                          </p:val>
                                        </p:tav>
                                        <p:tav tm="100000">
                                          <p:val>
                                            <p:strVal val="#ppt_y"/>
                                          </p:val>
                                        </p:tav>
                                      </p:tavLst>
                                    </p:anim>
                                  </p:childTnLst>
                                </p:cTn>
                              </p:par>
                            </p:childTnLst>
                          </p:cTn>
                        </p:par>
                        <p:par>
                          <p:cTn id="479" fill="hold">
                            <p:stCondLst>
                              <p:cond delay="1000"/>
                            </p:stCondLst>
                            <p:childTnLst>
                              <p:par>
                                <p:cTn id="480" presetID="22" presetClass="exit" presetSubtype="1" fill="hold" nodeType="afterEffect">
                                  <p:stCondLst>
                                    <p:cond delay="0"/>
                                  </p:stCondLst>
                                  <p:childTnLst>
                                    <p:animEffect transition="out" filter="wipe(up)">
                                      <p:cBhvr>
                                        <p:cTn id="481" dur="500"/>
                                        <p:tgtEl>
                                          <p:spTgt spid="91"/>
                                        </p:tgtEl>
                                      </p:cBhvr>
                                    </p:animEffect>
                                    <p:set>
                                      <p:cBhvr>
                                        <p:cTn id="482" dur="1" fill="hold">
                                          <p:stCondLst>
                                            <p:cond delay="499"/>
                                          </p:stCondLst>
                                        </p:cTn>
                                        <p:tgtEl>
                                          <p:spTgt spid="91"/>
                                        </p:tgtEl>
                                        <p:attrNameLst>
                                          <p:attrName>style.visibility</p:attrName>
                                        </p:attrNameLst>
                                      </p:cBhvr>
                                      <p:to>
                                        <p:strVal val="hidden"/>
                                      </p:to>
                                    </p:set>
                                  </p:childTnLst>
                                </p:cTn>
                              </p:par>
                              <p:par>
                                <p:cTn id="483" presetID="22" presetClass="entr" presetSubtype="8" fill="hold" nodeType="withEffect">
                                  <p:stCondLst>
                                    <p:cond delay="0"/>
                                  </p:stCondLst>
                                  <p:childTnLst>
                                    <p:set>
                                      <p:cBhvr>
                                        <p:cTn id="484" dur="1" fill="hold">
                                          <p:stCondLst>
                                            <p:cond delay="0"/>
                                          </p:stCondLst>
                                        </p:cTn>
                                        <p:tgtEl>
                                          <p:spTgt spid="92"/>
                                        </p:tgtEl>
                                        <p:attrNameLst>
                                          <p:attrName>style.visibility</p:attrName>
                                        </p:attrNameLst>
                                      </p:cBhvr>
                                      <p:to>
                                        <p:strVal val="visible"/>
                                      </p:to>
                                    </p:set>
                                    <p:animEffect transition="in" filter="wipe(left)">
                                      <p:cBhvr>
                                        <p:cTn id="485" dur="1000"/>
                                        <p:tgtEl>
                                          <p:spTgt spid="92"/>
                                        </p:tgtEl>
                                      </p:cBhvr>
                                    </p:animEffect>
                                  </p:childTnLst>
                                </p:cTn>
                              </p:par>
                            </p:childTnLst>
                          </p:cTn>
                        </p:par>
                      </p:childTnLst>
                    </p:cTn>
                  </p:par>
                  <p:par>
                    <p:cTn id="486" fill="hold">
                      <p:stCondLst>
                        <p:cond delay="indefinite"/>
                      </p:stCondLst>
                      <p:childTnLst>
                        <p:par>
                          <p:cTn id="487" fill="hold">
                            <p:stCondLst>
                              <p:cond delay="0"/>
                            </p:stCondLst>
                            <p:childTnLst>
                              <p:par>
                                <p:cTn id="488" presetID="47" presetClass="entr" presetSubtype="0" fill="hold" nodeType="clickEffect">
                                  <p:stCondLst>
                                    <p:cond delay="0"/>
                                  </p:stCondLst>
                                  <p:childTnLst>
                                    <p:set>
                                      <p:cBhvr>
                                        <p:cTn id="489" dur="1" fill="hold">
                                          <p:stCondLst>
                                            <p:cond delay="0"/>
                                          </p:stCondLst>
                                        </p:cTn>
                                        <p:tgtEl>
                                          <p:spTgt spid="62"/>
                                        </p:tgtEl>
                                        <p:attrNameLst>
                                          <p:attrName>style.visibility</p:attrName>
                                        </p:attrNameLst>
                                      </p:cBhvr>
                                      <p:to>
                                        <p:strVal val="visible"/>
                                      </p:to>
                                    </p:set>
                                    <p:animEffect transition="in" filter="fade">
                                      <p:cBhvr>
                                        <p:cTn id="490" dur="1000"/>
                                        <p:tgtEl>
                                          <p:spTgt spid="62"/>
                                        </p:tgtEl>
                                      </p:cBhvr>
                                    </p:animEffect>
                                    <p:anim calcmode="lin" valueType="num">
                                      <p:cBhvr>
                                        <p:cTn id="491" dur="1000" fill="hold"/>
                                        <p:tgtEl>
                                          <p:spTgt spid="62"/>
                                        </p:tgtEl>
                                        <p:attrNameLst>
                                          <p:attrName>ppt_x</p:attrName>
                                        </p:attrNameLst>
                                      </p:cBhvr>
                                      <p:tavLst>
                                        <p:tav tm="0">
                                          <p:val>
                                            <p:strVal val="#ppt_x"/>
                                          </p:val>
                                        </p:tav>
                                        <p:tav tm="100000">
                                          <p:val>
                                            <p:strVal val="#ppt_x"/>
                                          </p:val>
                                        </p:tav>
                                      </p:tavLst>
                                    </p:anim>
                                    <p:anim calcmode="lin" valueType="num">
                                      <p:cBhvr>
                                        <p:cTn id="492" dur="1000" fill="hold"/>
                                        <p:tgtEl>
                                          <p:spTgt spid="62"/>
                                        </p:tgtEl>
                                        <p:attrNameLst>
                                          <p:attrName>ppt_y</p:attrName>
                                        </p:attrNameLst>
                                      </p:cBhvr>
                                      <p:tavLst>
                                        <p:tav tm="0">
                                          <p:val>
                                            <p:strVal val="#ppt_y-.1"/>
                                          </p:val>
                                        </p:tav>
                                        <p:tav tm="100000">
                                          <p:val>
                                            <p:strVal val="#ppt_y"/>
                                          </p:val>
                                        </p:tav>
                                      </p:tavLst>
                                    </p:anim>
                                  </p:childTnLst>
                                </p:cTn>
                              </p:par>
                            </p:childTnLst>
                          </p:cTn>
                        </p:par>
                        <p:par>
                          <p:cTn id="493" fill="hold">
                            <p:stCondLst>
                              <p:cond delay="1000"/>
                            </p:stCondLst>
                            <p:childTnLst>
                              <p:par>
                                <p:cTn id="494" presetID="22" presetClass="exit" presetSubtype="1" fill="hold" nodeType="afterEffect">
                                  <p:stCondLst>
                                    <p:cond delay="0"/>
                                  </p:stCondLst>
                                  <p:childTnLst>
                                    <p:animEffect transition="out" filter="wipe(up)">
                                      <p:cBhvr>
                                        <p:cTn id="495" dur="500"/>
                                        <p:tgtEl>
                                          <p:spTgt spid="92"/>
                                        </p:tgtEl>
                                      </p:cBhvr>
                                    </p:animEffect>
                                    <p:set>
                                      <p:cBhvr>
                                        <p:cTn id="496" dur="1" fill="hold">
                                          <p:stCondLst>
                                            <p:cond delay="499"/>
                                          </p:stCondLst>
                                        </p:cTn>
                                        <p:tgtEl>
                                          <p:spTgt spid="92"/>
                                        </p:tgtEl>
                                        <p:attrNameLst>
                                          <p:attrName>style.visibility</p:attrName>
                                        </p:attrNameLst>
                                      </p:cBhvr>
                                      <p:to>
                                        <p:strVal val="hidden"/>
                                      </p:to>
                                    </p:set>
                                  </p:childTnLst>
                                </p:cTn>
                              </p:par>
                              <p:par>
                                <p:cTn id="497" presetID="22" presetClass="entr" presetSubtype="8" fill="hold" nodeType="withEffect">
                                  <p:stCondLst>
                                    <p:cond delay="0"/>
                                  </p:stCondLst>
                                  <p:childTnLst>
                                    <p:set>
                                      <p:cBhvr>
                                        <p:cTn id="498" dur="1" fill="hold">
                                          <p:stCondLst>
                                            <p:cond delay="0"/>
                                          </p:stCondLst>
                                        </p:cTn>
                                        <p:tgtEl>
                                          <p:spTgt spid="76"/>
                                        </p:tgtEl>
                                        <p:attrNameLst>
                                          <p:attrName>style.visibility</p:attrName>
                                        </p:attrNameLst>
                                      </p:cBhvr>
                                      <p:to>
                                        <p:strVal val="visible"/>
                                      </p:to>
                                    </p:set>
                                    <p:animEffect transition="in" filter="wipe(left)">
                                      <p:cBhvr>
                                        <p:cTn id="499" dur="1000"/>
                                        <p:tgtEl>
                                          <p:spTgt spid="76"/>
                                        </p:tgtEl>
                                      </p:cBhvr>
                                    </p:animEffect>
                                  </p:childTnLst>
                                </p:cTn>
                              </p:par>
                            </p:childTnLst>
                          </p:cTn>
                        </p:par>
                      </p:childTnLst>
                    </p:cTn>
                  </p:par>
                  <p:par>
                    <p:cTn id="500" fill="hold">
                      <p:stCondLst>
                        <p:cond delay="indefinite"/>
                      </p:stCondLst>
                      <p:childTnLst>
                        <p:par>
                          <p:cTn id="501" fill="hold">
                            <p:stCondLst>
                              <p:cond delay="0"/>
                            </p:stCondLst>
                            <p:childTnLst>
                              <p:par>
                                <p:cTn id="502" presetID="22" presetClass="exit" presetSubtype="1" fill="hold" nodeType="clickEffect">
                                  <p:stCondLst>
                                    <p:cond delay="0"/>
                                  </p:stCondLst>
                                  <p:childTnLst>
                                    <p:animEffect transition="out" filter="wipe(up)">
                                      <p:cBhvr>
                                        <p:cTn id="503" dur="500"/>
                                        <p:tgtEl>
                                          <p:spTgt spid="76"/>
                                        </p:tgtEl>
                                      </p:cBhvr>
                                    </p:animEffect>
                                    <p:set>
                                      <p:cBhvr>
                                        <p:cTn id="504" dur="1" fill="hold">
                                          <p:stCondLst>
                                            <p:cond delay="499"/>
                                          </p:stCondLst>
                                        </p:cTn>
                                        <p:tgtEl>
                                          <p:spTgt spid="76"/>
                                        </p:tgtEl>
                                        <p:attrNameLst>
                                          <p:attrName>style.visibility</p:attrName>
                                        </p:attrNameLst>
                                      </p:cBhvr>
                                      <p:to>
                                        <p:strVal val="hidden"/>
                                      </p:to>
                                    </p:set>
                                  </p:childTnLst>
                                </p:cTn>
                              </p:par>
                              <p:par>
                                <p:cTn id="505" presetID="22" presetClass="entr" presetSubtype="8" fill="hold" nodeType="withEffect">
                                  <p:stCondLst>
                                    <p:cond delay="0"/>
                                  </p:stCondLst>
                                  <p:childTnLst>
                                    <p:set>
                                      <p:cBhvr>
                                        <p:cTn id="506" dur="1" fill="hold">
                                          <p:stCondLst>
                                            <p:cond delay="0"/>
                                          </p:stCondLst>
                                        </p:cTn>
                                        <p:tgtEl>
                                          <p:spTgt spid="79"/>
                                        </p:tgtEl>
                                        <p:attrNameLst>
                                          <p:attrName>style.visibility</p:attrName>
                                        </p:attrNameLst>
                                      </p:cBhvr>
                                      <p:to>
                                        <p:strVal val="visible"/>
                                      </p:to>
                                    </p:set>
                                    <p:animEffect transition="in" filter="wipe(left)">
                                      <p:cBhvr>
                                        <p:cTn id="507" dur="1000"/>
                                        <p:tgtEl>
                                          <p:spTgt spid="79"/>
                                        </p:tgtEl>
                                      </p:cBhvr>
                                    </p:animEffect>
                                  </p:childTnLst>
                                </p:cTn>
                              </p:par>
                            </p:childTnLst>
                          </p:cTn>
                        </p:par>
                      </p:childTnLst>
                    </p:cTn>
                  </p:par>
                  <p:par>
                    <p:cTn id="508" fill="hold">
                      <p:stCondLst>
                        <p:cond delay="indefinite"/>
                      </p:stCondLst>
                      <p:childTnLst>
                        <p:par>
                          <p:cTn id="509" fill="hold">
                            <p:stCondLst>
                              <p:cond delay="0"/>
                            </p:stCondLst>
                            <p:childTnLst>
                              <p:par>
                                <p:cTn id="510" presetID="6" presetClass="emph" presetSubtype="0" autoRev="1" fill="hold" nodeType="clickEffect">
                                  <p:stCondLst>
                                    <p:cond delay="0"/>
                                  </p:stCondLst>
                                  <p:childTnLst>
                                    <p:animScale>
                                      <p:cBhvr>
                                        <p:cTn id="511" dur="1000" fill="hold"/>
                                        <p:tgtEl>
                                          <p:spTgt spid="62"/>
                                        </p:tgtEl>
                                      </p:cBhvr>
                                      <p:by x="150000" y="150000"/>
                                    </p:animScale>
                                  </p:childTnLst>
                                </p:cTn>
                              </p:par>
                            </p:childTnLst>
                          </p:cTn>
                        </p:par>
                        <p:par>
                          <p:cTn id="512" fill="hold">
                            <p:stCondLst>
                              <p:cond delay="2000"/>
                            </p:stCondLst>
                            <p:childTnLst>
                              <p:par>
                                <p:cTn id="513" presetID="42" presetClass="path" presetSubtype="0" accel="50000" decel="50000" fill="hold" nodeType="afterEffect">
                                  <p:stCondLst>
                                    <p:cond delay="0"/>
                                  </p:stCondLst>
                                  <p:childTnLst>
                                    <p:animMotion origin="layout" path="M 0.04336 0.00024 L 0.12201 0.10533 " pathEditMode="relative" rAng="0" ptsTypes="AA">
                                      <p:cBhvr>
                                        <p:cTn id="514" dur="2000" fill="hold"/>
                                        <p:tgtEl>
                                          <p:spTgt spid="70"/>
                                        </p:tgtEl>
                                        <p:attrNameLst>
                                          <p:attrName>ppt_x</p:attrName>
                                          <p:attrName>ppt_y</p:attrName>
                                        </p:attrNameLst>
                                      </p:cBhvr>
                                      <p:rCtr x="3932" y="5255"/>
                                    </p:animMotion>
                                  </p:childTnLst>
                                </p:cTn>
                              </p:par>
                            </p:childTnLst>
                          </p:cTn>
                        </p:par>
                        <p:par>
                          <p:cTn id="515" fill="hold">
                            <p:stCondLst>
                              <p:cond delay="4000"/>
                            </p:stCondLst>
                            <p:childTnLst>
                              <p:par>
                                <p:cTn id="516" presetID="22" presetClass="exit" presetSubtype="1" fill="hold" nodeType="afterEffect">
                                  <p:stCondLst>
                                    <p:cond delay="0"/>
                                  </p:stCondLst>
                                  <p:childTnLst>
                                    <p:animEffect transition="out" filter="wipe(up)">
                                      <p:cBhvr>
                                        <p:cTn id="517" dur="500"/>
                                        <p:tgtEl>
                                          <p:spTgt spid="79"/>
                                        </p:tgtEl>
                                      </p:cBhvr>
                                    </p:animEffect>
                                    <p:set>
                                      <p:cBhvr>
                                        <p:cTn id="518" dur="1" fill="hold">
                                          <p:stCondLst>
                                            <p:cond delay="499"/>
                                          </p:stCondLst>
                                        </p:cTn>
                                        <p:tgtEl>
                                          <p:spTgt spid="79"/>
                                        </p:tgtEl>
                                        <p:attrNameLst>
                                          <p:attrName>style.visibility</p:attrName>
                                        </p:attrNameLst>
                                      </p:cBhvr>
                                      <p:to>
                                        <p:strVal val="hidden"/>
                                      </p:to>
                                    </p:set>
                                  </p:childTnLst>
                                </p:cTn>
                              </p:par>
                              <p:par>
                                <p:cTn id="519" presetID="22" presetClass="entr" presetSubtype="8" fill="hold" nodeType="withEffect">
                                  <p:stCondLst>
                                    <p:cond delay="0"/>
                                  </p:stCondLst>
                                  <p:childTnLst>
                                    <p:set>
                                      <p:cBhvr>
                                        <p:cTn id="520" dur="1" fill="hold">
                                          <p:stCondLst>
                                            <p:cond delay="0"/>
                                          </p:stCondLst>
                                        </p:cTn>
                                        <p:tgtEl>
                                          <p:spTgt spid="80"/>
                                        </p:tgtEl>
                                        <p:attrNameLst>
                                          <p:attrName>style.visibility</p:attrName>
                                        </p:attrNameLst>
                                      </p:cBhvr>
                                      <p:to>
                                        <p:strVal val="visible"/>
                                      </p:to>
                                    </p:set>
                                    <p:animEffect transition="in" filter="wipe(left)">
                                      <p:cBhvr>
                                        <p:cTn id="521" dur="1000"/>
                                        <p:tgtEl>
                                          <p:spTgt spid="80"/>
                                        </p:tgtEl>
                                      </p:cBhvr>
                                    </p:animEffect>
                                  </p:childTnLst>
                                </p:cTn>
                              </p:par>
                            </p:childTnLst>
                          </p:cTn>
                        </p:par>
                      </p:childTnLst>
                    </p:cTn>
                  </p:par>
                  <p:par>
                    <p:cTn id="522" fill="hold">
                      <p:stCondLst>
                        <p:cond delay="indefinite"/>
                      </p:stCondLst>
                      <p:childTnLst>
                        <p:par>
                          <p:cTn id="523" fill="hold">
                            <p:stCondLst>
                              <p:cond delay="0"/>
                            </p:stCondLst>
                            <p:childTnLst>
                              <p:par>
                                <p:cTn id="524" presetID="47" presetClass="entr" presetSubtype="0" fill="hold" nodeType="clickEffect">
                                  <p:stCondLst>
                                    <p:cond delay="0"/>
                                  </p:stCondLst>
                                  <p:childTnLst>
                                    <p:set>
                                      <p:cBhvr>
                                        <p:cTn id="525" dur="1" fill="hold">
                                          <p:stCondLst>
                                            <p:cond delay="0"/>
                                          </p:stCondLst>
                                        </p:cTn>
                                        <p:tgtEl>
                                          <p:spTgt spid="100"/>
                                        </p:tgtEl>
                                        <p:attrNameLst>
                                          <p:attrName>style.visibility</p:attrName>
                                        </p:attrNameLst>
                                      </p:cBhvr>
                                      <p:to>
                                        <p:strVal val="visible"/>
                                      </p:to>
                                    </p:set>
                                    <p:animEffect transition="in" filter="fade">
                                      <p:cBhvr>
                                        <p:cTn id="526" dur="1000"/>
                                        <p:tgtEl>
                                          <p:spTgt spid="100"/>
                                        </p:tgtEl>
                                      </p:cBhvr>
                                    </p:animEffect>
                                    <p:anim calcmode="lin" valueType="num">
                                      <p:cBhvr>
                                        <p:cTn id="527" dur="1000" fill="hold"/>
                                        <p:tgtEl>
                                          <p:spTgt spid="100"/>
                                        </p:tgtEl>
                                        <p:attrNameLst>
                                          <p:attrName>ppt_x</p:attrName>
                                        </p:attrNameLst>
                                      </p:cBhvr>
                                      <p:tavLst>
                                        <p:tav tm="0">
                                          <p:val>
                                            <p:strVal val="#ppt_x"/>
                                          </p:val>
                                        </p:tav>
                                        <p:tav tm="100000">
                                          <p:val>
                                            <p:strVal val="#ppt_x"/>
                                          </p:val>
                                        </p:tav>
                                      </p:tavLst>
                                    </p:anim>
                                    <p:anim calcmode="lin" valueType="num">
                                      <p:cBhvr>
                                        <p:cTn id="528" dur="1000" fill="hold"/>
                                        <p:tgtEl>
                                          <p:spTgt spid="100"/>
                                        </p:tgtEl>
                                        <p:attrNameLst>
                                          <p:attrName>ppt_y</p:attrName>
                                        </p:attrNameLst>
                                      </p:cBhvr>
                                      <p:tavLst>
                                        <p:tav tm="0">
                                          <p:val>
                                            <p:strVal val="#ppt_y-.1"/>
                                          </p:val>
                                        </p:tav>
                                        <p:tav tm="100000">
                                          <p:val>
                                            <p:strVal val="#ppt_y"/>
                                          </p:val>
                                        </p:tav>
                                      </p:tavLst>
                                    </p:anim>
                                  </p:childTnLst>
                                </p:cTn>
                              </p:par>
                            </p:childTnLst>
                          </p:cTn>
                        </p:par>
                        <p:par>
                          <p:cTn id="529" fill="hold">
                            <p:stCondLst>
                              <p:cond delay="1000"/>
                            </p:stCondLst>
                            <p:childTnLst>
                              <p:par>
                                <p:cTn id="530" presetID="22" presetClass="exit" presetSubtype="1" fill="hold" nodeType="afterEffect">
                                  <p:stCondLst>
                                    <p:cond delay="0"/>
                                  </p:stCondLst>
                                  <p:childTnLst>
                                    <p:animEffect transition="out" filter="wipe(up)">
                                      <p:cBhvr>
                                        <p:cTn id="531" dur="500"/>
                                        <p:tgtEl>
                                          <p:spTgt spid="80"/>
                                        </p:tgtEl>
                                      </p:cBhvr>
                                    </p:animEffect>
                                    <p:set>
                                      <p:cBhvr>
                                        <p:cTn id="532" dur="1" fill="hold">
                                          <p:stCondLst>
                                            <p:cond delay="499"/>
                                          </p:stCondLst>
                                        </p:cTn>
                                        <p:tgtEl>
                                          <p:spTgt spid="80"/>
                                        </p:tgtEl>
                                        <p:attrNameLst>
                                          <p:attrName>style.visibility</p:attrName>
                                        </p:attrNameLst>
                                      </p:cBhvr>
                                      <p:to>
                                        <p:strVal val="hidden"/>
                                      </p:to>
                                    </p:set>
                                  </p:childTnLst>
                                </p:cTn>
                              </p:par>
                              <p:par>
                                <p:cTn id="533" presetID="22" presetClass="entr" presetSubtype="8" fill="hold" nodeType="withEffect">
                                  <p:stCondLst>
                                    <p:cond delay="0"/>
                                  </p:stCondLst>
                                  <p:childTnLst>
                                    <p:set>
                                      <p:cBhvr>
                                        <p:cTn id="534" dur="1" fill="hold">
                                          <p:stCondLst>
                                            <p:cond delay="0"/>
                                          </p:stCondLst>
                                        </p:cTn>
                                        <p:tgtEl>
                                          <p:spTgt spid="79"/>
                                        </p:tgtEl>
                                        <p:attrNameLst>
                                          <p:attrName>style.visibility</p:attrName>
                                        </p:attrNameLst>
                                      </p:cBhvr>
                                      <p:to>
                                        <p:strVal val="visible"/>
                                      </p:to>
                                    </p:set>
                                    <p:animEffect transition="in" filter="wipe(left)">
                                      <p:cBhvr>
                                        <p:cTn id="535" dur="1000"/>
                                        <p:tgtEl>
                                          <p:spTgt spid="79"/>
                                        </p:tgtEl>
                                      </p:cBhvr>
                                    </p:animEffect>
                                  </p:childTnLst>
                                </p:cTn>
                              </p:par>
                            </p:childTnLst>
                          </p:cTn>
                        </p:par>
                      </p:childTnLst>
                    </p:cTn>
                  </p:par>
                  <p:par>
                    <p:cTn id="536" fill="hold">
                      <p:stCondLst>
                        <p:cond delay="indefinite"/>
                      </p:stCondLst>
                      <p:childTnLst>
                        <p:par>
                          <p:cTn id="537" fill="hold">
                            <p:stCondLst>
                              <p:cond delay="0"/>
                            </p:stCondLst>
                            <p:childTnLst>
                              <p:par>
                                <p:cTn id="538" presetID="6" presetClass="emph" presetSubtype="0" autoRev="1" fill="hold" nodeType="clickEffect">
                                  <p:stCondLst>
                                    <p:cond delay="0"/>
                                  </p:stCondLst>
                                  <p:childTnLst>
                                    <p:animScale>
                                      <p:cBhvr>
                                        <p:cTn id="539" dur="1000" fill="hold"/>
                                        <p:tgtEl>
                                          <p:spTgt spid="100"/>
                                        </p:tgtEl>
                                      </p:cBhvr>
                                      <p:by x="150000" y="150000"/>
                                    </p:animScale>
                                  </p:childTnLst>
                                </p:cTn>
                              </p:par>
                            </p:childTnLst>
                          </p:cTn>
                        </p:par>
                        <p:par>
                          <p:cTn id="540" fill="hold">
                            <p:stCondLst>
                              <p:cond delay="2000"/>
                            </p:stCondLst>
                            <p:childTnLst>
                              <p:par>
                                <p:cTn id="541" presetID="63" presetClass="path" presetSubtype="0" accel="50000" decel="50000" fill="hold" nodeType="afterEffect">
                                  <p:stCondLst>
                                    <p:cond delay="0"/>
                                  </p:stCondLst>
                                  <p:childTnLst>
                                    <p:animMotion origin="layout" path="M 0.12201 0.10533 L 0.06732 0.20718 " pathEditMode="relative" rAng="0" ptsTypes="AA">
                                      <p:cBhvr>
                                        <p:cTn id="542" dur="2000" fill="hold"/>
                                        <p:tgtEl>
                                          <p:spTgt spid="70"/>
                                        </p:tgtEl>
                                        <p:attrNameLst>
                                          <p:attrName>ppt_x</p:attrName>
                                          <p:attrName>ppt_y</p:attrName>
                                        </p:attrNameLst>
                                      </p:cBhvr>
                                      <p:rCtr x="-2734" y="5093"/>
                                    </p:animMotion>
                                  </p:childTnLst>
                                </p:cTn>
                              </p:par>
                            </p:childTnLst>
                          </p:cTn>
                        </p:par>
                        <p:par>
                          <p:cTn id="543" fill="hold">
                            <p:stCondLst>
                              <p:cond delay="4000"/>
                            </p:stCondLst>
                            <p:childTnLst>
                              <p:par>
                                <p:cTn id="544" presetID="22" presetClass="exit" presetSubtype="1" fill="hold" nodeType="afterEffect">
                                  <p:stCondLst>
                                    <p:cond delay="0"/>
                                  </p:stCondLst>
                                  <p:childTnLst>
                                    <p:animEffect transition="out" filter="wipe(up)">
                                      <p:cBhvr>
                                        <p:cTn id="545" dur="500"/>
                                        <p:tgtEl>
                                          <p:spTgt spid="79"/>
                                        </p:tgtEl>
                                      </p:cBhvr>
                                    </p:animEffect>
                                    <p:set>
                                      <p:cBhvr>
                                        <p:cTn id="546" dur="1" fill="hold">
                                          <p:stCondLst>
                                            <p:cond delay="499"/>
                                          </p:stCondLst>
                                        </p:cTn>
                                        <p:tgtEl>
                                          <p:spTgt spid="79"/>
                                        </p:tgtEl>
                                        <p:attrNameLst>
                                          <p:attrName>style.visibility</p:attrName>
                                        </p:attrNameLst>
                                      </p:cBhvr>
                                      <p:to>
                                        <p:strVal val="hidden"/>
                                      </p:to>
                                    </p:set>
                                  </p:childTnLst>
                                </p:cTn>
                              </p:par>
                              <p:par>
                                <p:cTn id="547" presetID="22" presetClass="entr" presetSubtype="8" fill="hold" nodeType="withEffect">
                                  <p:stCondLst>
                                    <p:cond delay="0"/>
                                  </p:stCondLst>
                                  <p:childTnLst>
                                    <p:set>
                                      <p:cBhvr>
                                        <p:cTn id="548" dur="1" fill="hold">
                                          <p:stCondLst>
                                            <p:cond delay="0"/>
                                          </p:stCondLst>
                                        </p:cTn>
                                        <p:tgtEl>
                                          <p:spTgt spid="80"/>
                                        </p:tgtEl>
                                        <p:attrNameLst>
                                          <p:attrName>style.visibility</p:attrName>
                                        </p:attrNameLst>
                                      </p:cBhvr>
                                      <p:to>
                                        <p:strVal val="visible"/>
                                      </p:to>
                                    </p:set>
                                    <p:animEffect transition="in" filter="wipe(left)">
                                      <p:cBhvr>
                                        <p:cTn id="549" dur="1000"/>
                                        <p:tgtEl>
                                          <p:spTgt spid="80"/>
                                        </p:tgtEl>
                                      </p:cBhvr>
                                    </p:animEffect>
                                  </p:childTnLst>
                                </p:cTn>
                              </p:par>
                            </p:childTnLst>
                          </p:cTn>
                        </p:par>
                      </p:childTnLst>
                    </p:cTn>
                  </p:par>
                  <p:par>
                    <p:cTn id="550" fill="hold">
                      <p:stCondLst>
                        <p:cond delay="indefinite"/>
                      </p:stCondLst>
                      <p:childTnLst>
                        <p:par>
                          <p:cTn id="551" fill="hold">
                            <p:stCondLst>
                              <p:cond delay="0"/>
                            </p:stCondLst>
                            <p:childTnLst>
                              <p:par>
                                <p:cTn id="552" presetID="47" presetClass="entr" presetSubtype="0" fill="hold" nodeType="clickEffect">
                                  <p:stCondLst>
                                    <p:cond delay="0"/>
                                  </p:stCondLst>
                                  <p:childTnLst>
                                    <p:set>
                                      <p:cBhvr>
                                        <p:cTn id="553" dur="1" fill="hold">
                                          <p:stCondLst>
                                            <p:cond delay="0"/>
                                          </p:stCondLst>
                                        </p:cTn>
                                        <p:tgtEl>
                                          <p:spTgt spid="103"/>
                                        </p:tgtEl>
                                        <p:attrNameLst>
                                          <p:attrName>style.visibility</p:attrName>
                                        </p:attrNameLst>
                                      </p:cBhvr>
                                      <p:to>
                                        <p:strVal val="visible"/>
                                      </p:to>
                                    </p:set>
                                    <p:animEffect transition="in" filter="fade">
                                      <p:cBhvr>
                                        <p:cTn id="554" dur="1000"/>
                                        <p:tgtEl>
                                          <p:spTgt spid="103"/>
                                        </p:tgtEl>
                                      </p:cBhvr>
                                    </p:animEffect>
                                    <p:anim calcmode="lin" valueType="num">
                                      <p:cBhvr>
                                        <p:cTn id="555" dur="1000" fill="hold"/>
                                        <p:tgtEl>
                                          <p:spTgt spid="103"/>
                                        </p:tgtEl>
                                        <p:attrNameLst>
                                          <p:attrName>ppt_x</p:attrName>
                                        </p:attrNameLst>
                                      </p:cBhvr>
                                      <p:tavLst>
                                        <p:tav tm="0">
                                          <p:val>
                                            <p:strVal val="#ppt_x"/>
                                          </p:val>
                                        </p:tav>
                                        <p:tav tm="100000">
                                          <p:val>
                                            <p:strVal val="#ppt_x"/>
                                          </p:val>
                                        </p:tav>
                                      </p:tavLst>
                                    </p:anim>
                                    <p:anim calcmode="lin" valueType="num">
                                      <p:cBhvr>
                                        <p:cTn id="556" dur="1000" fill="hold"/>
                                        <p:tgtEl>
                                          <p:spTgt spid="103"/>
                                        </p:tgtEl>
                                        <p:attrNameLst>
                                          <p:attrName>ppt_y</p:attrName>
                                        </p:attrNameLst>
                                      </p:cBhvr>
                                      <p:tavLst>
                                        <p:tav tm="0">
                                          <p:val>
                                            <p:strVal val="#ppt_y-.1"/>
                                          </p:val>
                                        </p:tav>
                                        <p:tav tm="100000">
                                          <p:val>
                                            <p:strVal val="#ppt_y"/>
                                          </p:val>
                                        </p:tav>
                                      </p:tavLst>
                                    </p:anim>
                                  </p:childTnLst>
                                </p:cTn>
                              </p:par>
                            </p:childTnLst>
                          </p:cTn>
                        </p:par>
                        <p:par>
                          <p:cTn id="557" fill="hold">
                            <p:stCondLst>
                              <p:cond delay="1000"/>
                            </p:stCondLst>
                            <p:childTnLst>
                              <p:par>
                                <p:cTn id="558" presetID="22" presetClass="exit" presetSubtype="1" fill="hold" nodeType="afterEffect">
                                  <p:stCondLst>
                                    <p:cond delay="0"/>
                                  </p:stCondLst>
                                  <p:childTnLst>
                                    <p:animEffect transition="out" filter="wipe(up)">
                                      <p:cBhvr>
                                        <p:cTn id="559" dur="500"/>
                                        <p:tgtEl>
                                          <p:spTgt spid="80"/>
                                        </p:tgtEl>
                                      </p:cBhvr>
                                    </p:animEffect>
                                    <p:set>
                                      <p:cBhvr>
                                        <p:cTn id="560" dur="1" fill="hold">
                                          <p:stCondLst>
                                            <p:cond delay="499"/>
                                          </p:stCondLst>
                                        </p:cTn>
                                        <p:tgtEl>
                                          <p:spTgt spid="80"/>
                                        </p:tgtEl>
                                        <p:attrNameLst>
                                          <p:attrName>style.visibility</p:attrName>
                                        </p:attrNameLst>
                                      </p:cBhvr>
                                      <p:to>
                                        <p:strVal val="hidden"/>
                                      </p:to>
                                    </p:set>
                                  </p:childTnLst>
                                </p:cTn>
                              </p:par>
                              <p:par>
                                <p:cTn id="561" presetID="22" presetClass="entr" presetSubtype="8" fill="hold" nodeType="withEffect">
                                  <p:stCondLst>
                                    <p:cond delay="0"/>
                                  </p:stCondLst>
                                  <p:childTnLst>
                                    <p:set>
                                      <p:cBhvr>
                                        <p:cTn id="562" dur="1" fill="hold">
                                          <p:stCondLst>
                                            <p:cond delay="0"/>
                                          </p:stCondLst>
                                        </p:cTn>
                                        <p:tgtEl>
                                          <p:spTgt spid="79"/>
                                        </p:tgtEl>
                                        <p:attrNameLst>
                                          <p:attrName>style.visibility</p:attrName>
                                        </p:attrNameLst>
                                      </p:cBhvr>
                                      <p:to>
                                        <p:strVal val="visible"/>
                                      </p:to>
                                    </p:set>
                                    <p:animEffect transition="in" filter="wipe(left)">
                                      <p:cBhvr>
                                        <p:cTn id="563" dur="1000"/>
                                        <p:tgtEl>
                                          <p:spTgt spid="79"/>
                                        </p:tgtEl>
                                      </p:cBhvr>
                                    </p:animEffect>
                                  </p:childTnLst>
                                </p:cTn>
                              </p:par>
                            </p:childTnLst>
                          </p:cTn>
                        </p:par>
                      </p:childTnLst>
                    </p:cTn>
                  </p:par>
                  <p:par>
                    <p:cTn id="564" fill="hold">
                      <p:stCondLst>
                        <p:cond delay="indefinite"/>
                      </p:stCondLst>
                      <p:childTnLst>
                        <p:par>
                          <p:cTn id="565" fill="hold">
                            <p:stCondLst>
                              <p:cond delay="0"/>
                            </p:stCondLst>
                            <p:childTnLst>
                              <p:par>
                                <p:cTn id="566" presetID="6" presetClass="emph" presetSubtype="0" autoRev="1" fill="hold" nodeType="clickEffect">
                                  <p:stCondLst>
                                    <p:cond delay="0"/>
                                  </p:stCondLst>
                                  <p:childTnLst>
                                    <p:animScale>
                                      <p:cBhvr>
                                        <p:cTn id="567" dur="1000" fill="hold"/>
                                        <p:tgtEl>
                                          <p:spTgt spid="103"/>
                                        </p:tgtEl>
                                      </p:cBhvr>
                                      <p:by x="150000" y="150000"/>
                                    </p:animScale>
                                  </p:childTnLst>
                                </p:cTn>
                              </p:par>
                            </p:childTnLst>
                          </p:cTn>
                        </p:par>
                        <p:par>
                          <p:cTn id="568" fill="hold">
                            <p:stCondLst>
                              <p:cond delay="2000"/>
                            </p:stCondLst>
                            <p:childTnLst>
                              <p:par>
                                <p:cTn id="569" presetID="42" presetClass="path" presetSubtype="0" accel="50000" decel="50000" fill="hold" nodeType="afterEffect">
                                  <p:stCondLst>
                                    <p:cond delay="0"/>
                                  </p:stCondLst>
                                  <p:childTnLst>
                                    <p:animMotion origin="layout" path="M 0.06732 0.20718 L 0.02852 0.31158 " pathEditMode="relative" rAng="0" ptsTypes="AA">
                                      <p:cBhvr>
                                        <p:cTn id="570" dur="2000" fill="hold"/>
                                        <p:tgtEl>
                                          <p:spTgt spid="70"/>
                                        </p:tgtEl>
                                        <p:attrNameLst>
                                          <p:attrName>ppt_x</p:attrName>
                                          <p:attrName>ppt_y</p:attrName>
                                        </p:attrNameLst>
                                      </p:cBhvr>
                                      <p:rCtr x="-1940" y="5208"/>
                                    </p:animMotion>
                                  </p:childTnLst>
                                </p:cTn>
                              </p:par>
                            </p:childTnLst>
                          </p:cTn>
                        </p:par>
                        <p:par>
                          <p:cTn id="571" fill="hold">
                            <p:stCondLst>
                              <p:cond delay="4000"/>
                            </p:stCondLst>
                            <p:childTnLst>
                              <p:par>
                                <p:cTn id="572" presetID="22" presetClass="exit" presetSubtype="1" fill="hold" nodeType="afterEffect">
                                  <p:stCondLst>
                                    <p:cond delay="0"/>
                                  </p:stCondLst>
                                  <p:childTnLst>
                                    <p:animEffect transition="out" filter="wipe(up)">
                                      <p:cBhvr>
                                        <p:cTn id="573" dur="500"/>
                                        <p:tgtEl>
                                          <p:spTgt spid="79"/>
                                        </p:tgtEl>
                                      </p:cBhvr>
                                    </p:animEffect>
                                    <p:set>
                                      <p:cBhvr>
                                        <p:cTn id="574" dur="1" fill="hold">
                                          <p:stCondLst>
                                            <p:cond delay="499"/>
                                          </p:stCondLst>
                                        </p:cTn>
                                        <p:tgtEl>
                                          <p:spTgt spid="79"/>
                                        </p:tgtEl>
                                        <p:attrNameLst>
                                          <p:attrName>style.visibility</p:attrName>
                                        </p:attrNameLst>
                                      </p:cBhvr>
                                      <p:to>
                                        <p:strVal val="hidden"/>
                                      </p:to>
                                    </p:set>
                                  </p:childTnLst>
                                </p:cTn>
                              </p:par>
                              <p:par>
                                <p:cTn id="575" presetID="22" presetClass="entr" presetSubtype="8" fill="hold" nodeType="withEffect">
                                  <p:stCondLst>
                                    <p:cond delay="0"/>
                                  </p:stCondLst>
                                  <p:childTnLst>
                                    <p:set>
                                      <p:cBhvr>
                                        <p:cTn id="576" dur="1" fill="hold">
                                          <p:stCondLst>
                                            <p:cond delay="0"/>
                                          </p:stCondLst>
                                        </p:cTn>
                                        <p:tgtEl>
                                          <p:spTgt spid="80"/>
                                        </p:tgtEl>
                                        <p:attrNameLst>
                                          <p:attrName>style.visibility</p:attrName>
                                        </p:attrNameLst>
                                      </p:cBhvr>
                                      <p:to>
                                        <p:strVal val="visible"/>
                                      </p:to>
                                    </p:set>
                                    <p:animEffect transition="in" filter="wipe(left)">
                                      <p:cBhvr>
                                        <p:cTn id="577" dur="1000"/>
                                        <p:tgtEl>
                                          <p:spTgt spid="80"/>
                                        </p:tgtEl>
                                      </p:cBhvr>
                                    </p:animEffect>
                                  </p:childTnLst>
                                </p:cTn>
                              </p:par>
                            </p:childTnLst>
                          </p:cTn>
                        </p:par>
                      </p:childTnLst>
                    </p:cTn>
                  </p:par>
                  <p:par>
                    <p:cTn id="578" fill="hold">
                      <p:stCondLst>
                        <p:cond delay="indefinite"/>
                      </p:stCondLst>
                      <p:childTnLst>
                        <p:par>
                          <p:cTn id="579" fill="hold">
                            <p:stCondLst>
                              <p:cond delay="0"/>
                            </p:stCondLst>
                            <p:childTnLst>
                              <p:par>
                                <p:cTn id="580" presetID="47" presetClass="entr" presetSubtype="0" fill="hold" nodeType="clickEffect">
                                  <p:stCondLst>
                                    <p:cond delay="0"/>
                                  </p:stCondLst>
                                  <p:childTnLst>
                                    <p:set>
                                      <p:cBhvr>
                                        <p:cTn id="581" dur="1" fill="hold">
                                          <p:stCondLst>
                                            <p:cond delay="0"/>
                                          </p:stCondLst>
                                        </p:cTn>
                                        <p:tgtEl>
                                          <p:spTgt spid="85"/>
                                        </p:tgtEl>
                                        <p:attrNameLst>
                                          <p:attrName>style.visibility</p:attrName>
                                        </p:attrNameLst>
                                      </p:cBhvr>
                                      <p:to>
                                        <p:strVal val="visible"/>
                                      </p:to>
                                    </p:set>
                                    <p:animEffect transition="in" filter="fade">
                                      <p:cBhvr>
                                        <p:cTn id="582" dur="1000"/>
                                        <p:tgtEl>
                                          <p:spTgt spid="85"/>
                                        </p:tgtEl>
                                      </p:cBhvr>
                                    </p:animEffect>
                                    <p:anim calcmode="lin" valueType="num">
                                      <p:cBhvr>
                                        <p:cTn id="583" dur="1000" fill="hold"/>
                                        <p:tgtEl>
                                          <p:spTgt spid="85"/>
                                        </p:tgtEl>
                                        <p:attrNameLst>
                                          <p:attrName>ppt_x</p:attrName>
                                        </p:attrNameLst>
                                      </p:cBhvr>
                                      <p:tavLst>
                                        <p:tav tm="0">
                                          <p:val>
                                            <p:strVal val="#ppt_x"/>
                                          </p:val>
                                        </p:tav>
                                        <p:tav tm="100000">
                                          <p:val>
                                            <p:strVal val="#ppt_x"/>
                                          </p:val>
                                        </p:tav>
                                      </p:tavLst>
                                    </p:anim>
                                    <p:anim calcmode="lin" valueType="num">
                                      <p:cBhvr>
                                        <p:cTn id="584" dur="1000" fill="hold"/>
                                        <p:tgtEl>
                                          <p:spTgt spid="85"/>
                                        </p:tgtEl>
                                        <p:attrNameLst>
                                          <p:attrName>ppt_y</p:attrName>
                                        </p:attrNameLst>
                                      </p:cBhvr>
                                      <p:tavLst>
                                        <p:tav tm="0">
                                          <p:val>
                                            <p:strVal val="#ppt_y-.1"/>
                                          </p:val>
                                        </p:tav>
                                        <p:tav tm="100000">
                                          <p:val>
                                            <p:strVal val="#ppt_y"/>
                                          </p:val>
                                        </p:tav>
                                      </p:tavLst>
                                    </p:anim>
                                  </p:childTnLst>
                                </p:cTn>
                              </p:par>
                            </p:childTnLst>
                          </p:cTn>
                        </p:par>
                        <p:par>
                          <p:cTn id="585" fill="hold">
                            <p:stCondLst>
                              <p:cond delay="1000"/>
                            </p:stCondLst>
                            <p:childTnLst>
                              <p:par>
                                <p:cTn id="586" presetID="22" presetClass="exit" presetSubtype="1" fill="hold" nodeType="afterEffect">
                                  <p:stCondLst>
                                    <p:cond delay="0"/>
                                  </p:stCondLst>
                                  <p:childTnLst>
                                    <p:animEffect transition="out" filter="wipe(up)">
                                      <p:cBhvr>
                                        <p:cTn id="587" dur="500"/>
                                        <p:tgtEl>
                                          <p:spTgt spid="80"/>
                                        </p:tgtEl>
                                      </p:cBhvr>
                                    </p:animEffect>
                                    <p:set>
                                      <p:cBhvr>
                                        <p:cTn id="588" dur="1" fill="hold">
                                          <p:stCondLst>
                                            <p:cond delay="499"/>
                                          </p:stCondLst>
                                        </p:cTn>
                                        <p:tgtEl>
                                          <p:spTgt spid="80"/>
                                        </p:tgtEl>
                                        <p:attrNameLst>
                                          <p:attrName>style.visibility</p:attrName>
                                        </p:attrNameLst>
                                      </p:cBhvr>
                                      <p:to>
                                        <p:strVal val="hidden"/>
                                      </p:to>
                                    </p:set>
                                  </p:childTnLst>
                                </p:cTn>
                              </p:par>
                              <p:par>
                                <p:cTn id="589" presetID="22" presetClass="entr" presetSubtype="8" fill="hold" nodeType="withEffect">
                                  <p:stCondLst>
                                    <p:cond delay="0"/>
                                  </p:stCondLst>
                                  <p:childTnLst>
                                    <p:set>
                                      <p:cBhvr>
                                        <p:cTn id="590" dur="1" fill="hold">
                                          <p:stCondLst>
                                            <p:cond delay="0"/>
                                          </p:stCondLst>
                                        </p:cTn>
                                        <p:tgtEl>
                                          <p:spTgt spid="79"/>
                                        </p:tgtEl>
                                        <p:attrNameLst>
                                          <p:attrName>style.visibility</p:attrName>
                                        </p:attrNameLst>
                                      </p:cBhvr>
                                      <p:to>
                                        <p:strVal val="visible"/>
                                      </p:to>
                                    </p:set>
                                    <p:animEffect transition="in" filter="wipe(left)">
                                      <p:cBhvr>
                                        <p:cTn id="591" dur="1000"/>
                                        <p:tgtEl>
                                          <p:spTgt spid="79"/>
                                        </p:tgtEl>
                                      </p:cBhvr>
                                    </p:animEffect>
                                  </p:childTnLst>
                                </p:cTn>
                              </p:par>
                            </p:childTnLst>
                          </p:cTn>
                        </p:par>
                      </p:childTnLst>
                    </p:cTn>
                  </p:par>
                  <p:par>
                    <p:cTn id="592" fill="hold">
                      <p:stCondLst>
                        <p:cond delay="indefinite"/>
                      </p:stCondLst>
                      <p:childTnLst>
                        <p:par>
                          <p:cTn id="593" fill="hold">
                            <p:stCondLst>
                              <p:cond delay="0"/>
                            </p:stCondLst>
                            <p:childTnLst>
                              <p:par>
                                <p:cTn id="594" presetID="6" presetClass="emph" presetSubtype="0" autoRev="1" fill="hold" nodeType="clickEffect">
                                  <p:stCondLst>
                                    <p:cond delay="0"/>
                                  </p:stCondLst>
                                  <p:childTnLst>
                                    <p:animScale>
                                      <p:cBhvr>
                                        <p:cTn id="595" dur="1000" fill="hold"/>
                                        <p:tgtEl>
                                          <p:spTgt spid="85"/>
                                        </p:tgtEl>
                                      </p:cBhvr>
                                      <p:by x="150000" y="150000"/>
                                    </p:animScale>
                                  </p:childTnLst>
                                </p:cTn>
                              </p:par>
                            </p:childTnLst>
                          </p:cTn>
                        </p:par>
                        <p:par>
                          <p:cTn id="596" fill="hold">
                            <p:stCondLst>
                              <p:cond delay="2000"/>
                            </p:stCondLst>
                            <p:childTnLst>
                              <p:par>
                                <p:cTn id="597" presetID="42" presetClass="path" presetSubtype="0" accel="50000" decel="50000" fill="hold" nodeType="afterEffect">
                                  <p:stCondLst>
                                    <p:cond delay="0"/>
                                  </p:stCondLst>
                                  <p:childTnLst>
                                    <p:animMotion origin="layout" path="M 0.02852 0.31158 L -0.00456 0.41991 " pathEditMode="relative" rAng="0" ptsTypes="AA">
                                      <p:cBhvr>
                                        <p:cTn id="598" dur="2000" fill="hold"/>
                                        <p:tgtEl>
                                          <p:spTgt spid="70"/>
                                        </p:tgtEl>
                                        <p:attrNameLst>
                                          <p:attrName>ppt_x</p:attrName>
                                          <p:attrName>ppt_y</p:attrName>
                                        </p:attrNameLst>
                                      </p:cBhvr>
                                      <p:rCtr x="-1654" y="5417"/>
                                    </p:animMotion>
                                  </p:childTnLst>
                                </p:cTn>
                              </p:par>
                            </p:childTnLst>
                          </p:cTn>
                        </p:par>
                        <p:par>
                          <p:cTn id="599" fill="hold">
                            <p:stCondLst>
                              <p:cond delay="4000"/>
                            </p:stCondLst>
                            <p:childTnLst>
                              <p:par>
                                <p:cTn id="600" presetID="22" presetClass="exit" presetSubtype="1" fill="hold" nodeType="afterEffect">
                                  <p:stCondLst>
                                    <p:cond delay="0"/>
                                  </p:stCondLst>
                                  <p:childTnLst>
                                    <p:animEffect transition="out" filter="wipe(up)">
                                      <p:cBhvr>
                                        <p:cTn id="601" dur="500"/>
                                        <p:tgtEl>
                                          <p:spTgt spid="79"/>
                                        </p:tgtEl>
                                      </p:cBhvr>
                                    </p:animEffect>
                                    <p:set>
                                      <p:cBhvr>
                                        <p:cTn id="602" dur="1" fill="hold">
                                          <p:stCondLst>
                                            <p:cond delay="499"/>
                                          </p:stCondLst>
                                        </p:cTn>
                                        <p:tgtEl>
                                          <p:spTgt spid="79"/>
                                        </p:tgtEl>
                                        <p:attrNameLst>
                                          <p:attrName>style.visibility</p:attrName>
                                        </p:attrNameLst>
                                      </p:cBhvr>
                                      <p:to>
                                        <p:strVal val="hidden"/>
                                      </p:to>
                                    </p:set>
                                  </p:childTnLst>
                                </p:cTn>
                              </p:par>
                              <p:par>
                                <p:cTn id="603" presetID="22" presetClass="entr" presetSubtype="8" fill="hold" nodeType="withEffect">
                                  <p:stCondLst>
                                    <p:cond delay="0"/>
                                  </p:stCondLst>
                                  <p:childTnLst>
                                    <p:set>
                                      <p:cBhvr>
                                        <p:cTn id="604" dur="1" fill="hold">
                                          <p:stCondLst>
                                            <p:cond delay="0"/>
                                          </p:stCondLst>
                                        </p:cTn>
                                        <p:tgtEl>
                                          <p:spTgt spid="88"/>
                                        </p:tgtEl>
                                        <p:attrNameLst>
                                          <p:attrName>style.visibility</p:attrName>
                                        </p:attrNameLst>
                                      </p:cBhvr>
                                      <p:to>
                                        <p:strVal val="visible"/>
                                      </p:to>
                                    </p:set>
                                    <p:animEffect transition="in" filter="wipe(left)">
                                      <p:cBhvr>
                                        <p:cTn id="605" dur="1000"/>
                                        <p:tgtEl>
                                          <p:spTgt spid="88"/>
                                        </p:tgtEl>
                                      </p:cBhvr>
                                    </p:animEffect>
                                  </p:childTnLst>
                                </p:cTn>
                              </p:par>
                            </p:childTnLst>
                          </p:cTn>
                        </p:par>
                      </p:childTnLst>
                    </p:cTn>
                  </p:par>
                  <p:par>
                    <p:cTn id="606" fill="hold">
                      <p:stCondLst>
                        <p:cond delay="indefinite"/>
                      </p:stCondLst>
                      <p:childTnLst>
                        <p:par>
                          <p:cTn id="607" fill="hold">
                            <p:stCondLst>
                              <p:cond delay="0"/>
                            </p:stCondLst>
                            <p:childTnLst>
                              <p:par>
                                <p:cTn id="608" presetID="47" presetClass="exit" presetSubtype="0" fill="hold" nodeType="clickEffect">
                                  <p:stCondLst>
                                    <p:cond delay="0"/>
                                  </p:stCondLst>
                                  <p:childTnLst>
                                    <p:animEffect transition="out" filter="fade">
                                      <p:cBhvr>
                                        <p:cTn id="609" dur="1000"/>
                                        <p:tgtEl>
                                          <p:spTgt spid="85"/>
                                        </p:tgtEl>
                                      </p:cBhvr>
                                    </p:animEffect>
                                    <p:anim calcmode="lin" valueType="num">
                                      <p:cBhvr>
                                        <p:cTn id="610" dur="1000"/>
                                        <p:tgtEl>
                                          <p:spTgt spid="85"/>
                                        </p:tgtEl>
                                        <p:attrNameLst>
                                          <p:attrName>ppt_x</p:attrName>
                                        </p:attrNameLst>
                                      </p:cBhvr>
                                      <p:tavLst>
                                        <p:tav tm="0">
                                          <p:val>
                                            <p:strVal val="ppt_x"/>
                                          </p:val>
                                        </p:tav>
                                        <p:tav tm="100000">
                                          <p:val>
                                            <p:strVal val="ppt_x"/>
                                          </p:val>
                                        </p:tav>
                                      </p:tavLst>
                                    </p:anim>
                                    <p:anim calcmode="lin" valueType="num">
                                      <p:cBhvr>
                                        <p:cTn id="611" dur="1000"/>
                                        <p:tgtEl>
                                          <p:spTgt spid="85"/>
                                        </p:tgtEl>
                                        <p:attrNameLst>
                                          <p:attrName>ppt_y</p:attrName>
                                        </p:attrNameLst>
                                      </p:cBhvr>
                                      <p:tavLst>
                                        <p:tav tm="0">
                                          <p:val>
                                            <p:strVal val="ppt_y"/>
                                          </p:val>
                                        </p:tav>
                                        <p:tav tm="100000">
                                          <p:val>
                                            <p:strVal val="ppt_y-.1"/>
                                          </p:val>
                                        </p:tav>
                                      </p:tavLst>
                                    </p:anim>
                                    <p:set>
                                      <p:cBhvr>
                                        <p:cTn id="612" dur="1" fill="hold">
                                          <p:stCondLst>
                                            <p:cond delay="999"/>
                                          </p:stCondLst>
                                        </p:cTn>
                                        <p:tgtEl>
                                          <p:spTgt spid="85"/>
                                        </p:tgtEl>
                                        <p:attrNameLst>
                                          <p:attrName>style.visibility</p:attrName>
                                        </p:attrNameLst>
                                      </p:cBhvr>
                                      <p:to>
                                        <p:strVal val="hidden"/>
                                      </p:to>
                                    </p:set>
                                  </p:childTnLst>
                                </p:cTn>
                              </p:par>
                            </p:childTnLst>
                          </p:cTn>
                        </p:par>
                        <p:par>
                          <p:cTn id="613" fill="hold">
                            <p:stCondLst>
                              <p:cond delay="1000"/>
                            </p:stCondLst>
                            <p:childTnLst>
                              <p:par>
                                <p:cTn id="614" presetID="35" presetClass="emph" presetSubtype="0" fill="hold" nodeType="afterEffect">
                                  <p:stCondLst>
                                    <p:cond delay="0"/>
                                  </p:stCondLst>
                                  <p:childTnLst>
                                    <p:anim calcmode="discrete" valueType="str">
                                      <p:cBhvr>
                                        <p:cTn id="615"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616" fill="hold">
                            <p:stCondLst>
                              <p:cond delay="2000"/>
                            </p:stCondLst>
                            <p:childTnLst>
                              <p:par>
                                <p:cTn id="617" presetID="22" presetClass="exit" presetSubtype="1" fill="hold" nodeType="afterEffect">
                                  <p:stCondLst>
                                    <p:cond delay="0"/>
                                  </p:stCondLst>
                                  <p:childTnLst>
                                    <p:animEffect transition="out" filter="wipe(up)">
                                      <p:cBhvr>
                                        <p:cTn id="618" dur="500"/>
                                        <p:tgtEl>
                                          <p:spTgt spid="88"/>
                                        </p:tgtEl>
                                      </p:cBhvr>
                                    </p:animEffect>
                                    <p:set>
                                      <p:cBhvr>
                                        <p:cTn id="619" dur="1" fill="hold">
                                          <p:stCondLst>
                                            <p:cond delay="499"/>
                                          </p:stCondLst>
                                        </p:cTn>
                                        <p:tgtEl>
                                          <p:spTgt spid="88"/>
                                        </p:tgtEl>
                                        <p:attrNameLst>
                                          <p:attrName>style.visibility</p:attrName>
                                        </p:attrNameLst>
                                      </p:cBhvr>
                                      <p:to>
                                        <p:strVal val="hidden"/>
                                      </p:to>
                                    </p:set>
                                  </p:childTnLst>
                                </p:cTn>
                              </p:par>
                              <p:par>
                                <p:cTn id="620" presetID="22" presetClass="entr" presetSubtype="8" fill="hold" nodeType="withEffect">
                                  <p:stCondLst>
                                    <p:cond delay="0"/>
                                  </p:stCondLst>
                                  <p:childTnLst>
                                    <p:set>
                                      <p:cBhvr>
                                        <p:cTn id="621" dur="1" fill="hold">
                                          <p:stCondLst>
                                            <p:cond delay="0"/>
                                          </p:stCondLst>
                                        </p:cTn>
                                        <p:tgtEl>
                                          <p:spTgt spid="89"/>
                                        </p:tgtEl>
                                        <p:attrNameLst>
                                          <p:attrName>style.visibility</p:attrName>
                                        </p:attrNameLst>
                                      </p:cBhvr>
                                      <p:to>
                                        <p:strVal val="visible"/>
                                      </p:to>
                                    </p:set>
                                    <p:animEffect transition="in" filter="wipe(left)">
                                      <p:cBhvr>
                                        <p:cTn id="622" dur="1000"/>
                                        <p:tgtEl>
                                          <p:spTgt spid="89"/>
                                        </p:tgtEl>
                                      </p:cBhvr>
                                    </p:animEffect>
                                  </p:childTnLst>
                                </p:cTn>
                              </p:par>
                            </p:childTnLst>
                          </p:cTn>
                        </p:par>
                      </p:childTnLst>
                    </p:cTn>
                  </p:par>
                  <p:par>
                    <p:cTn id="623" fill="hold">
                      <p:stCondLst>
                        <p:cond delay="indefinite"/>
                      </p:stCondLst>
                      <p:childTnLst>
                        <p:par>
                          <p:cTn id="624" fill="hold">
                            <p:stCondLst>
                              <p:cond delay="0"/>
                            </p:stCondLst>
                            <p:childTnLst>
                              <p:par>
                                <p:cTn id="625" presetID="22" presetClass="exit" presetSubtype="1" fill="hold" nodeType="clickEffect">
                                  <p:stCondLst>
                                    <p:cond delay="0"/>
                                  </p:stCondLst>
                                  <p:childTnLst>
                                    <p:animEffect transition="out" filter="wipe(up)">
                                      <p:cBhvr>
                                        <p:cTn id="626" dur="500"/>
                                        <p:tgtEl>
                                          <p:spTgt spid="89"/>
                                        </p:tgtEl>
                                      </p:cBhvr>
                                    </p:animEffect>
                                    <p:set>
                                      <p:cBhvr>
                                        <p:cTn id="627" dur="1" fill="hold">
                                          <p:stCondLst>
                                            <p:cond delay="499"/>
                                          </p:stCondLst>
                                        </p:cTn>
                                        <p:tgtEl>
                                          <p:spTgt spid="89"/>
                                        </p:tgtEl>
                                        <p:attrNameLst>
                                          <p:attrName>style.visibility</p:attrName>
                                        </p:attrNameLst>
                                      </p:cBhvr>
                                      <p:to>
                                        <p:strVal val="hidden"/>
                                      </p:to>
                                    </p:set>
                                  </p:childTnLst>
                                </p:cTn>
                              </p:par>
                              <p:par>
                                <p:cTn id="628" presetID="22" presetClass="entr" presetSubtype="8" fill="hold" nodeType="withEffect">
                                  <p:stCondLst>
                                    <p:cond delay="0"/>
                                  </p:stCondLst>
                                  <p:childTnLst>
                                    <p:set>
                                      <p:cBhvr>
                                        <p:cTn id="629" dur="1" fill="hold">
                                          <p:stCondLst>
                                            <p:cond delay="0"/>
                                          </p:stCondLst>
                                        </p:cTn>
                                        <p:tgtEl>
                                          <p:spTgt spid="90"/>
                                        </p:tgtEl>
                                        <p:attrNameLst>
                                          <p:attrName>style.visibility</p:attrName>
                                        </p:attrNameLst>
                                      </p:cBhvr>
                                      <p:to>
                                        <p:strVal val="visible"/>
                                      </p:to>
                                    </p:set>
                                    <p:animEffect transition="in" filter="wipe(left)">
                                      <p:cBhvr>
                                        <p:cTn id="630" dur="1000"/>
                                        <p:tgtEl>
                                          <p:spTgt spid="90"/>
                                        </p:tgtEl>
                                      </p:cBhvr>
                                    </p:animEffect>
                                  </p:childTnLst>
                                </p:cTn>
                              </p:par>
                            </p:childTnLst>
                          </p:cTn>
                        </p:par>
                      </p:childTnLst>
                    </p:cTn>
                  </p:par>
                  <p:par>
                    <p:cTn id="631" fill="hold">
                      <p:stCondLst>
                        <p:cond delay="indefinite"/>
                      </p:stCondLst>
                      <p:childTnLst>
                        <p:par>
                          <p:cTn id="632" fill="hold">
                            <p:stCondLst>
                              <p:cond delay="0"/>
                            </p:stCondLst>
                            <p:childTnLst>
                              <p:par>
                                <p:cTn id="633" presetID="47" presetClass="exit" presetSubtype="0" fill="hold" nodeType="clickEffect">
                                  <p:stCondLst>
                                    <p:cond delay="0"/>
                                  </p:stCondLst>
                                  <p:childTnLst>
                                    <p:animEffect transition="out" filter="fade">
                                      <p:cBhvr>
                                        <p:cTn id="634" dur="1000"/>
                                        <p:tgtEl>
                                          <p:spTgt spid="103"/>
                                        </p:tgtEl>
                                      </p:cBhvr>
                                    </p:animEffect>
                                    <p:anim calcmode="lin" valueType="num">
                                      <p:cBhvr>
                                        <p:cTn id="635" dur="1000"/>
                                        <p:tgtEl>
                                          <p:spTgt spid="103"/>
                                        </p:tgtEl>
                                        <p:attrNameLst>
                                          <p:attrName>ppt_x</p:attrName>
                                        </p:attrNameLst>
                                      </p:cBhvr>
                                      <p:tavLst>
                                        <p:tav tm="0">
                                          <p:val>
                                            <p:strVal val="ppt_x"/>
                                          </p:val>
                                        </p:tav>
                                        <p:tav tm="100000">
                                          <p:val>
                                            <p:strVal val="ppt_x"/>
                                          </p:val>
                                        </p:tav>
                                      </p:tavLst>
                                    </p:anim>
                                    <p:anim calcmode="lin" valueType="num">
                                      <p:cBhvr>
                                        <p:cTn id="636" dur="1000"/>
                                        <p:tgtEl>
                                          <p:spTgt spid="103"/>
                                        </p:tgtEl>
                                        <p:attrNameLst>
                                          <p:attrName>ppt_y</p:attrName>
                                        </p:attrNameLst>
                                      </p:cBhvr>
                                      <p:tavLst>
                                        <p:tav tm="0">
                                          <p:val>
                                            <p:strVal val="ppt_y"/>
                                          </p:val>
                                        </p:tav>
                                        <p:tav tm="100000">
                                          <p:val>
                                            <p:strVal val="ppt_y-.1"/>
                                          </p:val>
                                        </p:tav>
                                      </p:tavLst>
                                    </p:anim>
                                    <p:set>
                                      <p:cBhvr>
                                        <p:cTn id="637" dur="1" fill="hold">
                                          <p:stCondLst>
                                            <p:cond delay="999"/>
                                          </p:stCondLst>
                                        </p:cTn>
                                        <p:tgtEl>
                                          <p:spTgt spid="103"/>
                                        </p:tgtEl>
                                        <p:attrNameLst>
                                          <p:attrName>style.visibility</p:attrName>
                                        </p:attrNameLst>
                                      </p:cBhvr>
                                      <p:to>
                                        <p:strVal val="hidden"/>
                                      </p:to>
                                    </p:set>
                                  </p:childTnLst>
                                </p:cTn>
                              </p:par>
                            </p:childTnLst>
                          </p:cTn>
                        </p:par>
                        <p:par>
                          <p:cTn id="638" fill="hold">
                            <p:stCondLst>
                              <p:cond delay="1000"/>
                            </p:stCondLst>
                            <p:childTnLst>
                              <p:par>
                                <p:cTn id="639" presetID="64" presetClass="path" presetSubtype="0" accel="50000" decel="50000" fill="hold" nodeType="afterEffect">
                                  <p:stCondLst>
                                    <p:cond delay="0"/>
                                  </p:stCondLst>
                                  <p:childTnLst>
                                    <p:animMotion origin="layout" path="M -0.00456 0.41991 L 0.02852 0.31158 " pathEditMode="relative" rAng="0" ptsTypes="AA">
                                      <p:cBhvr>
                                        <p:cTn id="640" dur="2000" fill="hold"/>
                                        <p:tgtEl>
                                          <p:spTgt spid="70"/>
                                        </p:tgtEl>
                                        <p:attrNameLst>
                                          <p:attrName>ppt_x</p:attrName>
                                          <p:attrName>ppt_y</p:attrName>
                                        </p:attrNameLst>
                                      </p:cBhvr>
                                      <p:rCtr x="1654" y="-5417"/>
                                    </p:animMotion>
                                  </p:childTnLst>
                                </p:cTn>
                              </p:par>
                            </p:childTnLst>
                          </p:cTn>
                        </p:par>
                        <p:par>
                          <p:cTn id="641" fill="hold">
                            <p:stCondLst>
                              <p:cond delay="3000"/>
                            </p:stCondLst>
                            <p:childTnLst>
                              <p:par>
                                <p:cTn id="642" presetID="22" presetClass="exit" presetSubtype="1" fill="hold" nodeType="afterEffect">
                                  <p:stCondLst>
                                    <p:cond delay="0"/>
                                  </p:stCondLst>
                                  <p:childTnLst>
                                    <p:animEffect transition="out" filter="wipe(up)">
                                      <p:cBhvr>
                                        <p:cTn id="643" dur="500"/>
                                        <p:tgtEl>
                                          <p:spTgt spid="90"/>
                                        </p:tgtEl>
                                      </p:cBhvr>
                                    </p:animEffect>
                                    <p:set>
                                      <p:cBhvr>
                                        <p:cTn id="644" dur="1" fill="hold">
                                          <p:stCondLst>
                                            <p:cond delay="499"/>
                                          </p:stCondLst>
                                        </p:cTn>
                                        <p:tgtEl>
                                          <p:spTgt spid="90"/>
                                        </p:tgtEl>
                                        <p:attrNameLst>
                                          <p:attrName>style.visibility</p:attrName>
                                        </p:attrNameLst>
                                      </p:cBhvr>
                                      <p:to>
                                        <p:strVal val="hidden"/>
                                      </p:to>
                                    </p:set>
                                  </p:childTnLst>
                                </p:cTn>
                              </p:par>
                              <p:par>
                                <p:cTn id="645" presetID="22" presetClass="entr" presetSubtype="8" fill="hold" nodeType="withEffect">
                                  <p:stCondLst>
                                    <p:cond delay="0"/>
                                  </p:stCondLst>
                                  <p:childTnLst>
                                    <p:set>
                                      <p:cBhvr>
                                        <p:cTn id="646" dur="1" fill="hold">
                                          <p:stCondLst>
                                            <p:cond delay="0"/>
                                          </p:stCondLst>
                                        </p:cTn>
                                        <p:tgtEl>
                                          <p:spTgt spid="91"/>
                                        </p:tgtEl>
                                        <p:attrNameLst>
                                          <p:attrName>style.visibility</p:attrName>
                                        </p:attrNameLst>
                                      </p:cBhvr>
                                      <p:to>
                                        <p:strVal val="visible"/>
                                      </p:to>
                                    </p:set>
                                    <p:animEffect transition="in" filter="wipe(left)">
                                      <p:cBhvr>
                                        <p:cTn id="647" dur="1000"/>
                                        <p:tgtEl>
                                          <p:spTgt spid="91"/>
                                        </p:tgtEl>
                                      </p:cBhvr>
                                    </p:animEffect>
                                  </p:childTnLst>
                                </p:cTn>
                              </p:par>
                            </p:childTnLst>
                          </p:cTn>
                        </p:par>
                      </p:childTnLst>
                    </p:cTn>
                  </p:par>
                  <p:par>
                    <p:cTn id="648" fill="hold">
                      <p:stCondLst>
                        <p:cond delay="indefinite"/>
                      </p:stCondLst>
                      <p:childTnLst>
                        <p:par>
                          <p:cTn id="649" fill="hold">
                            <p:stCondLst>
                              <p:cond delay="0"/>
                            </p:stCondLst>
                            <p:childTnLst>
                              <p:par>
                                <p:cTn id="650" presetID="42" presetClass="entr" presetSubtype="0" fill="hold" grpId="0" nodeType="clickEffect">
                                  <p:stCondLst>
                                    <p:cond delay="0"/>
                                  </p:stCondLst>
                                  <p:childTnLst>
                                    <p:set>
                                      <p:cBhvr>
                                        <p:cTn id="651" dur="1" fill="hold">
                                          <p:stCondLst>
                                            <p:cond delay="0"/>
                                          </p:stCondLst>
                                        </p:cTn>
                                        <p:tgtEl>
                                          <p:spTgt spid="68"/>
                                        </p:tgtEl>
                                        <p:attrNameLst>
                                          <p:attrName>style.visibility</p:attrName>
                                        </p:attrNameLst>
                                      </p:cBhvr>
                                      <p:to>
                                        <p:strVal val="visible"/>
                                      </p:to>
                                    </p:set>
                                    <p:animEffect transition="in" filter="fade">
                                      <p:cBhvr>
                                        <p:cTn id="652" dur="1000"/>
                                        <p:tgtEl>
                                          <p:spTgt spid="68"/>
                                        </p:tgtEl>
                                      </p:cBhvr>
                                    </p:animEffect>
                                    <p:anim calcmode="lin" valueType="num">
                                      <p:cBhvr>
                                        <p:cTn id="653" dur="1000" fill="hold"/>
                                        <p:tgtEl>
                                          <p:spTgt spid="68"/>
                                        </p:tgtEl>
                                        <p:attrNameLst>
                                          <p:attrName>ppt_x</p:attrName>
                                        </p:attrNameLst>
                                      </p:cBhvr>
                                      <p:tavLst>
                                        <p:tav tm="0">
                                          <p:val>
                                            <p:strVal val="#ppt_x"/>
                                          </p:val>
                                        </p:tav>
                                        <p:tav tm="100000">
                                          <p:val>
                                            <p:strVal val="#ppt_x"/>
                                          </p:val>
                                        </p:tav>
                                      </p:tavLst>
                                    </p:anim>
                                    <p:anim calcmode="lin" valueType="num">
                                      <p:cBhvr>
                                        <p:cTn id="654" dur="1000" fill="hold"/>
                                        <p:tgtEl>
                                          <p:spTgt spid="68"/>
                                        </p:tgtEl>
                                        <p:attrNameLst>
                                          <p:attrName>ppt_y</p:attrName>
                                        </p:attrNameLst>
                                      </p:cBhvr>
                                      <p:tavLst>
                                        <p:tav tm="0">
                                          <p:val>
                                            <p:strVal val="#ppt_y+.1"/>
                                          </p:val>
                                        </p:tav>
                                        <p:tav tm="100000">
                                          <p:val>
                                            <p:strVal val="#ppt_y"/>
                                          </p:val>
                                        </p:tav>
                                      </p:tavLst>
                                    </p:anim>
                                  </p:childTnLst>
                                </p:cTn>
                              </p:par>
                            </p:childTnLst>
                          </p:cTn>
                        </p:par>
                        <p:par>
                          <p:cTn id="655" fill="hold">
                            <p:stCondLst>
                              <p:cond delay="1000"/>
                            </p:stCondLst>
                            <p:childTnLst>
                              <p:par>
                                <p:cTn id="656" presetID="22" presetClass="exit" presetSubtype="1" fill="hold" nodeType="afterEffect">
                                  <p:stCondLst>
                                    <p:cond delay="0"/>
                                  </p:stCondLst>
                                  <p:childTnLst>
                                    <p:animEffect transition="out" filter="wipe(up)">
                                      <p:cBhvr>
                                        <p:cTn id="657" dur="500"/>
                                        <p:tgtEl>
                                          <p:spTgt spid="91"/>
                                        </p:tgtEl>
                                      </p:cBhvr>
                                    </p:animEffect>
                                    <p:set>
                                      <p:cBhvr>
                                        <p:cTn id="658" dur="1" fill="hold">
                                          <p:stCondLst>
                                            <p:cond delay="499"/>
                                          </p:stCondLst>
                                        </p:cTn>
                                        <p:tgtEl>
                                          <p:spTgt spid="91"/>
                                        </p:tgtEl>
                                        <p:attrNameLst>
                                          <p:attrName>style.visibility</p:attrName>
                                        </p:attrNameLst>
                                      </p:cBhvr>
                                      <p:to>
                                        <p:strVal val="hidden"/>
                                      </p:to>
                                    </p:set>
                                  </p:childTnLst>
                                </p:cTn>
                              </p:par>
                              <p:par>
                                <p:cTn id="659" presetID="22" presetClass="entr" presetSubtype="8" fill="hold" nodeType="withEffect">
                                  <p:stCondLst>
                                    <p:cond delay="0"/>
                                  </p:stCondLst>
                                  <p:childTnLst>
                                    <p:set>
                                      <p:cBhvr>
                                        <p:cTn id="660" dur="1" fill="hold">
                                          <p:stCondLst>
                                            <p:cond delay="0"/>
                                          </p:stCondLst>
                                        </p:cTn>
                                        <p:tgtEl>
                                          <p:spTgt spid="92"/>
                                        </p:tgtEl>
                                        <p:attrNameLst>
                                          <p:attrName>style.visibility</p:attrName>
                                        </p:attrNameLst>
                                      </p:cBhvr>
                                      <p:to>
                                        <p:strVal val="visible"/>
                                      </p:to>
                                    </p:set>
                                    <p:animEffect transition="in" filter="wipe(left)">
                                      <p:cBhvr>
                                        <p:cTn id="661" dur="1000"/>
                                        <p:tgtEl>
                                          <p:spTgt spid="92"/>
                                        </p:tgtEl>
                                      </p:cBhvr>
                                    </p:animEffect>
                                  </p:childTnLst>
                                </p:cTn>
                              </p:par>
                            </p:childTnLst>
                          </p:cTn>
                        </p:par>
                      </p:childTnLst>
                    </p:cTn>
                  </p:par>
                  <p:par>
                    <p:cTn id="662" fill="hold">
                      <p:stCondLst>
                        <p:cond delay="indefinite"/>
                      </p:stCondLst>
                      <p:childTnLst>
                        <p:par>
                          <p:cTn id="663" fill="hold">
                            <p:stCondLst>
                              <p:cond delay="0"/>
                            </p:stCondLst>
                            <p:childTnLst>
                              <p:par>
                                <p:cTn id="664" presetID="47" presetClass="entr" presetSubtype="0" fill="hold" nodeType="clickEffect">
                                  <p:stCondLst>
                                    <p:cond delay="0"/>
                                  </p:stCondLst>
                                  <p:childTnLst>
                                    <p:set>
                                      <p:cBhvr>
                                        <p:cTn id="665" dur="1" fill="hold">
                                          <p:stCondLst>
                                            <p:cond delay="0"/>
                                          </p:stCondLst>
                                        </p:cTn>
                                        <p:tgtEl>
                                          <p:spTgt spid="93"/>
                                        </p:tgtEl>
                                        <p:attrNameLst>
                                          <p:attrName>style.visibility</p:attrName>
                                        </p:attrNameLst>
                                      </p:cBhvr>
                                      <p:to>
                                        <p:strVal val="visible"/>
                                      </p:to>
                                    </p:set>
                                    <p:animEffect transition="in" filter="fade">
                                      <p:cBhvr>
                                        <p:cTn id="666" dur="1000"/>
                                        <p:tgtEl>
                                          <p:spTgt spid="93"/>
                                        </p:tgtEl>
                                      </p:cBhvr>
                                    </p:animEffect>
                                    <p:anim calcmode="lin" valueType="num">
                                      <p:cBhvr>
                                        <p:cTn id="667" dur="1000" fill="hold"/>
                                        <p:tgtEl>
                                          <p:spTgt spid="93"/>
                                        </p:tgtEl>
                                        <p:attrNameLst>
                                          <p:attrName>ppt_x</p:attrName>
                                        </p:attrNameLst>
                                      </p:cBhvr>
                                      <p:tavLst>
                                        <p:tav tm="0">
                                          <p:val>
                                            <p:strVal val="#ppt_x"/>
                                          </p:val>
                                        </p:tav>
                                        <p:tav tm="100000">
                                          <p:val>
                                            <p:strVal val="#ppt_x"/>
                                          </p:val>
                                        </p:tav>
                                      </p:tavLst>
                                    </p:anim>
                                    <p:anim calcmode="lin" valueType="num">
                                      <p:cBhvr>
                                        <p:cTn id="668" dur="1000" fill="hold"/>
                                        <p:tgtEl>
                                          <p:spTgt spid="93"/>
                                        </p:tgtEl>
                                        <p:attrNameLst>
                                          <p:attrName>ppt_y</p:attrName>
                                        </p:attrNameLst>
                                      </p:cBhvr>
                                      <p:tavLst>
                                        <p:tav tm="0">
                                          <p:val>
                                            <p:strVal val="#ppt_y-.1"/>
                                          </p:val>
                                        </p:tav>
                                        <p:tav tm="100000">
                                          <p:val>
                                            <p:strVal val="#ppt_y"/>
                                          </p:val>
                                        </p:tav>
                                      </p:tavLst>
                                    </p:anim>
                                  </p:childTnLst>
                                </p:cTn>
                              </p:par>
                            </p:childTnLst>
                          </p:cTn>
                        </p:par>
                        <p:par>
                          <p:cTn id="669" fill="hold">
                            <p:stCondLst>
                              <p:cond delay="1000"/>
                            </p:stCondLst>
                            <p:childTnLst>
                              <p:par>
                                <p:cTn id="670" presetID="22" presetClass="exit" presetSubtype="1" fill="hold" nodeType="afterEffect">
                                  <p:stCondLst>
                                    <p:cond delay="0"/>
                                  </p:stCondLst>
                                  <p:childTnLst>
                                    <p:animEffect transition="out" filter="wipe(up)">
                                      <p:cBhvr>
                                        <p:cTn id="671" dur="500"/>
                                        <p:tgtEl>
                                          <p:spTgt spid="92"/>
                                        </p:tgtEl>
                                      </p:cBhvr>
                                    </p:animEffect>
                                    <p:set>
                                      <p:cBhvr>
                                        <p:cTn id="672" dur="1" fill="hold">
                                          <p:stCondLst>
                                            <p:cond delay="499"/>
                                          </p:stCondLst>
                                        </p:cTn>
                                        <p:tgtEl>
                                          <p:spTgt spid="92"/>
                                        </p:tgtEl>
                                        <p:attrNameLst>
                                          <p:attrName>style.visibility</p:attrName>
                                        </p:attrNameLst>
                                      </p:cBhvr>
                                      <p:to>
                                        <p:strVal val="hidden"/>
                                      </p:to>
                                    </p:set>
                                  </p:childTnLst>
                                </p:cTn>
                              </p:par>
                              <p:par>
                                <p:cTn id="673" presetID="22" presetClass="entr" presetSubtype="8" fill="hold" nodeType="withEffect">
                                  <p:stCondLst>
                                    <p:cond delay="0"/>
                                  </p:stCondLst>
                                  <p:childTnLst>
                                    <p:set>
                                      <p:cBhvr>
                                        <p:cTn id="674" dur="1" fill="hold">
                                          <p:stCondLst>
                                            <p:cond delay="0"/>
                                          </p:stCondLst>
                                        </p:cTn>
                                        <p:tgtEl>
                                          <p:spTgt spid="79"/>
                                        </p:tgtEl>
                                        <p:attrNameLst>
                                          <p:attrName>style.visibility</p:attrName>
                                        </p:attrNameLst>
                                      </p:cBhvr>
                                      <p:to>
                                        <p:strVal val="visible"/>
                                      </p:to>
                                    </p:set>
                                    <p:animEffect transition="in" filter="wipe(left)">
                                      <p:cBhvr>
                                        <p:cTn id="675" dur="1000"/>
                                        <p:tgtEl>
                                          <p:spTgt spid="79"/>
                                        </p:tgtEl>
                                      </p:cBhvr>
                                    </p:animEffect>
                                  </p:childTnLst>
                                </p:cTn>
                              </p:par>
                            </p:childTnLst>
                          </p:cTn>
                        </p:par>
                      </p:childTnLst>
                    </p:cTn>
                  </p:par>
                  <p:par>
                    <p:cTn id="676" fill="hold">
                      <p:stCondLst>
                        <p:cond delay="indefinite"/>
                      </p:stCondLst>
                      <p:childTnLst>
                        <p:par>
                          <p:cTn id="677" fill="hold">
                            <p:stCondLst>
                              <p:cond delay="0"/>
                            </p:stCondLst>
                            <p:childTnLst>
                              <p:par>
                                <p:cTn id="678" presetID="6" presetClass="emph" presetSubtype="0" autoRev="1" fill="hold" nodeType="clickEffect">
                                  <p:stCondLst>
                                    <p:cond delay="0"/>
                                  </p:stCondLst>
                                  <p:childTnLst>
                                    <p:animScale>
                                      <p:cBhvr>
                                        <p:cTn id="679" dur="1000" fill="hold"/>
                                        <p:tgtEl>
                                          <p:spTgt spid="93"/>
                                        </p:tgtEl>
                                      </p:cBhvr>
                                      <p:by x="150000" y="150000"/>
                                    </p:animScale>
                                  </p:childTnLst>
                                </p:cTn>
                              </p:par>
                            </p:childTnLst>
                          </p:cTn>
                        </p:par>
                        <p:par>
                          <p:cTn id="680" fill="hold">
                            <p:stCondLst>
                              <p:cond delay="2000"/>
                            </p:stCondLst>
                            <p:childTnLst>
                              <p:par>
                                <p:cTn id="681" presetID="42" presetClass="path" presetSubtype="0" accel="50000" decel="50000" fill="hold" nodeType="afterEffect">
                                  <p:stCondLst>
                                    <p:cond delay="0"/>
                                  </p:stCondLst>
                                  <p:childTnLst>
                                    <p:animMotion origin="layout" path="M 0.02852 0.31158 L 0.08399 0.4176 " pathEditMode="relative" rAng="0" ptsTypes="AA">
                                      <p:cBhvr>
                                        <p:cTn id="682" dur="2000" fill="hold"/>
                                        <p:tgtEl>
                                          <p:spTgt spid="70"/>
                                        </p:tgtEl>
                                        <p:attrNameLst>
                                          <p:attrName>ppt_x</p:attrName>
                                          <p:attrName>ppt_y</p:attrName>
                                        </p:attrNameLst>
                                      </p:cBhvr>
                                      <p:rCtr x="2773" y="5301"/>
                                    </p:animMotion>
                                  </p:childTnLst>
                                </p:cTn>
                              </p:par>
                            </p:childTnLst>
                          </p:cTn>
                        </p:par>
                        <p:par>
                          <p:cTn id="683" fill="hold">
                            <p:stCondLst>
                              <p:cond delay="4000"/>
                            </p:stCondLst>
                            <p:childTnLst>
                              <p:par>
                                <p:cTn id="684" presetID="22" presetClass="exit" presetSubtype="1" fill="hold" nodeType="afterEffect">
                                  <p:stCondLst>
                                    <p:cond delay="0"/>
                                  </p:stCondLst>
                                  <p:childTnLst>
                                    <p:animEffect transition="out" filter="wipe(up)">
                                      <p:cBhvr>
                                        <p:cTn id="685" dur="500"/>
                                        <p:tgtEl>
                                          <p:spTgt spid="79"/>
                                        </p:tgtEl>
                                      </p:cBhvr>
                                    </p:animEffect>
                                    <p:set>
                                      <p:cBhvr>
                                        <p:cTn id="686" dur="1" fill="hold">
                                          <p:stCondLst>
                                            <p:cond delay="499"/>
                                          </p:stCondLst>
                                        </p:cTn>
                                        <p:tgtEl>
                                          <p:spTgt spid="79"/>
                                        </p:tgtEl>
                                        <p:attrNameLst>
                                          <p:attrName>style.visibility</p:attrName>
                                        </p:attrNameLst>
                                      </p:cBhvr>
                                      <p:to>
                                        <p:strVal val="hidden"/>
                                      </p:to>
                                    </p:set>
                                  </p:childTnLst>
                                </p:cTn>
                              </p:par>
                              <p:par>
                                <p:cTn id="687" presetID="22" presetClass="entr" presetSubtype="8" fill="hold" nodeType="withEffect">
                                  <p:stCondLst>
                                    <p:cond delay="0"/>
                                  </p:stCondLst>
                                  <p:childTnLst>
                                    <p:set>
                                      <p:cBhvr>
                                        <p:cTn id="688" dur="1" fill="hold">
                                          <p:stCondLst>
                                            <p:cond delay="0"/>
                                          </p:stCondLst>
                                        </p:cTn>
                                        <p:tgtEl>
                                          <p:spTgt spid="88"/>
                                        </p:tgtEl>
                                        <p:attrNameLst>
                                          <p:attrName>style.visibility</p:attrName>
                                        </p:attrNameLst>
                                      </p:cBhvr>
                                      <p:to>
                                        <p:strVal val="visible"/>
                                      </p:to>
                                    </p:set>
                                    <p:animEffect transition="in" filter="wipe(left)">
                                      <p:cBhvr>
                                        <p:cTn id="689" dur="1000"/>
                                        <p:tgtEl>
                                          <p:spTgt spid="88"/>
                                        </p:tgtEl>
                                      </p:cBhvr>
                                    </p:animEffect>
                                  </p:childTnLst>
                                </p:cTn>
                              </p:par>
                            </p:childTnLst>
                          </p:cTn>
                        </p:par>
                      </p:childTnLst>
                    </p:cTn>
                  </p:par>
                  <p:par>
                    <p:cTn id="690" fill="hold">
                      <p:stCondLst>
                        <p:cond delay="indefinite"/>
                      </p:stCondLst>
                      <p:childTnLst>
                        <p:par>
                          <p:cTn id="691" fill="hold">
                            <p:stCondLst>
                              <p:cond delay="0"/>
                            </p:stCondLst>
                            <p:childTnLst>
                              <p:par>
                                <p:cTn id="692" presetID="47" presetClass="exit" presetSubtype="0" fill="hold" nodeType="clickEffect">
                                  <p:stCondLst>
                                    <p:cond delay="0"/>
                                  </p:stCondLst>
                                  <p:childTnLst>
                                    <p:animEffect transition="out" filter="fade">
                                      <p:cBhvr>
                                        <p:cTn id="693" dur="1000"/>
                                        <p:tgtEl>
                                          <p:spTgt spid="93"/>
                                        </p:tgtEl>
                                      </p:cBhvr>
                                    </p:animEffect>
                                    <p:anim calcmode="lin" valueType="num">
                                      <p:cBhvr>
                                        <p:cTn id="694" dur="1000"/>
                                        <p:tgtEl>
                                          <p:spTgt spid="93"/>
                                        </p:tgtEl>
                                        <p:attrNameLst>
                                          <p:attrName>ppt_x</p:attrName>
                                        </p:attrNameLst>
                                      </p:cBhvr>
                                      <p:tavLst>
                                        <p:tav tm="0">
                                          <p:val>
                                            <p:strVal val="ppt_x"/>
                                          </p:val>
                                        </p:tav>
                                        <p:tav tm="100000">
                                          <p:val>
                                            <p:strVal val="ppt_x"/>
                                          </p:val>
                                        </p:tav>
                                      </p:tavLst>
                                    </p:anim>
                                    <p:anim calcmode="lin" valueType="num">
                                      <p:cBhvr>
                                        <p:cTn id="695" dur="1000"/>
                                        <p:tgtEl>
                                          <p:spTgt spid="93"/>
                                        </p:tgtEl>
                                        <p:attrNameLst>
                                          <p:attrName>ppt_y</p:attrName>
                                        </p:attrNameLst>
                                      </p:cBhvr>
                                      <p:tavLst>
                                        <p:tav tm="0">
                                          <p:val>
                                            <p:strVal val="ppt_y"/>
                                          </p:val>
                                        </p:tav>
                                        <p:tav tm="100000">
                                          <p:val>
                                            <p:strVal val="ppt_y-.1"/>
                                          </p:val>
                                        </p:tav>
                                      </p:tavLst>
                                    </p:anim>
                                    <p:set>
                                      <p:cBhvr>
                                        <p:cTn id="696" dur="1" fill="hold">
                                          <p:stCondLst>
                                            <p:cond delay="999"/>
                                          </p:stCondLst>
                                        </p:cTn>
                                        <p:tgtEl>
                                          <p:spTgt spid="93"/>
                                        </p:tgtEl>
                                        <p:attrNameLst>
                                          <p:attrName>style.visibility</p:attrName>
                                        </p:attrNameLst>
                                      </p:cBhvr>
                                      <p:to>
                                        <p:strVal val="hidden"/>
                                      </p:to>
                                    </p:set>
                                  </p:childTnLst>
                                </p:cTn>
                              </p:par>
                            </p:childTnLst>
                          </p:cTn>
                        </p:par>
                        <p:par>
                          <p:cTn id="697" fill="hold">
                            <p:stCondLst>
                              <p:cond delay="1000"/>
                            </p:stCondLst>
                            <p:childTnLst>
                              <p:par>
                                <p:cTn id="698" presetID="35" presetClass="emph" presetSubtype="0" fill="hold" nodeType="afterEffect">
                                  <p:stCondLst>
                                    <p:cond delay="0"/>
                                  </p:stCondLst>
                                  <p:childTnLst>
                                    <p:anim calcmode="discrete" valueType="str">
                                      <p:cBhvr>
                                        <p:cTn id="699" dur="1000" fill="hold"/>
                                        <p:tgtEl>
                                          <p:spTgt spid="70"/>
                                        </p:tgtEl>
                                        <p:attrNameLst>
                                          <p:attrName>style.visibility</p:attrName>
                                        </p:attrNameLst>
                                      </p:cBhvr>
                                      <p:tavLst>
                                        <p:tav tm="0">
                                          <p:val>
                                            <p:strVal val="hidden"/>
                                          </p:val>
                                        </p:tav>
                                        <p:tav tm="50000">
                                          <p:val>
                                            <p:strVal val="visible"/>
                                          </p:val>
                                        </p:tav>
                                      </p:tavLst>
                                    </p:anim>
                                  </p:childTnLst>
                                </p:cTn>
                              </p:par>
                              <p:par>
                                <p:cTn id="700" presetID="22" presetClass="exit" presetSubtype="1" fill="hold" nodeType="withEffect">
                                  <p:stCondLst>
                                    <p:cond delay="0"/>
                                  </p:stCondLst>
                                  <p:childTnLst>
                                    <p:animEffect transition="out" filter="wipe(up)">
                                      <p:cBhvr>
                                        <p:cTn id="701" dur="500"/>
                                        <p:tgtEl>
                                          <p:spTgt spid="88"/>
                                        </p:tgtEl>
                                      </p:cBhvr>
                                    </p:animEffect>
                                    <p:set>
                                      <p:cBhvr>
                                        <p:cTn id="702" dur="1" fill="hold">
                                          <p:stCondLst>
                                            <p:cond delay="499"/>
                                          </p:stCondLst>
                                        </p:cTn>
                                        <p:tgtEl>
                                          <p:spTgt spid="88"/>
                                        </p:tgtEl>
                                        <p:attrNameLst>
                                          <p:attrName>style.visibility</p:attrName>
                                        </p:attrNameLst>
                                      </p:cBhvr>
                                      <p:to>
                                        <p:strVal val="hidden"/>
                                      </p:to>
                                    </p:set>
                                  </p:childTnLst>
                                </p:cTn>
                              </p:par>
                              <p:par>
                                <p:cTn id="703" presetID="22" presetClass="entr" presetSubtype="8" fill="hold" nodeType="withEffect">
                                  <p:stCondLst>
                                    <p:cond delay="0"/>
                                  </p:stCondLst>
                                  <p:childTnLst>
                                    <p:set>
                                      <p:cBhvr>
                                        <p:cTn id="704" dur="1" fill="hold">
                                          <p:stCondLst>
                                            <p:cond delay="0"/>
                                          </p:stCondLst>
                                        </p:cTn>
                                        <p:tgtEl>
                                          <p:spTgt spid="89"/>
                                        </p:tgtEl>
                                        <p:attrNameLst>
                                          <p:attrName>style.visibility</p:attrName>
                                        </p:attrNameLst>
                                      </p:cBhvr>
                                      <p:to>
                                        <p:strVal val="visible"/>
                                      </p:to>
                                    </p:set>
                                    <p:animEffect transition="in" filter="wipe(left)">
                                      <p:cBhvr>
                                        <p:cTn id="705" dur="1000"/>
                                        <p:tgtEl>
                                          <p:spTgt spid="89"/>
                                        </p:tgtEl>
                                      </p:cBhvr>
                                    </p:animEffect>
                                  </p:childTnLst>
                                </p:cTn>
                              </p:par>
                            </p:childTnLst>
                          </p:cTn>
                        </p:par>
                      </p:childTnLst>
                    </p:cTn>
                  </p:par>
                  <p:par>
                    <p:cTn id="706" fill="hold">
                      <p:stCondLst>
                        <p:cond delay="indefinite"/>
                      </p:stCondLst>
                      <p:childTnLst>
                        <p:par>
                          <p:cTn id="707" fill="hold">
                            <p:stCondLst>
                              <p:cond delay="0"/>
                            </p:stCondLst>
                            <p:childTnLst>
                              <p:par>
                                <p:cTn id="708" presetID="22" presetClass="exit" presetSubtype="1" fill="hold" nodeType="clickEffect">
                                  <p:stCondLst>
                                    <p:cond delay="0"/>
                                  </p:stCondLst>
                                  <p:childTnLst>
                                    <p:animEffect transition="out" filter="wipe(up)">
                                      <p:cBhvr>
                                        <p:cTn id="709" dur="500"/>
                                        <p:tgtEl>
                                          <p:spTgt spid="89"/>
                                        </p:tgtEl>
                                      </p:cBhvr>
                                    </p:animEffect>
                                    <p:set>
                                      <p:cBhvr>
                                        <p:cTn id="710" dur="1" fill="hold">
                                          <p:stCondLst>
                                            <p:cond delay="499"/>
                                          </p:stCondLst>
                                        </p:cTn>
                                        <p:tgtEl>
                                          <p:spTgt spid="89"/>
                                        </p:tgtEl>
                                        <p:attrNameLst>
                                          <p:attrName>style.visibility</p:attrName>
                                        </p:attrNameLst>
                                      </p:cBhvr>
                                      <p:to>
                                        <p:strVal val="hidden"/>
                                      </p:to>
                                    </p:set>
                                  </p:childTnLst>
                                </p:cTn>
                              </p:par>
                              <p:par>
                                <p:cTn id="711" presetID="22" presetClass="entr" presetSubtype="8" fill="hold" nodeType="withEffect">
                                  <p:stCondLst>
                                    <p:cond delay="0"/>
                                  </p:stCondLst>
                                  <p:childTnLst>
                                    <p:set>
                                      <p:cBhvr>
                                        <p:cTn id="712" dur="1" fill="hold">
                                          <p:stCondLst>
                                            <p:cond delay="0"/>
                                          </p:stCondLst>
                                        </p:cTn>
                                        <p:tgtEl>
                                          <p:spTgt spid="90"/>
                                        </p:tgtEl>
                                        <p:attrNameLst>
                                          <p:attrName>style.visibility</p:attrName>
                                        </p:attrNameLst>
                                      </p:cBhvr>
                                      <p:to>
                                        <p:strVal val="visible"/>
                                      </p:to>
                                    </p:set>
                                    <p:animEffect transition="in" filter="wipe(left)">
                                      <p:cBhvr>
                                        <p:cTn id="713" dur="1000"/>
                                        <p:tgtEl>
                                          <p:spTgt spid="90"/>
                                        </p:tgtEl>
                                      </p:cBhvr>
                                    </p:animEffect>
                                  </p:childTnLst>
                                </p:cTn>
                              </p:par>
                            </p:childTnLst>
                          </p:cTn>
                        </p:par>
                      </p:childTnLst>
                    </p:cTn>
                  </p:par>
                  <p:par>
                    <p:cTn id="714" fill="hold">
                      <p:stCondLst>
                        <p:cond delay="indefinite"/>
                      </p:stCondLst>
                      <p:childTnLst>
                        <p:par>
                          <p:cTn id="715" fill="hold">
                            <p:stCondLst>
                              <p:cond delay="0"/>
                            </p:stCondLst>
                            <p:childTnLst>
                              <p:par>
                                <p:cTn id="716" presetID="47" presetClass="exit" presetSubtype="0" fill="hold" nodeType="clickEffect">
                                  <p:stCondLst>
                                    <p:cond delay="0"/>
                                  </p:stCondLst>
                                  <p:childTnLst>
                                    <p:animEffect transition="out" filter="fade">
                                      <p:cBhvr>
                                        <p:cTn id="717" dur="1000"/>
                                        <p:tgtEl>
                                          <p:spTgt spid="100"/>
                                        </p:tgtEl>
                                      </p:cBhvr>
                                    </p:animEffect>
                                    <p:anim calcmode="lin" valueType="num">
                                      <p:cBhvr>
                                        <p:cTn id="718" dur="1000"/>
                                        <p:tgtEl>
                                          <p:spTgt spid="100"/>
                                        </p:tgtEl>
                                        <p:attrNameLst>
                                          <p:attrName>ppt_x</p:attrName>
                                        </p:attrNameLst>
                                      </p:cBhvr>
                                      <p:tavLst>
                                        <p:tav tm="0">
                                          <p:val>
                                            <p:strVal val="ppt_x"/>
                                          </p:val>
                                        </p:tav>
                                        <p:tav tm="100000">
                                          <p:val>
                                            <p:strVal val="ppt_x"/>
                                          </p:val>
                                        </p:tav>
                                      </p:tavLst>
                                    </p:anim>
                                    <p:anim calcmode="lin" valueType="num">
                                      <p:cBhvr>
                                        <p:cTn id="719" dur="1000"/>
                                        <p:tgtEl>
                                          <p:spTgt spid="100"/>
                                        </p:tgtEl>
                                        <p:attrNameLst>
                                          <p:attrName>ppt_y</p:attrName>
                                        </p:attrNameLst>
                                      </p:cBhvr>
                                      <p:tavLst>
                                        <p:tav tm="0">
                                          <p:val>
                                            <p:strVal val="ppt_y"/>
                                          </p:val>
                                        </p:tav>
                                        <p:tav tm="100000">
                                          <p:val>
                                            <p:strVal val="ppt_y-.1"/>
                                          </p:val>
                                        </p:tav>
                                      </p:tavLst>
                                    </p:anim>
                                    <p:set>
                                      <p:cBhvr>
                                        <p:cTn id="720" dur="1" fill="hold">
                                          <p:stCondLst>
                                            <p:cond delay="999"/>
                                          </p:stCondLst>
                                        </p:cTn>
                                        <p:tgtEl>
                                          <p:spTgt spid="100"/>
                                        </p:tgtEl>
                                        <p:attrNameLst>
                                          <p:attrName>style.visibility</p:attrName>
                                        </p:attrNameLst>
                                      </p:cBhvr>
                                      <p:to>
                                        <p:strVal val="hidden"/>
                                      </p:to>
                                    </p:set>
                                  </p:childTnLst>
                                </p:cTn>
                              </p:par>
                            </p:childTnLst>
                          </p:cTn>
                        </p:par>
                        <p:par>
                          <p:cTn id="721" fill="hold">
                            <p:stCondLst>
                              <p:cond delay="1000"/>
                            </p:stCondLst>
                            <p:childTnLst>
                              <p:par>
                                <p:cTn id="722" presetID="64" presetClass="path" presetSubtype="0" accel="50000" decel="50000" fill="hold" nodeType="afterEffect">
                                  <p:stCondLst>
                                    <p:cond delay="0"/>
                                  </p:stCondLst>
                                  <p:childTnLst>
                                    <p:animMotion origin="layout" path="M 0.08399 0.4176 L 0.06732 0.20718 " pathEditMode="relative" rAng="0" ptsTypes="AA">
                                      <p:cBhvr>
                                        <p:cTn id="723" dur="2000" fill="hold"/>
                                        <p:tgtEl>
                                          <p:spTgt spid="70"/>
                                        </p:tgtEl>
                                        <p:attrNameLst>
                                          <p:attrName>ppt_x</p:attrName>
                                          <p:attrName>ppt_y</p:attrName>
                                        </p:attrNameLst>
                                      </p:cBhvr>
                                      <p:rCtr x="-833" y="-10532"/>
                                    </p:animMotion>
                                  </p:childTnLst>
                                </p:cTn>
                              </p:par>
                            </p:childTnLst>
                          </p:cTn>
                        </p:par>
                        <p:par>
                          <p:cTn id="724" fill="hold">
                            <p:stCondLst>
                              <p:cond delay="3000"/>
                            </p:stCondLst>
                            <p:childTnLst>
                              <p:par>
                                <p:cTn id="725" presetID="22" presetClass="exit" presetSubtype="1" fill="hold" nodeType="afterEffect">
                                  <p:stCondLst>
                                    <p:cond delay="0"/>
                                  </p:stCondLst>
                                  <p:childTnLst>
                                    <p:animEffect transition="out" filter="wipe(up)">
                                      <p:cBhvr>
                                        <p:cTn id="726" dur="500"/>
                                        <p:tgtEl>
                                          <p:spTgt spid="90"/>
                                        </p:tgtEl>
                                      </p:cBhvr>
                                    </p:animEffect>
                                    <p:set>
                                      <p:cBhvr>
                                        <p:cTn id="727" dur="1" fill="hold">
                                          <p:stCondLst>
                                            <p:cond delay="499"/>
                                          </p:stCondLst>
                                        </p:cTn>
                                        <p:tgtEl>
                                          <p:spTgt spid="90"/>
                                        </p:tgtEl>
                                        <p:attrNameLst>
                                          <p:attrName>style.visibility</p:attrName>
                                        </p:attrNameLst>
                                      </p:cBhvr>
                                      <p:to>
                                        <p:strVal val="hidden"/>
                                      </p:to>
                                    </p:set>
                                  </p:childTnLst>
                                </p:cTn>
                              </p:par>
                              <p:par>
                                <p:cTn id="728" presetID="22" presetClass="entr" presetSubtype="8" fill="hold" nodeType="withEffect">
                                  <p:stCondLst>
                                    <p:cond delay="0"/>
                                  </p:stCondLst>
                                  <p:childTnLst>
                                    <p:set>
                                      <p:cBhvr>
                                        <p:cTn id="729" dur="1" fill="hold">
                                          <p:stCondLst>
                                            <p:cond delay="0"/>
                                          </p:stCondLst>
                                        </p:cTn>
                                        <p:tgtEl>
                                          <p:spTgt spid="91"/>
                                        </p:tgtEl>
                                        <p:attrNameLst>
                                          <p:attrName>style.visibility</p:attrName>
                                        </p:attrNameLst>
                                      </p:cBhvr>
                                      <p:to>
                                        <p:strVal val="visible"/>
                                      </p:to>
                                    </p:set>
                                    <p:animEffect transition="in" filter="wipe(left)">
                                      <p:cBhvr>
                                        <p:cTn id="730" dur="1000"/>
                                        <p:tgtEl>
                                          <p:spTgt spid="91"/>
                                        </p:tgtEl>
                                      </p:cBhvr>
                                    </p:animEffect>
                                  </p:childTnLst>
                                </p:cTn>
                              </p:par>
                            </p:childTnLst>
                          </p:cTn>
                        </p:par>
                      </p:childTnLst>
                    </p:cTn>
                  </p:par>
                  <p:par>
                    <p:cTn id="731" fill="hold">
                      <p:stCondLst>
                        <p:cond delay="indefinite"/>
                      </p:stCondLst>
                      <p:childTnLst>
                        <p:par>
                          <p:cTn id="732" fill="hold">
                            <p:stCondLst>
                              <p:cond delay="0"/>
                            </p:stCondLst>
                            <p:childTnLst>
                              <p:par>
                                <p:cTn id="733" presetID="42" presetClass="entr" presetSubtype="0" fill="hold" grpId="0" nodeType="clickEffect">
                                  <p:stCondLst>
                                    <p:cond delay="0"/>
                                  </p:stCondLst>
                                  <p:childTnLst>
                                    <p:set>
                                      <p:cBhvr>
                                        <p:cTn id="734" dur="1" fill="hold">
                                          <p:stCondLst>
                                            <p:cond delay="0"/>
                                          </p:stCondLst>
                                        </p:cTn>
                                        <p:tgtEl>
                                          <p:spTgt spid="69"/>
                                        </p:tgtEl>
                                        <p:attrNameLst>
                                          <p:attrName>style.visibility</p:attrName>
                                        </p:attrNameLst>
                                      </p:cBhvr>
                                      <p:to>
                                        <p:strVal val="visible"/>
                                      </p:to>
                                    </p:set>
                                    <p:animEffect transition="in" filter="fade">
                                      <p:cBhvr>
                                        <p:cTn id="735" dur="1000"/>
                                        <p:tgtEl>
                                          <p:spTgt spid="69"/>
                                        </p:tgtEl>
                                      </p:cBhvr>
                                    </p:animEffect>
                                    <p:anim calcmode="lin" valueType="num">
                                      <p:cBhvr>
                                        <p:cTn id="736" dur="1000" fill="hold"/>
                                        <p:tgtEl>
                                          <p:spTgt spid="69"/>
                                        </p:tgtEl>
                                        <p:attrNameLst>
                                          <p:attrName>ppt_x</p:attrName>
                                        </p:attrNameLst>
                                      </p:cBhvr>
                                      <p:tavLst>
                                        <p:tav tm="0">
                                          <p:val>
                                            <p:strVal val="#ppt_x"/>
                                          </p:val>
                                        </p:tav>
                                        <p:tav tm="100000">
                                          <p:val>
                                            <p:strVal val="#ppt_x"/>
                                          </p:val>
                                        </p:tav>
                                      </p:tavLst>
                                    </p:anim>
                                    <p:anim calcmode="lin" valueType="num">
                                      <p:cBhvr>
                                        <p:cTn id="737" dur="1000" fill="hold"/>
                                        <p:tgtEl>
                                          <p:spTgt spid="69"/>
                                        </p:tgtEl>
                                        <p:attrNameLst>
                                          <p:attrName>ppt_y</p:attrName>
                                        </p:attrNameLst>
                                      </p:cBhvr>
                                      <p:tavLst>
                                        <p:tav tm="0">
                                          <p:val>
                                            <p:strVal val="#ppt_y+.1"/>
                                          </p:val>
                                        </p:tav>
                                        <p:tav tm="100000">
                                          <p:val>
                                            <p:strVal val="#ppt_y"/>
                                          </p:val>
                                        </p:tav>
                                      </p:tavLst>
                                    </p:anim>
                                  </p:childTnLst>
                                </p:cTn>
                              </p:par>
                            </p:childTnLst>
                          </p:cTn>
                        </p:par>
                        <p:par>
                          <p:cTn id="738" fill="hold">
                            <p:stCondLst>
                              <p:cond delay="1000"/>
                            </p:stCondLst>
                            <p:childTnLst>
                              <p:par>
                                <p:cTn id="739" presetID="22" presetClass="exit" presetSubtype="1" fill="hold" nodeType="afterEffect">
                                  <p:stCondLst>
                                    <p:cond delay="0"/>
                                  </p:stCondLst>
                                  <p:childTnLst>
                                    <p:animEffect transition="out" filter="wipe(up)">
                                      <p:cBhvr>
                                        <p:cTn id="740" dur="500"/>
                                        <p:tgtEl>
                                          <p:spTgt spid="91"/>
                                        </p:tgtEl>
                                      </p:cBhvr>
                                    </p:animEffect>
                                    <p:set>
                                      <p:cBhvr>
                                        <p:cTn id="741" dur="1" fill="hold">
                                          <p:stCondLst>
                                            <p:cond delay="499"/>
                                          </p:stCondLst>
                                        </p:cTn>
                                        <p:tgtEl>
                                          <p:spTgt spid="91"/>
                                        </p:tgtEl>
                                        <p:attrNameLst>
                                          <p:attrName>style.visibility</p:attrName>
                                        </p:attrNameLst>
                                      </p:cBhvr>
                                      <p:to>
                                        <p:strVal val="hidden"/>
                                      </p:to>
                                    </p:set>
                                  </p:childTnLst>
                                </p:cTn>
                              </p:par>
                              <p:par>
                                <p:cTn id="742" presetID="22" presetClass="entr" presetSubtype="8" fill="hold" nodeType="withEffect">
                                  <p:stCondLst>
                                    <p:cond delay="0"/>
                                  </p:stCondLst>
                                  <p:childTnLst>
                                    <p:set>
                                      <p:cBhvr>
                                        <p:cTn id="743" dur="1" fill="hold">
                                          <p:stCondLst>
                                            <p:cond delay="0"/>
                                          </p:stCondLst>
                                        </p:cTn>
                                        <p:tgtEl>
                                          <p:spTgt spid="92"/>
                                        </p:tgtEl>
                                        <p:attrNameLst>
                                          <p:attrName>style.visibility</p:attrName>
                                        </p:attrNameLst>
                                      </p:cBhvr>
                                      <p:to>
                                        <p:strVal val="visible"/>
                                      </p:to>
                                    </p:set>
                                    <p:animEffect transition="in" filter="wipe(left)">
                                      <p:cBhvr>
                                        <p:cTn id="744" dur="1000"/>
                                        <p:tgtEl>
                                          <p:spTgt spid="92"/>
                                        </p:tgtEl>
                                      </p:cBhvr>
                                    </p:animEffect>
                                  </p:childTnLst>
                                </p:cTn>
                              </p:par>
                            </p:childTnLst>
                          </p:cTn>
                        </p:par>
                      </p:childTnLst>
                    </p:cTn>
                  </p:par>
                  <p:par>
                    <p:cTn id="745" fill="hold">
                      <p:stCondLst>
                        <p:cond delay="indefinite"/>
                      </p:stCondLst>
                      <p:childTnLst>
                        <p:par>
                          <p:cTn id="746" fill="hold">
                            <p:stCondLst>
                              <p:cond delay="0"/>
                            </p:stCondLst>
                            <p:childTnLst>
                              <p:par>
                                <p:cTn id="747" presetID="47" presetClass="entr" presetSubtype="0" fill="hold" nodeType="clickEffect">
                                  <p:stCondLst>
                                    <p:cond delay="0"/>
                                  </p:stCondLst>
                                  <p:childTnLst>
                                    <p:set>
                                      <p:cBhvr>
                                        <p:cTn id="748" dur="1" fill="hold">
                                          <p:stCondLst>
                                            <p:cond delay="0"/>
                                          </p:stCondLst>
                                        </p:cTn>
                                        <p:tgtEl>
                                          <p:spTgt spid="96"/>
                                        </p:tgtEl>
                                        <p:attrNameLst>
                                          <p:attrName>style.visibility</p:attrName>
                                        </p:attrNameLst>
                                      </p:cBhvr>
                                      <p:to>
                                        <p:strVal val="visible"/>
                                      </p:to>
                                    </p:set>
                                    <p:animEffect transition="in" filter="fade">
                                      <p:cBhvr>
                                        <p:cTn id="749" dur="1000"/>
                                        <p:tgtEl>
                                          <p:spTgt spid="96"/>
                                        </p:tgtEl>
                                      </p:cBhvr>
                                    </p:animEffect>
                                    <p:anim calcmode="lin" valueType="num">
                                      <p:cBhvr>
                                        <p:cTn id="750" dur="1000" fill="hold"/>
                                        <p:tgtEl>
                                          <p:spTgt spid="96"/>
                                        </p:tgtEl>
                                        <p:attrNameLst>
                                          <p:attrName>ppt_x</p:attrName>
                                        </p:attrNameLst>
                                      </p:cBhvr>
                                      <p:tavLst>
                                        <p:tav tm="0">
                                          <p:val>
                                            <p:strVal val="#ppt_x"/>
                                          </p:val>
                                        </p:tav>
                                        <p:tav tm="100000">
                                          <p:val>
                                            <p:strVal val="#ppt_x"/>
                                          </p:val>
                                        </p:tav>
                                      </p:tavLst>
                                    </p:anim>
                                    <p:anim calcmode="lin" valueType="num">
                                      <p:cBhvr>
                                        <p:cTn id="751" dur="1000" fill="hold"/>
                                        <p:tgtEl>
                                          <p:spTgt spid="96"/>
                                        </p:tgtEl>
                                        <p:attrNameLst>
                                          <p:attrName>ppt_y</p:attrName>
                                        </p:attrNameLst>
                                      </p:cBhvr>
                                      <p:tavLst>
                                        <p:tav tm="0">
                                          <p:val>
                                            <p:strVal val="#ppt_y-.1"/>
                                          </p:val>
                                        </p:tav>
                                        <p:tav tm="100000">
                                          <p:val>
                                            <p:strVal val="#ppt_y"/>
                                          </p:val>
                                        </p:tav>
                                      </p:tavLst>
                                    </p:anim>
                                  </p:childTnLst>
                                </p:cTn>
                              </p:par>
                            </p:childTnLst>
                          </p:cTn>
                        </p:par>
                        <p:par>
                          <p:cTn id="752" fill="hold">
                            <p:stCondLst>
                              <p:cond delay="1000"/>
                            </p:stCondLst>
                            <p:childTnLst>
                              <p:par>
                                <p:cTn id="753" presetID="22" presetClass="exit" presetSubtype="1" fill="hold" nodeType="afterEffect">
                                  <p:stCondLst>
                                    <p:cond delay="0"/>
                                  </p:stCondLst>
                                  <p:childTnLst>
                                    <p:animEffect transition="out" filter="wipe(up)">
                                      <p:cBhvr>
                                        <p:cTn id="754" dur="500"/>
                                        <p:tgtEl>
                                          <p:spTgt spid="92"/>
                                        </p:tgtEl>
                                      </p:cBhvr>
                                    </p:animEffect>
                                    <p:set>
                                      <p:cBhvr>
                                        <p:cTn id="755" dur="1" fill="hold">
                                          <p:stCondLst>
                                            <p:cond delay="499"/>
                                          </p:stCondLst>
                                        </p:cTn>
                                        <p:tgtEl>
                                          <p:spTgt spid="92"/>
                                        </p:tgtEl>
                                        <p:attrNameLst>
                                          <p:attrName>style.visibility</p:attrName>
                                        </p:attrNameLst>
                                      </p:cBhvr>
                                      <p:to>
                                        <p:strVal val="hidden"/>
                                      </p:to>
                                    </p:set>
                                  </p:childTnLst>
                                </p:cTn>
                              </p:par>
                              <p:par>
                                <p:cTn id="756" presetID="22" presetClass="entr" presetSubtype="8" fill="hold" nodeType="withEffect">
                                  <p:stCondLst>
                                    <p:cond delay="0"/>
                                  </p:stCondLst>
                                  <p:childTnLst>
                                    <p:set>
                                      <p:cBhvr>
                                        <p:cTn id="757" dur="1" fill="hold">
                                          <p:stCondLst>
                                            <p:cond delay="0"/>
                                          </p:stCondLst>
                                        </p:cTn>
                                        <p:tgtEl>
                                          <p:spTgt spid="76"/>
                                        </p:tgtEl>
                                        <p:attrNameLst>
                                          <p:attrName>style.visibility</p:attrName>
                                        </p:attrNameLst>
                                      </p:cBhvr>
                                      <p:to>
                                        <p:strVal val="visible"/>
                                      </p:to>
                                    </p:set>
                                    <p:animEffect transition="in" filter="wipe(left)">
                                      <p:cBhvr>
                                        <p:cTn id="758" dur="1000"/>
                                        <p:tgtEl>
                                          <p:spTgt spid="76"/>
                                        </p:tgtEl>
                                      </p:cBhvr>
                                    </p:animEffect>
                                  </p:childTnLst>
                                </p:cTn>
                              </p:par>
                            </p:childTnLst>
                          </p:cTn>
                        </p:par>
                      </p:childTnLst>
                    </p:cTn>
                  </p:par>
                  <p:par>
                    <p:cTn id="759" fill="hold">
                      <p:stCondLst>
                        <p:cond delay="indefinite"/>
                      </p:stCondLst>
                      <p:childTnLst>
                        <p:par>
                          <p:cTn id="760" fill="hold">
                            <p:stCondLst>
                              <p:cond delay="0"/>
                            </p:stCondLst>
                            <p:childTnLst>
                              <p:par>
                                <p:cTn id="761" presetID="22" presetClass="exit" presetSubtype="1" fill="hold" nodeType="clickEffect">
                                  <p:stCondLst>
                                    <p:cond delay="0"/>
                                  </p:stCondLst>
                                  <p:childTnLst>
                                    <p:animEffect transition="out" filter="wipe(up)">
                                      <p:cBhvr>
                                        <p:cTn id="762" dur="500"/>
                                        <p:tgtEl>
                                          <p:spTgt spid="76"/>
                                        </p:tgtEl>
                                      </p:cBhvr>
                                    </p:animEffect>
                                    <p:set>
                                      <p:cBhvr>
                                        <p:cTn id="763" dur="1" fill="hold">
                                          <p:stCondLst>
                                            <p:cond delay="499"/>
                                          </p:stCondLst>
                                        </p:cTn>
                                        <p:tgtEl>
                                          <p:spTgt spid="76"/>
                                        </p:tgtEl>
                                        <p:attrNameLst>
                                          <p:attrName>style.visibility</p:attrName>
                                        </p:attrNameLst>
                                      </p:cBhvr>
                                      <p:to>
                                        <p:strVal val="hidden"/>
                                      </p:to>
                                    </p:set>
                                  </p:childTnLst>
                                </p:cTn>
                              </p:par>
                              <p:par>
                                <p:cTn id="764" presetID="22" presetClass="entr" presetSubtype="8" fill="hold" nodeType="withEffect">
                                  <p:stCondLst>
                                    <p:cond delay="0"/>
                                  </p:stCondLst>
                                  <p:childTnLst>
                                    <p:set>
                                      <p:cBhvr>
                                        <p:cTn id="765" dur="1" fill="hold">
                                          <p:stCondLst>
                                            <p:cond delay="0"/>
                                          </p:stCondLst>
                                        </p:cTn>
                                        <p:tgtEl>
                                          <p:spTgt spid="79"/>
                                        </p:tgtEl>
                                        <p:attrNameLst>
                                          <p:attrName>style.visibility</p:attrName>
                                        </p:attrNameLst>
                                      </p:cBhvr>
                                      <p:to>
                                        <p:strVal val="visible"/>
                                      </p:to>
                                    </p:set>
                                    <p:animEffect transition="in" filter="wipe(left)">
                                      <p:cBhvr>
                                        <p:cTn id="766" dur="1000"/>
                                        <p:tgtEl>
                                          <p:spTgt spid="79"/>
                                        </p:tgtEl>
                                      </p:cBhvr>
                                    </p:animEffect>
                                  </p:childTnLst>
                                </p:cTn>
                              </p:par>
                            </p:childTnLst>
                          </p:cTn>
                        </p:par>
                      </p:childTnLst>
                    </p:cTn>
                  </p:par>
                  <p:par>
                    <p:cTn id="767" fill="hold">
                      <p:stCondLst>
                        <p:cond delay="indefinite"/>
                      </p:stCondLst>
                      <p:childTnLst>
                        <p:par>
                          <p:cTn id="768" fill="hold">
                            <p:stCondLst>
                              <p:cond delay="0"/>
                            </p:stCondLst>
                            <p:childTnLst>
                              <p:par>
                                <p:cTn id="769" presetID="6" presetClass="emph" presetSubtype="0" autoRev="1" fill="hold" nodeType="clickEffect">
                                  <p:stCondLst>
                                    <p:cond delay="0"/>
                                  </p:stCondLst>
                                  <p:childTnLst>
                                    <p:animScale>
                                      <p:cBhvr>
                                        <p:cTn id="770" dur="1000" fill="hold"/>
                                        <p:tgtEl>
                                          <p:spTgt spid="96"/>
                                        </p:tgtEl>
                                      </p:cBhvr>
                                      <p:by x="150000" y="150000"/>
                                    </p:animScale>
                                  </p:childTnLst>
                                </p:cTn>
                              </p:par>
                            </p:childTnLst>
                          </p:cTn>
                        </p:par>
                        <p:par>
                          <p:cTn id="771" fill="hold">
                            <p:stCondLst>
                              <p:cond delay="2000"/>
                            </p:stCondLst>
                            <p:childTnLst>
                              <p:par>
                                <p:cTn id="772" presetID="42" presetClass="path" presetSubtype="0" accel="50000" decel="50000" fill="hold" nodeType="afterEffect">
                                  <p:stCondLst>
                                    <p:cond delay="0"/>
                                  </p:stCondLst>
                                  <p:childTnLst>
                                    <p:animMotion origin="layout" path="M 0.06732 0.20718 L 0.12318 0.30394 " pathEditMode="relative" rAng="0" ptsTypes="AA">
                                      <p:cBhvr>
                                        <p:cTn id="773" dur="2000" fill="hold"/>
                                        <p:tgtEl>
                                          <p:spTgt spid="70"/>
                                        </p:tgtEl>
                                        <p:attrNameLst>
                                          <p:attrName>ppt_x</p:attrName>
                                          <p:attrName>ppt_y</p:attrName>
                                        </p:attrNameLst>
                                      </p:cBhvr>
                                      <p:rCtr x="2786" y="4838"/>
                                    </p:animMotion>
                                  </p:childTnLst>
                                </p:cTn>
                              </p:par>
                            </p:childTnLst>
                          </p:cTn>
                        </p:par>
                        <p:par>
                          <p:cTn id="774" fill="hold">
                            <p:stCondLst>
                              <p:cond delay="4000"/>
                            </p:stCondLst>
                            <p:childTnLst>
                              <p:par>
                                <p:cTn id="775" presetID="22" presetClass="exit" presetSubtype="1" fill="hold" nodeType="afterEffect">
                                  <p:stCondLst>
                                    <p:cond delay="0"/>
                                  </p:stCondLst>
                                  <p:childTnLst>
                                    <p:animEffect transition="out" filter="wipe(up)">
                                      <p:cBhvr>
                                        <p:cTn id="776" dur="500"/>
                                        <p:tgtEl>
                                          <p:spTgt spid="79"/>
                                        </p:tgtEl>
                                      </p:cBhvr>
                                    </p:animEffect>
                                    <p:set>
                                      <p:cBhvr>
                                        <p:cTn id="777" dur="1" fill="hold">
                                          <p:stCondLst>
                                            <p:cond delay="499"/>
                                          </p:stCondLst>
                                        </p:cTn>
                                        <p:tgtEl>
                                          <p:spTgt spid="79"/>
                                        </p:tgtEl>
                                        <p:attrNameLst>
                                          <p:attrName>style.visibility</p:attrName>
                                        </p:attrNameLst>
                                      </p:cBhvr>
                                      <p:to>
                                        <p:strVal val="hidden"/>
                                      </p:to>
                                    </p:set>
                                  </p:childTnLst>
                                </p:cTn>
                              </p:par>
                              <p:par>
                                <p:cTn id="778" presetID="22" presetClass="entr" presetSubtype="8" fill="hold" nodeType="withEffect">
                                  <p:stCondLst>
                                    <p:cond delay="0"/>
                                  </p:stCondLst>
                                  <p:childTnLst>
                                    <p:set>
                                      <p:cBhvr>
                                        <p:cTn id="779" dur="1" fill="hold">
                                          <p:stCondLst>
                                            <p:cond delay="0"/>
                                          </p:stCondLst>
                                        </p:cTn>
                                        <p:tgtEl>
                                          <p:spTgt spid="88"/>
                                        </p:tgtEl>
                                        <p:attrNameLst>
                                          <p:attrName>style.visibility</p:attrName>
                                        </p:attrNameLst>
                                      </p:cBhvr>
                                      <p:to>
                                        <p:strVal val="visible"/>
                                      </p:to>
                                    </p:set>
                                    <p:animEffect transition="in" filter="wipe(left)">
                                      <p:cBhvr>
                                        <p:cTn id="780" dur="1000"/>
                                        <p:tgtEl>
                                          <p:spTgt spid="88"/>
                                        </p:tgtEl>
                                      </p:cBhvr>
                                    </p:animEffect>
                                  </p:childTnLst>
                                </p:cTn>
                              </p:par>
                            </p:childTnLst>
                          </p:cTn>
                        </p:par>
                      </p:childTnLst>
                    </p:cTn>
                  </p:par>
                  <p:par>
                    <p:cTn id="781" fill="hold">
                      <p:stCondLst>
                        <p:cond delay="indefinite"/>
                      </p:stCondLst>
                      <p:childTnLst>
                        <p:par>
                          <p:cTn id="782" fill="hold">
                            <p:stCondLst>
                              <p:cond delay="0"/>
                            </p:stCondLst>
                            <p:childTnLst>
                              <p:par>
                                <p:cTn id="783" presetID="47" presetClass="exit" presetSubtype="0" fill="hold" nodeType="clickEffect">
                                  <p:stCondLst>
                                    <p:cond delay="0"/>
                                  </p:stCondLst>
                                  <p:childTnLst>
                                    <p:animEffect transition="out" filter="fade">
                                      <p:cBhvr>
                                        <p:cTn id="784" dur="1000"/>
                                        <p:tgtEl>
                                          <p:spTgt spid="96"/>
                                        </p:tgtEl>
                                      </p:cBhvr>
                                    </p:animEffect>
                                    <p:anim calcmode="lin" valueType="num">
                                      <p:cBhvr>
                                        <p:cTn id="785" dur="1000"/>
                                        <p:tgtEl>
                                          <p:spTgt spid="96"/>
                                        </p:tgtEl>
                                        <p:attrNameLst>
                                          <p:attrName>ppt_x</p:attrName>
                                        </p:attrNameLst>
                                      </p:cBhvr>
                                      <p:tavLst>
                                        <p:tav tm="0">
                                          <p:val>
                                            <p:strVal val="ppt_x"/>
                                          </p:val>
                                        </p:tav>
                                        <p:tav tm="100000">
                                          <p:val>
                                            <p:strVal val="ppt_x"/>
                                          </p:val>
                                        </p:tav>
                                      </p:tavLst>
                                    </p:anim>
                                    <p:anim calcmode="lin" valueType="num">
                                      <p:cBhvr>
                                        <p:cTn id="786" dur="1000"/>
                                        <p:tgtEl>
                                          <p:spTgt spid="96"/>
                                        </p:tgtEl>
                                        <p:attrNameLst>
                                          <p:attrName>ppt_y</p:attrName>
                                        </p:attrNameLst>
                                      </p:cBhvr>
                                      <p:tavLst>
                                        <p:tav tm="0">
                                          <p:val>
                                            <p:strVal val="ppt_y"/>
                                          </p:val>
                                        </p:tav>
                                        <p:tav tm="100000">
                                          <p:val>
                                            <p:strVal val="ppt_y-.1"/>
                                          </p:val>
                                        </p:tav>
                                      </p:tavLst>
                                    </p:anim>
                                    <p:set>
                                      <p:cBhvr>
                                        <p:cTn id="787" dur="1" fill="hold">
                                          <p:stCondLst>
                                            <p:cond delay="999"/>
                                          </p:stCondLst>
                                        </p:cTn>
                                        <p:tgtEl>
                                          <p:spTgt spid="96"/>
                                        </p:tgtEl>
                                        <p:attrNameLst>
                                          <p:attrName>style.visibility</p:attrName>
                                        </p:attrNameLst>
                                      </p:cBhvr>
                                      <p:to>
                                        <p:strVal val="hidden"/>
                                      </p:to>
                                    </p:set>
                                  </p:childTnLst>
                                </p:cTn>
                              </p:par>
                            </p:childTnLst>
                          </p:cTn>
                        </p:par>
                        <p:par>
                          <p:cTn id="788" fill="hold">
                            <p:stCondLst>
                              <p:cond delay="1000"/>
                            </p:stCondLst>
                            <p:childTnLst>
                              <p:par>
                                <p:cTn id="789" presetID="35" presetClass="emph" presetSubtype="0" fill="hold" nodeType="afterEffect">
                                  <p:stCondLst>
                                    <p:cond delay="0"/>
                                  </p:stCondLst>
                                  <p:childTnLst>
                                    <p:anim calcmode="discrete" valueType="str">
                                      <p:cBhvr>
                                        <p:cTn id="790"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791" fill="hold">
                            <p:stCondLst>
                              <p:cond delay="2000"/>
                            </p:stCondLst>
                            <p:childTnLst>
                              <p:par>
                                <p:cTn id="792" presetID="22" presetClass="exit" presetSubtype="1" fill="hold" nodeType="afterEffect">
                                  <p:stCondLst>
                                    <p:cond delay="0"/>
                                  </p:stCondLst>
                                  <p:childTnLst>
                                    <p:animEffect transition="out" filter="wipe(up)">
                                      <p:cBhvr>
                                        <p:cTn id="793" dur="500"/>
                                        <p:tgtEl>
                                          <p:spTgt spid="88"/>
                                        </p:tgtEl>
                                      </p:cBhvr>
                                    </p:animEffect>
                                    <p:set>
                                      <p:cBhvr>
                                        <p:cTn id="794" dur="1" fill="hold">
                                          <p:stCondLst>
                                            <p:cond delay="499"/>
                                          </p:stCondLst>
                                        </p:cTn>
                                        <p:tgtEl>
                                          <p:spTgt spid="88"/>
                                        </p:tgtEl>
                                        <p:attrNameLst>
                                          <p:attrName>style.visibility</p:attrName>
                                        </p:attrNameLst>
                                      </p:cBhvr>
                                      <p:to>
                                        <p:strVal val="hidden"/>
                                      </p:to>
                                    </p:set>
                                  </p:childTnLst>
                                </p:cTn>
                              </p:par>
                              <p:par>
                                <p:cTn id="795" presetID="22" presetClass="entr" presetSubtype="8" fill="hold" nodeType="withEffect">
                                  <p:stCondLst>
                                    <p:cond delay="0"/>
                                  </p:stCondLst>
                                  <p:childTnLst>
                                    <p:set>
                                      <p:cBhvr>
                                        <p:cTn id="796" dur="1" fill="hold">
                                          <p:stCondLst>
                                            <p:cond delay="0"/>
                                          </p:stCondLst>
                                        </p:cTn>
                                        <p:tgtEl>
                                          <p:spTgt spid="89"/>
                                        </p:tgtEl>
                                        <p:attrNameLst>
                                          <p:attrName>style.visibility</p:attrName>
                                        </p:attrNameLst>
                                      </p:cBhvr>
                                      <p:to>
                                        <p:strVal val="visible"/>
                                      </p:to>
                                    </p:set>
                                    <p:animEffect transition="in" filter="wipe(left)">
                                      <p:cBhvr>
                                        <p:cTn id="797" dur="1000"/>
                                        <p:tgtEl>
                                          <p:spTgt spid="89"/>
                                        </p:tgtEl>
                                      </p:cBhvr>
                                    </p:animEffect>
                                  </p:childTnLst>
                                </p:cTn>
                              </p:par>
                            </p:childTnLst>
                          </p:cTn>
                        </p:par>
                      </p:childTnLst>
                    </p:cTn>
                  </p:par>
                  <p:par>
                    <p:cTn id="798" fill="hold">
                      <p:stCondLst>
                        <p:cond delay="indefinite"/>
                      </p:stCondLst>
                      <p:childTnLst>
                        <p:par>
                          <p:cTn id="799" fill="hold">
                            <p:stCondLst>
                              <p:cond delay="0"/>
                            </p:stCondLst>
                            <p:childTnLst>
                              <p:par>
                                <p:cTn id="800" presetID="22" presetClass="exit" presetSubtype="1" fill="hold" nodeType="clickEffect">
                                  <p:stCondLst>
                                    <p:cond delay="0"/>
                                  </p:stCondLst>
                                  <p:childTnLst>
                                    <p:animEffect transition="out" filter="wipe(up)">
                                      <p:cBhvr>
                                        <p:cTn id="801" dur="500"/>
                                        <p:tgtEl>
                                          <p:spTgt spid="89"/>
                                        </p:tgtEl>
                                      </p:cBhvr>
                                    </p:animEffect>
                                    <p:set>
                                      <p:cBhvr>
                                        <p:cTn id="802" dur="1" fill="hold">
                                          <p:stCondLst>
                                            <p:cond delay="499"/>
                                          </p:stCondLst>
                                        </p:cTn>
                                        <p:tgtEl>
                                          <p:spTgt spid="89"/>
                                        </p:tgtEl>
                                        <p:attrNameLst>
                                          <p:attrName>style.visibility</p:attrName>
                                        </p:attrNameLst>
                                      </p:cBhvr>
                                      <p:to>
                                        <p:strVal val="hidden"/>
                                      </p:to>
                                    </p:set>
                                  </p:childTnLst>
                                </p:cTn>
                              </p:par>
                              <p:par>
                                <p:cTn id="803" presetID="22" presetClass="entr" presetSubtype="8" fill="hold" nodeType="withEffect">
                                  <p:stCondLst>
                                    <p:cond delay="0"/>
                                  </p:stCondLst>
                                  <p:childTnLst>
                                    <p:set>
                                      <p:cBhvr>
                                        <p:cTn id="804" dur="1" fill="hold">
                                          <p:stCondLst>
                                            <p:cond delay="0"/>
                                          </p:stCondLst>
                                        </p:cTn>
                                        <p:tgtEl>
                                          <p:spTgt spid="90"/>
                                        </p:tgtEl>
                                        <p:attrNameLst>
                                          <p:attrName>style.visibility</p:attrName>
                                        </p:attrNameLst>
                                      </p:cBhvr>
                                      <p:to>
                                        <p:strVal val="visible"/>
                                      </p:to>
                                    </p:set>
                                    <p:animEffect transition="in" filter="wipe(left)">
                                      <p:cBhvr>
                                        <p:cTn id="805" dur="1000"/>
                                        <p:tgtEl>
                                          <p:spTgt spid="90"/>
                                        </p:tgtEl>
                                      </p:cBhvr>
                                    </p:animEffect>
                                  </p:childTnLst>
                                </p:cTn>
                              </p:par>
                            </p:childTnLst>
                          </p:cTn>
                        </p:par>
                      </p:childTnLst>
                    </p:cTn>
                  </p:par>
                  <p:par>
                    <p:cTn id="806" fill="hold">
                      <p:stCondLst>
                        <p:cond delay="indefinite"/>
                      </p:stCondLst>
                      <p:childTnLst>
                        <p:par>
                          <p:cTn id="807" fill="hold">
                            <p:stCondLst>
                              <p:cond delay="0"/>
                            </p:stCondLst>
                            <p:childTnLst>
                              <p:par>
                                <p:cTn id="808" presetID="47" presetClass="exit" presetSubtype="0" fill="hold" nodeType="clickEffect">
                                  <p:stCondLst>
                                    <p:cond delay="0"/>
                                  </p:stCondLst>
                                  <p:childTnLst>
                                    <p:animEffect transition="out" filter="fade">
                                      <p:cBhvr>
                                        <p:cTn id="809" dur="1000"/>
                                        <p:tgtEl>
                                          <p:spTgt spid="62"/>
                                        </p:tgtEl>
                                      </p:cBhvr>
                                    </p:animEffect>
                                    <p:anim calcmode="lin" valueType="num">
                                      <p:cBhvr>
                                        <p:cTn id="810" dur="1000"/>
                                        <p:tgtEl>
                                          <p:spTgt spid="62"/>
                                        </p:tgtEl>
                                        <p:attrNameLst>
                                          <p:attrName>ppt_x</p:attrName>
                                        </p:attrNameLst>
                                      </p:cBhvr>
                                      <p:tavLst>
                                        <p:tav tm="0">
                                          <p:val>
                                            <p:strVal val="ppt_x"/>
                                          </p:val>
                                        </p:tav>
                                        <p:tav tm="100000">
                                          <p:val>
                                            <p:strVal val="ppt_x"/>
                                          </p:val>
                                        </p:tav>
                                      </p:tavLst>
                                    </p:anim>
                                    <p:anim calcmode="lin" valueType="num">
                                      <p:cBhvr>
                                        <p:cTn id="811" dur="1000"/>
                                        <p:tgtEl>
                                          <p:spTgt spid="62"/>
                                        </p:tgtEl>
                                        <p:attrNameLst>
                                          <p:attrName>ppt_y</p:attrName>
                                        </p:attrNameLst>
                                      </p:cBhvr>
                                      <p:tavLst>
                                        <p:tav tm="0">
                                          <p:val>
                                            <p:strVal val="ppt_y"/>
                                          </p:val>
                                        </p:tav>
                                        <p:tav tm="100000">
                                          <p:val>
                                            <p:strVal val="ppt_y-.1"/>
                                          </p:val>
                                        </p:tav>
                                      </p:tavLst>
                                    </p:anim>
                                    <p:set>
                                      <p:cBhvr>
                                        <p:cTn id="812" dur="1" fill="hold">
                                          <p:stCondLst>
                                            <p:cond delay="999"/>
                                          </p:stCondLst>
                                        </p:cTn>
                                        <p:tgtEl>
                                          <p:spTgt spid="62"/>
                                        </p:tgtEl>
                                        <p:attrNameLst>
                                          <p:attrName>style.visibility</p:attrName>
                                        </p:attrNameLst>
                                      </p:cBhvr>
                                      <p:to>
                                        <p:strVal val="hidden"/>
                                      </p:to>
                                    </p:set>
                                  </p:childTnLst>
                                </p:cTn>
                              </p:par>
                            </p:childTnLst>
                          </p:cTn>
                        </p:par>
                        <p:par>
                          <p:cTn id="813" fill="hold">
                            <p:stCondLst>
                              <p:cond delay="1000"/>
                            </p:stCondLst>
                            <p:childTnLst>
                              <p:par>
                                <p:cTn id="814" presetID="64" presetClass="path" presetSubtype="0" accel="50000" decel="50000" fill="hold" nodeType="afterEffect">
                                  <p:stCondLst>
                                    <p:cond delay="0"/>
                                  </p:stCondLst>
                                  <p:childTnLst>
                                    <p:animMotion origin="layout" path="M 0.12318 0.30394 L 0.12201 0.10533 " pathEditMode="relative" rAng="0" ptsTypes="AA">
                                      <p:cBhvr>
                                        <p:cTn id="815" dur="2000" fill="hold"/>
                                        <p:tgtEl>
                                          <p:spTgt spid="70"/>
                                        </p:tgtEl>
                                        <p:attrNameLst>
                                          <p:attrName>ppt_x</p:attrName>
                                          <p:attrName>ppt_y</p:attrName>
                                        </p:attrNameLst>
                                      </p:cBhvr>
                                      <p:rCtr x="-65" y="-9931"/>
                                    </p:animMotion>
                                  </p:childTnLst>
                                </p:cTn>
                              </p:par>
                            </p:childTnLst>
                          </p:cTn>
                        </p:par>
                        <p:par>
                          <p:cTn id="816" fill="hold">
                            <p:stCondLst>
                              <p:cond delay="3000"/>
                            </p:stCondLst>
                            <p:childTnLst>
                              <p:par>
                                <p:cTn id="817" presetID="22" presetClass="exit" presetSubtype="1" fill="hold" nodeType="afterEffect">
                                  <p:stCondLst>
                                    <p:cond delay="0"/>
                                  </p:stCondLst>
                                  <p:childTnLst>
                                    <p:animEffect transition="out" filter="wipe(up)">
                                      <p:cBhvr>
                                        <p:cTn id="818" dur="500"/>
                                        <p:tgtEl>
                                          <p:spTgt spid="90"/>
                                        </p:tgtEl>
                                      </p:cBhvr>
                                    </p:animEffect>
                                    <p:set>
                                      <p:cBhvr>
                                        <p:cTn id="819" dur="1" fill="hold">
                                          <p:stCondLst>
                                            <p:cond delay="499"/>
                                          </p:stCondLst>
                                        </p:cTn>
                                        <p:tgtEl>
                                          <p:spTgt spid="90"/>
                                        </p:tgtEl>
                                        <p:attrNameLst>
                                          <p:attrName>style.visibility</p:attrName>
                                        </p:attrNameLst>
                                      </p:cBhvr>
                                      <p:to>
                                        <p:strVal val="hidden"/>
                                      </p:to>
                                    </p:set>
                                  </p:childTnLst>
                                </p:cTn>
                              </p:par>
                              <p:par>
                                <p:cTn id="820" presetID="22" presetClass="entr" presetSubtype="8" fill="hold" nodeType="withEffect">
                                  <p:stCondLst>
                                    <p:cond delay="0"/>
                                  </p:stCondLst>
                                  <p:childTnLst>
                                    <p:set>
                                      <p:cBhvr>
                                        <p:cTn id="821" dur="1" fill="hold">
                                          <p:stCondLst>
                                            <p:cond delay="0"/>
                                          </p:stCondLst>
                                        </p:cTn>
                                        <p:tgtEl>
                                          <p:spTgt spid="91"/>
                                        </p:tgtEl>
                                        <p:attrNameLst>
                                          <p:attrName>style.visibility</p:attrName>
                                        </p:attrNameLst>
                                      </p:cBhvr>
                                      <p:to>
                                        <p:strVal val="visible"/>
                                      </p:to>
                                    </p:set>
                                    <p:animEffect transition="in" filter="wipe(left)">
                                      <p:cBhvr>
                                        <p:cTn id="822" dur="1000"/>
                                        <p:tgtEl>
                                          <p:spTgt spid="91"/>
                                        </p:tgtEl>
                                      </p:cBhvr>
                                    </p:animEffect>
                                  </p:childTnLst>
                                </p:cTn>
                              </p:par>
                            </p:childTnLst>
                          </p:cTn>
                        </p:par>
                      </p:childTnLst>
                    </p:cTn>
                  </p:par>
                  <p:par>
                    <p:cTn id="823" fill="hold">
                      <p:stCondLst>
                        <p:cond delay="indefinite"/>
                      </p:stCondLst>
                      <p:childTnLst>
                        <p:par>
                          <p:cTn id="824" fill="hold">
                            <p:stCondLst>
                              <p:cond delay="0"/>
                            </p:stCondLst>
                            <p:childTnLst>
                              <p:par>
                                <p:cTn id="825" presetID="42" presetClass="entr" presetSubtype="0" fill="hold" grpId="0" nodeType="clickEffect">
                                  <p:stCondLst>
                                    <p:cond delay="0"/>
                                  </p:stCondLst>
                                  <p:childTnLst>
                                    <p:set>
                                      <p:cBhvr>
                                        <p:cTn id="826" dur="1" fill="hold">
                                          <p:stCondLst>
                                            <p:cond delay="0"/>
                                          </p:stCondLst>
                                        </p:cTn>
                                        <p:tgtEl>
                                          <p:spTgt spid="17"/>
                                        </p:tgtEl>
                                        <p:attrNameLst>
                                          <p:attrName>style.visibility</p:attrName>
                                        </p:attrNameLst>
                                      </p:cBhvr>
                                      <p:to>
                                        <p:strVal val="visible"/>
                                      </p:to>
                                    </p:set>
                                    <p:animEffect transition="in" filter="fade">
                                      <p:cBhvr>
                                        <p:cTn id="827" dur="1000"/>
                                        <p:tgtEl>
                                          <p:spTgt spid="17"/>
                                        </p:tgtEl>
                                      </p:cBhvr>
                                    </p:animEffect>
                                    <p:anim calcmode="lin" valueType="num">
                                      <p:cBhvr>
                                        <p:cTn id="828" dur="1000" fill="hold"/>
                                        <p:tgtEl>
                                          <p:spTgt spid="17"/>
                                        </p:tgtEl>
                                        <p:attrNameLst>
                                          <p:attrName>ppt_x</p:attrName>
                                        </p:attrNameLst>
                                      </p:cBhvr>
                                      <p:tavLst>
                                        <p:tav tm="0">
                                          <p:val>
                                            <p:strVal val="#ppt_x"/>
                                          </p:val>
                                        </p:tav>
                                        <p:tav tm="100000">
                                          <p:val>
                                            <p:strVal val="#ppt_x"/>
                                          </p:val>
                                        </p:tav>
                                      </p:tavLst>
                                    </p:anim>
                                    <p:anim calcmode="lin" valueType="num">
                                      <p:cBhvr>
                                        <p:cTn id="829" dur="1000" fill="hold"/>
                                        <p:tgtEl>
                                          <p:spTgt spid="17"/>
                                        </p:tgtEl>
                                        <p:attrNameLst>
                                          <p:attrName>ppt_y</p:attrName>
                                        </p:attrNameLst>
                                      </p:cBhvr>
                                      <p:tavLst>
                                        <p:tav tm="0">
                                          <p:val>
                                            <p:strVal val="#ppt_y+.1"/>
                                          </p:val>
                                        </p:tav>
                                        <p:tav tm="100000">
                                          <p:val>
                                            <p:strVal val="#ppt_y"/>
                                          </p:val>
                                        </p:tav>
                                      </p:tavLst>
                                    </p:anim>
                                  </p:childTnLst>
                                </p:cTn>
                              </p:par>
                            </p:childTnLst>
                          </p:cTn>
                        </p:par>
                        <p:par>
                          <p:cTn id="830" fill="hold">
                            <p:stCondLst>
                              <p:cond delay="1000"/>
                            </p:stCondLst>
                            <p:childTnLst>
                              <p:par>
                                <p:cTn id="831" presetID="22" presetClass="exit" presetSubtype="1" fill="hold" nodeType="afterEffect">
                                  <p:stCondLst>
                                    <p:cond delay="0"/>
                                  </p:stCondLst>
                                  <p:childTnLst>
                                    <p:animEffect transition="out" filter="wipe(up)">
                                      <p:cBhvr>
                                        <p:cTn id="832" dur="500"/>
                                        <p:tgtEl>
                                          <p:spTgt spid="91"/>
                                        </p:tgtEl>
                                      </p:cBhvr>
                                    </p:animEffect>
                                    <p:set>
                                      <p:cBhvr>
                                        <p:cTn id="833" dur="1" fill="hold">
                                          <p:stCondLst>
                                            <p:cond delay="499"/>
                                          </p:stCondLst>
                                        </p:cTn>
                                        <p:tgtEl>
                                          <p:spTgt spid="91"/>
                                        </p:tgtEl>
                                        <p:attrNameLst>
                                          <p:attrName>style.visibility</p:attrName>
                                        </p:attrNameLst>
                                      </p:cBhvr>
                                      <p:to>
                                        <p:strVal val="hidden"/>
                                      </p:to>
                                    </p:set>
                                  </p:childTnLst>
                                </p:cTn>
                              </p:par>
                              <p:par>
                                <p:cTn id="834" presetID="22" presetClass="entr" presetSubtype="8" fill="hold" nodeType="withEffect">
                                  <p:stCondLst>
                                    <p:cond delay="0"/>
                                  </p:stCondLst>
                                  <p:childTnLst>
                                    <p:set>
                                      <p:cBhvr>
                                        <p:cTn id="835" dur="1" fill="hold">
                                          <p:stCondLst>
                                            <p:cond delay="0"/>
                                          </p:stCondLst>
                                        </p:cTn>
                                        <p:tgtEl>
                                          <p:spTgt spid="92"/>
                                        </p:tgtEl>
                                        <p:attrNameLst>
                                          <p:attrName>style.visibility</p:attrName>
                                        </p:attrNameLst>
                                      </p:cBhvr>
                                      <p:to>
                                        <p:strVal val="visible"/>
                                      </p:to>
                                    </p:set>
                                    <p:animEffect transition="in" filter="wipe(left)">
                                      <p:cBhvr>
                                        <p:cTn id="836" dur="1000"/>
                                        <p:tgtEl>
                                          <p:spTgt spid="92"/>
                                        </p:tgtEl>
                                      </p:cBhvr>
                                    </p:animEffect>
                                  </p:childTnLst>
                                </p:cTn>
                              </p:par>
                            </p:childTnLst>
                          </p:cTn>
                        </p:par>
                      </p:childTnLst>
                    </p:cTn>
                  </p:par>
                  <p:par>
                    <p:cTn id="837" fill="hold">
                      <p:stCondLst>
                        <p:cond delay="indefinite"/>
                      </p:stCondLst>
                      <p:childTnLst>
                        <p:par>
                          <p:cTn id="838" fill="hold">
                            <p:stCondLst>
                              <p:cond delay="0"/>
                            </p:stCondLst>
                            <p:childTnLst>
                              <p:par>
                                <p:cTn id="839" presetID="47" presetClass="entr" presetSubtype="0" fill="hold" nodeType="clickEffect">
                                  <p:stCondLst>
                                    <p:cond delay="0"/>
                                  </p:stCondLst>
                                  <p:childTnLst>
                                    <p:set>
                                      <p:cBhvr>
                                        <p:cTn id="840" dur="1" fill="hold">
                                          <p:stCondLst>
                                            <p:cond delay="0"/>
                                          </p:stCondLst>
                                        </p:cTn>
                                        <p:tgtEl>
                                          <p:spTgt spid="106"/>
                                        </p:tgtEl>
                                        <p:attrNameLst>
                                          <p:attrName>style.visibility</p:attrName>
                                        </p:attrNameLst>
                                      </p:cBhvr>
                                      <p:to>
                                        <p:strVal val="visible"/>
                                      </p:to>
                                    </p:set>
                                    <p:animEffect transition="in" filter="fade">
                                      <p:cBhvr>
                                        <p:cTn id="841" dur="1000"/>
                                        <p:tgtEl>
                                          <p:spTgt spid="106"/>
                                        </p:tgtEl>
                                      </p:cBhvr>
                                    </p:animEffect>
                                    <p:anim calcmode="lin" valueType="num">
                                      <p:cBhvr>
                                        <p:cTn id="842" dur="1000" fill="hold"/>
                                        <p:tgtEl>
                                          <p:spTgt spid="106"/>
                                        </p:tgtEl>
                                        <p:attrNameLst>
                                          <p:attrName>ppt_x</p:attrName>
                                        </p:attrNameLst>
                                      </p:cBhvr>
                                      <p:tavLst>
                                        <p:tav tm="0">
                                          <p:val>
                                            <p:strVal val="#ppt_x"/>
                                          </p:val>
                                        </p:tav>
                                        <p:tav tm="100000">
                                          <p:val>
                                            <p:strVal val="#ppt_x"/>
                                          </p:val>
                                        </p:tav>
                                      </p:tavLst>
                                    </p:anim>
                                    <p:anim calcmode="lin" valueType="num">
                                      <p:cBhvr>
                                        <p:cTn id="843" dur="1000" fill="hold"/>
                                        <p:tgtEl>
                                          <p:spTgt spid="106"/>
                                        </p:tgtEl>
                                        <p:attrNameLst>
                                          <p:attrName>ppt_y</p:attrName>
                                        </p:attrNameLst>
                                      </p:cBhvr>
                                      <p:tavLst>
                                        <p:tav tm="0">
                                          <p:val>
                                            <p:strVal val="#ppt_y-.1"/>
                                          </p:val>
                                        </p:tav>
                                        <p:tav tm="100000">
                                          <p:val>
                                            <p:strVal val="#ppt_y"/>
                                          </p:val>
                                        </p:tav>
                                      </p:tavLst>
                                    </p:anim>
                                  </p:childTnLst>
                                </p:cTn>
                              </p:par>
                            </p:childTnLst>
                          </p:cTn>
                        </p:par>
                        <p:par>
                          <p:cTn id="844" fill="hold">
                            <p:stCondLst>
                              <p:cond delay="1000"/>
                            </p:stCondLst>
                            <p:childTnLst>
                              <p:par>
                                <p:cTn id="845" presetID="22" presetClass="exit" presetSubtype="1" fill="hold" nodeType="afterEffect">
                                  <p:stCondLst>
                                    <p:cond delay="0"/>
                                  </p:stCondLst>
                                  <p:childTnLst>
                                    <p:animEffect transition="out" filter="wipe(up)">
                                      <p:cBhvr>
                                        <p:cTn id="846" dur="500"/>
                                        <p:tgtEl>
                                          <p:spTgt spid="92"/>
                                        </p:tgtEl>
                                      </p:cBhvr>
                                    </p:animEffect>
                                    <p:set>
                                      <p:cBhvr>
                                        <p:cTn id="847" dur="1" fill="hold">
                                          <p:stCondLst>
                                            <p:cond delay="499"/>
                                          </p:stCondLst>
                                        </p:cTn>
                                        <p:tgtEl>
                                          <p:spTgt spid="92"/>
                                        </p:tgtEl>
                                        <p:attrNameLst>
                                          <p:attrName>style.visibility</p:attrName>
                                        </p:attrNameLst>
                                      </p:cBhvr>
                                      <p:to>
                                        <p:strVal val="hidden"/>
                                      </p:to>
                                    </p:set>
                                  </p:childTnLst>
                                </p:cTn>
                              </p:par>
                              <p:par>
                                <p:cTn id="848" presetID="22" presetClass="entr" presetSubtype="8" fill="hold" nodeType="withEffect">
                                  <p:stCondLst>
                                    <p:cond delay="0"/>
                                  </p:stCondLst>
                                  <p:childTnLst>
                                    <p:set>
                                      <p:cBhvr>
                                        <p:cTn id="849" dur="1" fill="hold">
                                          <p:stCondLst>
                                            <p:cond delay="0"/>
                                          </p:stCondLst>
                                        </p:cTn>
                                        <p:tgtEl>
                                          <p:spTgt spid="76"/>
                                        </p:tgtEl>
                                        <p:attrNameLst>
                                          <p:attrName>style.visibility</p:attrName>
                                        </p:attrNameLst>
                                      </p:cBhvr>
                                      <p:to>
                                        <p:strVal val="visible"/>
                                      </p:to>
                                    </p:set>
                                    <p:animEffect transition="in" filter="wipe(left)">
                                      <p:cBhvr>
                                        <p:cTn id="850" dur="1000"/>
                                        <p:tgtEl>
                                          <p:spTgt spid="76"/>
                                        </p:tgtEl>
                                      </p:cBhvr>
                                    </p:animEffect>
                                  </p:childTnLst>
                                </p:cTn>
                              </p:par>
                            </p:childTnLst>
                          </p:cTn>
                        </p:par>
                      </p:childTnLst>
                    </p:cTn>
                  </p:par>
                  <p:par>
                    <p:cTn id="851" fill="hold">
                      <p:stCondLst>
                        <p:cond delay="indefinite"/>
                      </p:stCondLst>
                      <p:childTnLst>
                        <p:par>
                          <p:cTn id="852" fill="hold">
                            <p:stCondLst>
                              <p:cond delay="0"/>
                            </p:stCondLst>
                            <p:childTnLst>
                              <p:par>
                                <p:cTn id="853" presetID="22" presetClass="exit" presetSubtype="1" fill="hold" nodeType="clickEffect">
                                  <p:stCondLst>
                                    <p:cond delay="0"/>
                                  </p:stCondLst>
                                  <p:childTnLst>
                                    <p:animEffect transition="out" filter="wipe(up)">
                                      <p:cBhvr>
                                        <p:cTn id="854" dur="500"/>
                                        <p:tgtEl>
                                          <p:spTgt spid="76"/>
                                        </p:tgtEl>
                                      </p:cBhvr>
                                    </p:animEffect>
                                    <p:set>
                                      <p:cBhvr>
                                        <p:cTn id="855" dur="1" fill="hold">
                                          <p:stCondLst>
                                            <p:cond delay="499"/>
                                          </p:stCondLst>
                                        </p:cTn>
                                        <p:tgtEl>
                                          <p:spTgt spid="76"/>
                                        </p:tgtEl>
                                        <p:attrNameLst>
                                          <p:attrName>style.visibility</p:attrName>
                                        </p:attrNameLst>
                                      </p:cBhvr>
                                      <p:to>
                                        <p:strVal val="hidden"/>
                                      </p:to>
                                    </p:set>
                                  </p:childTnLst>
                                </p:cTn>
                              </p:par>
                              <p:par>
                                <p:cTn id="856" presetID="22" presetClass="entr" presetSubtype="8" fill="hold" nodeType="withEffect">
                                  <p:stCondLst>
                                    <p:cond delay="0"/>
                                  </p:stCondLst>
                                  <p:childTnLst>
                                    <p:set>
                                      <p:cBhvr>
                                        <p:cTn id="857" dur="1" fill="hold">
                                          <p:stCondLst>
                                            <p:cond delay="0"/>
                                          </p:stCondLst>
                                        </p:cTn>
                                        <p:tgtEl>
                                          <p:spTgt spid="79"/>
                                        </p:tgtEl>
                                        <p:attrNameLst>
                                          <p:attrName>style.visibility</p:attrName>
                                        </p:attrNameLst>
                                      </p:cBhvr>
                                      <p:to>
                                        <p:strVal val="visible"/>
                                      </p:to>
                                    </p:set>
                                    <p:animEffect transition="in" filter="wipe(left)">
                                      <p:cBhvr>
                                        <p:cTn id="858" dur="1000"/>
                                        <p:tgtEl>
                                          <p:spTgt spid="79"/>
                                        </p:tgtEl>
                                      </p:cBhvr>
                                    </p:animEffect>
                                  </p:childTnLst>
                                </p:cTn>
                              </p:par>
                            </p:childTnLst>
                          </p:cTn>
                        </p:par>
                      </p:childTnLst>
                    </p:cTn>
                  </p:par>
                  <p:par>
                    <p:cTn id="859" fill="hold">
                      <p:stCondLst>
                        <p:cond delay="indefinite"/>
                      </p:stCondLst>
                      <p:childTnLst>
                        <p:par>
                          <p:cTn id="860" fill="hold">
                            <p:stCondLst>
                              <p:cond delay="0"/>
                            </p:stCondLst>
                            <p:childTnLst>
                              <p:par>
                                <p:cTn id="861" presetID="6" presetClass="emph" presetSubtype="0" autoRev="1" fill="hold" nodeType="clickEffect">
                                  <p:stCondLst>
                                    <p:cond delay="0"/>
                                  </p:stCondLst>
                                  <p:childTnLst>
                                    <p:animScale>
                                      <p:cBhvr>
                                        <p:cTn id="862" dur="1000" fill="hold"/>
                                        <p:tgtEl>
                                          <p:spTgt spid="106"/>
                                        </p:tgtEl>
                                      </p:cBhvr>
                                      <p:by x="150000" y="150000"/>
                                    </p:animScale>
                                  </p:childTnLst>
                                </p:cTn>
                              </p:par>
                            </p:childTnLst>
                          </p:cTn>
                        </p:par>
                        <p:par>
                          <p:cTn id="863" fill="hold">
                            <p:stCondLst>
                              <p:cond delay="2000"/>
                            </p:stCondLst>
                            <p:childTnLst>
                              <p:par>
                                <p:cTn id="864" presetID="63" presetClass="path" presetSubtype="0" accel="50000" decel="50000" fill="hold" nodeType="afterEffect">
                                  <p:stCondLst>
                                    <p:cond delay="0"/>
                                  </p:stCondLst>
                                  <p:childTnLst>
                                    <p:animMotion origin="layout" path="M 0.12201 0.10533 L 0.17253 0.13519 " pathEditMode="relative" rAng="0" ptsTypes="AA">
                                      <p:cBhvr>
                                        <p:cTn id="865" dur="2000" fill="hold"/>
                                        <p:tgtEl>
                                          <p:spTgt spid="70"/>
                                        </p:tgtEl>
                                        <p:attrNameLst>
                                          <p:attrName>ppt_x</p:attrName>
                                          <p:attrName>ppt_y</p:attrName>
                                        </p:attrNameLst>
                                      </p:cBhvr>
                                      <p:rCtr x="2526" y="1481"/>
                                    </p:animMotion>
                                  </p:childTnLst>
                                </p:cTn>
                              </p:par>
                            </p:childTnLst>
                          </p:cTn>
                        </p:par>
                        <p:par>
                          <p:cTn id="866" fill="hold">
                            <p:stCondLst>
                              <p:cond delay="4000"/>
                            </p:stCondLst>
                            <p:childTnLst>
                              <p:par>
                                <p:cTn id="867" presetID="22" presetClass="exit" presetSubtype="1" fill="hold" nodeType="afterEffect">
                                  <p:stCondLst>
                                    <p:cond delay="0"/>
                                  </p:stCondLst>
                                  <p:childTnLst>
                                    <p:animEffect transition="out" filter="wipe(up)">
                                      <p:cBhvr>
                                        <p:cTn id="868" dur="500"/>
                                        <p:tgtEl>
                                          <p:spTgt spid="79"/>
                                        </p:tgtEl>
                                      </p:cBhvr>
                                    </p:animEffect>
                                    <p:set>
                                      <p:cBhvr>
                                        <p:cTn id="869" dur="1" fill="hold">
                                          <p:stCondLst>
                                            <p:cond delay="499"/>
                                          </p:stCondLst>
                                        </p:cTn>
                                        <p:tgtEl>
                                          <p:spTgt spid="79"/>
                                        </p:tgtEl>
                                        <p:attrNameLst>
                                          <p:attrName>style.visibility</p:attrName>
                                        </p:attrNameLst>
                                      </p:cBhvr>
                                      <p:to>
                                        <p:strVal val="hidden"/>
                                      </p:to>
                                    </p:set>
                                  </p:childTnLst>
                                </p:cTn>
                              </p:par>
                              <p:par>
                                <p:cTn id="870" presetID="22" presetClass="entr" presetSubtype="8" fill="hold" nodeType="withEffect">
                                  <p:stCondLst>
                                    <p:cond delay="0"/>
                                  </p:stCondLst>
                                  <p:childTnLst>
                                    <p:set>
                                      <p:cBhvr>
                                        <p:cTn id="871" dur="1" fill="hold">
                                          <p:stCondLst>
                                            <p:cond delay="0"/>
                                          </p:stCondLst>
                                        </p:cTn>
                                        <p:tgtEl>
                                          <p:spTgt spid="88"/>
                                        </p:tgtEl>
                                        <p:attrNameLst>
                                          <p:attrName>style.visibility</p:attrName>
                                        </p:attrNameLst>
                                      </p:cBhvr>
                                      <p:to>
                                        <p:strVal val="visible"/>
                                      </p:to>
                                    </p:set>
                                    <p:animEffect transition="in" filter="wipe(left)">
                                      <p:cBhvr>
                                        <p:cTn id="872" dur="1000"/>
                                        <p:tgtEl>
                                          <p:spTgt spid="88"/>
                                        </p:tgtEl>
                                      </p:cBhvr>
                                    </p:animEffect>
                                  </p:childTnLst>
                                </p:cTn>
                              </p:par>
                            </p:childTnLst>
                          </p:cTn>
                        </p:par>
                      </p:childTnLst>
                    </p:cTn>
                  </p:par>
                  <p:par>
                    <p:cTn id="873" fill="hold">
                      <p:stCondLst>
                        <p:cond delay="indefinite"/>
                      </p:stCondLst>
                      <p:childTnLst>
                        <p:par>
                          <p:cTn id="874" fill="hold">
                            <p:stCondLst>
                              <p:cond delay="0"/>
                            </p:stCondLst>
                            <p:childTnLst>
                              <p:par>
                                <p:cTn id="875" presetID="47" presetClass="exit" presetSubtype="0" fill="hold" nodeType="clickEffect">
                                  <p:stCondLst>
                                    <p:cond delay="0"/>
                                  </p:stCondLst>
                                  <p:childTnLst>
                                    <p:animEffect transition="out" filter="fade">
                                      <p:cBhvr>
                                        <p:cTn id="876" dur="1000"/>
                                        <p:tgtEl>
                                          <p:spTgt spid="106"/>
                                        </p:tgtEl>
                                      </p:cBhvr>
                                    </p:animEffect>
                                    <p:anim calcmode="lin" valueType="num">
                                      <p:cBhvr>
                                        <p:cTn id="877" dur="1000"/>
                                        <p:tgtEl>
                                          <p:spTgt spid="106"/>
                                        </p:tgtEl>
                                        <p:attrNameLst>
                                          <p:attrName>ppt_x</p:attrName>
                                        </p:attrNameLst>
                                      </p:cBhvr>
                                      <p:tavLst>
                                        <p:tav tm="0">
                                          <p:val>
                                            <p:strVal val="ppt_x"/>
                                          </p:val>
                                        </p:tav>
                                        <p:tav tm="100000">
                                          <p:val>
                                            <p:strVal val="ppt_x"/>
                                          </p:val>
                                        </p:tav>
                                      </p:tavLst>
                                    </p:anim>
                                    <p:anim calcmode="lin" valueType="num">
                                      <p:cBhvr>
                                        <p:cTn id="878" dur="1000"/>
                                        <p:tgtEl>
                                          <p:spTgt spid="106"/>
                                        </p:tgtEl>
                                        <p:attrNameLst>
                                          <p:attrName>ppt_y</p:attrName>
                                        </p:attrNameLst>
                                      </p:cBhvr>
                                      <p:tavLst>
                                        <p:tav tm="0">
                                          <p:val>
                                            <p:strVal val="ppt_y"/>
                                          </p:val>
                                        </p:tav>
                                        <p:tav tm="100000">
                                          <p:val>
                                            <p:strVal val="ppt_y-.1"/>
                                          </p:val>
                                        </p:tav>
                                      </p:tavLst>
                                    </p:anim>
                                    <p:set>
                                      <p:cBhvr>
                                        <p:cTn id="879" dur="1" fill="hold">
                                          <p:stCondLst>
                                            <p:cond delay="999"/>
                                          </p:stCondLst>
                                        </p:cTn>
                                        <p:tgtEl>
                                          <p:spTgt spid="106"/>
                                        </p:tgtEl>
                                        <p:attrNameLst>
                                          <p:attrName>style.visibility</p:attrName>
                                        </p:attrNameLst>
                                      </p:cBhvr>
                                      <p:to>
                                        <p:strVal val="hidden"/>
                                      </p:to>
                                    </p:set>
                                  </p:childTnLst>
                                </p:cTn>
                              </p:par>
                            </p:childTnLst>
                          </p:cTn>
                        </p:par>
                        <p:par>
                          <p:cTn id="880" fill="hold">
                            <p:stCondLst>
                              <p:cond delay="1000"/>
                            </p:stCondLst>
                            <p:childTnLst>
                              <p:par>
                                <p:cTn id="881" presetID="35" presetClass="emph" presetSubtype="0" fill="hold" nodeType="afterEffect">
                                  <p:stCondLst>
                                    <p:cond delay="0"/>
                                  </p:stCondLst>
                                  <p:childTnLst>
                                    <p:anim calcmode="discrete" valueType="str">
                                      <p:cBhvr>
                                        <p:cTn id="882"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883" fill="hold">
                            <p:stCondLst>
                              <p:cond delay="2000"/>
                            </p:stCondLst>
                            <p:childTnLst>
                              <p:par>
                                <p:cTn id="884" presetID="22" presetClass="exit" presetSubtype="1" fill="hold" nodeType="afterEffect">
                                  <p:stCondLst>
                                    <p:cond delay="0"/>
                                  </p:stCondLst>
                                  <p:childTnLst>
                                    <p:animEffect transition="out" filter="wipe(up)">
                                      <p:cBhvr>
                                        <p:cTn id="885" dur="500"/>
                                        <p:tgtEl>
                                          <p:spTgt spid="88"/>
                                        </p:tgtEl>
                                      </p:cBhvr>
                                    </p:animEffect>
                                    <p:set>
                                      <p:cBhvr>
                                        <p:cTn id="886" dur="1" fill="hold">
                                          <p:stCondLst>
                                            <p:cond delay="499"/>
                                          </p:stCondLst>
                                        </p:cTn>
                                        <p:tgtEl>
                                          <p:spTgt spid="88"/>
                                        </p:tgtEl>
                                        <p:attrNameLst>
                                          <p:attrName>style.visibility</p:attrName>
                                        </p:attrNameLst>
                                      </p:cBhvr>
                                      <p:to>
                                        <p:strVal val="hidden"/>
                                      </p:to>
                                    </p:set>
                                  </p:childTnLst>
                                </p:cTn>
                              </p:par>
                              <p:par>
                                <p:cTn id="887" presetID="22" presetClass="entr" presetSubtype="8" fill="hold" nodeType="withEffect">
                                  <p:stCondLst>
                                    <p:cond delay="0"/>
                                  </p:stCondLst>
                                  <p:childTnLst>
                                    <p:set>
                                      <p:cBhvr>
                                        <p:cTn id="888" dur="1" fill="hold">
                                          <p:stCondLst>
                                            <p:cond delay="0"/>
                                          </p:stCondLst>
                                        </p:cTn>
                                        <p:tgtEl>
                                          <p:spTgt spid="89"/>
                                        </p:tgtEl>
                                        <p:attrNameLst>
                                          <p:attrName>style.visibility</p:attrName>
                                        </p:attrNameLst>
                                      </p:cBhvr>
                                      <p:to>
                                        <p:strVal val="visible"/>
                                      </p:to>
                                    </p:set>
                                    <p:animEffect transition="in" filter="wipe(left)">
                                      <p:cBhvr>
                                        <p:cTn id="889" dur="1000"/>
                                        <p:tgtEl>
                                          <p:spTgt spid="89"/>
                                        </p:tgtEl>
                                      </p:cBhvr>
                                    </p:animEffect>
                                  </p:childTnLst>
                                </p:cTn>
                              </p:par>
                            </p:childTnLst>
                          </p:cTn>
                        </p:par>
                      </p:childTnLst>
                    </p:cTn>
                  </p:par>
                  <p:par>
                    <p:cTn id="890" fill="hold">
                      <p:stCondLst>
                        <p:cond delay="indefinite"/>
                      </p:stCondLst>
                      <p:childTnLst>
                        <p:par>
                          <p:cTn id="891" fill="hold">
                            <p:stCondLst>
                              <p:cond delay="0"/>
                            </p:stCondLst>
                            <p:childTnLst>
                              <p:par>
                                <p:cTn id="892" presetID="32" presetClass="emph" presetSubtype="0" fill="hold" nodeType="clickEffect">
                                  <p:stCondLst>
                                    <p:cond delay="0"/>
                                  </p:stCondLst>
                                  <p:childTnLst>
                                    <p:animRot by="120000">
                                      <p:cBhvr>
                                        <p:cTn id="893" dur="100" fill="hold">
                                          <p:stCondLst>
                                            <p:cond delay="0"/>
                                          </p:stCondLst>
                                        </p:cTn>
                                        <p:tgtEl>
                                          <p:spTgt spid="89"/>
                                        </p:tgtEl>
                                        <p:attrNameLst>
                                          <p:attrName>r</p:attrName>
                                        </p:attrNameLst>
                                      </p:cBhvr>
                                    </p:animRot>
                                    <p:animRot by="-240000">
                                      <p:cBhvr>
                                        <p:cTn id="894" dur="200" fill="hold">
                                          <p:stCondLst>
                                            <p:cond delay="200"/>
                                          </p:stCondLst>
                                        </p:cTn>
                                        <p:tgtEl>
                                          <p:spTgt spid="89"/>
                                        </p:tgtEl>
                                        <p:attrNameLst>
                                          <p:attrName>r</p:attrName>
                                        </p:attrNameLst>
                                      </p:cBhvr>
                                    </p:animRot>
                                    <p:animRot by="240000">
                                      <p:cBhvr>
                                        <p:cTn id="895" dur="200" fill="hold">
                                          <p:stCondLst>
                                            <p:cond delay="400"/>
                                          </p:stCondLst>
                                        </p:cTn>
                                        <p:tgtEl>
                                          <p:spTgt spid="89"/>
                                        </p:tgtEl>
                                        <p:attrNameLst>
                                          <p:attrName>r</p:attrName>
                                        </p:attrNameLst>
                                      </p:cBhvr>
                                    </p:animRot>
                                    <p:animRot by="-240000">
                                      <p:cBhvr>
                                        <p:cTn id="896" dur="200" fill="hold">
                                          <p:stCondLst>
                                            <p:cond delay="600"/>
                                          </p:stCondLst>
                                        </p:cTn>
                                        <p:tgtEl>
                                          <p:spTgt spid="89"/>
                                        </p:tgtEl>
                                        <p:attrNameLst>
                                          <p:attrName>r</p:attrName>
                                        </p:attrNameLst>
                                      </p:cBhvr>
                                    </p:animRot>
                                    <p:animRot by="120000">
                                      <p:cBhvr>
                                        <p:cTn id="897" dur="200" fill="hold">
                                          <p:stCondLst>
                                            <p:cond delay="800"/>
                                          </p:stCondLst>
                                        </p:cTn>
                                        <p:tgtEl>
                                          <p:spTgt spid="89"/>
                                        </p:tgtEl>
                                        <p:attrNameLst>
                                          <p:attrName>r</p:attrName>
                                        </p:attrNameLst>
                                      </p:cBhvr>
                                    </p:animRot>
                                  </p:childTnLst>
                                </p:cTn>
                              </p:par>
                            </p:childTnLst>
                          </p:cTn>
                        </p:par>
                        <p:par>
                          <p:cTn id="898" fill="hold">
                            <p:stCondLst>
                              <p:cond delay="1000"/>
                            </p:stCondLst>
                            <p:childTnLst>
                              <p:par>
                                <p:cTn id="899" presetID="22" presetClass="exit" presetSubtype="1" fill="hold" nodeType="afterEffect">
                                  <p:stCondLst>
                                    <p:cond delay="0"/>
                                  </p:stCondLst>
                                  <p:childTnLst>
                                    <p:animEffect transition="out" filter="wipe(up)">
                                      <p:cBhvr>
                                        <p:cTn id="900" dur="500"/>
                                        <p:tgtEl>
                                          <p:spTgt spid="89"/>
                                        </p:tgtEl>
                                      </p:cBhvr>
                                    </p:animEffect>
                                    <p:set>
                                      <p:cBhvr>
                                        <p:cTn id="901" dur="1" fill="hold">
                                          <p:stCondLst>
                                            <p:cond delay="499"/>
                                          </p:stCondLst>
                                        </p:cTn>
                                        <p:tgtEl>
                                          <p:spTgt spid="89"/>
                                        </p:tgtEl>
                                        <p:attrNameLst>
                                          <p:attrName>style.visibility</p:attrName>
                                        </p:attrNameLst>
                                      </p:cBhvr>
                                      <p:to>
                                        <p:strVal val="hidden"/>
                                      </p:to>
                                    </p:set>
                                  </p:childTnLst>
                                </p:cTn>
                              </p:par>
                            </p:childTnLst>
                          </p:cTn>
                        </p:par>
                        <p:par>
                          <p:cTn id="902" fill="hold">
                            <p:stCondLst>
                              <p:cond delay="1500"/>
                            </p:stCondLst>
                            <p:childTnLst>
                              <p:par>
                                <p:cTn id="903" presetID="22" presetClass="entr" presetSubtype="8" fill="hold" nodeType="afterEffect">
                                  <p:stCondLst>
                                    <p:cond delay="0"/>
                                  </p:stCondLst>
                                  <p:childTnLst>
                                    <p:set>
                                      <p:cBhvr>
                                        <p:cTn id="904" dur="1" fill="hold">
                                          <p:stCondLst>
                                            <p:cond delay="0"/>
                                          </p:stCondLst>
                                        </p:cTn>
                                        <p:tgtEl>
                                          <p:spTgt spid="76"/>
                                        </p:tgtEl>
                                        <p:attrNameLst>
                                          <p:attrName>style.visibility</p:attrName>
                                        </p:attrNameLst>
                                      </p:cBhvr>
                                      <p:to>
                                        <p:strVal val="visible"/>
                                      </p:to>
                                    </p:set>
                                    <p:animEffect transition="in" filter="wipe(left)">
                                      <p:cBhvr>
                                        <p:cTn id="905" dur="500"/>
                                        <p:tgtEl>
                                          <p:spTgt spid="76"/>
                                        </p:tgtEl>
                                      </p:cBhvr>
                                    </p:animEffect>
                                  </p:childTnLst>
                                </p:cTn>
                              </p:par>
                            </p:childTnLst>
                          </p:cTn>
                        </p:par>
                      </p:childTnLst>
                    </p:cTn>
                  </p:par>
                  <p:par>
                    <p:cTn id="906" fill="hold">
                      <p:stCondLst>
                        <p:cond delay="indefinite"/>
                      </p:stCondLst>
                      <p:childTnLst>
                        <p:par>
                          <p:cTn id="907" fill="hold">
                            <p:stCondLst>
                              <p:cond delay="0"/>
                            </p:stCondLst>
                            <p:childTnLst>
                              <p:par>
                                <p:cTn id="908" presetID="22" presetClass="exit" presetSubtype="1" fill="hold" nodeType="clickEffect">
                                  <p:stCondLst>
                                    <p:cond delay="0"/>
                                  </p:stCondLst>
                                  <p:childTnLst>
                                    <p:animEffect transition="out" filter="wipe(up)">
                                      <p:cBhvr>
                                        <p:cTn id="909" dur="500"/>
                                        <p:tgtEl>
                                          <p:spTgt spid="76"/>
                                        </p:tgtEl>
                                      </p:cBhvr>
                                    </p:animEffect>
                                    <p:set>
                                      <p:cBhvr>
                                        <p:cTn id="910" dur="1" fill="hold">
                                          <p:stCondLst>
                                            <p:cond delay="499"/>
                                          </p:stCondLst>
                                        </p:cTn>
                                        <p:tgtEl>
                                          <p:spTgt spid="76"/>
                                        </p:tgtEl>
                                        <p:attrNameLst>
                                          <p:attrName>style.visibility</p:attrName>
                                        </p:attrNameLst>
                                      </p:cBhvr>
                                      <p:to>
                                        <p:strVal val="hidden"/>
                                      </p:to>
                                    </p:set>
                                  </p:childTnLst>
                                </p:cTn>
                              </p:par>
                            </p:childTnLst>
                          </p:cTn>
                        </p:par>
                        <p:par>
                          <p:cTn id="911" fill="hold">
                            <p:stCondLst>
                              <p:cond delay="500"/>
                            </p:stCondLst>
                            <p:childTnLst>
                              <p:par>
                                <p:cTn id="912" presetID="32" presetClass="emph" presetSubtype="0" fill="hold" nodeType="afterEffect">
                                  <p:stCondLst>
                                    <p:cond delay="0"/>
                                  </p:stCondLst>
                                  <p:childTnLst>
                                    <p:animRot by="120000">
                                      <p:cBhvr>
                                        <p:cTn id="913" dur="100" fill="hold">
                                          <p:stCondLst>
                                            <p:cond delay="0"/>
                                          </p:stCondLst>
                                        </p:cTn>
                                        <p:tgtEl>
                                          <p:spTgt spid="76"/>
                                        </p:tgtEl>
                                        <p:attrNameLst>
                                          <p:attrName>r</p:attrName>
                                        </p:attrNameLst>
                                      </p:cBhvr>
                                    </p:animRot>
                                    <p:animRot by="-240000">
                                      <p:cBhvr>
                                        <p:cTn id="914" dur="200" fill="hold">
                                          <p:stCondLst>
                                            <p:cond delay="200"/>
                                          </p:stCondLst>
                                        </p:cTn>
                                        <p:tgtEl>
                                          <p:spTgt spid="76"/>
                                        </p:tgtEl>
                                        <p:attrNameLst>
                                          <p:attrName>r</p:attrName>
                                        </p:attrNameLst>
                                      </p:cBhvr>
                                    </p:animRot>
                                    <p:animRot by="240000">
                                      <p:cBhvr>
                                        <p:cTn id="915" dur="200" fill="hold">
                                          <p:stCondLst>
                                            <p:cond delay="400"/>
                                          </p:stCondLst>
                                        </p:cTn>
                                        <p:tgtEl>
                                          <p:spTgt spid="76"/>
                                        </p:tgtEl>
                                        <p:attrNameLst>
                                          <p:attrName>r</p:attrName>
                                        </p:attrNameLst>
                                      </p:cBhvr>
                                    </p:animRot>
                                    <p:animRot by="-240000">
                                      <p:cBhvr>
                                        <p:cTn id="916" dur="200" fill="hold">
                                          <p:stCondLst>
                                            <p:cond delay="600"/>
                                          </p:stCondLst>
                                        </p:cTn>
                                        <p:tgtEl>
                                          <p:spTgt spid="76"/>
                                        </p:tgtEl>
                                        <p:attrNameLst>
                                          <p:attrName>r</p:attrName>
                                        </p:attrNameLst>
                                      </p:cBhvr>
                                    </p:animRot>
                                    <p:animRot by="120000">
                                      <p:cBhvr>
                                        <p:cTn id="917" dur="200" fill="hold">
                                          <p:stCondLst>
                                            <p:cond delay="800"/>
                                          </p:stCondLst>
                                        </p:cTn>
                                        <p:tgtEl>
                                          <p:spTgt spid="76"/>
                                        </p:tgtEl>
                                        <p:attrNameLst>
                                          <p:attrName>r</p:attrName>
                                        </p:attrNameLst>
                                      </p:cBhvr>
                                    </p:animRot>
                                  </p:childTnLst>
                                </p:cTn>
                              </p:par>
                            </p:childTnLst>
                          </p:cTn>
                        </p:par>
                        <p:par>
                          <p:cTn id="918" fill="hold">
                            <p:stCondLst>
                              <p:cond delay="1500"/>
                            </p:stCondLst>
                            <p:childTnLst>
                              <p:par>
                                <p:cTn id="919" presetID="22" presetClass="entr" presetSubtype="8" fill="hold" nodeType="afterEffect">
                                  <p:stCondLst>
                                    <p:cond delay="0"/>
                                  </p:stCondLst>
                                  <p:childTnLst>
                                    <p:set>
                                      <p:cBhvr>
                                        <p:cTn id="920" dur="1" fill="hold">
                                          <p:stCondLst>
                                            <p:cond delay="0"/>
                                          </p:stCondLst>
                                        </p:cTn>
                                        <p:tgtEl>
                                          <p:spTgt spid="109"/>
                                        </p:tgtEl>
                                        <p:attrNameLst>
                                          <p:attrName>style.visibility</p:attrName>
                                        </p:attrNameLst>
                                      </p:cBhvr>
                                      <p:to>
                                        <p:strVal val="visible"/>
                                      </p:to>
                                    </p:set>
                                    <p:animEffect transition="in" filter="wipe(left)">
                                      <p:cBhvr>
                                        <p:cTn id="921" dur="1000"/>
                                        <p:tgtEl>
                                          <p:spTgt spid="109"/>
                                        </p:tgtEl>
                                      </p:cBhvr>
                                    </p:animEffect>
                                  </p:childTnLst>
                                </p:cTn>
                              </p:par>
                            </p:childTnLst>
                          </p:cTn>
                        </p:par>
                      </p:childTnLst>
                    </p:cTn>
                  </p:par>
                  <p:par>
                    <p:cTn id="922" fill="hold">
                      <p:stCondLst>
                        <p:cond delay="indefinite"/>
                      </p:stCondLst>
                      <p:childTnLst>
                        <p:par>
                          <p:cTn id="923" fill="hold">
                            <p:stCondLst>
                              <p:cond delay="0"/>
                            </p:stCondLst>
                            <p:childTnLst>
                              <p:par>
                                <p:cTn id="924" presetID="22" presetClass="exit" presetSubtype="1" fill="hold" nodeType="clickEffect">
                                  <p:stCondLst>
                                    <p:cond delay="0"/>
                                  </p:stCondLst>
                                  <p:childTnLst>
                                    <p:animEffect transition="out" filter="wipe(up)">
                                      <p:cBhvr>
                                        <p:cTn id="925" dur="500"/>
                                        <p:tgtEl>
                                          <p:spTgt spid="109"/>
                                        </p:tgtEl>
                                      </p:cBhvr>
                                    </p:animEffect>
                                    <p:set>
                                      <p:cBhvr>
                                        <p:cTn id="926" dur="1" fill="hold">
                                          <p:stCondLst>
                                            <p:cond delay="499"/>
                                          </p:stCondLst>
                                        </p:cTn>
                                        <p:tgtEl>
                                          <p:spTgt spid="1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68" grpId="0"/>
      <p:bldP spid="69" grpId="0"/>
      <p:bldP spid="7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EFE8E9F-C56C-4166-97DE-27743A559EEA}"/>
              </a:ext>
            </a:extLst>
          </p:cNvPr>
          <p:cNvSpPr txBox="1"/>
          <p:nvPr/>
        </p:nvSpPr>
        <p:spPr>
          <a:xfrm>
            <a:off x="222496" y="2206405"/>
            <a:ext cx="7818265" cy="3539430"/>
          </a:xfrm>
          <a:prstGeom prst="rect">
            <a:avLst/>
          </a:prstGeom>
          <a:solidFill>
            <a:schemeClr val="tx2">
              <a:lumMod val="10000"/>
              <a:lumOff val="90000"/>
            </a:schemeClr>
          </a:solidFill>
          <a:ln w="12700">
            <a:solidFill>
              <a:schemeClr val="tx1"/>
            </a:solidFill>
          </a:ln>
        </p:spPr>
        <p:txBody>
          <a:bodyPr wrap="square">
            <a:spAutoFit/>
          </a:bodyPr>
          <a:lstStyle/>
          <a:p>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Status</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InOrderTraverse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Status</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(*Visit)(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TElemType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6.5</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。采用二叉链表存储结构，</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Visit</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是对数据元素操作的应用函数。</a:t>
            </a:r>
          </a:p>
          <a:p>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中序遍历二叉树</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T</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的非递归算法，对每个数据元素调用函数</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Visit</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p;</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Stack S =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InitStack</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(10,5);  p = 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栈初始化，</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指向根结点</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while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(p ||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StackEmpty</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(S))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遍历到</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和栈均为空为止</a:t>
            </a:r>
            <a:endPar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(p)</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Push(S, p);  p = p-&gt;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lchild</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p</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不空，进栈，向左走</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根指针退栈，访问结点，遍历右子树</a:t>
            </a:r>
            <a:endPar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p = Pop(S);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(!Visit(p-&gt;data))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ERROR; </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p = p-&gt;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rchild</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chemeClr val="accent6">
                    <a:lumMod val="75000"/>
                  </a:schemeClr>
                </a:solidFill>
                <a:latin typeface="Courier New" panose="02070309020205020404" pitchFamily="49" charset="0"/>
                <a:ea typeface="仿宋" panose="02010609060101010101" pitchFamily="49" charset="-122"/>
                <a:cs typeface="Courier New" panose="02070309020205020404" pitchFamily="49" charset="0"/>
              </a:rPr>
              <a:t>向右一步</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OK;</a:t>
            </a:r>
          </a:p>
          <a:p>
            <a:r>
              <a:rPr lang="en-US" altLang="zh-CN" sz="16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p:txBody>
      </p:sp>
      <p:grpSp>
        <p:nvGrpSpPr>
          <p:cNvPr id="4" name="组合 3">
            <a:extLst>
              <a:ext uri="{FF2B5EF4-FFF2-40B4-BE49-F238E27FC236}">
                <a16:creationId xmlns:a16="http://schemas.microsoft.com/office/drawing/2014/main" id="{B82A740E-98EC-4A55-BB3F-382EFE99BF59}"/>
              </a:ext>
            </a:extLst>
          </p:cNvPr>
          <p:cNvGrpSpPr/>
          <p:nvPr/>
        </p:nvGrpSpPr>
        <p:grpSpPr>
          <a:xfrm>
            <a:off x="9468223" y="4493452"/>
            <a:ext cx="1019701" cy="2225224"/>
            <a:chOff x="9401517" y="4498790"/>
            <a:chExt cx="988383" cy="1966486"/>
          </a:xfrm>
        </p:grpSpPr>
        <p:sp>
          <p:nvSpPr>
            <p:cNvPr id="5" name="矩形 4">
              <a:extLst>
                <a:ext uri="{FF2B5EF4-FFF2-40B4-BE49-F238E27FC236}">
                  <a16:creationId xmlns:a16="http://schemas.microsoft.com/office/drawing/2014/main" id="{125D8DDC-3879-4330-A3F5-113A11E5E06C}"/>
                </a:ext>
              </a:extLst>
            </p:cNvPr>
            <p:cNvSpPr/>
            <p:nvPr/>
          </p:nvSpPr>
          <p:spPr>
            <a:xfrm>
              <a:off x="9401517" y="4500866"/>
              <a:ext cx="981428" cy="153367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829126FD-72D7-425E-8A53-0B1FE529B915}"/>
                </a:ext>
              </a:extLst>
            </p:cNvPr>
            <p:cNvGrpSpPr/>
            <p:nvPr/>
          </p:nvGrpSpPr>
          <p:grpSpPr>
            <a:xfrm>
              <a:off x="9401517" y="4498790"/>
              <a:ext cx="988383" cy="1966486"/>
              <a:chOff x="8639311" y="1265375"/>
              <a:chExt cx="988383" cy="1725259"/>
            </a:xfrm>
          </p:grpSpPr>
          <p:grpSp>
            <p:nvGrpSpPr>
              <p:cNvPr id="7" name="组合 6">
                <a:extLst>
                  <a:ext uri="{FF2B5EF4-FFF2-40B4-BE49-F238E27FC236}">
                    <a16:creationId xmlns:a16="http://schemas.microsoft.com/office/drawing/2014/main" id="{16851FBB-9AE7-4883-9746-E008DC257F95}"/>
                  </a:ext>
                </a:extLst>
              </p:cNvPr>
              <p:cNvGrpSpPr/>
              <p:nvPr/>
            </p:nvGrpSpPr>
            <p:grpSpPr>
              <a:xfrm>
                <a:off x="8639311" y="1265375"/>
                <a:ext cx="988383" cy="1336539"/>
                <a:chOff x="8639311" y="1265375"/>
                <a:chExt cx="988383" cy="1336539"/>
              </a:xfrm>
            </p:grpSpPr>
            <p:sp>
              <p:nvSpPr>
                <p:cNvPr id="9" name="Line 6">
                  <a:extLst>
                    <a:ext uri="{FF2B5EF4-FFF2-40B4-BE49-F238E27FC236}">
                      <a16:creationId xmlns:a16="http://schemas.microsoft.com/office/drawing/2014/main" id="{FBA80CA1-7137-4457-9A30-C73ADFFD790C}"/>
                    </a:ext>
                  </a:extLst>
                </p:cNvPr>
                <p:cNvSpPr>
                  <a:spLocks noChangeShapeType="1"/>
                </p:cNvSpPr>
                <p:nvPr/>
              </p:nvSpPr>
              <p:spPr bwMode="auto">
                <a:xfrm flipH="1">
                  <a:off x="8640898" y="1265375"/>
                  <a:ext cx="7515" cy="1336539"/>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7">
                  <a:extLst>
                    <a:ext uri="{FF2B5EF4-FFF2-40B4-BE49-F238E27FC236}">
                      <a16:creationId xmlns:a16="http://schemas.microsoft.com/office/drawing/2014/main" id="{95E1AE15-86B1-49BB-9668-884AA385A220}"/>
                    </a:ext>
                  </a:extLst>
                </p:cNvPr>
                <p:cNvSpPr>
                  <a:spLocks noChangeShapeType="1"/>
                </p:cNvSpPr>
                <p:nvPr/>
              </p:nvSpPr>
              <p:spPr bwMode="auto">
                <a:xfrm flipH="1">
                  <a:off x="9625747" y="1265376"/>
                  <a:ext cx="1947" cy="133565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8">
                  <a:extLst>
                    <a:ext uri="{FF2B5EF4-FFF2-40B4-BE49-F238E27FC236}">
                      <a16:creationId xmlns:a16="http://schemas.microsoft.com/office/drawing/2014/main" id="{A7D7CAAC-70F9-48EA-93BD-8D330B18E7C9}"/>
                    </a:ext>
                  </a:extLst>
                </p:cNvPr>
                <p:cNvSpPr>
                  <a:spLocks noChangeShapeType="1"/>
                </p:cNvSpPr>
                <p:nvPr/>
              </p:nvSpPr>
              <p:spPr bwMode="auto">
                <a:xfrm>
                  <a:off x="8639311" y="2590814"/>
                  <a:ext cx="981429"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文本框 3">
                <a:extLst>
                  <a:ext uri="{FF2B5EF4-FFF2-40B4-BE49-F238E27FC236}">
                    <a16:creationId xmlns:a16="http://schemas.microsoft.com/office/drawing/2014/main" id="{348D27D9-7C20-4A21-AF34-019850AFED96}"/>
                  </a:ext>
                </a:extLst>
              </p:cNvPr>
              <p:cNvSpPr txBox="1">
                <a:spLocks noChangeArrowheads="1"/>
              </p:cNvSpPr>
              <p:nvPr/>
            </p:nvSpPr>
            <p:spPr bwMode="auto">
              <a:xfrm>
                <a:off x="8801960" y="2585601"/>
                <a:ext cx="699230" cy="40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en-US" sz="2400" b="1" dirty="0">
                    <a:solidFill>
                      <a:srgbClr val="C00000"/>
                    </a:solidFill>
                  </a:rPr>
                  <a:t>栈</a:t>
                </a:r>
                <a:r>
                  <a:rPr lang="en-US" altLang="zh-CN" sz="2400" b="1" dirty="0">
                    <a:solidFill>
                      <a:srgbClr val="C00000"/>
                    </a:solidFill>
                  </a:rPr>
                  <a:t>S</a:t>
                </a:r>
                <a:endParaRPr lang="zh-CN" altLang="en-US" sz="2400" b="1" dirty="0">
                  <a:solidFill>
                    <a:srgbClr val="C00000"/>
                  </a:solidFill>
                </a:endParaRPr>
              </a:p>
            </p:txBody>
          </p:sp>
        </p:grpSp>
      </p:grpSp>
      <p:sp>
        <p:nvSpPr>
          <p:cNvPr id="12" name="文本框 74757">
            <a:extLst>
              <a:ext uri="{FF2B5EF4-FFF2-40B4-BE49-F238E27FC236}">
                <a16:creationId xmlns:a16="http://schemas.microsoft.com/office/drawing/2014/main" id="{3C37F8A3-61BD-4178-8DE8-CE017C619FD3}"/>
              </a:ext>
            </a:extLst>
          </p:cNvPr>
          <p:cNvSpPr txBox="1">
            <a:spLocks noChangeArrowheads="1"/>
          </p:cNvSpPr>
          <p:nvPr/>
        </p:nvSpPr>
        <p:spPr bwMode="auto">
          <a:xfrm>
            <a:off x="7904462" y="510742"/>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en-US" sz="2400" b="1" dirty="0">
                <a:solidFill>
                  <a:srgbClr val="FF0000"/>
                </a:solidFill>
                <a:effectLst>
                  <a:outerShdw blurRad="38100" dist="38100" dir="2700000" algn="tl">
                    <a:srgbClr val="000000">
                      <a:alpha val="43137"/>
                    </a:srgbClr>
                  </a:outerShdw>
                </a:effectLst>
              </a:rPr>
              <a:t>遍历序列：</a:t>
            </a:r>
          </a:p>
        </p:txBody>
      </p:sp>
      <p:sp>
        <p:nvSpPr>
          <p:cNvPr id="13" name="文本框 70">
            <a:extLst>
              <a:ext uri="{FF2B5EF4-FFF2-40B4-BE49-F238E27FC236}">
                <a16:creationId xmlns:a16="http://schemas.microsoft.com/office/drawing/2014/main" id="{5421B9A2-D46E-4801-B119-981963F6BE93}"/>
              </a:ext>
            </a:extLst>
          </p:cNvPr>
          <p:cNvSpPr txBox="1">
            <a:spLocks noChangeArrowheads="1"/>
          </p:cNvSpPr>
          <p:nvPr/>
        </p:nvSpPr>
        <p:spPr bwMode="auto">
          <a:xfrm>
            <a:off x="9350276" y="586329"/>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D</a:t>
            </a:r>
          </a:p>
        </p:txBody>
      </p:sp>
      <p:sp>
        <p:nvSpPr>
          <p:cNvPr id="14" name="文本框 71">
            <a:extLst>
              <a:ext uri="{FF2B5EF4-FFF2-40B4-BE49-F238E27FC236}">
                <a16:creationId xmlns:a16="http://schemas.microsoft.com/office/drawing/2014/main" id="{35D80DF8-B5CC-43C2-B7E0-96424E2D4EF1}"/>
              </a:ext>
            </a:extLst>
          </p:cNvPr>
          <p:cNvSpPr txBox="1">
            <a:spLocks noChangeArrowheads="1"/>
          </p:cNvSpPr>
          <p:nvPr/>
        </p:nvSpPr>
        <p:spPr bwMode="auto">
          <a:xfrm>
            <a:off x="9636026" y="586330"/>
            <a:ext cx="3687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B</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sp>
        <p:nvSpPr>
          <p:cNvPr id="15" name="文本框 72">
            <a:extLst>
              <a:ext uri="{FF2B5EF4-FFF2-40B4-BE49-F238E27FC236}">
                <a16:creationId xmlns:a16="http://schemas.microsoft.com/office/drawing/2014/main" id="{7191CCCF-41C4-4CA5-B2FB-FF09AA420498}"/>
              </a:ext>
            </a:extLst>
          </p:cNvPr>
          <p:cNvSpPr txBox="1">
            <a:spLocks noChangeArrowheads="1"/>
          </p:cNvSpPr>
          <p:nvPr/>
        </p:nvSpPr>
        <p:spPr bwMode="auto">
          <a:xfrm>
            <a:off x="9920189" y="586329"/>
            <a:ext cx="356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a:solidFill>
                  <a:srgbClr val="000000"/>
                </a:solidFill>
                <a:latin typeface="Times New Roman" panose="02020603050405020304" pitchFamily="18" charset="0"/>
                <a:cs typeface="Times New Roman" panose="02020603050405020304" pitchFamily="18" charset="0"/>
              </a:rPr>
              <a:t>E</a:t>
            </a:r>
          </a:p>
        </p:txBody>
      </p:sp>
      <p:sp>
        <p:nvSpPr>
          <p:cNvPr id="16" name="文本框 73">
            <a:extLst>
              <a:ext uri="{FF2B5EF4-FFF2-40B4-BE49-F238E27FC236}">
                <a16:creationId xmlns:a16="http://schemas.microsoft.com/office/drawing/2014/main" id="{DD40822A-DD5D-4D8B-8B07-8EB17FAF94F7}"/>
              </a:ext>
            </a:extLst>
          </p:cNvPr>
          <p:cNvSpPr txBox="1">
            <a:spLocks noChangeArrowheads="1"/>
          </p:cNvSpPr>
          <p:nvPr/>
        </p:nvSpPr>
        <p:spPr bwMode="auto">
          <a:xfrm>
            <a:off x="10213876" y="586329"/>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a:solidFill>
                  <a:srgbClr val="000000"/>
                </a:solidFill>
                <a:latin typeface="Times New Roman" panose="02020603050405020304" pitchFamily="18" charset="0"/>
                <a:cs typeface="Times New Roman" panose="02020603050405020304" pitchFamily="18" charset="0"/>
              </a:rPr>
              <a:t>A</a:t>
            </a:r>
          </a:p>
        </p:txBody>
      </p:sp>
      <p:sp>
        <p:nvSpPr>
          <p:cNvPr id="17" name="文本框 74">
            <a:extLst>
              <a:ext uri="{FF2B5EF4-FFF2-40B4-BE49-F238E27FC236}">
                <a16:creationId xmlns:a16="http://schemas.microsoft.com/office/drawing/2014/main" id="{54793BD7-ED94-4E79-AA3B-F7B125427996}"/>
              </a:ext>
            </a:extLst>
          </p:cNvPr>
          <p:cNvSpPr txBox="1">
            <a:spLocks noChangeArrowheads="1"/>
          </p:cNvSpPr>
          <p:nvPr/>
        </p:nvSpPr>
        <p:spPr bwMode="auto">
          <a:xfrm>
            <a:off x="11150289" y="580487"/>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C</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grpSp>
        <p:nvGrpSpPr>
          <p:cNvPr id="18" name="组合 17">
            <a:extLst>
              <a:ext uri="{FF2B5EF4-FFF2-40B4-BE49-F238E27FC236}">
                <a16:creationId xmlns:a16="http://schemas.microsoft.com/office/drawing/2014/main" id="{642EA897-DEC1-4CFF-B515-E3B18A6FEFD5}"/>
              </a:ext>
            </a:extLst>
          </p:cNvPr>
          <p:cNvGrpSpPr/>
          <p:nvPr/>
        </p:nvGrpSpPr>
        <p:grpSpPr>
          <a:xfrm>
            <a:off x="10085301" y="1064745"/>
            <a:ext cx="369012" cy="620959"/>
            <a:chOff x="9751992" y="1235449"/>
            <a:chExt cx="369012" cy="620959"/>
          </a:xfrm>
        </p:grpSpPr>
        <p:cxnSp>
          <p:nvCxnSpPr>
            <p:cNvPr id="19" name="直接箭头连接符 2">
              <a:extLst>
                <a:ext uri="{FF2B5EF4-FFF2-40B4-BE49-F238E27FC236}">
                  <a16:creationId xmlns:a16="http://schemas.microsoft.com/office/drawing/2014/main" id="{B9B169CC-1099-4B4D-80DA-A7C9D160AA3B}"/>
                </a:ext>
              </a:extLst>
            </p:cNvPr>
            <p:cNvCxnSpPr>
              <a:cxnSpLocks noChangeShapeType="1"/>
            </p:cNvCxnSpPr>
            <p:nvPr/>
          </p:nvCxnSpPr>
          <p:spPr bwMode="auto">
            <a:xfrm>
              <a:off x="10026368" y="1463040"/>
              <a:ext cx="0" cy="393368"/>
            </a:xfrm>
            <a:prstGeom prst="straightConnector1">
              <a:avLst/>
            </a:prstGeom>
            <a:noFill/>
            <a:ln w="25400">
              <a:solidFill>
                <a:srgbClr val="C00000"/>
              </a:solidFill>
              <a:round/>
              <a:headEnd/>
              <a:tailEnd type="triangle" w="med" len="lg"/>
            </a:ln>
            <a:extLst>
              <a:ext uri="{909E8E84-426E-40DD-AFC4-6F175D3DCCD1}">
                <a14:hiddenFill xmlns:a14="http://schemas.microsoft.com/office/drawing/2010/main">
                  <a:noFill/>
                </a14:hiddenFill>
              </a:ext>
            </a:extLst>
          </p:spPr>
        </p:cxnSp>
        <p:sp>
          <p:nvSpPr>
            <p:cNvPr id="20" name="文本框 3">
              <a:extLst>
                <a:ext uri="{FF2B5EF4-FFF2-40B4-BE49-F238E27FC236}">
                  <a16:creationId xmlns:a16="http://schemas.microsoft.com/office/drawing/2014/main" id="{6D96D209-59A3-466C-8E57-9CA5A0286224}"/>
                </a:ext>
              </a:extLst>
            </p:cNvPr>
            <p:cNvSpPr txBox="1">
              <a:spLocks noChangeArrowheads="1"/>
            </p:cNvSpPr>
            <p:nvPr/>
          </p:nvSpPr>
          <p:spPr bwMode="auto">
            <a:xfrm>
              <a:off x="9751992" y="1235449"/>
              <a:ext cx="369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400" b="1" dirty="0">
                  <a:solidFill>
                    <a:srgbClr val="C00000"/>
                  </a:solidFill>
                  <a:latin typeface="Courier New" panose="02070309020205020404" pitchFamily="49" charset="0"/>
                  <a:cs typeface="Courier New" panose="02070309020205020404" pitchFamily="49" charset="0"/>
                </a:rPr>
                <a:t>T</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grpSp>
        <p:nvGrpSpPr>
          <p:cNvPr id="21" name="组合 20">
            <a:extLst>
              <a:ext uri="{FF2B5EF4-FFF2-40B4-BE49-F238E27FC236}">
                <a16:creationId xmlns:a16="http://schemas.microsoft.com/office/drawing/2014/main" id="{FDD99430-F3F6-4EC7-847D-0B11B2A84312}"/>
              </a:ext>
            </a:extLst>
          </p:cNvPr>
          <p:cNvGrpSpPr/>
          <p:nvPr/>
        </p:nvGrpSpPr>
        <p:grpSpPr>
          <a:xfrm>
            <a:off x="9799376" y="5848131"/>
            <a:ext cx="503603" cy="307777"/>
            <a:chOff x="8919509" y="2075282"/>
            <a:chExt cx="503603" cy="307777"/>
          </a:xfrm>
        </p:grpSpPr>
        <p:sp>
          <p:nvSpPr>
            <p:cNvPr id="22" name="Text Box 9">
              <a:extLst>
                <a:ext uri="{FF2B5EF4-FFF2-40B4-BE49-F238E27FC236}">
                  <a16:creationId xmlns:a16="http://schemas.microsoft.com/office/drawing/2014/main" id="{DC312CF3-29D4-4078-923D-D46BCD67C568}"/>
                </a:ext>
              </a:extLst>
            </p:cNvPr>
            <p:cNvSpPr txBox="1">
              <a:spLocks noChangeArrowheads="1"/>
            </p:cNvSpPr>
            <p:nvPr/>
          </p:nvSpPr>
          <p:spPr bwMode="auto">
            <a:xfrm>
              <a:off x="9187214" y="2075282"/>
              <a:ext cx="2358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0000"/>
                  </a:solidFill>
                  <a:latin typeface="Times New Roman" panose="02020603050405020304" pitchFamily="18" charset="0"/>
                  <a:cs typeface="Times New Roman" panose="02020603050405020304" pitchFamily="18" charset="0"/>
                </a:rPr>
                <a:t>A</a:t>
              </a:r>
            </a:p>
          </p:txBody>
        </p:sp>
        <p:cxnSp>
          <p:nvCxnSpPr>
            <p:cNvPr id="23" name="直接箭头连接符 22">
              <a:extLst>
                <a:ext uri="{FF2B5EF4-FFF2-40B4-BE49-F238E27FC236}">
                  <a16:creationId xmlns:a16="http://schemas.microsoft.com/office/drawing/2014/main" id="{88504168-97B3-4ABB-A6A0-29691E218D90}"/>
                </a:ext>
              </a:extLst>
            </p:cNvPr>
            <p:cNvCxnSpPr/>
            <p:nvPr/>
          </p:nvCxnSpPr>
          <p:spPr>
            <a:xfrm>
              <a:off x="8919509"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AD8E54BE-B94B-42C3-A06D-797BB9986C85}"/>
              </a:ext>
            </a:extLst>
          </p:cNvPr>
          <p:cNvGrpSpPr/>
          <p:nvPr/>
        </p:nvGrpSpPr>
        <p:grpSpPr>
          <a:xfrm>
            <a:off x="9797133" y="5523294"/>
            <a:ext cx="488239" cy="307777"/>
            <a:chOff x="8926282" y="2096152"/>
            <a:chExt cx="488239" cy="307777"/>
          </a:xfrm>
        </p:grpSpPr>
        <p:sp>
          <p:nvSpPr>
            <p:cNvPr id="25" name="Text Box 9">
              <a:extLst>
                <a:ext uri="{FF2B5EF4-FFF2-40B4-BE49-F238E27FC236}">
                  <a16:creationId xmlns:a16="http://schemas.microsoft.com/office/drawing/2014/main" id="{84D61AC7-0197-49A6-9FD1-FCE3C7B72EB4}"/>
                </a:ext>
              </a:extLst>
            </p:cNvPr>
            <p:cNvSpPr txBox="1">
              <a:spLocks noChangeArrowheads="1"/>
            </p:cNvSpPr>
            <p:nvPr/>
          </p:nvSpPr>
          <p:spPr bwMode="auto">
            <a:xfrm>
              <a:off x="9242999" y="2096152"/>
              <a:ext cx="17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B</a:t>
              </a:r>
            </a:p>
          </p:txBody>
        </p:sp>
        <p:cxnSp>
          <p:nvCxnSpPr>
            <p:cNvPr id="26" name="直接箭头连接符 25">
              <a:extLst>
                <a:ext uri="{FF2B5EF4-FFF2-40B4-BE49-F238E27FC236}">
                  <a16:creationId xmlns:a16="http://schemas.microsoft.com/office/drawing/2014/main" id="{09652FE4-5EF2-4440-BAFF-CA9E1FF32A93}"/>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27" name="组合 26">
            <a:extLst>
              <a:ext uri="{FF2B5EF4-FFF2-40B4-BE49-F238E27FC236}">
                <a16:creationId xmlns:a16="http://schemas.microsoft.com/office/drawing/2014/main" id="{3349682C-5737-41AF-8DC7-5E18C55EBDC3}"/>
              </a:ext>
            </a:extLst>
          </p:cNvPr>
          <p:cNvGrpSpPr/>
          <p:nvPr/>
        </p:nvGrpSpPr>
        <p:grpSpPr>
          <a:xfrm>
            <a:off x="8293369" y="1687230"/>
            <a:ext cx="3546145" cy="2481461"/>
            <a:chOff x="1775156" y="1274313"/>
            <a:chExt cx="3546145" cy="2481461"/>
          </a:xfrm>
        </p:grpSpPr>
        <p:grpSp>
          <p:nvGrpSpPr>
            <p:cNvPr id="28" name="组合 27">
              <a:extLst>
                <a:ext uri="{FF2B5EF4-FFF2-40B4-BE49-F238E27FC236}">
                  <a16:creationId xmlns:a16="http://schemas.microsoft.com/office/drawing/2014/main" id="{9584BFA1-5FF0-40F8-B22F-2568B892CDF5}"/>
                </a:ext>
              </a:extLst>
            </p:cNvPr>
            <p:cNvGrpSpPr/>
            <p:nvPr/>
          </p:nvGrpSpPr>
          <p:grpSpPr>
            <a:xfrm>
              <a:off x="3461276" y="1274313"/>
              <a:ext cx="768396" cy="349944"/>
              <a:chOff x="3019380" y="1220338"/>
              <a:chExt cx="768396" cy="349944"/>
            </a:xfrm>
          </p:grpSpPr>
          <p:sp>
            <p:nvSpPr>
              <p:cNvPr id="59" name="文本框 58">
                <a:extLst>
                  <a:ext uri="{FF2B5EF4-FFF2-40B4-BE49-F238E27FC236}">
                    <a16:creationId xmlns:a16="http://schemas.microsoft.com/office/drawing/2014/main" id="{73EE263C-AFDE-4E24-BCDA-43CDFDEACBA6}"/>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A</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60" name="文本框 59">
                <a:extLst>
                  <a:ext uri="{FF2B5EF4-FFF2-40B4-BE49-F238E27FC236}">
                    <a16:creationId xmlns:a16="http://schemas.microsoft.com/office/drawing/2014/main" id="{26067F80-9EB2-4C44-8BAE-6FFA85C10768}"/>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sp>
            <p:nvSpPr>
              <p:cNvPr id="61" name="文本框 60">
                <a:extLst>
                  <a:ext uri="{FF2B5EF4-FFF2-40B4-BE49-F238E27FC236}">
                    <a16:creationId xmlns:a16="http://schemas.microsoft.com/office/drawing/2014/main" id="{FA5AA336-9B8A-4CA0-A5D4-A8B81B953B7B}"/>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29" name="组合 28">
              <a:extLst>
                <a:ext uri="{FF2B5EF4-FFF2-40B4-BE49-F238E27FC236}">
                  <a16:creationId xmlns:a16="http://schemas.microsoft.com/office/drawing/2014/main" id="{B6752E77-932D-474C-8FEB-D8666B764970}"/>
                </a:ext>
              </a:extLst>
            </p:cNvPr>
            <p:cNvGrpSpPr/>
            <p:nvPr/>
          </p:nvGrpSpPr>
          <p:grpSpPr>
            <a:xfrm>
              <a:off x="2305005" y="1985513"/>
              <a:ext cx="768396" cy="349944"/>
              <a:chOff x="3019380" y="1220338"/>
              <a:chExt cx="768396" cy="349944"/>
            </a:xfrm>
          </p:grpSpPr>
          <p:sp>
            <p:nvSpPr>
              <p:cNvPr id="56" name="文本框 55">
                <a:extLst>
                  <a:ext uri="{FF2B5EF4-FFF2-40B4-BE49-F238E27FC236}">
                    <a16:creationId xmlns:a16="http://schemas.microsoft.com/office/drawing/2014/main" id="{C892B11B-DDBE-42F3-9A7D-CF1BB95CFD48}"/>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B</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57" name="文本框 56">
                <a:extLst>
                  <a:ext uri="{FF2B5EF4-FFF2-40B4-BE49-F238E27FC236}">
                    <a16:creationId xmlns:a16="http://schemas.microsoft.com/office/drawing/2014/main" id="{E46BDAE9-97EB-41F9-9335-4402A34187F2}"/>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sp>
            <p:nvSpPr>
              <p:cNvPr id="58" name="文本框 57">
                <a:extLst>
                  <a:ext uri="{FF2B5EF4-FFF2-40B4-BE49-F238E27FC236}">
                    <a16:creationId xmlns:a16="http://schemas.microsoft.com/office/drawing/2014/main" id="{C4C054B1-4998-4888-B8D3-FF6B5FFF8671}"/>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30" name="组合 29">
              <a:extLst>
                <a:ext uri="{FF2B5EF4-FFF2-40B4-BE49-F238E27FC236}">
                  <a16:creationId xmlns:a16="http://schemas.microsoft.com/office/drawing/2014/main" id="{6995170E-7A50-4802-8636-61B4D478E484}"/>
                </a:ext>
              </a:extLst>
            </p:cNvPr>
            <p:cNvGrpSpPr/>
            <p:nvPr/>
          </p:nvGrpSpPr>
          <p:grpSpPr>
            <a:xfrm>
              <a:off x="4552905" y="1985513"/>
              <a:ext cx="768396" cy="349944"/>
              <a:chOff x="3019380" y="1220338"/>
              <a:chExt cx="768396" cy="349944"/>
            </a:xfrm>
          </p:grpSpPr>
          <p:sp>
            <p:nvSpPr>
              <p:cNvPr id="53" name="文本框 52">
                <a:extLst>
                  <a:ext uri="{FF2B5EF4-FFF2-40B4-BE49-F238E27FC236}">
                    <a16:creationId xmlns:a16="http://schemas.microsoft.com/office/drawing/2014/main" id="{7CE3C476-E4D8-4259-A1DC-08B3CCB723F6}"/>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C</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54" name="文本框 53">
                <a:extLst>
                  <a:ext uri="{FF2B5EF4-FFF2-40B4-BE49-F238E27FC236}">
                    <a16:creationId xmlns:a16="http://schemas.microsoft.com/office/drawing/2014/main" id="{232C4BCD-7614-4F4D-96F6-D23698506811}"/>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55" name="文本框 54">
                <a:extLst>
                  <a:ext uri="{FF2B5EF4-FFF2-40B4-BE49-F238E27FC236}">
                    <a16:creationId xmlns:a16="http://schemas.microsoft.com/office/drawing/2014/main" id="{451DC994-1210-4754-B3BE-63A327C2B74C}"/>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31" name="组合 30">
              <a:extLst>
                <a:ext uri="{FF2B5EF4-FFF2-40B4-BE49-F238E27FC236}">
                  <a16:creationId xmlns:a16="http://schemas.microsoft.com/office/drawing/2014/main" id="{9CB4B59D-087F-4A74-9930-C37B98D44F5B}"/>
                </a:ext>
              </a:extLst>
            </p:cNvPr>
            <p:cNvGrpSpPr/>
            <p:nvPr/>
          </p:nvGrpSpPr>
          <p:grpSpPr>
            <a:xfrm>
              <a:off x="1775156" y="2687015"/>
              <a:ext cx="768396" cy="353580"/>
              <a:chOff x="3019380" y="1218520"/>
              <a:chExt cx="768396" cy="353580"/>
            </a:xfrm>
          </p:grpSpPr>
          <p:sp>
            <p:nvSpPr>
              <p:cNvPr id="50" name="文本框 49">
                <a:extLst>
                  <a:ext uri="{FF2B5EF4-FFF2-40B4-BE49-F238E27FC236}">
                    <a16:creationId xmlns:a16="http://schemas.microsoft.com/office/drawing/2014/main" id="{1DB36F2F-F8FA-4988-9E60-7E40193BE00C}"/>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D</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92921B53-1496-4992-B343-14AAA212E3A9}"/>
                  </a:ext>
                </a:extLst>
              </p:cNvPr>
              <p:cNvSpPr txBox="1"/>
              <p:nvPr/>
            </p:nvSpPr>
            <p:spPr>
              <a:xfrm>
                <a:off x="3549228" y="1218520"/>
                <a:ext cx="238548" cy="353580"/>
              </a:xfrm>
              <a:prstGeom prst="rect">
                <a:avLst/>
              </a:prstGeom>
              <a:solidFill>
                <a:schemeClr val="accent1">
                  <a:lumMod val="20000"/>
                  <a:lumOff val="80000"/>
                </a:schemeClr>
              </a:solidFill>
              <a:ln w="19050">
                <a:solidFill>
                  <a:srgbClr val="002060"/>
                </a:solidFill>
              </a:ln>
            </p:spPr>
            <p:txBody>
              <a:bodyPr wrap="square" lIns="36000" tIns="648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52" name="文本框 51">
                <a:extLst>
                  <a:ext uri="{FF2B5EF4-FFF2-40B4-BE49-F238E27FC236}">
                    <a16:creationId xmlns:a16="http://schemas.microsoft.com/office/drawing/2014/main" id="{E0ADF6F4-3CA2-425B-8EAC-FA4FBACB337A}"/>
                  </a:ext>
                </a:extLst>
              </p:cNvPr>
              <p:cNvSpPr txBox="1"/>
              <p:nvPr/>
            </p:nvSpPr>
            <p:spPr>
              <a:xfrm>
                <a:off x="3019380" y="1218520"/>
                <a:ext cx="238548" cy="353580"/>
              </a:xfrm>
              <a:prstGeom prst="rect">
                <a:avLst/>
              </a:prstGeom>
              <a:solidFill>
                <a:schemeClr val="accent1">
                  <a:lumMod val="20000"/>
                  <a:lumOff val="80000"/>
                </a:schemeClr>
              </a:solidFill>
              <a:ln w="19050">
                <a:solidFill>
                  <a:srgbClr val="002060"/>
                </a:solidFill>
              </a:ln>
            </p:spPr>
            <p:txBody>
              <a:bodyPr wrap="square" lIns="36000" tIns="648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grpSp>
          <p:nvGrpSpPr>
            <p:cNvPr id="32" name="组合 31">
              <a:extLst>
                <a:ext uri="{FF2B5EF4-FFF2-40B4-BE49-F238E27FC236}">
                  <a16:creationId xmlns:a16="http://schemas.microsoft.com/office/drawing/2014/main" id="{20F971D2-6DC7-4AE8-9A92-B8B807151C6E}"/>
                </a:ext>
              </a:extLst>
            </p:cNvPr>
            <p:cNvGrpSpPr/>
            <p:nvPr/>
          </p:nvGrpSpPr>
          <p:grpSpPr>
            <a:xfrm>
              <a:off x="4023057" y="2691599"/>
              <a:ext cx="768396" cy="349944"/>
              <a:chOff x="3019380" y="1220338"/>
              <a:chExt cx="768396" cy="349944"/>
            </a:xfrm>
          </p:grpSpPr>
          <p:sp>
            <p:nvSpPr>
              <p:cNvPr id="47" name="文本框 46">
                <a:extLst>
                  <a:ext uri="{FF2B5EF4-FFF2-40B4-BE49-F238E27FC236}">
                    <a16:creationId xmlns:a16="http://schemas.microsoft.com/office/drawing/2014/main" id="{1093621F-41C0-4654-913E-7CFAE5BFE612}"/>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F</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8AA57C59-6118-45BC-AC16-93FD3503F381}"/>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49" name="文本框 48">
                <a:extLst>
                  <a:ext uri="{FF2B5EF4-FFF2-40B4-BE49-F238E27FC236}">
                    <a16:creationId xmlns:a16="http://schemas.microsoft.com/office/drawing/2014/main" id="{49B0EE2A-A59C-49FA-A732-BF6D244EED79}"/>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endParaRPr lang="zh-CN" altLang="en-US" sz="1400" b="1" dirty="0">
                  <a:solidFill>
                    <a:srgbClr val="002060"/>
                  </a:solidFill>
                  <a:latin typeface="Times New Roman" panose="02020603050405020304" pitchFamily="18" charset="0"/>
                  <a:cs typeface="Times New Roman" panose="02020603050405020304" pitchFamily="18" charset="0"/>
                </a:endParaRPr>
              </a:p>
            </p:txBody>
          </p:sp>
        </p:grpSp>
        <p:grpSp>
          <p:nvGrpSpPr>
            <p:cNvPr id="33" name="组合 32">
              <a:extLst>
                <a:ext uri="{FF2B5EF4-FFF2-40B4-BE49-F238E27FC236}">
                  <a16:creationId xmlns:a16="http://schemas.microsoft.com/office/drawing/2014/main" id="{D6D94074-7655-4186-B4E1-D029BC74395B}"/>
                </a:ext>
              </a:extLst>
            </p:cNvPr>
            <p:cNvGrpSpPr/>
            <p:nvPr/>
          </p:nvGrpSpPr>
          <p:grpSpPr>
            <a:xfrm>
              <a:off x="3561214" y="3405827"/>
              <a:ext cx="768396" cy="349947"/>
              <a:chOff x="3019380" y="1220338"/>
              <a:chExt cx="768396" cy="349947"/>
            </a:xfrm>
          </p:grpSpPr>
          <p:sp>
            <p:nvSpPr>
              <p:cNvPr id="44" name="文本框 43">
                <a:extLst>
                  <a:ext uri="{FF2B5EF4-FFF2-40B4-BE49-F238E27FC236}">
                    <a16:creationId xmlns:a16="http://schemas.microsoft.com/office/drawing/2014/main" id="{8E885609-8C7E-4359-BFDE-B35AEF57A63F}"/>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G</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69F67747-BC69-474A-8FFE-3FA98D01549B}"/>
                  </a:ext>
                </a:extLst>
              </p:cNvPr>
              <p:cNvSpPr txBox="1"/>
              <p:nvPr/>
            </p:nvSpPr>
            <p:spPr>
              <a:xfrm>
                <a:off x="3549228" y="1220341"/>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46" name="文本框 45">
                <a:extLst>
                  <a:ext uri="{FF2B5EF4-FFF2-40B4-BE49-F238E27FC236}">
                    <a16:creationId xmlns:a16="http://schemas.microsoft.com/office/drawing/2014/main" id="{18F625AA-55F0-4010-9E54-6B6FEB310A18}"/>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grpSp>
          <p:nvGrpSpPr>
            <p:cNvPr id="34" name="组合 33">
              <a:extLst>
                <a:ext uri="{FF2B5EF4-FFF2-40B4-BE49-F238E27FC236}">
                  <a16:creationId xmlns:a16="http://schemas.microsoft.com/office/drawing/2014/main" id="{D8FF4AA5-484F-4A50-A6DC-A6C12330959B}"/>
                </a:ext>
              </a:extLst>
            </p:cNvPr>
            <p:cNvGrpSpPr/>
            <p:nvPr/>
          </p:nvGrpSpPr>
          <p:grpSpPr>
            <a:xfrm>
              <a:off x="2834852" y="2693947"/>
              <a:ext cx="768396" cy="349944"/>
              <a:chOff x="3019380" y="1220338"/>
              <a:chExt cx="768396" cy="349944"/>
            </a:xfrm>
          </p:grpSpPr>
          <p:sp>
            <p:nvSpPr>
              <p:cNvPr id="41" name="文本框 40">
                <a:extLst>
                  <a:ext uri="{FF2B5EF4-FFF2-40B4-BE49-F238E27FC236}">
                    <a16:creationId xmlns:a16="http://schemas.microsoft.com/office/drawing/2014/main" id="{C86DE308-A3A5-4891-8BF6-B0898D03B51A}"/>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E</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687C7682-34EA-48E2-9B06-6C642B5507E5}"/>
                  </a:ext>
                </a:extLst>
              </p:cNvPr>
              <p:cNvSpPr txBox="1"/>
              <p:nvPr/>
            </p:nvSpPr>
            <p:spPr>
              <a:xfrm>
                <a:off x="3549228"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43" name="文本框 42">
                <a:extLst>
                  <a:ext uri="{FF2B5EF4-FFF2-40B4-BE49-F238E27FC236}">
                    <a16:creationId xmlns:a16="http://schemas.microsoft.com/office/drawing/2014/main" id="{4B9DCA01-A56B-4368-8BD9-B4D159C22033}"/>
                  </a:ext>
                </a:extLst>
              </p:cNvPr>
              <p:cNvSpPr txBox="1"/>
              <p:nvPr/>
            </p:nvSpPr>
            <p:spPr>
              <a:xfrm>
                <a:off x="3019380" y="1220338"/>
                <a:ext cx="238548" cy="349944"/>
              </a:xfrm>
              <a:prstGeom prst="rect">
                <a:avLst/>
              </a:prstGeom>
              <a:solidFill>
                <a:schemeClr val="accent1">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cxnSp>
          <p:nvCxnSpPr>
            <p:cNvPr id="35" name="直接箭头连接符 34">
              <a:extLst>
                <a:ext uri="{FF2B5EF4-FFF2-40B4-BE49-F238E27FC236}">
                  <a16:creationId xmlns:a16="http://schemas.microsoft.com/office/drawing/2014/main" id="{5BF8BAE2-28A7-4E8D-9651-7D3887B132BA}"/>
                </a:ext>
              </a:extLst>
            </p:cNvPr>
            <p:cNvCxnSpPr>
              <a:endCxn id="56" idx="0"/>
            </p:cNvCxnSpPr>
            <p:nvPr/>
          </p:nvCxnSpPr>
          <p:spPr>
            <a:xfrm flipH="1">
              <a:off x="2689203" y="1449285"/>
              <a:ext cx="891347" cy="53634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81CA1820-DBBE-4E89-BEEB-E6BDB4E79D3F}"/>
                </a:ext>
              </a:extLst>
            </p:cNvPr>
            <p:cNvCxnSpPr>
              <a:cxnSpLocks/>
              <a:endCxn id="50" idx="0"/>
            </p:cNvCxnSpPr>
            <p:nvPr/>
          </p:nvCxnSpPr>
          <p:spPr>
            <a:xfrm flipH="1">
              <a:off x="2159354" y="2160485"/>
              <a:ext cx="259396" cy="52846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E1FE24A3-C671-45D7-A76A-C6ED94B6169F}"/>
                </a:ext>
              </a:extLst>
            </p:cNvPr>
            <p:cNvCxnSpPr>
              <a:cxnSpLocks/>
            </p:cNvCxnSpPr>
            <p:nvPr/>
          </p:nvCxnSpPr>
          <p:spPr>
            <a:xfrm flipH="1">
              <a:off x="4423207" y="2165599"/>
              <a:ext cx="259396" cy="52846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1EA62E0-0DD1-4B4F-BAEC-6FF7E8C0FE4B}"/>
                </a:ext>
              </a:extLst>
            </p:cNvPr>
            <p:cNvCxnSpPr>
              <a:cxnSpLocks/>
              <a:endCxn id="41" idx="0"/>
            </p:cNvCxnSpPr>
            <p:nvPr/>
          </p:nvCxnSpPr>
          <p:spPr>
            <a:xfrm>
              <a:off x="2945555" y="2165599"/>
              <a:ext cx="273495" cy="52846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F61A84AA-3F92-47A6-BEF5-19781B8D9E47}"/>
                </a:ext>
              </a:extLst>
            </p:cNvPr>
            <p:cNvCxnSpPr>
              <a:cxnSpLocks/>
              <a:endCxn id="44" idx="0"/>
            </p:cNvCxnSpPr>
            <p:nvPr/>
          </p:nvCxnSpPr>
          <p:spPr>
            <a:xfrm flipH="1">
              <a:off x="3945412" y="2900531"/>
              <a:ext cx="196920" cy="502948"/>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5B73B233-2CC8-4330-9062-97B60C6C18C5}"/>
                </a:ext>
              </a:extLst>
            </p:cNvPr>
            <p:cNvCxnSpPr>
              <a:cxnSpLocks/>
              <a:endCxn id="53" idx="0"/>
            </p:cNvCxnSpPr>
            <p:nvPr/>
          </p:nvCxnSpPr>
          <p:spPr>
            <a:xfrm>
              <a:off x="4102007" y="1449285"/>
              <a:ext cx="835096" cy="536349"/>
            </a:xfrm>
            <a:prstGeom prst="straightConnector1">
              <a:avLst/>
            </a:prstGeom>
            <a:ln w="22225">
              <a:headEnd type="oval" w="med" len="med"/>
              <a:tailEnd type="stealth" w="med" len="lg"/>
            </a:ln>
          </p:spPr>
          <p:style>
            <a:lnRef idx="1">
              <a:schemeClr val="accent1"/>
            </a:lnRef>
            <a:fillRef idx="0">
              <a:schemeClr val="accent1"/>
            </a:fillRef>
            <a:effectRef idx="0">
              <a:schemeClr val="accent1"/>
            </a:effectRef>
            <a:fontRef idx="minor">
              <a:schemeClr val="tx1"/>
            </a:fontRef>
          </p:style>
        </p:cxnSp>
      </p:grpSp>
      <p:grpSp>
        <p:nvGrpSpPr>
          <p:cNvPr id="62" name="组合 61">
            <a:extLst>
              <a:ext uri="{FF2B5EF4-FFF2-40B4-BE49-F238E27FC236}">
                <a16:creationId xmlns:a16="http://schemas.microsoft.com/office/drawing/2014/main" id="{58FA6642-125B-4C75-965E-0BC11C66E31A}"/>
              </a:ext>
            </a:extLst>
          </p:cNvPr>
          <p:cNvGrpSpPr/>
          <p:nvPr/>
        </p:nvGrpSpPr>
        <p:grpSpPr>
          <a:xfrm>
            <a:off x="9797133" y="5868178"/>
            <a:ext cx="561029" cy="307777"/>
            <a:chOff x="8614888" y="2085071"/>
            <a:chExt cx="561029" cy="307777"/>
          </a:xfrm>
        </p:grpSpPr>
        <p:sp>
          <p:nvSpPr>
            <p:cNvPr id="63" name="Text Box 9">
              <a:extLst>
                <a:ext uri="{FF2B5EF4-FFF2-40B4-BE49-F238E27FC236}">
                  <a16:creationId xmlns:a16="http://schemas.microsoft.com/office/drawing/2014/main" id="{EAEEBD27-B0FE-4489-AE04-5A25B1217A3C}"/>
                </a:ext>
              </a:extLst>
            </p:cNvPr>
            <p:cNvSpPr txBox="1">
              <a:spLocks noChangeArrowheads="1"/>
            </p:cNvSpPr>
            <p:nvPr/>
          </p:nvSpPr>
          <p:spPr bwMode="auto">
            <a:xfrm>
              <a:off x="8937369" y="2085071"/>
              <a:ext cx="238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C</a:t>
              </a: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cxnSp>
          <p:nvCxnSpPr>
            <p:cNvPr id="64" name="直接箭头连接符 63">
              <a:extLst>
                <a:ext uri="{FF2B5EF4-FFF2-40B4-BE49-F238E27FC236}">
                  <a16:creationId xmlns:a16="http://schemas.microsoft.com/office/drawing/2014/main" id="{6D3214BD-9947-473A-BCE7-7E23843D80EE}"/>
                </a:ext>
              </a:extLst>
            </p:cNvPr>
            <p:cNvCxnSpPr/>
            <p:nvPr/>
          </p:nvCxnSpPr>
          <p:spPr>
            <a:xfrm>
              <a:off x="8614888" y="2244835"/>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52D0ED88-D015-440C-8CDE-DB3FE19E2B10}"/>
              </a:ext>
            </a:extLst>
          </p:cNvPr>
          <p:cNvGrpSpPr/>
          <p:nvPr/>
        </p:nvGrpSpPr>
        <p:grpSpPr>
          <a:xfrm>
            <a:off x="9789956" y="5504432"/>
            <a:ext cx="490108" cy="307777"/>
            <a:chOff x="8926282" y="2073654"/>
            <a:chExt cx="490108" cy="307777"/>
          </a:xfrm>
        </p:grpSpPr>
        <p:sp>
          <p:nvSpPr>
            <p:cNvPr id="66" name="Text Box 9">
              <a:extLst>
                <a:ext uri="{FF2B5EF4-FFF2-40B4-BE49-F238E27FC236}">
                  <a16:creationId xmlns:a16="http://schemas.microsoft.com/office/drawing/2014/main" id="{DD897246-F72F-4C35-BDB8-A43CF2EF1C75}"/>
                </a:ext>
              </a:extLst>
            </p:cNvPr>
            <p:cNvSpPr txBox="1">
              <a:spLocks noChangeArrowheads="1"/>
            </p:cNvSpPr>
            <p:nvPr/>
          </p:nvSpPr>
          <p:spPr bwMode="auto">
            <a:xfrm>
              <a:off x="9244868" y="2073654"/>
              <a:ext cx="17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E</a:t>
              </a:r>
            </a:p>
          </p:txBody>
        </p:sp>
        <p:cxnSp>
          <p:nvCxnSpPr>
            <p:cNvPr id="67" name="直接箭头连接符 66">
              <a:extLst>
                <a:ext uri="{FF2B5EF4-FFF2-40B4-BE49-F238E27FC236}">
                  <a16:creationId xmlns:a16="http://schemas.microsoft.com/office/drawing/2014/main" id="{C012E58F-4B7C-4BF4-961A-4416D55AE749}"/>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sp>
        <p:nvSpPr>
          <p:cNvPr id="68" name="文本框 74">
            <a:extLst>
              <a:ext uri="{FF2B5EF4-FFF2-40B4-BE49-F238E27FC236}">
                <a16:creationId xmlns:a16="http://schemas.microsoft.com/office/drawing/2014/main" id="{68B5548A-5AD9-43CF-98C8-571E1132EA10}"/>
              </a:ext>
            </a:extLst>
          </p:cNvPr>
          <p:cNvSpPr txBox="1">
            <a:spLocks noChangeArrowheads="1"/>
          </p:cNvSpPr>
          <p:nvPr/>
        </p:nvSpPr>
        <p:spPr bwMode="auto">
          <a:xfrm>
            <a:off x="10497021" y="592006"/>
            <a:ext cx="383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G</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sp>
        <p:nvSpPr>
          <p:cNvPr id="69" name="文本框 74">
            <a:extLst>
              <a:ext uri="{FF2B5EF4-FFF2-40B4-BE49-F238E27FC236}">
                <a16:creationId xmlns:a16="http://schemas.microsoft.com/office/drawing/2014/main" id="{18C231C0-B90E-419F-9A68-04A35F3E19AD}"/>
              </a:ext>
            </a:extLst>
          </p:cNvPr>
          <p:cNvSpPr txBox="1">
            <a:spLocks noChangeArrowheads="1"/>
          </p:cNvSpPr>
          <p:nvPr/>
        </p:nvSpPr>
        <p:spPr bwMode="auto">
          <a:xfrm>
            <a:off x="10858720" y="582381"/>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F</a:t>
            </a:r>
            <a:endParaRPr lang="zh-CN" altLang="en-US" sz="2000" b="1" dirty="0">
              <a:solidFill>
                <a:srgbClr val="000000"/>
              </a:solidFill>
              <a:latin typeface="Times New Roman" panose="02020603050405020304" pitchFamily="18" charset="0"/>
              <a:cs typeface="Times New Roman" panose="02020603050405020304" pitchFamily="18" charset="0"/>
            </a:endParaRPr>
          </a:p>
        </p:txBody>
      </p:sp>
      <p:grpSp>
        <p:nvGrpSpPr>
          <p:cNvPr id="70" name="组合 69">
            <a:extLst>
              <a:ext uri="{FF2B5EF4-FFF2-40B4-BE49-F238E27FC236}">
                <a16:creationId xmlns:a16="http://schemas.microsoft.com/office/drawing/2014/main" id="{8E7F229E-EEC5-4C55-942C-64A3DEC14EC2}"/>
              </a:ext>
            </a:extLst>
          </p:cNvPr>
          <p:cNvGrpSpPr/>
          <p:nvPr/>
        </p:nvGrpSpPr>
        <p:grpSpPr>
          <a:xfrm>
            <a:off x="9778932" y="1094502"/>
            <a:ext cx="369012" cy="585519"/>
            <a:chOff x="9731988" y="1270889"/>
            <a:chExt cx="369012" cy="585519"/>
          </a:xfrm>
        </p:grpSpPr>
        <p:cxnSp>
          <p:nvCxnSpPr>
            <p:cNvPr id="71" name="直接箭头连接符 2">
              <a:extLst>
                <a:ext uri="{FF2B5EF4-FFF2-40B4-BE49-F238E27FC236}">
                  <a16:creationId xmlns:a16="http://schemas.microsoft.com/office/drawing/2014/main" id="{C542D4A2-7CBF-48DF-AE34-5A7A7F4E753F}"/>
                </a:ext>
              </a:extLst>
            </p:cNvPr>
            <p:cNvCxnSpPr>
              <a:cxnSpLocks noChangeShapeType="1"/>
            </p:cNvCxnSpPr>
            <p:nvPr/>
          </p:nvCxnSpPr>
          <p:spPr bwMode="auto">
            <a:xfrm>
              <a:off x="10026368" y="1463040"/>
              <a:ext cx="0" cy="393368"/>
            </a:xfrm>
            <a:prstGeom prst="straightConnector1">
              <a:avLst/>
            </a:prstGeom>
            <a:noFill/>
            <a:ln w="25400">
              <a:solidFill>
                <a:srgbClr val="FF0000"/>
              </a:solidFill>
              <a:round/>
              <a:headEnd/>
              <a:tailEnd type="triangle" w="med" len="lg"/>
            </a:ln>
            <a:extLst>
              <a:ext uri="{909E8E84-426E-40DD-AFC4-6F175D3DCCD1}">
                <a14:hiddenFill xmlns:a14="http://schemas.microsoft.com/office/drawing/2010/main">
                  <a:noFill/>
                </a14:hiddenFill>
              </a:ext>
            </a:extLst>
          </p:spPr>
        </p:cxnSp>
        <p:sp>
          <p:nvSpPr>
            <p:cNvPr id="72" name="文本框 3">
              <a:extLst>
                <a:ext uri="{FF2B5EF4-FFF2-40B4-BE49-F238E27FC236}">
                  <a16:creationId xmlns:a16="http://schemas.microsoft.com/office/drawing/2014/main" id="{340C2E28-4BAF-4BB6-B68E-A12CB1AC7855}"/>
                </a:ext>
              </a:extLst>
            </p:cNvPr>
            <p:cNvSpPr txBox="1">
              <a:spLocks noChangeArrowheads="1"/>
            </p:cNvSpPr>
            <p:nvPr/>
          </p:nvSpPr>
          <p:spPr bwMode="auto">
            <a:xfrm>
              <a:off x="9731988" y="1270889"/>
              <a:ext cx="369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400" b="1" dirty="0">
                  <a:solidFill>
                    <a:srgbClr val="FF0000"/>
                  </a:solidFill>
                  <a:latin typeface="Courier New" panose="02070309020205020404" pitchFamily="49" charset="0"/>
                  <a:cs typeface="Courier New" panose="02070309020205020404" pitchFamily="49" charset="0"/>
                </a:rPr>
                <a:t>p</a:t>
              </a:r>
              <a:endParaRPr lang="zh-CN" altLang="en-US" sz="2400" b="1" dirty="0">
                <a:solidFill>
                  <a:srgbClr val="FF0000"/>
                </a:solidFill>
                <a:latin typeface="Courier New" panose="02070309020205020404" pitchFamily="49" charset="0"/>
                <a:cs typeface="Courier New" panose="02070309020205020404" pitchFamily="49" charset="0"/>
              </a:endParaRPr>
            </a:p>
          </p:txBody>
        </p:sp>
      </p:grpSp>
      <p:cxnSp>
        <p:nvCxnSpPr>
          <p:cNvPr id="74" name="直接连接符 73">
            <a:extLst>
              <a:ext uri="{FF2B5EF4-FFF2-40B4-BE49-F238E27FC236}">
                <a16:creationId xmlns:a16="http://schemas.microsoft.com/office/drawing/2014/main" id="{F29393A1-6DDE-4985-A3E0-8D6F8847B821}"/>
              </a:ext>
            </a:extLst>
          </p:cNvPr>
          <p:cNvCxnSpPr/>
          <p:nvPr/>
        </p:nvCxnSpPr>
        <p:spPr>
          <a:xfrm>
            <a:off x="504928" y="3482314"/>
            <a:ext cx="3118884" cy="693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85176874-F3CE-43D2-A0F1-54C28865DB1A}"/>
              </a:ext>
            </a:extLst>
          </p:cNvPr>
          <p:cNvSpPr/>
          <p:nvPr/>
        </p:nvSpPr>
        <p:spPr>
          <a:xfrm>
            <a:off x="3877340" y="2185191"/>
            <a:ext cx="311888" cy="309916"/>
          </a:xfrm>
          <a:prstGeom prst="ellipse">
            <a:avLst/>
          </a:prstGeom>
          <a:noFill/>
          <a:ln w="28575">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6" name="直接连接符 75">
            <a:extLst>
              <a:ext uri="{FF2B5EF4-FFF2-40B4-BE49-F238E27FC236}">
                <a16:creationId xmlns:a16="http://schemas.microsoft.com/office/drawing/2014/main" id="{1A33BBEA-78F1-4C88-B36E-FC4D2639091F}"/>
              </a:ext>
            </a:extLst>
          </p:cNvPr>
          <p:cNvCxnSpPr>
            <a:cxnSpLocks/>
          </p:cNvCxnSpPr>
          <p:nvPr/>
        </p:nvCxnSpPr>
        <p:spPr>
          <a:xfrm>
            <a:off x="504928" y="3719331"/>
            <a:ext cx="302673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BCFC25D-4BE2-49FD-A649-D832C245665C}"/>
              </a:ext>
            </a:extLst>
          </p:cNvPr>
          <p:cNvCxnSpPr>
            <a:cxnSpLocks/>
          </p:cNvCxnSpPr>
          <p:nvPr/>
        </p:nvCxnSpPr>
        <p:spPr>
          <a:xfrm>
            <a:off x="753021" y="3976120"/>
            <a:ext cx="440758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82" name="组合 81">
            <a:extLst>
              <a:ext uri="{FF2B5EF4-FFF2-40B4-BE49-F238E27FC236}">
                <a16:creationId xmlns:a16="http://schemas.microsoft.com/office/drawing/2014/main" id="{43882F5F-D092-4EF6-897E-DCCA4B4CAA96}"/>
              </a:ext>
            </a:extLst>
          </p:cNvPr>
          <p:cNvGrpSpPr/>
          <p:nvPr/>
        </p:nvGrpSpPr>
        <p:grpSpPr>
          <a:xfrm>
            <a:off x="9809341" y="5126388"/>
            <a:ext cx="497446" cy="307777"/>
            <a:chOff x="8926282" y="2087830"/>
            <a:chExt cx="497446" cy="307777"/>
          </a:xfrm>
        </p:grpSpPr>
        <p:sp>
          <p:nvSpPr>
            <p:cNvPr id="83" name="Text Box 9">
              <a:extLst>
                <a:ext uri="{FF2B5EF4-FFF2-40B4-BE49-F238E27FC236}">
                  <a16:creationId xmlns:a16="http://schemas.microsoft.com/office/drawing/2014/main" id="{B294D2EC-D74F-42AD-AD07-6496B793B63B}"/>
                </a:ext>
              </a:extLst>
            </p:cNvPr>
            <p:cNvSpPr txBox="1">
              <a:spLocks noChangeArrowheads="1"/>
            </p:cNvSpPr>
            <p:nvPr/>
          </p:nvSpPr>
          <p:spPr bwMode="auto">
            <a:xfrm>
              <a:off x="9237780" y="2087830"/>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D</a:t>
              </a:r>
            </a:p>
          </p:txBody>
        </p:sp>
        <p:cxnSp>
          <p:nvCxnSpPr>
            <p:cNvPr id="84" name="直接箭头连接符 83">
              <a:extLst>
                <a:ext uri="{FF2B5EF4-FFF2-40B4-BE49-F238E27FC236}">
                  <a16:creationId xmlns:a16="http://schemas.microsoft.com/office/drawing/2014/main" id="{29E9DD72-57FE-463E-A697-AFB8676E1890}"/>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cxnSp>
        <p:nvCxnSpPr>
          <p:cNvPr id="88" name="直接连接符 87">
            <a:extLst>
              <a:ext uri="{FF2B5EF4-FFF2-40B4-BE49-F238E27FC236}">
                <a16:creationId xmlns:a16="http://schemas.microsoft.com/office/drawing/2014/main" id="{4B2B8178-44BD-41CB-8666-D4A374088C89}"/>
              </a:ext>
            </a:extLst>
          </p:cNvPr>
          <p:cNvCxnSpPr>
            <a:cxnSpLocks/>
          </p:cNvCxnSpPr>
          <p:nvPr/>
        </p:nvCxnSpPr>
        <p:spPr>
          <a:xfrm flipV="1">
            <a:off x="997724" y="4452605"/>
            <a:ext cx="5881058" cy="347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5131C14D-1C64-4B13-B020-98B41E0FA516}"/>
              </a:ext>
            </a:extLst>
          </p:cNvPr>
          <p:cNvCxnSpPr>
            <a:cxnSpLocks/>
          </p:cNvCxnSpPr>
          <p:nvPr/>
        </p:nvCxnSpPr>
        <p:spPr>
          <a:xfrm flipV="1">
            <a:off x="986938" y="4707294"/>
            <a:ext cx="1735263" cy="2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FDAC5D09-0284-47B8-9D7B-5AF83DBD6BB7}"/>
              </a:ext>
            </a:extLst>
          </p:cNvPr>
          <p:cNvCxnSpPr>
            <a:cxnSpLocks/>
          </p:cNvCxnSpPr>
          <p:nvPr/>
        </p:nvCxnSpPr>
        <p:spPr>
          <a:xfrm>
            <a:off x="504928" y="5404232"/>
            <a:ext cx="130949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00" name="组合 99">
            <a:extLst>
              <a:ext uri="{FF2B5EF4-FFF2-40B4-BE49-F238E27FC236}">
                <a16:creationId xmlns:a16="http://schemas.microsoft.com/office/drawing/2014/main" id="{0868C561-1CE9-41C3-BFE2-61C688E6878C}"/>
              </a:ext>
            </a:extLst>
          </p:cNvPr>
          <p:cNvGrpSpPr/>
          <p:nvPr/>
        </p:nvGrpSpPr>
        <p:grpSpPr>
          <a:xfrm>
            <a:off x="9794460" y="5504391"/>
            <a:ext cx="475680" cy="307777"/>
            <a:chOff x="8926282" y="2073654"/>
            <a:chExt cx="475680" cy="307777"/>
          </a:xfrm>
        </p:grpSpPr>
        <p:sp>
          <p:nvSpPr>
            <p:cNvPr id="101" name="Text Box 9">
              <a:extLst>
                <a:ext uri="{FF2B5EF4-FFF2-40B4-BE49-F238E27FC236}">
                  <a16:creationId xmlns:a16="http://schemas.microsoft.com/office/drawing/2014/main" id="{AA63C240-72D5-4A8B-A3E8-D9E698D88925}"/>
                </a:ext>
              </a:extLst>
            </p:cNvPr>
            <p:cNvSpPr txBox="1">
              <a:spLocks noChangeArrowheads="1"/>
            </p:cNvSpPr>
            <p:nvPr/>
          </p:nvSpPr>
          <p:spPr bwMode="auto">
            <a:xfrm>
              <a:off x="9244868" y="2073654"/>
              <a:ext cx="1570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F</a:t>
              </a:r>
            </a:p>
          </p:txBody>
        </p:sp>
        <p:cxnSp>
          <p:nvCxnSpPr>
            <p:cNvPr id="102" name="直接箭头连接符 101">
              <a:extLst>
                <a:ext uri="{FF2B5EF4-FFF2-40B4-BE49-F238E27FC236}">
                  <a16:creationId xmlns:a16="http://schemas.microsoft.com/office/drawing/2014/main" id="{37AB444B-3CDA-4EFC-8882-3692C9B385D8}"/>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grpSp>
        <p:nvGrpSpPr>
          <p:cNvPr id="103" name="组合 102">
            <a:extLst>
              <a:ext uri="{FF2B5EF4-FFF2-40B4-BE49-F238E27FC236}">
                <a16:creationId xmlns:a16="http://schemas.microsoft.com/office/drawing/2014/main" id="{368BB359-CF46-48D6-ABBC-E627B9EE242B}"/>
              </a:ext>
            </a:extLst>
          </p:cNvPr>
          <p:cNvGrpSpPr/>
          <p:nvPr/>
        </p:nvGrpSpPr>
        <p:grpSpPr>
          <a:xfrm>
            <a:off x="9806002" y="5112040"/>
            <a:ext cx="517358" cy="307777"/>
            <a:chOff x="8926282" y="2073654"/>
            <a:chExt cx="517358" cy="307777"/>
          </a:xfrm>
        </p:grpSpPr>
        <p:sp>
          <p:nvSpPr>
            <p:cNvPr id="104" name="Text Box 9">
              <a:extLst>
                <a:ext uri="{FF2B5EF4-FFF2-40B4-BE49-F238E27FC236}">
                  <a16:creationId xmlns:a16="http://schemas.microsoft.com/office/drawing/2014/main" id="{1C9695EF-E257-4CC0-8161-A3941BC2BCC5}"/>
                </a:ext>
              </a:extLst>
            </p:cNvPr>
            <p:cNvSpPr txBox="1">
              <a:spLocks noChangeArrowheads="1"/>
            </p:cNvSpPr>
            <p:nvPr/>
          </p:nvSpPr>
          <p:spPr bwMode="auto">
            <a:xfrm>
              <a:off x="9244868" y="2073654"/>
              <a:ext cx="1987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cs typeface="Times New Roman" panose="02020603050405020304" pitchFamily="18" charset="0"/>
                </a:rPr>
                <a:t>G</a:t>
              </a:r>
            </a:p>
          </p:txBody>
        </p:sp>
        <p:cxnSp>
          <p:nvCxnSpPr>
            <p:cNvPr id="105" name="直接箭头连接符 104">
              <a:extLst>
                <a:ext uri="{FF2B5EF4-FFF2-40B4-BE49-F238E27FC236}">
                  <a16:creationId xmlns:a16="http://schemas.microsoft.com/office/drawing/2014/main" id="{96390E3B-A7DD-4EB7-8D20-9B5217A9B0D3}"/>
                </a:ext>
              </a:extLst>
            </p:cNvPr>
            <p:cNvCxnSpPr/>
            <p:nvPr/>
          </p:nvCxnSpPr>
          <p:spPr>
            <a:xfrm>
              <a:off x="8926282" y="2249573"/>
              <a:ext cx="301208" cy="0"/>
            </a:xfrm>
            <a:prstGeom prst="straightConnector1">
              <a:avLst/>
            </a:prstGeom>
            <a:ln w="28575">
              <a:solidFill>
                <a:srgbClr val="C00000"/>
              </a:solidFill>
              <a:headEnd type="oval" w="med" len="med"/>
              <a:tailEnd type="stealth" w="lg" len="lg"/>
            </a:ln>
          </p:spPr>
          <p:style>
            <a:lnRef idx="1">
              <a:schemeClr val="accent1"/>
            </a:lnRef>
            <a:fillRef idx="0">
              <a:schemeClr val="accent1"/>
            </a:fillRef>
            <a:effectRef idx="0">
              <a:schemeClr val="accent1"/>
            </a:effectRef>
            <a:fontRef idx="minor">
              <a:schemeClr val="tx1"/>
            </a:fontRef>
          </p:style>
        </p:cxnSp>
      </p:grpSp>
      <p:sp>
        <p:nvSpPr>
          <p:cNvPr id="77" name="矩形: 圆角 76">
            <a:extLst>
              <a:ext uri="{FF2B5EF4-FFF2-40B4-BE49-F238E27FC236}">
                <a16:creationId xmlns:a16="http://schemas.microsoft.com/office/drawing/2014/main" id="{5DD913FB-2334-460A-BAB7-6BDF28B37AFA}"/>
              </a:ext>
            </a:extLst>
          </p:cNvPr>
          <p:cNvSpPr/>
          <p:nvPr/>
        </p:nvSpPr>
        <p:spPr>
          <a:xfrm>
            <a:off x="1357144" y="242518"/>
            <a:ext cx="4564603" cy="53626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ffectLst>
                  <a:outerShdw blurRad="38100" dist="38100" dir="2700000" algn="tl">
                    <a:srgbClr val="000000">
                      <a:alpha val="43137"/>
                    </a:srgbClr>
                  </a:outerShdw>
                </a:effectLst>
              </a:rPr>
              <a:t>算法</a:t>
            </a:r>
            <a:r>
              <a:rPr lang="en-US" altLang="zh-CN" sz="2000" b="1" dirty="0">
                <a:solidFill>
                  <a:srgbClr val="C00000"/>
                </a:solidFill>
                <a:effectLst>
                  <a:outerShdw blurRad="38100" dist="38100" dir="2700000" algn="tl">
                    <a:srgbClr val="000000">
                      <a:alpha val="43137"/>
                    </a:srgbClr>
                  </a:outerShdw>
                </a:effectLst>
              </a:rPr>
              <a:t>6.5 </a:t>
            </a:r>
            <a:r>
              <a:rPr lang="zh-CN" altLang="en-US" sz="2000" b="1" dirty="0">
                <a:solidFill>
                  <a:srgbClr val="C00000"/>
                </a:solidFill>
                <a:effectLst>
                  <a:outerShdw blurRad="38100" dist="38100" dir="2700000" algn="tl">
                    <a:srgbClr val="000000">
                      <a:alpha val="43137"/>
                    </a:srgbClr>
                  </a:outerShdw>
                </a:effectLst>
              </a:rPr>
              <a:t> </a:t>
            </a:r>
            <a:r>
              <a:rPr lang="zh-CN" altLang="en-US" sz="2000" b="1" dirty="0">
                <a:solidFill>
                  <a:srgbClr val="002060"/>
                </a:solidFill>
                <a:effectLst>
                  <a:outerShdw blurRad="38100" dist="38100" dir="2700000" algn="tl">
                    <a:srgbClr val="000000">
                      <a:alpha val="43137"/>
                    </a:srgbClr>
                  </a:outerShdw>
                </a:effectLst>
              </a:rPr>
              <a:t>使用栈的中序非递归遍历（</a:t>
            </a:r>
            <a:r>
              <a:rPr lang="en-US" altLang="zh-CN" sz="2000" b="1" dirty="0">
                <a:solidFill>
                  <a:srgbClr val="002060"/>
                </a:solidFill>
                <a:effectLst>
                  <a:outerShdw blurRad="38100" dist="38100" dir="2700000" algn="tl">
                    <a:srgbClr val="000000">
                      <a:alpha val="43137"/>
                    </a:srgbClr>
                  </a:outerShdw>
                </a:effectLst>
              </a:rPr>
              <a:t>2</a:t>
            </a:r>
            <a:r>
              <a:rPr lang="zh-CN" altLang="en-US" sz="2000" b="1" dirty="0">
                <a:solidFill>
                  <a:srgbClr val="002060"/>
                </a:solidFill>
                <a:effectLst>
                  <a:outerShdw blurRad="38100" dist="38100" dir="2700000" algn="tl">
                    <a:srgbClr val="000000">
                      <a:alpha val="43137"/>
                    </a:srgbClr>
                  </a:outerShdw>
                </a:effectLst>
              </a:rPr>
              <a:t>）</a:t>
            </a:r>
          </a:p>
        </p:txBody>
      </p:sp>
      <p:sp>
        <p:nvSpPr>
          <p:cNvPr id="112" name="文本框 111">
            <a:extLst>
              <a:ext uri="{FF2B5EF4-FFF2-40B4-BE49-F238E27FC236}">
                <a16:creationId xmlns:a16="http://schemas.microsoft.com/office/drawing/2014/main" id="{E376A548-74CB-452B-A394-44F6F07F6D3F}"/>
              </a:ext>
            </a:extLst>
          </p:cNvPr>
          <p:cNvSpPr txBox="1"/>
          <p:nvPr/>
        </p:nvSpPr>
        <p:spPr>
          <a:xfrm>
            <a:off x="286500" y="1019918"/>
            <a:ext cx="7805456" cy="881139"/>
          </a:xfrm>
          <a:prstGeom prst="rect">
            <a:avLst/>
          </a:prstGeom>
          <a:noFill/>
        </p:spPr>
        <p:txBody>
          <a:bodyPr wrap="square" rtlCol="0">
            <a:spAutoFit/>
          </a:bodyPr>
          <a:lstStyle/>
          <a:p>
            <a:pPr>
              <a:lnSpc>
                <a:spcPct val="150000"/>
              </a:lnSpc>
            </a:pP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6.5 </a:t>
            </a:r>
            <a:r>
              <a:rPr lang="zh-CN" altLang="en-US" b="1" dirty="0"/>
              <a:t>是本书讨论的使用</a:t>
            </a:r>
            <a:r>
              <a:rPr lang="zh-CN" altLang="en-US" b="1" dirty="0">
                <a:solidFill>
                  <a:srgbClr val="041ABC"/>
                </a:solidFill>
                <a:effectLst>
                  <a:outerShdw blurRad="38100" dist="38100" dir="2700000" algn="tl">
                    <a:srgbClr val="000000">
                      <a:alpha val="43137"/>
                    </a:srgbClr>
                  </a:outerShdw>
                </a:effectLst>
              </a:rPr>
              <a:t>栈辅助</a:t>
            </a:r>
            <a:r>
              <a:rPr lang="zh-CN" altLang="en-US" b="1" dirty="0"/>
              <a:t>的中序</a:t>
            </a:r>
            <a:r>
              <a:rPr lang="zh-CN" altLang="en-US" b="1" dirty="0">
                <a:solidFill>
                  <a:srgbClr val="041ABC"/>
                </a:solidFill>
                <a:effectLst>
                  <a:outerShdw blurRad="38100" dist="38100" dir="2700000" algn="tl">
                    <a:srgbClr val="000000">
                      <a:alpha val="43137"/>
                    </a:srgbClr>
                  </a:outerShdw>
                </a:effectLst>
              </a:rPr>
              <a:t>非递归遍历</a:t>
            </a:r>
            <a:r>
              <a:rPr lang="zh-CN" altLang="en-US" b="1" dirty="0"/>
              <a:t>的</a:t>
            </a:r>
            <a:r>
              <a:rPr lang="zh-CN" altLang="en-US" b="1" u="sng" dirty="0"/>
              <a:t>第二个算法</a:t>
            </a:r>
            <a:r>
              <a:rPr lang="zh-CN" altLang="en-US" b="1" dirty="0"/>
              <a:t>。</a:t>
            </a:r>
            <a:endParaRPr lang="en-US" altLang="zh-CN" b="1" dirty="0"/>
          </a:p>
          <a:p>
            <a:pPr>
              <a:lnSpc>
                <a:spcPct val="150000"/>
              </a:lnSpc>
            </a:pPr>
            <a:r>
              <a:rPr lang="zh-CN" altLang="en-US" b="1" dirty="0"/>
              <a:t>将</a:t>
            </a:r>
            <a:r>
              <a:rPr lang="zh-CN" altLang="en-US" b="1" dirty="0">
                <a:solidFill>
                  <a:srgbClr val="041ABC"/>
                </a:solidFill>
                <a:effectLst>
                  <a:outerShdw blurRad="38100" dist="38100" dir="2700000" algn="tl">
                    <a:srgbClr val="000000">
                      <a:alpha val="43137"/>
                    </a:srgbClr>
                  </a:outerShdw>
                </a:effectLst>
              </a:rPr>
              <a:t>算法</a:t>
            </a:r>
            <a:r>
              <a:rPr lang="en-US" altLang="zh-CN" b="1" dirty="0">
                <a:solidFill>
                  <a:srgbClr val="041ABC"/>
                </a:solidFill>
                <a:effectLst>
                  <a:outerShdw blurRad="38100" dist="38100" dir="2700000" algn="tl">
                    <a:srgbClr val="000000">
                      <a:alpha val="43137"/>
                    </a:srgbClr>
                  </a:outerShdw>
                </a:effectLst>
              </a:rPr>
              <a:t>6.4</a:t>
            </a:r>
            <a:r>
              <a:rPr lang="zh-CN" altLang="en-US" b="1" dirty="0"/>
              <a:t>的二重循环简约为一重循环，且空指针不进栈，大幅减少栈操作。</a:t>
            </a:r>
          </a:p>
        </p:txBody>
      </p:sp>
      <p:sp>
        <p:nvSpPr>
          <p:cNvPr id="81" name="灯片编号占位符 1">
            <a:extLst>
              <a:ext uri="{FF2B5EF4-FFF2-40B4-BE49-F238E27FC236}">
                <a16:creationId xmlns:a16="http://schemas.microsoft.com/office/drawing/2014/main" id="{D52E424D-1F95-EE29-E364-3D1F9BF87FBE}"/>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17</a:t>
            </a:fld>
            <a:endParaRPr lang="zh-CN" altLang="en-US" dirty="0"/>
          </a:p>
        </p:txBody>
      </p:sp>
    </p:spTree>
    <p:extLst>
      <p:ext uri="{BB962C8B-B14F-4D97-AF65-F5344CB8AC3E}">
        <p14:creationId xmlns:p14="http://schemas.microsoft.com/office/powerpoint/2010/main" val="332458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12">
                                            <p:txEl>
                                              <p:pRg st="0" end="0"/>
                                            </p:txEl>
                                          </p:spTgt>
                                        </p:tgtEl>
                                        <p:attrNameLst>
                                          <p:attrName>style.visibility</p:attrName>
                                        </p:attrNameLst>
                                      </p:cBhvr>
                                      <p:to>
                                        <p:strVal val="visible"/>
                                      </p:to>
                                    </p:set>
                                    <p:animEffect transition="in" filter="fade">
                                      <p:cBhvr>
                                        <p:cTn id="7" dur="1000"/>
                                        <p:tgtEl>
                                          <p:spTgt spid="112">
                                            <p:txEl>
                                              <p:pRg st="0" end="0"/>
                                            </p:txEl>
                                          </p:spTgt>
                                        </p:tgtEl>
                                      </p:cBhvr>
                                    </p:animEffect>
                                    <p:anim calcmode="lin" valueType="num">
                                      <p:cBhvr>
                                        <p:cTn id="8" dur="1000" fill="hold"/>
                                        <p:tgtEl>
                                          <p:spTgt spid="1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2">
                                            <p:txEl>
                                              <p:pRg st="1" end="1"/>
                                            </p:txEl>
                                          </p:spTgt>
                                        </p:tgtEl>
                                        <p:attrNameLst>
                                          <p:attrName>style.visibility</p:attrName>
                                        </p:attrNameLst>
                                      </p:cBhvr>
                                      <p:to>
                                        <p:strVal val="visible"/>
                                      </p:to>
                                    </p:set>
                                    <p:animEffect transition="in" filter="fade">
                                      <p:cBhvr>
                                        <p:cTn id="14" dur="1000"/>
                                        <p:tgtEl>
                                          <p:spTgt spid="112">
                                            <p:txEl>
                                              <p:pRg st="1" end="1"/>
                                            </p:txEl>
                                          </p:spTgt>
                                        </p:tgtEl>
                                      </p:cBhvr>
                                    </p:animEffect>
                                    <p:anim calcmode="lin" valueType="num">
                                      <p:cBhvr>
                                        <p:cTn id="15" dur="1000" fill="hold"/>
                                        <p:tgtEl>
                                          <p:spTgt spid="11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75"/>
                                        </p:tgtEl>
                                        <p:attrNameLst>
                                          <p:attrName>style.visibility</p:attrName>
                                        </p:attrNameLst>
                                      </p:cBhvr>
                                      <p:to>
                                        <p:strVal val="visible"/>
                                      </p:to>
                                    </p:set>
                                    <p:anim calcmode="lin" valueType="num">
                                      <p:cBhvr>
                                        <p:cTn id="21" dur="1000" fill="hold"/>
                                        <p:tgtEl>
                                          <p:spTgt spid="75"/>
                                        </p:tgtEl>
                                        <p:attrNameLst>
                                          <p:attrName>ppt_w</p:attrName>
                                        </p:attrNameLst>
                                      </p:cBhvr>
                                      <p:tavLst>
                                        <p:tav tm="0">
                                          <p:val>
                                            <p:fltVal val="0"/>
                                          </p:val>
                                        </p:tav>
                                        <p:tav tm="100000">
                                          <p:val>
                                            <p:strVal val="#ppt_w"/>
                                          </p:val>
                                        </p:tav>
                                      </p:tavLst>
                                    </p:anim>
                                    <p:anim calcmode="lin" valueType="num">
                                      <p:cBhvr>
                                        <p:cTn id="22" dur="1000" fill="hold"/>
                                        <p:tgtEl>
                                          <p:spTgt spid="75"/>
                                        </p:tgtEl>
                                        <p:attrNameLst>
                                          <p:attrName>ppt_h</p:attrName>
                                        </p:attrNameLst>
                                      </p:cBhvr>
                                      <p:tavLst>
                                        <p:tav tm="0">
                                          <p:val>
                                            <p:fltVal val="0"/>
                                          </p:val>
                                        </p:tav>
                                        <p:tav tm="100000">
                                          <p:val>
                                            <p:strVal val="#ppt_h"/>
                                          </p:val>
                                        </p:tav>
                                      </p:tavLst>
                                    </p:anim>
                                    <p:anim calcmode="lin" valueType="num">
                                      <p:cBhvr>
                                        <p:cTn id="23" dur="1000" fill="hold"/>
                                        <p:tgtEl>
                                          <p:spTgt spid="75"/>
                                        </p:tgtEl>
                                        <p:attrNameLst>
                                          <p:attrName>style.rotation</p:attrName>
                                        </p:attrNameLst>
                                      </p:cBhvr>
                                      <p:tavLst>
                                        <p:tav tm="0">
                                          <p:val>
                                            <p:fltVal val="90"/>
                                          </p:val>
                                        </p:tav>
                                        <p:tav tm="100000">
                                          <p:val>
                                            <p:fltVal val="0"/>
                                          </p:val>
                                        </p:tav>
                                      </p:tavLst>
                                    </p:anim>
                                    <p:animEffect transition="in" filter="fade">
                                      <p:cBhvr>
                                        <p:cTn id="24" dur="1000"/>
                                        <p:tgtEl>
                                          <p:spTgt spid="75"/>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up)">
                                      <p:cBhvr>
                                        <p:cTn id="28" dur="1000"/>
                                        <p:tgtEl>
                                          <p:spTgt spid="18"/>
                                        </p:tgtEl>
                                      </p:cBhvr>
                                    </p:animEffect>
                                  </p:childTnLst>
                                </p:cTn>
                              </p:par>
                            </p:childTnLst>
                          </p:cTn>
                        </p:par>
                        <p:par>
                          <p:cTn id="29" fill="hold">
                            <p:stCondLst>
                              <p:cond delay="2000"/>
                            </p:stCondLst>
                            <p:childTnLst>
                              <p:par>
                                <p:cTn id="30" presetID="22" presetClass="entr" presetSubtype="1"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up)">
                                      <p:cBhvr>
                                        <p:cTn id="32" dur="1000"/>
                                        <p:tgtEl>
                                          <p:spTgt spid="27"/>
                                        </p:tgtEl>
                                      </p:cBhvr>
                                    </p:animEffect>
                                  </p:childTnLst>
                                </p:cTn>
                              </p:par>
                            </p:childTnLst>
                          </p:cTn>
                        </p:par>
                        <p:par>
                          <p:cTn id="33" fill="hold">
                            <p:stCondLst>
                              <p:cond delay="3000"/>
                            </p:stCondLst>
                            <p:childTnLst>
                              <p:par>
                                <p:cTn id="34" presetID="22" presetClass="entr" presetSubtype="8" fill="hold" nodeType="afterEffect">
                                  <p:stCondLst>
                                    <p:cond delay="0"/>
                                  </p:stCondLst>
                                  <p:childTnLst>
                                    <p:set>
                                      <p:cBhvr>
                                        <p:cTn id="35" dur="1" fill="hold">
                                          <p:stCondLst>
                                            <p:cond delay="0"/>
                                          </p:stCondLst>
                                        </p:cTn>
                                        <p:tgtEl>
                                          <p:spTgt spid="74"/>
                                        </p:tgtEl>
                                        <p:attrNameLst>
                                          <p:attrName>style.visibility</p:attrName>
                                        </p:attrNameLst>
                                      </p:cBhvr>
                                      <p:to>
                                        <p:strVal val="visible"/>
                                      </p:to>
                                    </p:set>
                                    <p:animEffect transition="in" filter="wipe(left)">
                                      <p:cBhvr>
                                        <p:cTn id="36" dur="1000"/>
                                        <p:tgtEl>
                                          <p:spTgt spid="7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down)">
                                      <p:cBhvr>
                                        <p:cTn id="41" dur="500"/>
                                        <p:tgtEl>
                                          <p:spTgt spid="4"/>
                                        </p:tgtEl>
                                      </p:cBhvr>
                                    </p:animEffec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70"/>
                                        </p:tgtEl>
                                        <p:attrNameLst>
                                          <p:attrName>style.visibility</p:attrName>
                                        </p:attrNameLst>
                                      </p:cBhvr>
                                      <p:to>
                                        <p:strVal val="visible"/>
                                      </p:to>
                                    </p:set>
                                    <p:animEffect transition="in" filter="wipe(up)">
                                      <p:cBhvr>
                                        <p:cTn id="45" dur="500"/>
                                        <p:tgtEl>
                                          <p:spTgt spid="70"/>
                                        </p:tgtEl>
                                      </p:cBhvr>
                                    </p:animEffect>
                                  </p:childTnLst>
                                </p:cTn>
                              </p:par>
                            </p:childTnLst>
                          </p:cTn>
                        </p:par>
                        <p:par>
                          <p:cTn id="46" fill="hold">
                            <p:stCondLst>
                              <p:cond delay="1000"/>
                            </p:stCondLst>
                            <p:childTnLst>
                              <p:par>
                                <p:cTn id="47" presetID="22" presetClass="exit" presetSubtype="1" fill="hold" nodeType="afterEffect">
                                  <p:stCondLst>
                                    <p:cond delay="0"/>
                                  </p:stCondLst>
                                  <p:childTnLst>
                                    <p:animEffect transition="out" filter="wipe(up)">
                                      <p:cBhvr>
                                        <p:cTn id="48" dur="500"/>
                                        <p:tgtEl>
                                          <p:spTgt spid="74"/>
                                        </p:tgtEl>
                                      </p:cBhvr>
                                    </p:animEffect>
                                    <p:set>
                                      <p:cBhvr>
                                        <p:cTn id="49" dur="1" fill="hold">
                                          <p:stCondLst>
                                            <p:cond delay="499"/>
                                          </p:stCondLst>
                                        </p:cTn>
                                        <p:tgtEl>
                                          <p:spTgt spid="74"/>
                                        </p:tgtEl>
                                        <p:attrNameLst>
                                          <p:attrName>style.visibility</p:attrName>
                                        </p:attrNameLst>
                                      </p:cBhvr>
                                      <p:to>
                                        <p:strVal val="hidden"/>
                                      </p:to>
                                    </p:set>
                                  </p:childTnLst>
                                </p:cTn>
                              </p:par>
                              <p:par>
                                <p:cTn id="50" presetID="22" presetClass="entr" presetSubtype="8" fill="hold" nodeType="withEffect">
                                  <p:stCondLst>
                                    <p:cond delay="0"/>
                                  </p:stCondLst>
                                  <p:childTnLst>
                                    <p:set>
                                      <p:cBhvr>
                                        <p:cTn id="51" dur="1" fill="hold">
                                          <p:stCondLst>
                                            <p:cond delay="0"/>
                                          </p:stCondLst>
                                        </p:cTn>
                                        <p:tgtEl>
                                          <p:spTgt spid="76"/>
                                        </p:tgtEl>
                                        <p:attrNameLst>
                                          <p:attrName>style.visibility</p:attrName>
                                        </p:attrNameLst>
                                      </p:cBhvr>
                                      <p:to>
                                        <p:strVal val="visible"/>
                                      </p:to>
                                    </p:set>
                                    <p:animEffect transition="in" filter="wipe(left)">
                                      <p:cBhvr>
                                        <p:cTn id="52" dur="1000"/>
                                        <p:tgtEl>
                                          <p:spTgt spid="7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xit" presetSubtype="1" fill="hold" nodeType="clickEffect">
                                  <p:stCondLst>
                                    <p:cond delay="0"/>
                                  </p:stCondLst>
                                  <p:childTnLst>
                                    <p:animEffect transition="out" filter="wipe(up)">
                                      <p:cBhvr>
                                        <p:cTn id="56" dur="500"/>
                                        <p:tgtEl>
                                          <p:spTgt spid="76"/>
                                        </p:tgtEl>
                                      </p:cBhvr>
                                    </p:animEffect>
                                    <p:set>
                                      <p:cBhvr>
                                        <p:cTn id="57" dur="1" fill="hold">
                                          <p:stCondLst>
                                            <p:cond delay="499"/>
                                          </p:stCondLst>
                                        </p:cTn>
                                        <p:tgtEl>
                                          <p:spTgt spid="76"/>
                                        </p:tgtEl>
                                        <p:attrNameLst>
                                          <p:attrName>style.visibility</p:attrName>
                                        </p:attrNameLst>
                                      </p:cBhvr>
                                      <p:to>
                                        <p:strVal val="hidden"/>
                                      </p:to>
                                    </p:set>
                                  </p:childTnLst>
                                </p:cTn>
                              </p:par>
                              <p:par>
                                <p:cTn id="58" presetID="22" presetClass="entr" presetSubtype="8" fill="hold" nodeType="withEffect">
                                  <p:stCondLst>
                                    <p:cond delay="0"/>
                                  </p:stCondLst>
                                  <p:childTnLst>
                                    <p:set>
                                      <p:cBhvr>
                                        <p:cTn id="59" dur="1" fill="hold">
                                          <p:stCondLst>
                                            <p:cond delay="0"/>
                                          </p:stCondLst>
                                        </p:cTn>
                                        <p:tgtEl>
                                          <p:spTgt spid="79"/>
                                        </p:tgtEl>
                                        <p:attrNameLst>
                                          <p:attrName>style.visibility</p:attrName>
                                        </p:attrNameLst>
                                      </p:cBhvr>
                                      <p:to>
                                        <p:strVal val="visible"/>
                                      </p:to>
                                    </p:set>
                                    <p:animEffect transition="in" filter="wipe(left)">
                                      <p:cBhvr>
                                        <p:cTn id="60" dur="1000"/>
                                        <p:tgtEl>
                                          <p:spTgt spid="79"/>
                                        </p:tgtEl>
                                      </p:cBhvr>
                                    </p:animEffect>
                                  </p:childTnLst>
                                </p:cTn>
                              </p:par>
                            </p:childTnLst>
                          </p:cTn>
                        </p:par>
                      </p:childTnLst>
                    </p:cTn>
                  </p:par>
                  <p:par>
                    <p:cTn id="61" fill="hold">
                      <p:stCondLst>
                        <p:cond delay="indefinite"/>
                      </p:stCondLst>
                      <p:childTnLst>
                        <p:par>
                          <p:cTn id="62" fill="hold">
                            <p:stCondLst>
                              <p:cond delay="0"/>
                            </p:stCondLst>
                            <p:childTnLst>
                              <p:par>
                                <p:cTn id="63" presetID="47"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1000"/>
                                        <p:tgtEl>
                                          <p:spTgt spid="21"/>
                                        </p:tgtEl>
                                      </p:cBhvr>
                                    </p:animEffect>
                                    <p:anim calcmode="lin" valueType="num">
                                      <p:cBhvr>
                                        <p:cTn id="66" dur="1000" fill="hold"/>
                                        <p:tgtEl>
                                          <p:spTgt spid="21"/>
                                        </p:tgtEl>
                                        <p:attrNameLst>
                                          <p:attrName>ppt_x</p:attrName>
                                        </p:attrNameLst>
                                      </p:cBhvr>
                                      <p:tavLst>
                                        <p:tav tm="0">
                                          <p:val>
                                            <p:strVal val="#ppt_x"/>
                                          </p:val>
                                        </p:tav>
                                        <p:tav tm="100000">
                                          <p:val>
                                            <p:strVal val="#ppt_x"/>
                                          </p:val>
                                        </p:tav>
                                      </p:tavLst>
                                    </p:anim>
                                    <p:anim calcmode="lin" valueType="num">
                                      <p:cBhvr>
                                        <p:cTn id="67" dur="1000" fill="hold"/>
                                        <p:tgtEl>
                                          <p:spTgt spid="21"/>
                                        </p:tgtEl>
                                        <p:attrNameLst>
                                          <p:attrName>ppt_y</p:attrName>
                                        </p:attrNameLst>
                                      </p:cBhvr>
                                      <p:tavLst>
                                        <p:tav tm="0">
                                          <p:val>
                                            <p:strVal val="#ppt_y-.1"/>
                                          </p:val>
                                        </p:tav>
                                        <p:tav tm="100000">
                                          <p:val>
                                            <p:strVal val="#ppt_y"/>
                                          </p:val>
                                        </p:tav>
                                      </p:tavLst>
                                    </p:anim>
                                  </p:childTnLst>
                                </p:cTn>
                              </p:par>
                            </p:childTnLst>
                          </p:cTn>
                        </p:par>
                        <p:par>
                          <p:cTn id="68" fill="hold">
                            <p:stCondLst>
                              <p:cond delay="1000"/>
                            </p:stCondLst>
                            <p:childTnLst>
                              <p:par>
                                <p:cTn id="69" presetID="42" presetClass="path" presetSubtype="0" accel="50000" decel="50000" fill="hold" nodeType="afterEffect">
                                  <p:stCondLst>
                                    <p:cond delay="0"/>
                                  </p:stCondLst>
                                  <p:childTnLst>
                                    <p:animMotion origin="layout" path="M 2.5E-6 -3.33333E-6 L -0.08998 0.10394 " pathEditMode="relative" rAng="0" ptsTypes="AA">
                                      <p:cBhvr>
                                        <p:cTn id="70" dur="1000" fill="hold"/>
                                        <p:tgtEl>
                                          <p:spTgt spid="70"/>
                                        </p:tgtEl>
                                        <p:attrNameLst>
                                          <p:attrName>ppt_x</p:attrName>
                                          <p:attrName>ppt_y</p:attrName>
                                        </p:attrNameLst>
                                      </p:cBhvr>
                                      <p:rCtr x="-4505" y="5185"/>
                                    </p:animMotion>
                                  </p:childTnLst>
                                </p:cTn>
                              </p:par>
                            </p:childTnLst>
                          </p:cTn>
                        </p:par>
                        <p:par>
                          <p:cTn id="71" fill="hold">
                            <p:stCondLst>
                              <p:cond delay="2000"/>
                            </p:stCondLst>
                            <p:childTnLst>
                              <p:par>
                                <p:cTn id="72" presetID="22" presetClass="exit" presetSubtype="1" fill="hold" nodeType="afterEffect">
                                  <p:stCondLst>
                                    <p:cond delay="0"/>
                                  </p:stCondLst>
                                  <p:childTnLst>
                                    <p:animEffect transition="out" filter="wipe(up)">
                                      <p:cBhvr>
                                        <p:cTn id="73" dur="500"/>
                                        <p:tgtEl>
                                          <p:spTgt spid="79"/>
                                        </p:tgtEl>
                                      </p:cBhvr>
                                    </p:animEffect>
                                    <p:set>
                                      <p:cBhvr>
                                        <p:cTn id="74" dur="1" fill="hold">
                                          <p:stCondLst>
                                            <p:cond delay="499"/>
                                          </p:stCondLst>
                                        </p:cTn>
                                        <p:tgtEl>
                                          <p:spTgt spid="79"/>
                                        </p:tgtEl>
                                        <p:attrNameLst>
                                          <p:attrName>style.visibility</p:attrName>
                                        </p:attrNameLst>
                                      </p:cBhvr>
                                      <p:to>
                                        <p:strVal val="hidden"/>
                                      </p:to>
                                    </p:set>
                                  </p:childTnLst>
                                </p:cTn>
                              </p:par>
                            </p:childTnLst>
                          </p:cTn>
                        </p:par>
                        <p:par>
                          <p:cTn id="75" fill="hold">
                            <p:stCondLst>
                              <p:cond delay="2500"/>
                            </p:stCondLst>
                            <p:childTnLst>
                              <p:par>
                                <p:cTn id="76" presetID="22" presetClass="entr" presetSubtype="8" fill="hold" nodeType="after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wipe(left)">
                                      <p:cBhvr>
                                        <p:cTn id="78" dur="500"/>
                                        <p:tgtEl>
                                          <p:spTgt spid="7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xit" presetSubtype="1" fill="hold" nodeType="clickEffect">
                                  <p:stCondLst>
                                    <p:cond delay="0"/>
                                  </p:stCondLst>
                                  <p:childTnLst>
                                    <p:animEffect transition="out" filter="wipe(up)">
                                      <p:cBhvr>
                                        <p:cTn id="82" dur="500"/>
                                        <p:tgtEl>
                                          <p:spTgt spid="76"/>
                                        </p:tgtEl>
                                      </p:cBhvr>
                                    </p:animEffect>
                                    <p:set>
                                      <p:cBhvr>
                                        <p:cTn id="83" dur="1" fill="hold">
                                          <p:stCondLst>
                                            <p:cond delay="499"/>
                                          </p:stCondLst>
                                        </p:cTn>
                                        <p:tgtEl>
                                          <p:spTgt spid="76"/>
                                        </p:tgtEl>
                                        <p:attrNameLst>
                                          <p:attrName>style.visibility</p:attrName>
                                        </p:attrNameLst>
                                      </p:cBhvr>
                                      <p:to>
                                        <p:strVal val="hidden"/>
                                      </p:to>
                                    </p:set>
                                  </p:childTnLst>
                                </p:cTn>
                              </p:par>
                              <p:par>
                                <p:cTn id="84" presetID="22" presetClass="entr" presetSubtype="8" fill="hold" nodeType="withEffect">
                                  <p:stCondLst>
                                    <p:cond delay="0"/>
                                  </p:stCondLst>
                                  <p:childTnLst>
                                    <p:set>
                                      <p:cBhvr>
                                        <p:cTn id="85" dur="1" fill="hold">
                                          <p:stCondLst>
                                            <p:cond delay="0"/>
                                          </p:stCondLst>
                                        </p:cTn>
                                        <p:tgtEl>
                                          <p:spTgt spid="79"/>
                                        </p:tgtEl>
                                        <p:attrNameLst>
                                          <p:attrName>style.visibility</p:attrName>
                                        </p:attrNameLst>
                                      </p:cBhvr>
                                      <p:to>
                                        <p:strVal val="visible"/>
                                      </p:to>
                                    </p:set>
                                    <p:animEffect transition="in" filter="wipe(left)">
                                      <p:cBhvr>
                                        <p:cTn id="86" dur="1000"/>
                                        <p:tgtEl>
                                          <p:spTgt spid="79"/>
                                        </p:tgtEl>
                                      </p:cBhvr>
                                    </p:animEffect>
                                  </p:childTnLst>
                                </p:cTn>
                              </p:par>
                            </p:childTnLst>
                          </p:cTn>
                        </p:par>
                      </p:childTnLst>
                    </p:cTn>
                  </p:par>
                  <p:par>
                    <p:cTn id="87" fill="hold">
                      <p:stCondLst>
                        <p:cond delay="indefinite"/>
                      </p:stCondLst>
                      <p:childTnLst>
                        <p:par>
                          <p:cTn id="88" fill="hold">
                            <p:stCondLst>
                              <p:cond delay="0"/>
                            </p:stCondLst>
                            <p:childTnLst>
                              <p:par>
                                <p:cTn id="89" presetID="47" presetClass="entr" presetSubtype="0" fill="hold" nodeType="click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1000"/>
                                        <p:tgtEl>
                                          <p:spTgt spid="24"/>
                                        </p:tgtEl>
                                      </p:cBhvr>
                                    </p:animEffect>
                                    <p:anim calcmode="lin" valueType="num">
                                      <p:cBhvr>
                                        <p:cTn id="92" dur="1000" fill="hold"/>
                                        <p:tgtEl>
                                          <p:spTgt spid="24"/>
                                        </p:tgtEl>
                                        <p:attrNameLst>
                                          <p:attrName>ppt_x</p:attrName>
                                        </p:attrNameLst>
                                      </p:cBhvr>
                                      <p:tavLst>
                                        <p:tav tm="0">
                                          <p:val>
                                            <p:strVal val="#ppt_x"/>
                                          </p:val>
                                        </p:tav>
                                        <p:tav tm="100000">
                                          <p:val>
                                            <p:strVal val="#ppt_x"/>
                                          </p:val>
                                        </p:tav>
                                      </p:tavLst>
                                    </p:anim>
                                    <p:anim calcmode="lin" valueType="num">
                                      <p:cBhvr>
                                        <p:cTn id="93" dur="1000" fill="hold"/>
                                        <p:tgtEl>
                                          <p:spTgt spid="24"/>
                                        </p:tgtEl>
                                        <p:attrNameLst>
                                          <p:attrName>ppt_y</p:attrName>
                                        </p:attrNameLst>
                                      </p:cBhvr>
                                      <p:tavLst>
                                        <p:tav tm="0">
                                          <p:val>
                                            <p:strVal val="#ppt_y-.1"/>
                                          </p:val>
                                        </p:tav>
                                        <p:tav tm="100000">
                                          <p:val>
                                            <p:strVal val="#ppt_y"/>
                                          </p:val>
                                        </p:tav>
                                      </p:tavLst>
                                    </p:anim>
                                  </p:childTnLst>
                                </p:cTn>
                              </p:par>
                            </p:childTnLst>
                          </p:cTn>
                        </p:par>
                        <p:par>
                          <p:cTn id="94" fill="hold">
                            <p:stCondLst>
                              <p:cond delay="1000"/>
                            </p:stCondLst>
                            <p:childTnLst>
                              <p:par>
                                <p:cTn id="95" presetID="42" presetClass="path" presetSubtype="0" accel="50000" decel="50000" fill="hold" nodeType="afterEffect">
                                  <p:stCondLst>
                                    <p:cond delay="0"/>
                                  </p:stCondLst>
                                  <p:childTnLst>
                                    <p:animMotion origin="layout" path="M -0.08998 0.10394 L -0.1349 0.20834 " pathEditMode="relative" rAng="0" ptsTypes="AA">
                                      <p:cBhvr>
                                        <p:cTn id="96" dur="1000" fill="hold"/>
                                        <p:tgtEl>
                                          <p:spTgt spid="70"/>
                                        </p:tgtEl>
                                        <p:attrNameLst>
                                          <p:attrName>ppt_x</p:attrName>
                                          <p:attrName>ppt_y</p:attrName>
                                        </p:attrNameLst>
                                      </p:cBhvr>
                                      <p:rCtr x="-2253" y="5208"/>
                                    </p:animMotion>
                                  </p:childTnLst>
                                </p:cTn>
                              </p:par>
                            </p:childTnLst>
                          </p:cTn>
                        </p:par>
                        <p:par>
                          <p:cTn id="97" fill="hold">
                            <p:stCondLst>
                              <p:cond delay="2000"/>
                            </p:stCondLst>
                            <p:childTnLst>
                              <p:par>
                                <p:cTn id="98" presetID="22" presetClass="exit" presetSubtype="1" fill="hold" nodeType="afterEffect">
                                  <p:stCondLst>
                                    <p:cond delay="0"/>
                                  </p:stCondLst>
                                  <p:childTnLst>
                                    <p:animEffect transition="out" filter="wipe(up)">
                                      <p:cBhvr>
                                        <p:cTn id="99" dur="500"/>
                                        <p:tgtEl>
                                          <p:spTgt spid="79"/>
                                        </p:tgtEl>
                                      </p:cBhvr>
                                    </p:animEffect>
                                    <p:set>
                                      <p:cBhvr>
                                        <p:cTn id="100" dur="1" fill="hold">
                                          <p:stCondLst>
                                            <p:cond delay="499"/>
                                          </p:stCondLst>
                                        </p:cTn>
                                        <p:tgtEl>
                                          <p:spTgt spid="79"/>
                                        </p:tgtEl>
                                        <p:attrNameLst>
                                          <p:attrName>style.visibility</p:attrName>
                                        </p:attrNameLst>
                                      </p:cBhvr>
                                      <p:to>
                                        <p:strVal val="hidden"/>
                                      </p:to>
                                    </p:set>
                                  </p:childTnLst>
                                </p:cTn>
                              </p:par>
                              <p:par>
                                <p:cTn id="101" presetID="22" presetClass="entr" presetSubtype="8" fill="hold" nodeType="withEffect">
                                  <p:stCondLst>
                                    <p:cond delay="0"/>
                                  </p:stCondLst>
                                  <p:childTnLst>
                                    <p:set>
                                      <p:cBhvr>
                                        <p:cTn id="102" dur="1" fill="hold">
                                          <p:stCondLst>
                                            <p:cond delay="0"/>
                                          </p:stCondLst>
                                        </p:cTn>
                                        <p:tgtEl>
                                          <p:spTgt spid="76"/>
                                        </p:tgtEl>
                                        <p:attrNameLst>
                                          <p:attrName>style.visibility</p:attrName>
                                        </p:attrNameLst>
                                      </p:cBhvr>
                                      <p:to>
                                        <p:strVal val="visible"/>
                                      </p:to>
                                    </p:set>
                                    <p:animEffect transition="in" filter="wipe(left)">
                                      <p:cBhvr>
                                        <p:cTn id="103" dur="1000"/>
                                        <p:tgtEl>
                                          <p:spTgt spid="76"/>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xit" presetSubtype="1" fill="hold" nodeType="clickEffect">
                                  <p:stCondLst>
                                    <p:cond delay="0"/>
                                  </p:stCondLst>
                                  <p:childTnLst>
                                    <p:animEffect transition="out" filter="wipe(up)">
                                      <p:cBhvr>
                                        <p:cTn id="107" dur="500"/>
                                        <p:tgtEl>
                                          <p:spTgt spid="76"/>
                                        </p:tgtEl>
                                      </p:cBhvr>
                                    </p:animEffect>
                                    <p:set>
                                      <p:cBhvr>
                                        <p:cTn id="108" dur="1" fill="hold">
                                          <p:stCondLst>
                                            <p:cond delay="499"/>
                                          </p:stCondLst>
                                        </p:cTn>
                                        <p:tgtEl>
                                          <p:spTgt spid="76"/>
                                        </p:tgtEl>
                                        <p:attrNameLst>
                                          <p:attrName>style.visibility</p:attrName>
                                        </p:attrNameLst>
                                      </p:cBhvr>
                                      <p:to>
                                        <p:strVal val="hidden"/>
                                      </p:to>
                                    </p:set>
                                  </p:childTnLst>
                                </p:cTn>
                              </p:par>
                              <p:par>
                                <p:cTn id="109" presetID="22" presetClass="entr" presetSubtype="8" fill="hold" nodeType="withEffect">
                                  <p:stCondLst>
                                    <p:cond delay="0"/>
                                  </p:stCondLst>
                                  <p:childTnLst>
                                    <p:set>
                                      <p:cBhvr>
                                        <p:cTn id="110" dur="1" fill="hold">
                                          <p:stCondLst>
                                            <p:cond delay="0"/>
                                          </p:stCondLst>
                                        </p:cTn>
                                        <p:tgtEl>
                                          <p:spTgt spid="79"/>
                                        </p:tgtEl>
                                        <p:attrNameLst>
                                          <p:attrName>style.visibility</p:attrName>
                                        </p:attrNameLst>
                                      </p:cBhvr>
                                      <p:to>
                                        <p:strVal val="visible"/>
                                      </p:to>
                                    </p:set>
                                    <p:animEffect transition="in" filter="wipe(left)">
                                      <p:cBhvr>
                                        <p:cTn id="111" dur="1000"/>
                                        <p:tgtEl>
                                          <p:spTgt spid="79"/>
                                        </p:tgtEl>
                                      </p:cBhvr>
                                    </p:animEffect>
                                  </p:childTnLst>
                                </p:cTn>
                              </p:par>
                            </p:childTnLst>
                          </p:cTn>
                        </p:par>
                      </p:childTnLst>
                    </p:cTn>
                  </p:par>
                  <p:par>
                    <p:cTn id="112" fill="hold">
                      <p:stCondLst>
                        <p:cond delay="indefinite"/>
                      </p:stCondLst>
                      <p:childTnLst>
                        <p:par>
                          <p:cTn id="113" fill="hold">
                            <p:stCondLst>
                              <p:cond delay="0"/>
                            </p:stCondLst>
                            <p:childTnLst>
                              <p:par>
                                <p:cTn id="114" presetID="47" presetClass="entr" presetSubtype="0" fill="hold" nodeType="clickEffect">
                                  <p:stCondLst>
                                    <p:cond delay="0"/>
                                  </p:stCondLst>
                                  <p:childTnLst>
                                    <p:set>
                                      <p:cBhvr>
                                        <p:cTn id="115" dur="1" fill="hold">
                                          <p:stCondLst>
                                            <p:cond delay="0"/>
                                          </p:stCondLst>
                                        </p:cTn>
                                        <p:tgtEl>
                                          <p:spTgt spid="82"/>
                                        </p:tgtEl>
                                        <p:attrNameLst>
                                          <p:attrName>style.visibility</p:attrName>
                                        </p:attrNameLst>
                                      </p:cBhvr>
                                      <p:to>
                                        <p:strVal val="visible"/>
                                      </p:to>
                                    </p:set>
                                    <p:animEffect transition="in" filter="fade">
                                      <p:cBhvr>
                                        <p:cTn id="116" dur="1000"/>
                                        <p:tgtEl>
                                          <p:spTgt spid="82"/>
                                        </p:tgtEl>
                                      </p:cBhvr>
                                    </p:animEffect>
                                    <p:anim calcmode="lin" valueType="num">
                                      <p:cBhvr>
                                        <p:cTn id="117" dur="1000" fill="hold"/>
                                        <p:tgtEl>
                                          <p:spTgt spid="82"/>
                                        </p:tgtEl>
                                        <p:attrNameLst>
                                          <p:attrName>ppt_x</p:attrName>
                                        </p:attrNameLst>
                                      </p:cBhvr>
                                      <p:tavLst>
                                        <p:tav tm="0">
                                          <p:val>
                                            <p:strVal val="#ppt_x"/>
                                          </p:val>
                                        </p:tav>
                                        <p:tav tm="100000">
                                          <p:val>
                                            <p:strVal val="#ppt_x"/>
                                          </p:val>
                                        </p:tav>
                                      </p:tavLst>
                                    </p:anim>
                                    <p:anim calcmode="lin" valueType="num">
                                      <p:cBhvr>
                                        <p:cTn id="118" dur="1000" fill="hold"/>
                                        <p:tgtEl>
                                          <p:spTgt spid="82"/>
                                        </p:tgtEl>
                                        <p:attrNameLst>
                                          <p:attrName>ppt_y</p:attrName>
                                        </p:attrNameLst>
                                      </p:cBhvr>
                                      <p:tavLst>
                                        <p:tav tm="0">
                                          <p:val>
                                            <p:strVal val="#ppt_y-.1"/>
                                          </p:val>
                                        </p:tav>
                                        <p:tav tm="100000">
                                          <p:val>
                                            <p:strVal val="#ppt_y"/>
                                          </p:val>
                                        </p:tav>
                                      </p:tavLst>
                                    </p:anim>
                                  </p:childTnLst>
                                </p:cTn>
                              </p:par>
                            </p:childTnLst>
                          </p:cTn>
                        </p:par>
                        <p:par>
                          <p:cTn id="119" fill="hold">
                            <p:stCondLst>
                              <p:cond delay="1000"/>
                            </p:stCondLst>
                            <p:childTnLst>
                              <p:par>
                                <p:cTn id="120" presetID="42" presetClass="path" presetSubtype="0" accel="50000" decel="50000" fill="hold" nodeType="afterEffect">
                                  <p:stCondLst>
                                    <p:cond delay="0"/>
                                  </p:stCondLst>
                                  <p:childTnLst>
                                    <p:animMotion origin="layout" path="M -0.1349 0.20834 L -0.15039 0.33843 " pathEditMode="relative" rAng="0" ptsTypes="AA">
                                      <p:cBhvr>
                                        <p:cTn id="121" dur="2000" fill="hold"/>
                                        <p:tgtEl>
                                          <p:spTgt spid="70"/>
                                        </p:tgtEl>
                                        <p:attrNameLst>
                                          <p:attrName>ppt_x</p:attrName>
                                          <p:attrName>ppt_y</p:attrName>
                                        </p:attrNameLst>
                                      </p:cBhvr>
                                      <p:rCtr x="-781" y="6505"/>
                                    </p:animMotion>
                                  </p:childTnLst>
                                </p:cTn>
                              </p:par>
                            </p:childTnLst>
                          </p:cTn>
                        </p:par>
                        <p:par>
                          <p:cTn id="122" fill="hold">
                            <p:stCondLst>
                              <p:cond delay="3000"/>
                            </p:stCondLst>
                            <p:childTnLst>
                              <p:par>
                                <p:cTn id="123" presetID="22" presetClass="exit" presetSubtype="1" fill="hold" nodeType="afterEffect">
                                  <p:stCondLst>
                                    <p:cond delay="0"/>
                                  </p:stCondLst>
                                  <p:childTnLst>
                                    <p:animEffect transition="out" filter="wipe(up)">
                                      <p:cBhvr>
                                        <p:cTn id="124" dur="500"/>
                                        <p:tgtEl>
                                          <p:spTgt spid="79"/>
                                        </p:tgtEl>
                                      </p:cBhvr>
                                    </p:animEffect>
                                    <p:set>
                                      <p:cBhvr>
                                        <p:cTn id="125" dur="1" fill="hold">
                                          <p:stCondLst>
                                            <p:cond delay="499"/>
                                          </p:stCondLst>
                                        </p:cTn>
                                        <p:tgtEl>
                                          <p:spTgt spid="79"/>
                                        </p:tgtEl>
                                        <p:attrNameLst>
                                          <p:attrName>style.visibility</p:attrName>
                                        </p:attrNameLst>
                                      </p:cBhvr>
                                      <p:to>
                                        <p:strVal val="hidden"/>
                                      </p:to>
                                    </p:set>
                                  </p:childTnLst>
                                </p:cTn>
                              </p:par>
                              <p:par>
                                <p:cTn id="126" presetID="22" presetClass="entr" presetSubtype="8" fill="hold" nodeType="withEffect">
                                  <p:stCondLst>
                                    <p:cond delay="0"/>
                                  </p:stCondLst>
                                  <p:childTnLst>
                                    <p:set>
                                      <p:cBhvr>
                                        <p:cTn id="127" dur="1" fill="hold">
                                          <p:stCondLst>
                                            <p:cond delay="0"/>
                                          </p:stCondLst>
                                        </p:cTn>
                                        <p:tgtEl>
                                          <p:spTgt spid="76"/>
                                        </p:tgtEl>
                                        <p:attrNameLst>
                                          <p:attrName>style.visibility</p:attrName>
                                        </p:attrNameLst>
                                      </p:cBhvr>
                                      <p:to>
                                        <p:strVal val="visible"/>
                                      </p:to>
                                    </p:set>
                                    <p:animEffect transition="in" filter="wipe(left)">
                                      <p:cBhvr>
                                        <p:cTn id="128" dur="1000"/>
                                        <p:tgtEl>
                                          <p:spTgt spid="76"/>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xit" presetSubtype="1" fill="hold" nodeType="clickEffect">
                                  <p:stCondLst>
                                    <p:cond delay="0"/>
                                  </p:stCondLst>
                                  <p:childTnLst>
                                    <p:animEffect transition="out" filter="wipe(up)">
                                      <p:cBhvr>
                                        <p:cTn id="132" dur="500"/>
                                        <p:tgtEl>
                                          <p:spTgt spid="76"/>
                                        </p:tgtEl>
                                      </p:cBhvr>
                                    </p:animEffect>
                                    <p:set>
                                      <p:cBhvr>
                                        <p:cTn id="133" dur="1" fill="hold">
                                          <p:stCondLst>
                                            <p:cond delay="499"/>
                                          </p:stCondLst>
                                        </p:cTn>
                                        <p:tgtEl>
                                          <p:spTgt spid="76"/>
                                        </p:tgtEl>
                                        <p:attrNameLst>
                                          <p:attrName>style.visibility</p:attrName>
                                        </p:attrNameLst>
                                      </p:cBhvr>
                                      <p:to>
                                        <p:strVal val="hidden"/>
                                      </p:to>
                                    </p:set>
                                  </p:childTnLst>
                                </p:cTn>
                              </p:par>
                              <p:par>
                                <p:cTn id="134" presetID="22" presetClass="entr" presetSubtype="8" fill="hold" nodeType="withEffect">
                                  <p:stCondLst>
                                    <p:cond delay="0"/>
                                  </p:stCondLst>
                                  <p:childTnLst>
                                    <p:set>
                                      <p:cBhvr>
                                        <p:cTn id="135" dur="1" fill="hold">
                                          <p:stCondLst>
                                            <p:cond delay="0"/>
                                          </p:stCondLst>
                                        </p:cTn>
                                        <p:tgtEl>
                                          <p:spTgt spid="79"/>
                                        </p:tgtEl>
                                        <p:attrNameLst>
                                          <p:attrName>style.visibility</p:attrName>
                                        </p:attrNameLst>
                                      </p:cBhvr>
                                      <p:to>
                                        <p:strVal val="visible"/>
                                      </p:to>
                                    </p:set>
                                    <p:animEffect transition="in" filter="wipe(left)">
                                      <p:cBhvr>
                                        <p:cTn id="136" dur="1000"/>
                                        <p:tgtEl>
                                          <p:spTgt spid="79"/>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xit" presetSubtype="1" fill="hold" nodeType="clickEffect">
                                  <p:stCondLst>
                                    <p:cond delay="0"/>
                                  </p:stCondLst>
                                  <p:childTnLst>
                                    <p:animEffect transition="out" filter="wipe(up)">
                                      <p:cBhvr>
                                        <p:cTn id="140" dur="500"/>
                                        <p:tgtEl>
                                          <p:spTgt spid="79"/>
                                        </p:tgtEl>
                                      </p:cBhvr>
                                    </p:animEffect>
                                    <p:set>
                                      <p:cBhvr>
                                        <p:cTn id="141" dur="1" fill="hold">
                                          <p:stCondLst>
                                            <p:cond delay="499"/>
                                          </p:stCondLst>
                                        </p:cTn>
                                        <p:tgtEl>
                                          <p:spTgt spid="79"/>
                                        </p:tgtEl>
                                        <p:attrNameLst>
                                          <p:attrName>style.visibility</p:attrName>
                                        </p:attrNameLst>
                                      </p:cBhvr>
                                      <p:to>
                                        <p:strVal val="hidden"/>
                                      </p:to>
                                    </p:set>
                                  </p:childTnLst>
                                </p:cTn>
                              </p:par>
                              <p:par>
                                <p:cTn id="142" presetID="22" presetClass="entr" presetSubtype="8" fill="hold" nodeType="withEffect">
                                  <p:stCondLst>
                                    <p:cond delay="0"/>
                                  </p:stCondLst>
                                  <p:childTnLst>
                                    <p:set>
                                      <p:cBhvr>
                                        <p:cTn id="143" dur="1" fill="hold">
                                          <p:stCondLst>
                                            <p:cond delay="0"/>
                                          </p:stCondLst>
                                        </p:cTn>
                                        <p:tgtEl>
                                          <p:spTgt spid="88"/>
                                        </p:tgtEl>
                                        <p:attrNameLst>
                                          <p:attrName>style.visibility</p:attrName>
                                        </p:attrNameLst>
                                      </p:cBhvr>
                                      <p:to>
                                        <p:strVal val="visible"/>
                                      </p:to>
                                    </p:set>
                                    <p:animEffect transition="in" filter="wipe(left)">
                                      <p:cBhvr>
                                        <p:cTn id="144" dur="1000"/>
                                        <p:tgtEl>
                                          <p:spTgt spid="88"/>
                                        </p:tgtEl>
                                      </p:cBhvr>
                                    </p:animEffect>
                                  </p:childTnLst>
                                </p:cTn>
                              </p:par>
                            </p:childTnLst>
                          </p:cTn>
                        </p:par>
                      </p:childTnLst>
                    </p:cTn>
                  </p:par>
                  <p:par>
                    <p:cTn id="145" fill="hold">
                      <p:stCondLst>
                        <p:cond delay="indefinite"/>
                      </p:stCondLst>
                      <p:childTnLst>
                        <p:par>
                          <p:cTn id="146" fill="hold">
                            <p:stCondLst>
                              <p:cond delay="0"/>
                            </p:stCondLst>
                            <p:childTnLst>
                              <p:par>
                                <p:cTn id="147" presetID="47" presetClass="exit" presetSubtype="0" fill="hold" nodeType="clickEffect">
                                  <p:stCondLst>
                                    <p:cond delay="0"/>
                                  </p:stCondLst>
                                  <p:childTnLst>
                                    <p:animEffect transition="out" filter="fade">
                                      <p:cBhvr>
                                        <p:cTn id="148" dur="1000"/>
                                        <p:tgtEl>
                                          <p:spTgt spid="82"/>
                                        </p:tgtEl>
                                      </p:cBhvr>
                                    </p:animEffect>
                                    <p:anim calcmode="lin" valueType="num">
                                      <p:cBhvr>
                                        <p:cTn id="149" dur="1000"/>
                                        <p:tgtEl>
                                          <p:spTgt spid="82"/>
                                        </p:tgtEl>
                                        <p:attrNameLst>
                                          <p:attrName>ppt_x</p:attrName>
                                        </p:attrNameLst>
                                      </p:cBhvr>
                                      <p:tavLst>
                                        <p:tav tm="0">
                                          <p:val>
                                            <p:strVal val="ppt_x"/>
                                          </p:val>
                                        </p:tav>
                                        <p:tav tm="100000">
                                          <p:val>
                                            <p:strVal val="ppt_x"/>
                                          </p:val>
                                        </p:tav>
                                      </p:tavLst>
                                    </p:anim>
                                    <p:anim calcmode="lin" valueType="num">
                                      <p:cBhvr>
                                        <p:cTn id="150" dur="1000"/>
                                        <p:tgtEl>
                                          <p:spTgt spid="82"/>
                                        </p:tgtEl>
                                        <p:attrNameLst>
                                          <p:attrName>ppt_y</p:attrName>
                                        </p:attrNameLst>
                                      </p:cBhvr>
                                      <p:tavLst>
                                        <p:tav tm="0">
                                          <p:val>
                                            <p:strVal val="ppt_y"/>
                                          </p:val>
                                        </p:tav>
                                        <p:tav tm="100000">
                                          <p:val>
                                            <p:strVal val="ppt_y-.1"/>
                                          </p:val>
                                        </p:tav>
                                      </p:tavLst>
                                    </p:anim>
                                    <p:set>
                                      <p:cBhvr>
                                        <p:cTn id="151" dur="1" fill="hold">
                                          <p:stCondLst>
                                            <p:cond delay="999"/>
                                          </p:stCondLst>
                                        </p:cTn>
                                        <p:tgtEl>
                                          <p:spTgt spid="82"/>
                                        </p:tgtEl>
                                        <p:attrNameLst>
                                          <p:attrName>style.visibility</p:attrName>
                                        </p:attrNameLst>
                                      </p:cBhvr>
                                      <p:to>
                                        <p:strVal val="hidden"/>
                                      </p:to>
                                    </p:set>
                                  </p:childTnLst>
                                </p:cTn>
                              </p:par>
                              <p:par>
                                <p:cTn id="152" presetID="64" presetClass="path" presetSubtype="0" accel="50000" decel="50000" fill="hold" nodeType="withEffect">
                                  <p:stCondLst>
                                    <p:cond delay="0"/>
                                  </p:stCondLst>
                                  <p:childTnLst>
                                    <p:animMotion origin="layout" path="M -0.15039 0.33843 L -0.1349 0.20834 " pathEditMode="relative" rAng="0" ptsTypes="AA">
                                      <p:cBhvr>
                                        <p:cTn id="153" dur="2000" fill="hold"/>
                                        <p:tgtEl>
                                          <p:spTgt spid="70"/>
                                        </p:tgtEl>
                                        <p:attrNameLst>
                                          <p:attrName>ppt_x</p:attrName>
                                          <p:attrName>ppt_y</p:attrName>
                                        </p:attrNameLst>
                                      </p:cBhvr>
                                      <p:rCtr x="768" y="-6505"/>
                                    </p:animMotion>
                                  </p:childTnLst>
                                </p:cTn>
                              </p:par>
                            </p:childTnLst>
                          </p:cTn>
                        </p:par>
                        <p:par>
                          <p:cTn id="154" fill="hold">
                            <p:stCondLst>
                              <p:cond delay="2000"/>
                            </p:stCondLst>
                            <p:childTnLst>
                              <p:par>
                                <p:cTn id="155" presetID="22" presetClass="entr" presetSubtype="8" fill="hold" grpId="0" nodeType="afterEffect">
                                  <p:stCondLst>
                                    <p:cond delay="0"/>
                                  </p:stCondLst>
                                  <p:childTnLst>
                                    <p:set>
                                      <p:cBhvr>
                                        <p:cTn id="156" dur="1" fill="hold">
                                          <p:stCondLst>
                                            <p:cond delay="0"/>
                                          </p:stCondLst>
                                        </p:cTn>
                                        <p:tgtEl>
                                          <p:spTgt spid="12"/>
                                        </p:tgtEl>
                                        <p:attrNameLst>
                                          <p:attrName>style.visibility</p:attrName>
                                        </p:attrNameLst>
                                      </p:cBhvr>
                                      <p:to>
                                        <p:strVal val="visible"/>
                                      </p:to>
                                    </p:set>
                                    <p:animEffect transition="in" filter="wipe(left)">
                                      <p:cBhvr>
                                        <p:cTn id="157" dur="500"/>
                                        <p:tgtEl>
                                          <p:spTgt spid="12"/>
                                        </p:tgtEl>
                                      </p:cBhvr>
                                    </p:animEffect>
                                  </p:childTnLst>
                                </p:cTn>
                              </p:par>
                            </p:childTnLst>
                          </p:cTn>
                        </p:par>
                        <p:par>
                          <p:cTn id="158" fill="hold">
                            <p:stCondLst>
                              <p:cond delay="2500"/>
                            </p:stCondLst>
                            <p:childTnLst>
                              <p:par>
                                <p:cTn id="159" presetID="42" presetClass="entr" presetSubtype="0" fill="hold" grpId="0" nodeType="afterEffect">
                                  <p:stCondLst>
                                    <p:cond delay="0"/>
                                  </p:stCondLst>
                                  <p:childTnLst>
                                    <p:set>
                                      <p:cBhvr>
                                        <p:cTn id="160" dur="1" fill="hold">
                                          <p:stCondLst>
                                            <p:cond delay="0"/>
                                          </p:stCondLst>
                                        </p:cTn>
                                        <p:tgtEl>
                                          <p:spTgt spid="13"/>
                                        </p:tgtEl>
                                        <p:attrNameLst>
                                          <p:attrName>style.visibility</p:attrName>
                                        </p:attrNameLst>
                                      </p:cBhvr>
                                      <p:to>
                                        <p:strVal val="visible"/>
                                      </p:to>
                                    </p:set>
                                    <p:animEffect transition="in" filter="fade">
                                      <p:cBhvr>
                                        <p:cTn id="161" dur="1000"/>
                                        <p:tgtEl>
                                          <p:spTgt spid="13"/>
                                        </p:tgtEl>
                                      </p:cBhvr>
                                    </p:animEffect>
                                    <p:anim calcmode="lin" valueType="num">
                                      <p:cBhvr>
                                        <p:cTn id="162" dur="1000" fill="hold"/>
                                        <p:tgtEl>
                                          <p:spTgt spid="13"/>
                                        </p:tgtEl>
                                        <p:attrNameLst>
                                          <p:attrName>ppt_x</p:attrName>
                                        </p:attrNameLst>
                                      </p:cBhvr>
                                      <p:tavLst>
                                        <p:tav tm="0">
                                          <p:val>
                                            <p:strVal val="#ppt_x"/>
                                          </p:val>
                                        </p:tav>
                                        <p:tav tm="100000">
                                          <p:val>
                                            <p:strVal val="#ppt_x"/>
                                          </p:val>
                                        </p:tav>
                                      </p:tavLst>
                                    </p:anim>
                                    <p:anim calcmode="lin" valueType="num">
                                      <p:cBhvr>
                                        <p:cTn id="163" dur="1000" fill="hold"/>
                                        <p:tgtEl>
                                          <p:spTgt spid="13"/>
                                        </p:tgtEl>
                                        <p:attrNameLst>
                                          <p:attrName>ppt_y</p:attrName>
                                        </p:attrNameLst>
                                      </p:cBhvr>
                                      <p:tavLst>
                                        <p:tav tm="0">
                                          <p:val>
                                            <p:strVal val="#ppt_y+.1"/>
                                          </p:val>
                                        </p:tav>
                                        <p:tav tm="100000">
                                          <p:val>
                                            <p:strVal val="#ppt_y"/>
                                          </p:val>
                                        </p:tav>
                                      </p:tavLst>
                                    </p:anim>
                                  </p:childTnLst>
                                </p:cTn>
                              </p:par>
                            </p:childTnLst>
                          </p:cTn>
                        </p:par>
                        <p:par>
                          <p:cTn id="164" fill="hold">
                            <p:stCondLst>
                              <p:cond delay="3500"/>
                            </p:stCondLst>
                            <p:childTnLst>
                              <p:par>
                                <p:cTn id="165" presetID="22" presetClass="exit" presetSubtype="1" fill="hold" nodeType="afterEffect">
                                  <p:stCondLst>
                                    <p:cond delay="0"/>
                                  </p:stCondLst>
                                  <p:childTnLst>
                                    <p:animEffect transition="out" filter="wipe(up)">
                                      <p:cBhvr>
                                        <p:cTn id="166" dur="500"/>
                                        <p:tgtEl>
                                          <p:spTgt spid="88"/>
                                        </p:tgtEl>
                                      </p:cBhvr>
                                    </p:animEffect>
                                    <p:set>
                                      <p:cBhvr>
                                        <p:cTn id="167" dur="1" fill="hold">
                                          <p:stCondLst>
                                            <p:cond delay="499"/>
                                          </p:stCondLst>
                                        </p:cTn>
                                        <p:tgtEl>
                                          <p:spTgt spid="88"/>
                                        </p:tgtEl>
                                        <p:attrNameLst>
                                          <p:attrName>style.visibility</p:attrName>
                                        </p:attrNameLst>
                                      </p:cBhvr>
                                      <p:to>
                                        <p:strVal val="hidden"/>
                                      </p:to>
                                    </p:set>
                                  </p:childTnLst>
                                </p:cTn>
                              </p:par>
                              <p:par>
                                <p:cTn id="168" presetID="22" presetClass="entr" presetSubtype="8" fill="hold" nodeType="withEffect">
                                  <p:stCondLst>
                                    <p:cond delay="0"/>
                                  </p:stCondLst>
                                  <p:childTnLst>
                                    <p:set>
                                      <p:cBhvr>
                                        <p:cTn id="169" dur="1" fill="hold">
                                          <p:stCondLst>
                                            <p:cond delay="0"/>
                                          </p:stCondLst>
                                        </p:cTn>
                                        <p:tgtEl>
                                          <p:spTgt spid="89"/>
                                        </p:tgtEl>
                                        <p:attrNameLst>
                                          <p:attrName>style.visibility</p:attrName>
                                        </p:attrNameLst>
                                      </p:cBhvr>
                                      <p:to>
                                        <p:strVal val="visible"/>
                                      </p:to>
                                    </p:set>
                                    <p:animEffect transition="in" filter="wipe(left)">
                                      <p:cBhvr>
                                        <p:cTn id="170" dur="1000"/>
                                        <p:tgtEl>
                                          <p:spTgt spid="89"/>
                                        </p:tgtEl>
                                      </p:cBhvr>
                                    </p:animEffect>
                                  </p:childTnLst>
                                </p:cTn>
                              </p:par>
                            </p:childTnLst>
                          </p:cTn>
                        </p:par>
                      </p:childTnLst>
                    </p:cTn>
                  </p:par>
                  <p:par>
                    <p:cTn id="171" fill="hold">
                      <p:stCondLst>
                        <p:cond delay="indefinite"/>
                      </p:stCondLst>
                      <p:childTnLst>
                        <p:par>
                          <p:cTn id="172" fill="hold">
                            <p:stCondLst>
                              <p:cond delay="0"/>
                            </p:stCondLst>
                            <p:childTnLst>
                              <p:par>
                                <p:cTn id="173" presetID="42" presetClass="path" presetSubtype="0" accel="50000" decel="50000" fill="hold" nodeType="clickEffect">
                                  <p:stCondLst>
                                    <p:cond delay="0"/>
                                  </p:stCondLst>
                                  <p:childTnLst>
                                    <p:animMotion origin="layout" path="M -0.1349 0.20834 L -0.07396 0.33635 " pathEditMode="relative" rAng="0" ptsTypes="AA">
                                      <p:cBhvr>
                                        <p:cTn id="174" dur="2000" fill="hold"/>
                                        <p:tgtEl>
                                          <p:spTgt spid="70"/>
                                        </p:tgtEl>
                                        <p:attrNameLst>
                                          <p:attrName>ppt_x</p:attrName>
                                          <p:attrName>ppt_y</p:attrName>
                                        </p:attrNameLst>
                                      </p:cBhvr>
                                      <p:rCtr x="3047" y="6389"/>
                                    </p:animMotion>
                                  </p:childTnLst>
                                </p:cTn>
                              </p:par>
                            </p:childTnLst>
                          </p:cTn>
                        </p:par>
                        <p:par>
                          <p:cTn id="175" fill="hold">
                            <p:stCondLst>
                              <p:cond delay="2000"/>
                            </p:stCondLst>
                            <p:childTnLst>
                              <p:par>
                                <p:cTn id="176" presetID="22" presetClass="exit" presetSubtype="1" fill="hold" nodeType="afterEffect">
                                  <p:stCondLst>
                                    <p:cond delay="0"/>
                                  </p:stCondLst>
                                  <p:childTnLst>
                                    <p:animEffect transition="out" filter="wipe(up)">
                                      <p:cBhvr>
                                        <p:cTn id="177" dur="500"/>
                                        <p:tgtEl>
                                          <p:spTgt spid="89"/>
                                        </p:tgtEl>
                                      </p:cBhvr>
                                    </p:animEffect>
                                    <p:set>
                                      <p:cBhvr>
                                        <p:cTn id="178" dur="1" fill="hold">
                                          <p:stCondLst>
                                            <p:cond delay="499"/>
                                          </p:stCondLst>
                                        </p:cTn>
                                        <p:tgtEl>
                                          <p:spTgt spid="89"/>
                                        </p:tgtEl>
                                        <p:attrNameLst>
                                          <p:attrName>style.visibility</p:attrName>
                                        </p:attrNameLst>
                                      </p:cBhvr>
                                      <p:to>
                                        <p:strVal val="hidden"/>
                                      </p:to>
                                    </p:set>
                                  </p:childTnLst>
                                </p:cTn>
                              </p:par>
                              <p:par>
                                <p:cTn id="179" presetID="22" presetClass="entr" presetSubtype="8" fill="hold" nodeType="withEffect">
                                  <p:stCondLst>
                                    <p:cond delay="0"/>
                                  </p:stCondLst>
                                  <p:childTnLst>
                                    <p:set>
                                      <p:cBhvr>
                                        <p:cTn id="180" dur="1" fill="hold">
                                          <p:stCondLst>
                                            <p:cond delay="0"/>
                                          </p:stCondLst>
                                        </p:cTn>
                                        <p:tgtEl>
                                          <p:spTgt spid="76"/>
                                        </p:tgtEl>
                                        <p:attrNameLst>
                                          <p:attrName>style.visibility</p:attrName>
                                        </p:attrNameLst>
                                      </p:cBhvr>
                                      <p:to>
                                        <p:strVal val="visible"/>
                                      </p:to>
                                    </p:set>
                                    <p:animEffect transition="in" filter="wipe(left)">
                                      <p:cBhvr>
                                        <p:cTn id="181" dur="1000"/>
                                        <p:tgtEl>
                                          <p:spTgt spid="76"/>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xit" presetSubtype="1" fill="hold" nodeType="clickEffect">
                                  <p:stCondLst>
                                    <p:cond delay="0"/>
                                  </p:stCondLst>
                                  <p:childTnLst>
                                    <p:animEffect transition="out" filter="wipe(up)">
                                      <p:cBhvr>
                                        <p:cTn id="185" dur="500"/>
                                        <p:tgtEl>
                                          <p:spTgt spid="76"/>
                                        </p:tgtEl>
                                      </p:cBhvr>
                                    </p:animEffect>
                                    <p:set>
                                      <p:cBhvr>
                                        <p:cTn id="186" dur="1" fill="hold">
                                          <p:stCondLst>
                                            <p:cond delay="499"/>
                                          </p:stCondLst>
                                        </p:cTn>
                                        <p:tgtEl>
                                          <p:spTgt spid="76"/>
                                        </p:tgtEl>
                                        <p:attrNameLst>
                                          <p:attrName>style.visibility</p:attrName>
                                        </p:attrNameLst>
                                      </p:cBhvr>
                                      <p:to>
                                        <p:strVal val="hidden"/>
                                      </p:to>
                                    </p:set>
                                  </p:childTnLst>
                                </p:cTn>
                              </p:par>
                              <p:par>
                                <p:cTn id="187" presetID="22" presetClass="entr" presetSubtype="8" fill="hold" nodeType="withEffect">
                                  <p:stCondLst>
                                    <p:cond delay="0"/>
                                  </p:stCondLst>
                                  <p:childTnLst>
                                    <p:set>
                                      <p:cBhvr>
                                        <p:cTn id="188" dur="1" fill="hold">
                                          <p:stCondLst>
                                            <p:cond delay="0"/>
                                          </p:stCondLst>
                                        </p:cTn>
                                        <p:tgtEl>
                                          <p:spTgt spid="79"/>
                                        </p:tgtEl>
                                        <p:attrNameLst>
                                          <p:attrName>style.visibility</p:attrName>
                                        </p:attrNameLst>
                                      </p:cBhvr>
                                      <p:to>
                                        <p:strVal val="visible"/>
                                      </p:to>
                                    </p:set>
                                    <p:animEffect transition="in" filter="wipe(left)">
                                      <p:cBhvr>
                                        <p:cTn id="189" dur="1000"/>
                                        <p:tgtEl>
                                          <p:spTgt spid="79"/>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xit" presetSubtype="1" fill="hold" nodeType="clickEffect">
                                  <p:stCondLst>
                                    <p:cond delay="0"/>
                                  </p:stCondLst>
                                  <p:childTnLst>
                                    <p:animEffect transition="out" filter="wipe(up)">
                                      <p:cBhvr>
                                        <p:cTn id="193" dur="500"/>
                                        <p:tgtEl>
                                          <p:spTgt spid="79"/>
                                        </p:tgtEl>
                                      </p:cBhvr>
                                    </p:animEffect>
                                    <p:set>
                                      <p:cBhvr>
                                        <p:cTn id="194" dur="1" fill="hold">
                                          <p:stCondLst>
                                            <p:cond delay="499"/>
                                          </p:stCondLst>
                                        </p:cTn>
                                        <p:tgtEl>
                                          <p:spTgt spid="79"/>
                                        </p:tgtEl>
                                        <p:attrNameLst>
                                          <p:attrName>style.visibility</p:attrName>
                                        </p:attrNameLst>
                                      </p:cBhvr>
                                      <p:to>
                                        <p:strVal val="hidden"/>
                                      </p:to>
                                    </p:set>
                                  </p:childTnLst>
                                </p:cTn>
                              </p:par>
                              <p:par>
                                <p:cTn id="195" presetID="22" presetClass="entr" presetSubtype="8" fill="hold" nodeType="withEffect">
                                  <p:stCondLst>
                                    <p:cond delay="0"/>
                                  </p:stCondLst>
                                  <p:childTnLst>
                                    <p:set>
                                      <p:cBhvr>
                                        <p:cTn id="196" dur="1" fill="hold">
                                          <p:stCondLst>
                                            <p:cond delay="0"/>
                                          </p:stCondLst>
                                        </p:cTn>
                                        <p:tgtEl>
                                          <p:spTgt spid="88"/>
                                        </p:tgtEl>
                                        <p:attrNameLst>
                                          <p:attrName>style.visibility</p:attrName>
                                        </p:attrNameLst>
                                      </p:cBhvr>
                                      <p:to>
                                        <p:strVal val="visible"/>
                                      </p:to>
                                    </p:set>
                                    <p:animEffect transition="in" filter="wipe(left)">
                                      <p:cBhvr>
                                        <p:cTn id="197" dur="1000"/>
                                        <p:tgtEl>
                                          <p:spTgt spid="88"/>
                                        </p:tgtEl>
                                      </p:cBhvr>
                                    </p:animEffect>
                                  </p:childTnLst>
                                </p:cTn>
                              </p:par>
                            </p:childTnLst>
                          </p:cTn>
                        </p:par>
                      </p:childTnLst>
                    </p:cTn>
                  </p:par>
                  <p:par>
                    <p:cTn id="198" fill="hold">
                      <p:stCondLst>
                        <p:cond delay="indefinite"/>
                      </p:stCondLst>
                      <p:childTnLst>
                        <p:par>
                          <p:cTn id="199" fill="hold">
                            <p:stCondLst>
                              <p:cond delay="0"/>
                            </p:stCondLst>
                            <p:childTnLst>
                              <p:par>
                                <p:cTn id="200" presetID="47" presetClass="exit" presetSubtype="0" fill="hold" nodeType="clickEffect">
                                  <p:stCondLst>
                                    <p:cond delay="0"/>
                                  </p:stCondLst>
                                  <p:childTnLst>
                                    <p:animEffect transition="out" filter="fade">
                                      <p:cBhvr>
                                        <p:cTn id="201" dur="1000"/>
                                        <p:tgtEl>
                                          <p:spTgt spid="24"/>
                                        </p:tgtEl>
                                      </p:cBhvr>
                                    </p:animEffect>
                                    <p:anim calcmode="lin" valueType="num">
                                      <p:cBhvr>
                                        <p:cTn id="202" dur="1000"/>
                                        <p:tgtEl>
                                          <p:spTgt spid="24"/>
                                        </p:tgtEl>
                                        <p:attrNameLst>
                                          <p:attrName>ppt_x</p:attrName>
                                        </p:attrNameLst>
                                      </p:cBhvr>
                                      <p:tavLst>
                                        <p:tav tm="0">
                                          <p:val>
                                            <p:strVal val="ppt_x"/>
                                          </p:val>
                                        </p:tav>
                                        <p:tav tm="100000">
                                          <p:val>
                                            <p:strVal val="ppt_x"/>
                                          </p:val>
                                        </p:tav>
                                      </p:tavLst>
                                    </p:anim>
                                    <p:anim calcmode="lin" valueType="num">
                                      <p:cBhvr>
                                        <p:cTn id="203" dur="1000"/>
                                        <p:tgtEl>
                                          <p:spTgt spid="24"/>
                                        </p:tgtEl>
                                        <p:attrNameLst>
                                          <p:attrName>ppt_y</p:attrName>
                                        </p:attrNameLst>
                                      </p:cBhvr>
                                      <p:tavLst>
                                        <p:tav tm="0">
                                          <p:val>
                                            <p:strVal val="ppt_y"/>
                                          </p:val>
                                        </p:tav>
                                        <p:tav tm="100000">
                                          <p:val>
                                            <p:strVal val="ppt_y-.1"/>
                                          </p:val>
                                        </p:tav>
                                      </p:tavLst>
                                    </p:anim>
                                    <p:set>
                                      <p:cBhvr>
                                        <p:cTn id="204" dur="1" fill="hold">
                                          <p:stCondLst>
                                            <p:cond delay="999"/>
                                          </p:stCondLst>
                                        </p:cTn>
                                        <p:tgtEl>
                                          <p:spTgt spid="24"/>
                                        </p:tgtEl>
                                        <p:attrNameLst>
                                          <p:attrName>style.visibility</p:attrName>
                                        </p:attrNameLst>
                                      </p:cBhvr>
                                      <p:to>
                                        <p:strVal val="hidden"/>
                                      </p:to>
                                    </p:set>
                                  </p:childTnLst>
                                </p:cTn>
                              </p:par>
                              <p:par>
                                <p:cTn id="205" presetID="64" presetClass="path" presetSubtype="0" accel="50000" decel="50000" fill="hold" nodeType="withEffect">
                                  <p:stCondLst>
                                    <p:cond delay="0"/>
                                  </p:stCondLst>
                                  <p:childTnLst>
                                    <p:animMotion origin="layout" path="M -0.07396 0.33635 L -0.08998 0.10394 " pathEditMode="relative" rAng="0" ptsTypes="AA">
                                      <p:cBhvr>
                                        <p:cTn id="206" dur="2000" fill="hold"/>
                                        <p:tgtEl>
                                          <p:spTgt spid="70"/>
                                        </p:tgtEl>
                                        <p:attrNameLst>
                                          <p:attrName>ppt_x</p:attrName>
                                          <p:attrName>ppt_y</p:attrName>
                                        </p:attrNameLst>
                                      </p:cBhvr>
                                      <p:rCtr x="-807" y="-11620"/>
                                    </p:animMotion>
                                  </p:childTnLst>
                                </p:cTn>
                              </p:par>
                            </p:childTnLst>
                          </p:cTn>
                        </p:par>
                        <p:par>
                          <p:cTn id="207" fill="hold">
                            <p:stCondLst>
                              <p:cond delay="2000"/>
                            </p:stCondLst>
                            <p:childTnLst>
                              <p:par>
                                <p:cTn id="208" presetID="42" presetClass="entr" presetSubtype="0" fill="hold" grpId="0" nodeType="afterEffect">
                                  <p:stCondLst>
                                    <p:cond delay="0"/>
                                  </p:stCondLst>
                                  <p:childTnLst>
                                    <p:set>
                                      <p:cBhvr>
                                        <p:cTn id="209" dur="1" fill="hold">
                                          <p:stCondLst>
                                            <p:cond delay="0"/>
                                          </p:stCondLst>
                                        </p:cTn>
                                        <p:tgtEl>
                                          <p:spTgt spid="14"/>
                                        </p:tgtEl>
                                        <p:attrNameLst>
                                          <p:attrName>style.visibility</p:attrName>
                                        </p:attrNameLst>
                                      </p:cBhvr>
                                      <p:to>
                                        <p:strVal val="visible"/>
                                      </p:to>
                                    </p:set>
                                    <p:animEffect transition="in" filter="fade">
                                      <p:cBhvr>
                                        <p:cTn id="210" dur="1000"/>
                                        <p:tgtEl>
                                          <p:spTgt spid="14"/>
                                        </p:tgtEl>
                                      </p:cBhvr>
                                    </p:animEffect>
                                    <p:anim calcmode="lin" valueType="num">
                                      <p:cBhvr>
                                        <p:cTn id="211" dur="1000" fill="hold"/>
                                        <p:tgtEl>
                                          <p:spTgt spid="14"/>
                                        </p:tgtEl>
                                        <p:attrNameLst>
                                          <p:attrName>ppt_x</p:attrName>
                                        </p:attrNameLst>
                                      </p:cBhvr>
                                      <p:tavLst>
                                        <p:tav tm="0">
                                          <p:val>
                                            <p:strVal val="#ppt_x"/>
                                          </p:val>
                                        </p:tav>
                                        <p:tav tm="100000">
                                          <p:val>
                                            <p:strVal val="#ppt_x"/>
                                          </p:val>
                                        </p:tav>
                                      </p:tavLst>
                                    </p:anim>
                                    <p:anim calcmode="lin" valueType="num">
                                      <p:cBhvr>
                                        <p:cTn id="212" dur="1000" fill="hold"/>
                                        <p:tgtEl>
                                          <p:spTgt spid="14"/>
                                        </p:tgtEl>
                                        <p:attrNameLst>
                                          <p:attrName>ppt_y</p:attrName>
                                        </p:attrNameLst>
                                      </p:cBhvr>
                                      <p:tavLst>
                                        <p:tav tm="0">
                                          <p:val>
                                            <p:strVal val="#ppt_y+.1"/>
                                          </p:val>
                                        </p:tav>
                                        <p:tav tm="100000">
                                          <p:val>
                                            <p:strVal val="#ppt_y"/>
                                          </p:val>
                                        </p:tav>
                                      </p:tavLst>
                                    </p:anim>
                                  </p:childTnLst>
                                </p:cTn>
                              </p:par>
                              <p:par>
                                <p:cTn id="213" presetID="22" presetClass="exit" presetSubtype="1" fill="hold" nodeType="withEffect">
                                  <p:stCondLst>
                                    <p:cond delay="0"/>
                                  </p:stCondLst>
                                  <p:childTnLst>
                                    <p:animEffect transition="out" filter="wipe(up)">
                                      <p:cBhvr>
                                        <p:cTn id="214" dur="500"/>
                                        <p:tgtEl>
                                          <p:spTgt spid="88"/>
                                        </p:tgtEl>
                                      </p:cBhvr>
                                    </p:animEffect>
                                    <p:set>
                                      <p:cBhvr>
                                        <p:cTn id="215" dur="1" fill="hold">
                                          <p:stCondLst>
                                            <p:cond delay="499"/>
                                          </p:stCondLst>
                                        </p:cTn>
                                        <p:tgtEl>
                                          <p:spTgt spid="88"/>
                                        </p:tgtEl>
                                        <p:attrNameLst>
                                          <p:attrName>style.visibility</p:attrName>
                                        </p:attrNameLst>
                                      </p:cBhvr>
                                      <p:to>
                                        <p:strVal val="hidden"/>
                                      </p:to>
                                    </p:set>
                                  </p:childTnLst>
                                </p:cTn>
                              </p:par>
                              <p:par>
                                <p:cTn id="216" presetID="22" presetClass="entr" presetSubtype="8" fill="hold" nodeType="withEffect">
                                  <p:stCondLst>
                                    <p:cond delay="0"/>
                                  </p:stCondLst>
                                  <p:childTnLst>
                                    <p:set>
                                      <p:cBhvr>
                                        <p:cTn id="217" dur="1" fill="hold">
                                          <p:stCondLst>
                                            <p:cond delay="0"/>
                                          </p:stCondLst>
                                        </p:cTn>
                                        <p:tgtEl>
                                          <p:spTgt spid="89"/>
                                        </p:tgtEl>
                                        <p:attrNameLst>
                                          <p:attrName>style.visibility</p:attrName>
                                        </p:attrNameLst>
                                      </p:cBhvr>
                                      <p:to>
                                        <p:strVal val="visible"/>
                                      </p:to>
                                    </p:set>
                                    <p:animEffect transition="in" filter="wipe(left)">
                                      <p:cBhvr>
                                        <p:cTn id="218" dur="1000"/>
                                        <p:tgtEl>
                                          <p:spTgt spid="89"/>
                                        </p:tgtEl>
                                      </p:cBhvr>
                                    </p:animEffect>
                                  </p:childTnLst>
                                </p:cTn>
                              </p:par>
                            </p:childTnLst>
                          </p:cTn>
                        </p:par>
                      </p:childTnLst>
                    </p:cTn>
                  </p:par>
                  <p:par>
                    <p:cTn id="219" fill="hold">
                      <p:stCondLst>
                        <p:cond delay="indefinite"/>
                      </p:stCondLst>
                      <p:childTnLst>
                        <p:par>
                          <p:cTn id="220" fill="hold">
                            <p:stCondLst>
                              <p:cond delay="0"/>
                            </p:stCondLst>
                            <p:childTnLst>
                              <p:par>
                                <p:cTn id="221" presetID="42" presetClass="path" presetSubtype="0" accel="50000" decel="50000" fill="hold" nodeType="clickEffect">
                                  <p:stCondLst>
                                    <p:cond delay="0"/>
                                  </p:stCondLst>
                                  <p:childTnLst>
                                    <p:animMotion origin="layout" path="M -0.08998 0.10394 L -0.00482 0.20556 " pathEditMode="relative" rAng="0" ptsTypes="AA">
                                      <p:cBhvr>
                                        <p:cTn id="222" dur="2000" fill="hold"/>
                                        <p:tgtEl>
                                          <p:spTgt spid="70"/>
                                        </p:tgtEl>
                                        <p:attrNameLst>
                                          <p:attrName>ppt_x</p:attrName>
                                          <p:attrName>ppt_y</p:attrName>
                                        </p:attrNameLst>
                                      </p:cBhvr>
                                      <p:rCtr x="4258" y="5069"/>
                                    </p:animMotion>
                                  </p:childTnLst>
                                </p:cTn>
                              </p:par>
                            </p:childTnLst>
                          </p:cTn>
                        </p:par>
                        <p:par>
                          <p:cTn id="223" fill="hold">
                            <p:stCondLst>
                              <p:cond delay="2000"/>
                            </p:stCondLst>
                            <p:childTnLst>
                              <p:par>
                                <p:cTn id="224" presetID="22" presetClass="exit" presetSubtype="1" fill="hold" nodeType="afterEffect">
                                  <p:stCondLst>
                                    <p:cond delay="0"/>
                                  </p:stCondLst>
                                  <p:childTnLst>
                                    <p:animEffect transition="out" filter="wipe(up)">
                                      <p:cBhvr>
                                        <p:cTn id="225" dur="500"/>
                                        <p:tgtEl>
                                          <p:spTgt spid="89"/>
                                        </p:tgtEl>
                                      </p:cBhvr>
                                    </p:animEffect>
                                    <p:set>
                                      <p:cBhvr>
                                        <p:cTn id="226" dur="1" fill="hold">
                                          <p:stCondLst>
                                            <p:cond delay="499"/>
                                          </p:stCondLst>
                                        </p:cTn>
                                        <p:tgtEl>
                                          <p:spTgt spid="89"/>
                                        </p:tgtEl>
                                        <p:attrNameLst>
                                          <p:attrName>style.visibility</p:attrName>
                                        </p:attrNameLst>
                                      </p:cBhvr>
                                      <p:to>
                                        <p:strVal val="hidden"/>
                                      </p:to>
                                    </p:set>
                                  </p:childTnLst>
                                </p:cTn>
                              </p:par>
                              <p:par>
                                <p:cTn id="227" presetID="22" presetClass="entr" presetSubtype="8" fill="hold" nodeType="withEffect">
                                  <p:stCondLst>
                                    <p:cond delay="0"/>
                                  </p:stCondLst>
                                  <p:childTnLst>
                                    <p:set>
                                      <p:cBhvr>
                                        <p:cTn id="228" dur="1" fill="hold">
                                          <p:stCondLst>
                                            <p:cond delay="0"/>
                                          </p:stCondLst>
                                        </p:cTn>
                                        <p:tgtEl>
                                          <p:spTgt spid="76"/>
                                        </p:tgtEl>
                                        <p:attrNameLst>
                                          <p:attrName>style.visibility</p:attrName>
                                        </p:attrNameLst>
                                      </p:cBhvr>
                                      <p:to>
                                        <p:strVal val="visible"/>
                                      </p:to>
                                    </p:set>
                                    <p:animEffect transition="in" filter="wipe(left)">
                                      <p:cBhvr>
                                        <p:cTn id="229" dur="1000"/>
                                        <p:tgtEl>
                                          <p:spTgt spid="76"/>
                                        </p:tgtEl>
                                      </p:cBhvr>
                                    </p:animEffect>
                                  </p:childTnLst>
                                </p:cTn>
                              </p:par>
                            </p:childTnLst>
                          </p:cTn>
                        </p:par>
                      </p:childTnLst>
                    </p:cTn>
                  </p:par>
                  <p:par>
                    <p:cTn id="230" fill="hold">
                      <p:stCondLst>
                        <p:cond delay="indefinite"/>
                      </p:stCondLst>
                      <p:childTnLst>
                        <p:par>
                          <p:cTn id="231" fill="hold">
                            <p:stCondLst>
                              <p:cond delay="0"/>
                            </p:stCondLst>
                            <p:childTnLst>
                              <p:par>
                                <p:cTn id="232" presetID="22" presetClass="exit" presetSubtype="1" fill="hold" nodeType="clickEffect">
                                  <p:stCondLst>
                                    <p:cond delay="0"/>
                                  </p:stCondLst>
                                  <p:childTnLst>
                                    <p:animEffect transition="out" filter="wipe(up)">
                                      <p:cBhvr>
                                        <p:cTn id="233" dur="500"/>
                                        <p:tgtEl>
                                          <p:spTgt spid="76"/>
                                        </p:tgtEl>
                                      </p:cBhvr>
                                    </p:animEffect>
                                    <p:set>
                                      <p:cBhvr>
                                        <p:cTn id="234" dur="1" fill="hold">
                                          <p:stCondLst>
                                            <p:cond delay="499"/>
                                          </p:stCondLst>
                                        </p:cTn>
                                        <p:tgtEl>
                                          <p:spTgt spid="76"/>
                                        </p:tgtEl>
                                        <p:attrNameLst>
                                          <p:attrName>style.visibility</p:attrName>
                                        </p:attrNameLst>
                                      </p:cBhvr>
                                      <p:to>
                                        <p:strVal val="hidden"/>
                                      </p:to>
                                    </p:set>
                                  </p:childTnLst>
                                </p:cTn>
                              </p:par>
                              <p:par>
                                <p:cTn id="235" presetID="22" presetClass="entr" presetSubtype="8" fill="hold" nodeType="withEffect">
                                  <p:stCondLst>
                                    <p:cond delay="0"/>
                                  </p:stCondLst>
                                  <p:childTnLst>
                                    <p:set>
                                      <p:cBhvr>
                                        <p:cTn id="236" dur="1" fill="hold">
                                          <p:stCondLst>
                                            <p:cond delay="0"/>
                                          </p:stCondLst>
                                        </p:cTn>
                                        <p:tgtEl>
                                          <p:spTgt spid="79"/>
                                        </p:tgtEl>
                                        <p:attrNameLst>
                                          <p:attrName>style.visibility</p:attrName>
                                        </p:attrNameLst>
                                      </p:cBhvr>
                                      <p:to>
                                        <p:strVal val="visible"/>
                                      </p:to>
                                    </p:set>
                                    <p:animEffect transition="in" filter="wipe(left)">
                                      <p:cBhvr>
                                        <p:cTn id="237" dur="1000"/>
                                        <p:tgtEl>
                                          <p:spTgt spid="79"/>
                                        </p:tgtEl>
                                      </p:cBhvr>
                                    </p:animEffect>
                                  </p:childTnLst>
                                </p:cTn>
                              </p:par>
                            </p:childTnLst>
                          </p:cTn>
                        </p:par>
                      </p:childTnLst>
                    </p:cTn>
                  </p:par>
                  <p:par>
                    <p:cTn id="238" fill="hold">
                      <p:stCondLst>
                        <p:cond delay="indefinite"/>
                      </p:stCondLst>
                      <p:childTnLst>
                        <p:par>
                          <p:cTn id="239" fill="hold">
                            <p:stCondLst>
                              <p:cond delay="0"/>
                            </p:stCondLst>
                            <p:childTnLst>
                              <p:par>
                                <p:cTn id="240" presetID="47" presetClass="entr" presetSubtype="0" fill="hold" nodeType="clickEffect">
                                  <p:stCondLst>
                                    <p:cond delay="0"/>
                                  </p:stCondLst>
                                  <p:childTnLst>
                                    <p:set>
                                      <p:cBhvr>
                                        <p:cTn id="241" dur="1" fill="hold">
                                          <p:stCondLst>
                                            <p:cond delay="0"/>
                                          </p:stCondLst>
                                        </p:cTn>
                                        <p:tgtEl>
                                          <p:spTgt spid="65"/>
                                        </p:tgtEl>
                                        <p:attrNameLst>
                                          <p:attrName>style.visibility</p:attrName>
                                        </p:attrNameLst>
                                      </p:cBhvr>
                                      <p:to>
                                        <p:strVal val="visible"/>
                                      </p:to>
                                    </p:set>
                                    <p:animEffect transition="in" filter="fade">
                                      <p:cBhvr>
                                        <p:cTn id="242" dur="1000"/>
                                        <p:tgtEl>
                                          <p:spTgt spid="65"/>
                                        </p:tgtEl>
                                      </p:cBhvr>
                                    </p:animEffect>
                                    <p:anim calcmode="lin" valueType="num">
                                      <p:cBhvr>
                                        <p:cTn id="243" dur="1000" fill="hold"/>
                                        <p:tgtEl>
                                          <p:spTgt spid="65"/>
                                        </p:tgtEl>
                                        <p:attrNameLst>
                                          <p:attrName>ppt_x</p:attrName>
                                        </p:attrNameLst>
                                      </p:cBhvr>
                                      <p:tavLst>
                                        <p:tav tm="0">
                                          <p:val>
                                            <p:strVal val="#ppt_x"/>
                                          </p:val>
                                        </p:tav>
                                        <p:tav tm="100000">
                                          <p:val>
                                            <p:strVal val="#ppt_x"/>
                                          </p:val>
                                        </p:tav>
                                      </p:tavLst>
                                    </p:anim>
                                    <p:anim calcmode="lin" valueType="num">
                                      <p:cBhvr>
                                        <p:cTn id="244" dur="1000" fill="hold"/>
                                        <p:tgtEl>
                                          <p:spTgt spid="65"/>
                                        </p:tgtEl>
                                        <p:attrNameLst>
                                          <p:attrName>ppt_y</p:attrName>
                                        </p:attrNameLst>
                                      </p:cBhvr>
                                      <p:tavLst>
                                        <p:tav tm="0">
                                          <p:val>
                                            <p:strVal val="#ppt_y-.1"/>
                                          </p:val>
                                        </p:tav>
                                        <p:tav tm="100000">
                                          <p:val>
                                            <p:strVal val="#ppt_y"/>
                                          </p:val>
                                        </p:tav>
                                      </p:tavLst>
                                    </p:anim>
                                  </p:childTnLst>
                                </p:cTn>
                              </p:par>
                            </p:childTnLst>
                          </p:cTn>
                        </p:par>
                        <p:par>
                          <p:cTn id="245" fill="hold">
                            <p:stCondLst>
                              <p:cond delay="1000"/>
                            </p:stCondLst>
                            <p:childTnLst>
                              <p:par>
                                <p:cTn id="246" presetID="42" presetClass="path" presetSubtype="0" accel="50000" decel="50000" fill="hold" nodeType="afterEffect">
                                  <p:stCondLst>
                                    <p:cond delay="0"/>
                                  </p:stCondLst>
                                  <p:childTnLst>
                                    <p:animMotion origin="layout" path="M -0.00482 0.20556 L -0.05443 0.33635 " pathEditMode="relative" rAng="0" ptsTypes="AA">
                                      <p:cBhvr>
                                        <p:cTn id="247" dur="2000" fill="hold"/>
                                        <p:tgtEl>
                                          <p:spTgt spid="70"/>
                                        </p:tgtEl>
                                        <p:attrNameLst>
                                          <p:attrName>ppt_x</p:attrName>
                                          <p:attrName>ppt_y</p:attrName>
                                        </p:attrNameLst>
                                      </p:cBhvr>
                                      <p:rCtr x="-2487" y="6528"/>
                                    </p:animMotion>
                                  </p:childTnLst>
                                </p:cTn>
                              </p:par>
                            </p:childTnLst>
                          </p:cTn>
                        </p:par>
                        <p:par>
                          <p:cTn id="248" fill="hold">
                            <p:stCondLst>
                              <p:cond delay="3000"/>
                            </p:stCondLst>
                            <p:childTnLst>
                              <p:par>
                                <p:cTn id="249" presetID="22" presetClass="exit" presetSubtype="1" fill="hold" nodeType="afterEffect">
                                  <p:stCondLst>
                                    <p:cond delay="0"/>
                                  </p:stCondLst>
                                  <p:childTnLst>
                                    <p:animEffect transition="out" filter="wipe(up)">
                                      <p:cBhvr>
                                        <p:cTn id="250" dur="500"/>
                                        <p:tgtEl>
                                          <p:spTgt spid="79"/>
                                        </p:tgtEl>
                                      </p:cBhvr>
                                    </p:animEffect>
                                    <p:set>
                                      <p:cBhvr>
                                        <p:cTn id="251" dur="1" fill="hold">
                                          <p:stCondLst>
                                            <p:cond delay="499"/>
                                          </p:stCondLst>
                                        </p:cTn>
                                        <p:tgtEl>
                                          <p:spTgt spid="79"/>
                                        </p:tgtEl>
                                        <p:attrNameLst>
                                          <p:attrName>style.visibility</p:attrName>
                                        </p:attrNameLst>
                                      </p:cBhvr>
                                      <p:to>
                                        <p:strVal val="hidden"/>
                                      </p:to>
                                    </p:set>
                                  </p:childTnLst>
                                </p:cTn>
                              </p:par>
                              <p:par>
                                <p:cTn id="252" presetID="22" presetClass="entr" presetSubtype="8" fill="hold" nodeType="withEffect">
                                  <p:stCondLst>
                                    <p:cond delay="0"/>
                                  </p:stCondLst>
                                  <p:childTnLst>
                                    <p:set>
                                      <p:cBhvr>
                                        <p:cTn id="253" dur="1" fill="hold">
                                          <p:stCondLst>
                                            <p:cond delay="0"/>
                                          </p:stCondLst>
                                        </p:cTn>
                                        <p:tgtEl>
                                          <p:spTgt spid="76"/>
                                        </p:tgtEl>
                                        <p:attrNameLst>
                                          <p:attrName>style.visibility</p:attrName>
                                        </p:attrNameLst>
                                      </p:cBhvr>
                                      <p:to>
                                        <p:strVal val="visible"/>
                                      </p:to>
                                    </p:set>
                                    <p:animEffect transition="in" filter="wipe(left)">
                                      <p:cBhvr>
                                        <p:cTn id="254" dur="1000"/>
                                        <p:tgtEl>
                                          <p:spTgt spid="76"/>
                                        </p:tgtEl>
                                      </p:cBhvr>
                                    </p:animEffect>
                                  </p:childTnLst>
                                </p:cTn>
                              </p:par>
                            </p:childTnLst>
                          </p:cTn>
                        </p:par>
                      </p:childTnLst>
                    </p:cTn>
                  </p:par>
                  <p:par>
                    <p:cTn id="255" fill="hold">
                      <p:stCondLst>
                        <p:cond delay="indefinite"/>
                      </p:stCondLst>
                      <p:childTnLst>
                        <p:par>
                          <p:cTn id="256" fill="hold">
                            <p:stCondLst>
                              <p:cond delay="0"/>
                            </p:stCondLst>
                            <p:childTnLst>
                              <p:par>
                                <p:cTn id="257" presetID="22" presetClass="exit" presetSubtype="1" fill="hold" nodeType="clickEffect">
                                  <p:stCondLst>
                                    <p:cond delay="0"/>
                                  </p:stCondLst>
                                  <p:childTnLst>
                                    <p:animEffect transition="out" filter="wipe(up)">
                                      <p:cBhvr>
                                        <p:cTn id="258" dur="500"/>
                                        <p:tgtEl>
                                          <p:spTgt spid="76"/>
                                        </p:tgtEl>
                                      </p:cBhvr>
                                    </p:animEffect>
                                    <p:set>
                                      <p:cBhvr>
                                        <p:cTn id="259" dur="1" fill="hold">
                                          <p:stCondLst>
                                            <p:cond delay="499"/>
                                          </p:stCondLst>
                                        </p:cTn>
                                        <p:tgtEl>
                                          <p:spTgt spid="76"/>
                                        </p:tgtEl>
                                        <p:attrNameLst>
                                          <p:attrName>style.visibility</p:attrName>
                                        </p:attrNameLst>
                                      </p:cBhvr>
                                      <p:to>
                                        <p:strVal val="hidden"/>
                                      </p:to>
                                    </p:set>
                                  </p:childTnLst>
                                </p:cTn>
                              </p:par>
                              <p:par>
                                <p:cTn id="260" presetID="22" presetClass="entr" presetSubtype="8" fill="hold" nodeType="withEffect">
                                  <p:stCondLst>
                                    <p:cond delay="0"/>
                                  </p:stCondLst>
                                  <p:childTnLst>
                                    <p:set>
                                      <p:cBhvr>
                                        <p:cTn id="261" dur="1" fill="hold">
                                          <p:stCondLst>
                                            <p:cond delay="0"/>
                                          </p:stCondLst>
                                        </p:cTn>
                                        <p:tgtEl>
                                          <p:spTgt spid="79"/>
                                        </p:tgtEl>
                                        <p:attrNameLst>
                                          <p:attrName>style.visibility</p:attrName>
                                        </p:attrNameLst>
                                      </p:cBhvr>
                                      <p:to>
                                        <p:strVal val="visible"/>
                                      </p:to>
                                    </p:set>
                                    <p:animEffect transition="in" filter="wipe(left)">
                                      <p:cBhvr>
                                        <p:cTn id="262" dur="1000"/>
                                        <p:tgtEl>
                                          <p:spTgt spid="79"/>
                                        </p:tgtEl>
                                      </p:cBhvr>
                                    </p:animEffect>
                                  </p:childTnLst>
                                </p:cTn>
                              </p:par>
                            </p:childTnLst>
                          </p:cTn>
                        </p:par>
                      </p:childTnLst>
                    </p:cTn>
                  </p:par>
                  <p:par>
                    <p:cTn id="263" fill="hold">
                      <p:stCondLst>
                        <p:cond delay="indefinite"/>
                      </p:stCondLst>
                      <p:childTnLst>
                        <p:par>
                          <p:cTn id="264" fill="hold">
                            <p:stCondLst>
                              <p:cond delay="0"/>
                            </p:stCondLst>
                            <p:childTnLst>
                              <p:par>
                                <p:cTn id="265" presetID="22" presetClass="exit" presetSubtype="1" fill="hold" nodeType="clickEffect">
                                  <p:stCondLst>
                                    <p:cond delay="0"/>
                                  </p:stCondLst>
                                  <p:childTnLst>
                                    <p:animEffect transition="out" filter="wipe(up)">
                                      <p:cBhvr>
                                        <p:cTn id="266" dur="500"/>
                                        <p:tgtEl>
                                          <p:spTgt spid="79"/>
                                        </p:tgtEl>
                                      </p:cBhvr>
                                    </p:animEffect>
                                    <p:set>
                                      <p:cBhvr>
                                        <p:cTn id="267" dur="1" fill="hold">
                                          <p:stCondLst>
                                            <p:cond delay="499"/>
                                          </p:stCondLst>
                                        </p:cTn>
                                        <p:tgtEl>
                                          <p:spTgt spid="79"/>
                                        </p:tgtEl>
                                        <p:attrNameLst>
                                          <p:attrName>style.visibility</p:attrName>
                                        </p:attrNameLst>
                                      </p:cBhvr>
                                      <p:to>
                                        <p:strVal val="hidden"/>
                                      </p:to>
                                    </p:set>
                                  </p:childTnLst>
                                </p:cTn>
                              </p:par>
                              <p:par>
                                <p:cTn id="268" presetID="22" presetClass="entr" presetSubtype="8" fill="hold" nodeType="withEffect">
                                  <p:stCondLst>
                                    <p:cond delay="0"/>
                                  </p:stCondLst>
                                  <p:childTnLst>
                                    <p:set>
                                      <p:cBhvr>
                                        <p:cTn id="269" dur="1" fill="hold">
                                          <p:stCondLst>
                                            <p:cond delay="0"/>
                                          </p:stCondLst>
                                        </p:cTn>
                                        <p:tgtEl>
                                          <p:spTgt spid="88"/>
                                        </p:tgtEl>
                                        <p:attrNameLst>
                                          <p:attrName>style.visibility</p:attrName>
                                        </p:attrNameLst>
                                      </p:cBhvr>
                                      <p:to>
                                        <p:strVal val="visible"/>
                                      </p:to>
                                    </p:set>
                                    <p:animEffect transition="in" filter="wipe(left)">
                                      <p:cBhvr>
                                        <p:cTn id="270" dur="1000"/>
                                        <p:tgtEl>
                                          <p:spTgt spid="88"/>
                                        </p:tgtEl>
                                      </p:cBhvr>
                                    </p:animEffect>
                                  </p:childTnLst>
                                </p:cTn>
                              </p:par>
                            </p:childTnLst>
                          </p:cTn>
                        </p:par>
                      </p:childTnLst>
                    </p:cTn>
                  </p:par>
                  <p:par>
                    <p:cTn id="271" fill="hold">
                      <p:stCondLst>
                        <p:cond delay="indefinite"/>
                      </p:stCondLst>
                      <p:childTnLst>
                        <p:par>
                          <p:cTn id="272" fill="hold">
                            <p:stCondLst>
                              <p:cond delay="0"/>
                            </p:stCondLst>
                            <p:childTnLst>
                              <p:par>
                                <p:cTn id="273" presetID="47" presetClass="exit" presetSubtype="0" fill="hold" nodeType="clickEffect">
                                  <p:stCondLst>
                                    <p:cond delay="0"/>
                                  </p:stCondLst>
                                  <p:childTnLst>
                                    <p:animEffect transition="out" filter="fade">
                                      <p:cBhvr>
                                        <p:cTn id="274" dur="1000"/>
                                        <p:tgtEl>
                                          <p:spTgt spid="65"/>
                                        </p:tgtEl>
                                      </p:cBhvr>
                                    </p:animEffect>
                                    <p:anim calcmode="lin" valueType="num">
                                      <p:cBhvr>
                                        <p:cTn id="275" dur="1000"/>
                                        <p:tgtEl>
                                          <p:spTgt spid="65"/>
                                        </p:tgtEl>
                                        <p:attrNameLst>
                                          <p:attrName>ppt_x</p:attrName>
                                        </p:attrNameLst>
                                      </p:cBhvr>
                                      <p:tavLst>
                                        <p:tav tm="0">
                                          <p:val>
                                            <p:strVal val="ppt_x"/>
                                          </p:val>
                                        </p:tav>
                                        <p:tav tm="100000">
                                          <p:val>
                                            <p:strVal val="ppt_x"/>
                                          </p:val>
                                        </p:tav>
                                      </p:tavLst>
                                    </p:anim>
                                    <p:anim calcmode="lin" valueType="num">
                                      <p:cBhvr>
                                        <p:cTn id="276" dur="1000"/>
                                        <p:tgtEl>
                                          <p:spTgt spid="65"/>
                                        </p:tgtEl>
                                        <p:attrNameLst>
                                          <p:attrName>ppt_y</p:attrName>
                                        </p:attrNameLst>
                                      </p:cBhvr>
                                      <p:tavLst>
                                        <p:tav tm="0">
                                          <p:val>
                                            <p:strVal val="ppt_y"/>
                                          </p:val>
                                        </p:tav>
                                        <p:tav tm="100000">
                                          <p:val>
                                            <p:strVal val="ppt_y-.1"/>
                                          </p:val>
                                        </p:tav>
                                      </p:tavLst>
                                    </p:anim>
                                    <p:set>
                                      <p:cBhvr>
                                        <p:cTn id="277" dur="1" fill="hold">
                                          <p:stCondLst>
                                            <p:cond delay="999"/>
                                          </p:stCondLst>
                                        </p:cTn>
                                        <p:tgtEl>
                                          <p:spTgt spid="65"/>
                                        </p:tgtEl>
                                        <p:attrNameLst>
                                          <p:attrName>style.visibility</p:attrName>
                                        </p:attrNameLst>
                                      </p:cBhvr>
                                      <p:to>
                                        <p:strVal val="hidden"/>
                                      </p:to>
                                    </p:set>
                                  </p:childTnLst>
                                </p:cTn>
                              </p:par>
                              <p:par>
                                <p:cTn id="278" presetID="64" presetClass="path" presetSubtype="0" accel="50000" decel="50000" fill="hold" nodeType="withEffect">
                                  <p:stCondLst>
                                    <p:cond delay="0"/>
                                  </p:stCondLst>
                                  <p:childTnLst>
                                    <p:animMotion origin="layout" path="M -0.05443 0.33635 L -0.00482 0.20556 " pathEditMode="relative" rAng="0" ptsTypes="AA">
                                      <p:cBhvr>
                                        <p:cTn id="279" dur="2000" fill="hold"/>
                                        <p:tgtEl>
                                          <p:spTgt spid="70"/>
                                        </p:tgtEl>
                                        <p:attrNameLst>
                                          <p:attrName>ppt_x</p:attrName>
                                          <p:attrName>ppt_y</p:attrName>
                                        </p:attrNameLst>
                                      </p:cBhvr>
                                      <p:rCtr x="2474" y="-6551"/>
                                    </p:animMotion>
                                  </p:childTnLst>
                                </p:cTn>
                              </p:par>
                            </p:childTnLst>
                          </p:cTn>
                        </p:par>
                        <p:par>
                          <p:cTn id="280" fill="hold">
                            <p:stCondLst>
                              <p:cond delay="2000"/>
                            </p:stCondLst>
                            <p:childTnLst>
                              <p:par>
                                <p:cTn id="281" presetID="42" presetClass="entr" presetSubtype="0" fill="hold" grpId="0" nodeType="afterEffect">
                                  <p:stCondLst>
                                    <p:cond delay="0"/>
                                  </p:stCondLst>
                                  <p:childTnLst>
                                    <p:set>
                                      <p:cBhvr>
                                        <p:cTn id="282" dur="1" fill="hold">
                                          <p:stCondLst>
                                            <p:cond delay="0"/>
                                          </p:stCondLst>
                                        </p:cTn>
                                        <p:tgtEl>
                                          <p:spTgt spid="15"/>
                                        </p:tgtEl>
                                        <p:attrNameLst>
                                          <p:attrName>style.visibility</p:attrName>
                                        </p:attrNameLst>
                                      </p:cBhvr>
                                      <p:to>
                                        <p:strVal val="visible"/>
                                      </p:to>
                                    </p:set>
                                    <p:animEffect transition="in" filter="fade">
                                      <p:cBhvr>
                                        <p:cTn id="283" dur="1000"/>
                                        <p:tgtEl>
                                          <p:spTgt spid="15"/>
                                        </p:tgtEl>
                                      </p:cBhvr>
                                    </p:animEffect>
                                    <p:anim calcmode="lin" valueType="num">
                                      <p:cBhvr>
                                        <p:cTn id="284" dur="1000" fill="hold"/>
                                        <p:tgtEl>
                                          <p:spTgt spid="15"/>
                                        </p:tgtEl>
                                        <p:attrNameLst>
                                          <p:attrName>ppt_x</p:attrName>
                                        </p:attrNameLst>
                                      </p:cBhvr>
                                      <p:tavLst>
                                        <p:tav tm="0">
                                          <p:val>
                                            <p:strVal val="#ppt_x"/>
                                          </p:val>
                                        </p:tav>
                                        <p:tav tm="100000">
                                          <p:val>
                                            <p:strVal val="#ppt_x"/>
                                          </p:val>
                                        </p:tav>
                                      </p:tavLst>
                                    </p:anim>
                                    <p:anim calcmode="lin" valueType="num">
                                      <p:cBhvr>
                                        <p:cTn id="285" dur="1000" fill="hold"/>
                                        <p:tgtEl>
                                          <p:spTgt spid="15"/>
                                        </p:tgtEl>
                                        <p:attrNameLst>
                                          <p:attrName>ppt_y</p:attrName>
                                        </p:attrNameLst>
                                      </p:cBhvr>
                                      <p:tavLst>
                                        <p:tav tm="0">
                                          <p:val>
                                            <p:strVal val="#ppt_y+.1"/>
                                          </p:val>
                                        </p:tav>
                                        <p:tav tm="100000">
                                          <p:val>
                                            <p:strVal val="#ppt_y"/>
                                          </p:val>
                                        </p:tav>
                                      </p:tavLst>
                                    </p:anim>
                                  </p:childTnLst>
                                </p:cTn>
                              </p:par>
                            </p:childTnLst>
                          </p:cTn>
                        </p:par>
                        <p:par>
                          <p:cTn id="286" fill="hold">
                            <p:stCondLst>
                              <p:cond delay="3000"/>
                            </p:stCondLst>
                            <p:childTnLst>
                              <p:par>
                                <p:cTn id="287" presetID="22" presetClass="exit" presetSubtype="1" fill="hold" nodeType="afterEffect">
                                  <p:stCondLst>
                                    <p:cond delay="0"/>
                                  </p:stCondLst>
                                  <p:childTnLst>
                                    <p:animEffect transition="out" filter="wipe(up)">
                                      <p:cBhvr>
                                        <p:cTn id="288" dur="500"/>
                                        <p:tgtEl>
                                          <p:spTgt spid="88"/>
                                        </p:tgtEl>
                                      </p:cBhvr>
                                    </p:animEffect>
                                    <p:set>
                                      <p:cBhvr>
                                        <p:cTn id="289" dur="1" fill="hold">
                                          <p:stCondLst>
                                            <p:cond delay="499"/>
                                          </p:stCondLst>
                                        </p:cTn>
                                        <p:tgtEl>
                                          <p:spTgt spid="88"/>
                                        </p:tgtEl>
                                        <p:attrNameLst>
                                          <p:attrName>style.visibility</p:attrName>
                                        </p:attrNameLst>
                                      </p:cBhvr>
                                      <p:to>
                                        <p:strVal val="hidden"/>
                                      </p:to>
                                    </p:set>
                                  </p:childTnLst>
                                </p:cTn>
                              </p:par>
                              <p:par>
                                <p:cTn id="290" presetID="22" presetClass="entr" presetSubtype="8" fill="hold" nodeType="withEffect">
                                  <p:stCondLst>
                                    <p:cond delay="0"/>
                                  </p:stCondLst>
                                  <p:childTnLst>
                                    <p:set>
                                      <p:cBhvr>
                                        <p:cTn id="291" dur="1" fill="hold">
                                          <p:stCondLst>
                                            <p:cond delay="0"/>
                                          </p:stCondLst>
                                        </p:cTn>
                                        <p:tgtEl>
                                          <p:spTgt spid="89"/>
                                        </p:tgtEl>
                                        <p:attrNameLst>
                                          <p:attrName>style.visibility</p:attrName>
                                        </p:attrNameLst>
                                      </p:cBhvr>
                                      <p:to>
                                        <p:strVal val="visible"/>
                                      </p:to>
                                    </p:set>
                                    <p:animEffect transition="in" filter="wipe(left)">
                                      <p:cBhvr>
                                        <p:cTn id="292" dur="1000"/>
                                        <p:tgtEl>
                                          <p:spTgt spid="89"/>
                                        </p:tgtEl>
                                      </p:cBhvr>
                                    </p:animEffect>
                                  </p:childTnLst>
                                </p:cTn>
                              </p:par>
                            </p:childTnLst>
                          </p:cTn>
                        </p:par>
                      </p:childTnLst>
                    </p:cTn>
                  </p:par>
                  <p:par>
                    <p:cTn id="293" fill="hold">
                      <p:stCondLst>
                        <p:cond delay="indefinite"/>
                      </p:stCondLst>
                      <p:childTnLst>
                        <p:par>
                          <p:cTn id="294" fill="hold">
                            <p:stCondLst>
                              <p:cond delay="0"/>
                            </p:stCondLst>
                            <p:childTnLst>
                              <p:par>
                                <p:cTn id="295" presetID="42" presetClass="path" presetSubtype="0" accel="50000" decel="50000" fill="hold" nodeType="clickEffect">
                                  <p:stCondLst>
                                    <p:cond delay="0"/>
                                  </p:stCondLst>
                                  <p:childTnLst>
                                    <p:animMotion origin="layout" path="M -0.00482 0.20556 L -0.00886 0.33079 " pathEditMode="relative" rAng="0" ptsTypes="AA">
                                      <p:cBhvr>
                                        <p:cTn id="296" dur="2000" fill="hold"/>
                                        <p:tgtEl>
                                          <p:spTgt spid="70"/>
                                        </p:tgtEl>
                                        <p:attrNameLst>
                                          <p:attrName>ppt_x</p:attrName>
                                          <p:attrName>ppt_y</p:attrName>
                                        </p:attrNameLst>
                                      </p:cBhvr>
                                      <p:rCtr x="-208" y="6250"/>
                                    </p:animMotion>
                                  </p:childTnLst>
                                </p:cTn>
                              </p:par>
                            </p:childTnLst>
                          </p:cTn>
                        </p:par>
                        <p:par>
                          <p:cTn id="297" fill="hold">
                            <p:stCondLst>
                              <p:cond delay="2000"/>
                            </p:stCondLst>
                            <p:childTnLst>
                              <p:par>
                                <p:cTn id="298" presetID="22" presetClass="exit" presetSubtype="1" fill="hold" nodeType="afterEffect">
                                  <p:stCondLst>
                                    <p:cond delay="0"/>
                                  </p:stCondLst>
                                  <p:childTnLst>
                                    <p:animEffect transition="out" filter="wipe(up)">
                                      <p:cBhvr>
                                        <p:cTn id="299" dur="500"/>
                                        <p:tgtEl>
                                          <p:spTgt spid="89"/>
                                        </p:tgtEl>
                                      </p:cBhvr>
                                    </p:animEffect>
                                    <p:set>
                                      <p:cBhvr>
                                        <p:cTn id="300" dur="1" fill="hold">
                                          <p:stCondLst>
                                            <p:cond delay="499"/>
                                          </p:stCondLst>
                                        </p:cTn>
                                        <p:tgtEl>
                                          <p:spTgt spid="89"/>
                                        </p:tgtEl>
                                        <p:attrNameLst>
                                          <p:attrName>style.visibility</p:attrName>
                                        </p:attrNameLst>
                                      </p:cBhvr>
                                      <p:to>
                                        <p:strVal val="hidden"/>
                                      </p:to>
                                    </p:set>
                                  </p:childTnLst>
                                </p:cTn>
                              </p:par>
                              <p:par>
                                <p:cTn id="301" presetID="22" presetClass="entr" presetSubtype="8" fill="hold" nodeType="withEffect">
                                  <p:stCondLst>
                                    <p:cond delay="0"/>
                                  </p:stCondLst>
                                  <p:childTnLst>
                                    <p:set>
                                      <p:cBhvr>
                                        <p:cTn id="302" dur="1" fill="hold">
                                          <p:stCondLst>
                                            <p:cond delay="0"/>
                                          </p:stCondLst>
                                        </p:cTn>
                                        <p:tgtEl>
                                          <p:spTgt spid="76"/>
                                        </p:tgtEl>
                                        <p:attrNameLst>
                                          <p:attrName>style.visibility</p:attrName>
                                        </p:attrNameLst>
                                      </p:cBhvr>
                                      <p:to>
                                        <p:strVal val="visible"/>
                                      </p:to>
                                    </p:set>
                                    <p:animEffect transition="in" filter="wipe(left)">
                                      <p:cBhvr>
                                        <p:cTn id="303" dur="1000"/>
                                        <p:tgtEl>
                                          <p:spTgt spid="76"/>
                                        </p:tgtEl>
                                      </p:cBhvr>
                                    </p:animEffect>
                                  </p:childTnLst>
                                </p:cTn>
                              </p:par>
                            </p:childTnLst>
                          </p:cTn>
                        </p:par>
                      </p:childTnLst>
                    </p:cTn>
                  </p:par>
                  <p:par>
                    <p:cTn id="304" fill="hold">
                      <p:stCondLst>
                        <p:cond delay="indefinite"/>
                      </p:stCondLst>
                      <p:childTnLst>
                        <p:par>
                          <p:cTn id="305" fill="hold">
                            <p:stCondLst>
                              <p:cond delay="0"/>
                            </p:stCondLst>
                            <p:childTnLst>
                              <p:par>
                                <p:cTn id="306" presetID="22" presetClass="exit" presetSubtype="1" fill="hold" nodeType="clickEffect">
                                  <p:stCondLst>
                                    <p:cond delay="0"/>
                                  </p:stCondLst>
                                  <p:childTnLst>
                                    <p:animEffect transition="out" filter="wipe(up)">
                                      <p:cBhvr>
                                        <p:cTn id="307" dur="500"/>
                                        <p:tgtEl>
                                          <p:spTgt spid="76"/>
                                        </p:tgtEl>
                                      </p:cBhvr>
                                    </p:animEffect>
                                    <p:set>
                                      <p:cBhvr>
                                        <p:cTn id="308" dur="1" fill="hold">
                                          <p:stCondLst>
                                            <p:cond delay="499"/>
                                          </p:stCondLst>
                                        </p:cTn>
                                        <p:tgtEl>
                                          <p:spTgt spid="76"/>
                                        </p:tgtEl>
                                        <p:attrNameLst>
                                          <p:attrName>style.visibility</p:attrName>
                                        </p:attrNameLst>
                                      </p:cBhvr>
                                      <p:to>
                                        <p:strVal val="hidden"/>
                                      </p:to>
                                    </p:set>
                                  </p:childTnLst>
                                </p:cTn>
                              </p:par>
                              <p:par>
                                <p:cTn id="309" presetID="22" presetClass="entr" presetSubtype="8" fill="hold" nodeType="withEffect">
                                  <p:stCondLst>
                                    <p:cond delay="0"/>
                                  </p:stCondLst>
                                  <p:childTnLst>
                                    <p:set>
                                      <p:cBhvr>
                                        <p:cTn id="310" dur="1" fill="hold">
                                          <p:stCondLst>
                                            <p:cond delay="0"/>
                                          </p:stCondLst>
                                        </p:cTn>
                                        <p:tgtEl>
                                          <p:spTgt spid="79"/>
                                        </p:tgtEl>
                                        <p:attrNameLst>
                                          <p:attrName>style.visibility</p:attrName>
                                        </p:attrNameLst>
                                      </p:cBhvr>
                                      <p:to>
                                        <p:strVal val="visible"/>
                                      </p:to>
                                    </p:set>
                                    <p:animEffect transition="in" filter="wipe(left)">
                                      <p:cBhvr>
                                        <p:cTn id="311" dur="1000"/>
                                        <p:tgtEl>
                                          <p:spTgt spid="79"/>
                                        </p:tgtEl>
                                      </p:cBhvr>
                                    </p:animEffect>
                                  </p:childTnLst>
                                </p:cTn>
                              </p:par>
                            </p:childTnLst>
                          </p:cTn>
                        </p:par>
                      </p:childTnLst>
                    </p:cTn>
                  </p:par>
                  <p:par>
                    <p:cTn id="312" fill="hold">
                      <p:stCondLst>
                        <p:cond delay="indefinite"/>
                      </p:stCondLst>
                      <p:childTnLst>
                        <p:par>
                          <p:cTn id="313" fill="hold">
                            <p:stCondLst>
                              <p:cond delay="0"/>
                            </p:stCondLst>
                            <p:childTnLst>
                              <p:par>
                                <p:cTn id="314" presetID="22" presetClass="exit" presetSubtype="1" fill="hold" nodeType="clickEffect">
                                  <p:stCondLst>
                                    <p:cond delay="0"/>
                                  </p:stCondLst>
                                  <p:childTnLst>
                                    <p:animEffect transition="out" filter="wipe(up)">
                                      <p:cBhvr>
                                        <p:cTn id="315" dur="500"/>
                                        <p:tgtEl>
                                          <p:spTgt spid="79"/>
                                        </p:tgtEl>
                                      </p:cBhvr>
                                    </p:animEffect>
                                    <p:set>
                                      <p:cBhvr>
                                        <p:cTn id="316" dur="1" fill="hold">
                                          <p:stCondLst>
                                            <p:cond delay="499"/>
                                          </p:stCondLst>
                                        </p:cTn>
                                        <p:tgtEl>
                                          <p:spTgt spid="79"/>
                                        </p:tgtEl>
                                        <p:attrNameLst>
                                          <p:attrName>style.visibility</p:attrName>
                                        </p:attrNameLst>
                                      </p:cBhvr>
                                      <p:to>
                                        <p:strVal val="hidden"/>
                                      </p:to>
                                    </p:set>
                                  </p:childTnLst>
                                </p:cTn>
                              </p:par>
                              <p:par>
                                <p:cTn id="317" presetID="22" presetClass="entr" presetSubtype="8" fill="hold" nodeType="withEffect">
                                  <p:stCondLst>
                                    <p:cond delay="0"/>
                                  </p:stCondLst>
                                  <p:childTnLst>
                                    <p:set>
                                      <p:cBhvr>
                                        <p:cTn id="318" dur="1" fill="hold">
                                          <p:stCondLst>
                                            <p:cond delay="0"/>
                                          </p:stCondLst>
                                        </p:cTn>
                                        <p:tgtEl>
                                          <p:spTgt spid="88"/>
                                        </p:tgtEl>
                                        <p:attrNameLst>
                                          <p:attrName>style.visibility</p:attrName>
                                        </p:attrNameLst>
                                      </p:cBhvr>
                                      <p:to>
                                        <p:strVal val="visible"/>
                                      </p:to>
                                    </p:set>
                                    <p:animEffect transition="in" filter="wipe(left)">
                                      <p:cBhvr>
                                        <p:cTn id="319" dur="1000"/>
                                        <p:tgtEl>
                                          <p:spTgt spid="88"/>
                                        </p:tgtEl>
                                      </p:cBhvr>
                                    </p:animEffect>
                                  </p:childTnLst>
                                </p:cTn>
                              </p:par>
                            </p:childTnLst>
                          </p:cTn>
                        </p:par>
                      </p:childTnLst>
                    </p:cTn>
                  </p:par>
                  <p:par>
                    <p:cTn id="320" fill="hold">
                      <p:stCondLst>
                        <p:cond delay="indefinite"/>
                      </p:stCondLst>
                      <p:childTnLst>
                        <p:par>
                          <p:cTn id="321" fill="hold">
                            <p:stCondLst>
                              <p:cond delay="0"/>
                            </p:stCondLst>
                            <p:childTnLst>
                              <p:par>
                                <p:cTn id="322" presetID="47" presetClass="exit" presetSubtype="0" fill="hold" nodeType="clickEffect">
                                  <p:stCondLst>
                                    <p:cond delay="0"/>
                                  </p:stCondLst>
                                  <p:childTnLst>
                                    <p:animEffect transition="out" filter="fade">
                                      <p:cBhvr>
                                        <p:cTn id="323" dur="1000"/>
                                        <p:tgtEl>
                                          <p:spTgt spid="21"/>
                                        </p:tgtEl>
                                      </p:cBhvr>
                                    </p:animEffect>
                                    <p:anim calcmode="lin" valueType="num">
                                      <p:cBhvr>
                                        <p:cTn id="324" dur="1000"/>
                                        <p:tgtEl>
                                          <p:spTgt spid="21"/>
                                        </p:tgtEl>
                                        <p:attrNameLst>
                                          <p:attrName>ppt_x</p:attrName>
                                        </p:attrNameLst>
                                      </p:cBhvr>
                                      <p:tavLst>
                                        <p:tav tm="0">
                                          <p:val>
                                            <p:strVal val="ppt_x"/>
                                          </p:val>
                                        </p:tav>
                                        <p:tav tm="100000">
                                          <p:val>
                                            <p:strVal val="ppt_x"/>
                                          </p:val>
                                        </p:tav>
                                      </p:tavLst>
                                    </p:anim>
                                    <p:anim calcmode="lin" valueType="num">
                                      <p:cBhvr>
                                        <p:cTn id="325" dur="1000"/>
                                        <p:tgtEl>
                                          <p:spTgt spid="21"/>
                                        </p:tgtEl>
                                        <p:attrNameLst>
                                          <p:attrName>ppt_y</p:attrName>
                                        </p:attrNameLst>
                                      </p:cBhvr>
                                      <p:tavLst>
                                        <p:tav tm="0">
                                          <p:val>
                                            <p:strVal val="ppt_y"/>
                                          </p:val>
                                        </p:tav>
                                        <p:tav tm="100000">
                                          <p:val>
                                            <p:strVal val="ppt_y-.1"/>
                                          </p:val>
                                        </p:tav>
                                      </p:tavLst>
                                    </p:anim>
                                    <p:set>
                                      <p:cBhvr>
                                        <p:cTn id="326" dur="1" fill="hold">
                                          <p:stCondLst>
                                            <p:cond delay="999"/>
                                          </p:stCondLst>
                                        </p:cTn>
                                        <p:tgtEl>
                                          <p:spTgt spid="21"/>
                                        </p:tgtEl>
                                        <p:attrNameLst>
                                          <p:attrName>style.visibility</p:attrName>
                                        </p:attrNameLst>
                                      </p:cBhvr>
                                      <p:to>
                                        <p:strVal val="hidden"/>
                                      </p:to>
                                    </p:set>
                                  </p:childTnLst>
                                </p:cTn>
                              </p:par>
                              <p:par>
                                <p:cTn id="327" presetID="64" presetClass="path" presetSubtype="0" accel="50000" decel="50000" fill="hold" nodeType="withEffect">
                                  <p:stCondLst>
                                    <p:cond delay="0"/>
                                  </p:stCondLst>
                                  <p:childTnLst>
                                    <p:animMotion origin="layout" path="M -0.00482 0.20556 L 0.04336 0.00023 " pathEditMode="relative" rAng="0" ptsTypes="AA">
                                      <p:cBhvr>
                                        <p:cTn id="328" dur="2000" fill="hold"/>
                                        <p:tgtEl>
                                          <p:spTgt spid="70"/>
                                        </p:tgtEl>
                                        <p:attrNameLst>
                                          <p:attrName>ppt_x</p:attrName>
                                          <p:attrName>ppt_y</p:attrName>
                                        </p:attrNameLst>
                                      </p:cBhvr>
                                      <p:rCtr x="2409" y="-10278"/>
                                    </p:animMotion>
                                  </p:childTnLst>
                                </p:cTn>
                              </p:par>
                            </p:childTnLst>
                          </p:cTn>
                        </p:par>
                        <p:par>
                          <p:cTn id="329" fill="hold">
                            <p:stCondLst>
                              <p:cond delay="2000"/>
                            </p:stCondLst>
                            <p:childTnLst>
                              <p:par>
                                <p:cTn id="330" presetID="42" presetClass="entr" presetSubtype="0" fill="hold" grpId="0" nodeType="afterEffect">
                                  <p:stCondLst>
                                    <p:cond delay="0"/>
                                  </p:stCondLst>
                                  <p:childTnLst>
                                    <p:set>
                                      <p:cBhvr>
                                        <p:cTn id="331" dur="1" fill="hold">
                                          <p:stCondLst>
                                            <p:cond delay="0"/>
                                          </p:stCondLst>
                                        </p:cTn>
                                        <p:tgtEl>
                                          <p:spTgt spid="16"/>
                                        </p:tgtEl>
                                        <p:attrNameLst>
                                          <p:attrName>style.visibility</p:attrName>
                                        </p:attrNameLst>
                                      </p:cBhvr>
                                      <p:to>
                                        <p:strVal val="visible"/>
                                      </p:to>
                                    </p:set>
                                    <p:animEffect transition="in" filter="fade">
                                      <p:cBhvr>
                                        <p:cTn id="332" dur="1000"/>
                                        <p:tgtEl>
                                          <p:spTgt spid="16"/>
                                        </p:tgtEl>
                                      </p:cBhvr>
                                    </p:animEffect>
                                    <p:anim calcmode="lin" valueType="num">
                                      <p:cBhvr>
                                        <p:cTn id="333" dur="1000" fill="hold"/>
                                        <p:tgtEl>
                                          <p:spTgt spid="16"/>
                                        </p:tgtEl>
                                        <p:attrNameLst>
                                          <p:attrName>ppt_x</p:attrName>
                                        </p:attrNameLst>
                                      </p:cBhvr>
                                      <p:tavLst>
                                        <p:tav tm="0">
                                          <p:val>
                                            <p:strVal val="#ppt_x"/>
                                          </p:val>
                                        </p:tav>
                                        <p:tav tm="100000">
                                          <p:val>
                                            <p:strVal val="#ppt_x"/>
                                          </p:val>
                                        </p:tav>
                                      </p:tavLst>
                                    </p:anim>
                                    <p:anim calcmode="lin" valueType="num">
                                      <p:cBhvr>
                                        <p:cTn id="334" dur="1000" fill="hold"/>
                                        <p:tgtEl>
                                          <p:spTgt spid="16"/>
                                        </p:tgtEl>
                                        <p:attrNameLst>
                                          <p:attrName>ppt_y</p:attrName>
                                        </p:attrNameLst>
                                      </p:cBhvr>
                                      <p:tavLst>
                                        <p:tav tm="0">
                                          <p:val>
                                            <p:strVal val="#ppt_y+.1"/>
                                          </p:val>
                                        </p:tav>
                                        <p:tav tm="100000">
                                          <p:val>
                                            <p:strVal val="#ppt_y"/>
                                          </p:val>
                                        </p:tav>
                                      </p:tavLst>
                                    </p:anim>
                                  </p:childTnLst>
                                </p:cTn>
                              </p:par>
                            </p:childTnLst>
                          </p:cTn>
                        </p:par>
                        <p:par>
                          <p:cTn id="335" fill="hold">
                            <p:stCondLst>
                              <p:cond delay="3000"/>
                            </p:stCondLst>
                            <p:childTnLst>
                              <p:par>
                                <p:cTn id="336" presetID="22" presetClass="exit" presetSubtype="1" fill="hold" nodeType="afterEffect">
                                  <p:stCondLst>
                                    <p:cond delay="0"/>
                                  </p:stCondLst>
                                  <p:childTnLst>
                                    <p:animEffect transition="out" filter="wipe(up)">
                                      <p:cBhvr>
                                        <p:cTn id="337" dur="500"/>
                                        <p:tgtEl>
                                          <p:spTgt spid="88"/>
                                        </p:tgtEl>
                                      </p:cBhvr>
                                    </p:animEffect>
                                    <p:set>
                                      <p:cBhvr>
                                        <p:cTn id="338" dur="1" fill="hold">
                                          <p:stCondLst>
                                            <p:cond delay="499"/>
                                          </p:stCondLst>
                                        </p:cTn>
                                        <p:tgtEl>
                                          <p:spTgt spid="88"/>
                                        </p:tgtEl>
                                        <p:attrNameLst>
                                          <p:attrName>style.visibility</p:attrName>
                                        </p:attrNameLst>
                                      </p:cBhvr>
                                      <p:to>
                                        <p:strVal val="hidden"/>
                                      </p:to>
                                    </p:set>
                                  </p:childTnLst>
                                </p:cTn>
                              </p:par>
                              <p:par>
                                <p:cTn id="339" presetID="22" presetClass="entr" presetSubtype="8" fill="hold" nodeType="withEffect">
                                  <p:stCondLst>
                                    <p:cond delay="0"/>
                                  </p:stCondLst>
                                  <p:childTnLst>
                                    <p:set>
                                      <p:cBhvr>
                                        <p:cTn id="340" dur="1" fill="hold">
                                          <p:stCondLst>
                                            <p:cond delay="0"/>
                                          </p:stCondLst>
                                        </p:cTn>
                                        <p:tgtEl>
                                          <p:spTgt spid="89"/>
                                        </p:tgtEl>
                                        <p:attrNameLst>
                                          <p:attrName>style.visibility</p:attrName>
                                        </p:attrNameLst>
                                      </p:cBhvr>
                                      <p:to>
                                        <p:strVal val="visible"/>
                                      </p:to>
                                    </p:set>
                                    <p:animEffect transition="in" filter="wipe(left)">
                                      <p:cBhvr>
                                        <p:cTn id="341" dur="1000"/>
                                        <p:tgtEl>
                                          <p:spTgt spid="89"/>
                                        </p:tgtEl>
                                      </p:cBhvr>
                                    </p:animEffect>
                                  </p:childTnLst>
                                </p:cTn>
                              </p:par>
                            </p:childTnLst>
                          </p:cTn>
                        </p:par>
                      </p:childTnLst>
                    </p:cTn>
                  </p:par>
                  <p:par>
                    <p:cTn id="342" fill="hold">
                      <p:stCondLst>
                        <p:cond delay="indefinite"/>
                      </p:stCondLst>
                      <p:childTnLst>
                        <p:par>
                          <p:cTn id="343" fill="hold">
                            <p:stCondLst>
                              <p:cond delay="0"/>
                            </p:stCondLst>
                            <p:childTnLst>
                              <p:par>
                                <p:cTn id="344" presetID="42" presetClass="path" presetSubtype="0" accel="50000" decel="50000" fill="hold" nodeType="clickEffect">
                                  <p:stCondLst>
                                    <p:cond delay="0"/>
                                  </p:stCondLst>
                                  <p:childTnLst>
                                    <p:animMotion origin="layout" path="M 0.04336 0.00023 L 0.122 0.10533 " pathEditMode="relative" rAng="0" ptsTypes="AA">
                                      <p:cBhvr>
                                        <p:cTn id="345" dur="2000" fill="hold"/>
                                        <p:tgtEl>
                                          <p:spTgt spid="70"/>
                                        </p:tgtEl>
                                        <p:attrNameLst>
                                          <p:attrName>ppt_x</p:attrName>
                                          <p:attrName>ppt_y</p:attrName>
                                        </p:attrNameLst>
                                      </p:cBhvr>
                                      <p:rCtr x="3932" y="5255"/>
                                    </p:animMotion>
                                  </p:childTnLst>
                                </p:cTn>
                              </p:par>
                            </p:childTnLst>
                          </p:cTn>
                        </p:par>
                        <p:par>
                          <p:cTn id="346" fill="hold">
                            <p:stCondLst>
                              <p:cond delay="2000"/>
                            </p:stCondLst>
                            <p:childTnLst>
                              <p:par>
                                <p:cTn id="347" presetID="22" presetClass="exit" presetSubtype="1" fill="hold" nodeType="afterEffect">
                                  <p:stCondLst>
                                    <p:cond delay="0"/>
                                  </p:stCondLst>
                                  <p:childTnLst>
                                    <p:animEffect transition="out" filter="wipe(up)">
                                      <p:cBhvr>
                                        <p:cTn id="348" dur="500"/>
                                        <p:tgtEl>
                                          <p:spTgt spid="89"/>
                                        </p:tgtEl>
                                      </p:cBhvr>
                                    </p:animEffect>
                                    <p:set>
                                      <p:cBhvr>
                                        <p:cTn id="349" dur="1" fill="hold">
                                          <p:stCondLst>
                                            <p:cond delay="499"/>
                                          </p:stCondLst>
                                        </p:cTn>
                                        <p:tgtEl>
                                          <p:spTgt spid="89"/>
                                        </p:tgtEl>
                                        <p:attrNameLst>
                                          <p:attrName>style.visibility</p:attrName>
                                        </p:attrNameLst>
                                      </p:cBhvr>
                                      <p:to>
                                        <p:strVal val="hidden"/>
                                      </p:to>
                                    </p:set>
                                  </p:childTnLst>
                                </p:cTn>
                              </p:par>
                              <p:par>
                                <p:cTn id="350" presetID="22" presetClass="entr" presetSubtype="8" fill="hold" nodeType="withEffect">
                                  <p:stCondLst>
                                    <p:cond delay="0"/>
                                  </p:stCondLst>
                                  <p:childTnLst>
                                    <p:set>
                                      <p:cBhvr>
                                        <p:cTn id="351" dur="1" fill="hold">
                                          <p:stCondLst>
                                            <p:cond delay="0"/>
                                          </p:stCondLst>
                                        </p:cTn>
                                        <p:tgtEl>
                                          <p:spTgt spid="76"/>
                                        </p:tgtEl>
                                        <p:attrNameLst>
                                          <p:attrName>style.visibility</p:attrName>
                                        </p:attrNameLst>
                                      </p:cBhvr>
                                      <p:to>
                                        <p:strVal val="visible"/>
                                      </p:to>
                                    </p:set>
                                    <p:animEffect transition="in" filter="wipe(left)">
                                      <p:cBhvr>
                                        <p:cTn id="352" dur="1000"/>
                                        <p:tgtEl>
                                          <p:spTgt spid="76"/>
                                        </p:tgtEl>
                                      </p:cBhvr>
                                    </p:animEffect>
                                  </p:childTnLst>
                                </p:cTn>
                              </p:par>
                            </p:childTnLst>
                          </p:cTn>
                        </p:par>
                      </p:childTnLst>
                    </p:cTn>
                  </p:par>
                  <p:par>
                    <p:cTn id="353" fill="hold">
                      <p:stCondLst>
                        <p:cond delay="indefinite"/>
                      </p:stCondLst>
                      <p:childTnLst>
                        <p:par>
                          <p:cTn id="354" fill="hold">
                            <p:stCondLst>
                              <p:cond delay="0"/>
                            </p:stCondLst>
                            <p:childTnLst>
                              <p:par>
                                <p:cTn id="355" presetID="22" presetClass="exit" presetSubtype="1" fill="hold" nodeType="clickEffect">
                                  <p:stCondLst>
                                    <p:cond delay="0"/>
                                  </p:stCondLst>
                                  <p:childTnLst>
                                    <p:animEffect transition="out" filter="wipe(up)">
                                      <p:cBhvr>
                                        <p:cTn id="356" dur="500"/>
                                        <p:tgtEl>
                                          <p:spTgt spid="76"/>
                                        </p:tgtEl>
                                      </p:cBhvr>
                                    </p:animEffect>
                                    <p:set>
                                      <p:cBhvr>
                                        <p:cTn id="357" dur="1" fill="hold">
                                          <p:stCondLst>
                                            <p:cond delay="499"/>
                                          </p:stCondLst>
                                        </p:cTn>
                                        <p:tgtEl>
                                          <p:spTgt spid="76"/>
                                        </p:tgtEl>
                                        <p:attrNameLst>
                                          <p:attrName>style.visibility</p:attrName>
                                        </p:attrNameLst>
                                      </p:cBhvr>
                                      <p:to>
                                        <p:strVal val="hidden"/>
                                      </p:to>
                                    </p:set>
                                  </p:childTnLst>
                                </p:cTn>
                              </p:par>
                              <p:par>
                                <p:cTn id="358" presetID="22" presetClass="entr" presetSubtype="8" fill="hold" nodeType="withEffect">
                                  <p:stCondLst>
                                    <p:cond delay="0"/>
                                  </p:stCondLst>
                                  <p:childTnLst>
                                    <p:set>
                                      <p:cBhvr>
                                        <p:cTn id="359" dur="1" fill="hold">
                                          <p:stCondLst>
                                            <p:cond delay="0"/>
                                          </p:stCondLst>
                                        </p:cTn>
                                        <p:tgtEl>
                                          <p:spTgt spid="79"/>
                                        </p:tgtEl>
                                        <p:attrNameLst>
                                          <p:attrName>style.visibility</p:attrName>
                                        </p:attrNameLst>
                                      </p:cBhvr>
                                      <p:to>
                                        <p:strVal val="visible"/>
                                      </p:to>
                                    </p:set>
                                    <p:animEffect transition="in" filter="wipe(left)">
                                      <p:cBhvr>
                                        <p:cTn id="360" dur="1000"/>
                                        <p:tgtEl>
                                          <p:spTgt spid="79"/>
                                        </p:tgtEl>
                                      </p:cBhvr>
                                    </p:animEffect>
                                  </p:childTnLst>
                                </p:cTn>
                              </p:par>
                            </p:childTnLst>
                          </p:cTn>
                        </p:par>
                      </p:childTnLst>
                    </p:cTn>
                  </p:par>
                  <p:par>
                    <p:cTn id="361" fill="hold">
                      <p:stCondLst>
                        <p:cond delay="indefinite"/>
                      </p:stCondLst>
                      <p:childTnLst>
                        <p:par>
                          <p:cTn id="362" fill="hold">
                            <p:stCondLst>
                              <p:cond delay="0"/>
                            </p:stCondLst>
                            <p:childTnLst>
                              <p:par>
                                <p:cTn id="363" presetID="47" presetClass="entr" presetSubtype="0" fill="hold" nodeType="clickEffect">
                                  <p:stCondLst>
                                    <p:cond delay="0"/>
                                  </p:stCondLst>
                                  <p:childTnLst>
                                    <p:set>
                                      <p:cBhvr>
                                        <p:cTn id="364" dur="1" fill="hold">
                                          <p:stCondLst>
                                            <p:cond delay="0"/>
                                          </p:stCondLst>
                                        </p:cTn>
                                        <p:tgtEl>
                                          <p:spTgt spid="62"/>
                                        </p:tgtEl>
                                        <p:attrNameLst>
                                          <p:attrName>style.visibility</p:attrName>
                                        </p:attrNameLst>
                                      </p:cBhvr>
                                      <p:to>
                                        <p:strVal val="visible"/>
                                      </p:to>
                                    </p:set>
                                    <p:animEffect transition="in" filter="fade">
                                      <p:cBhvr>
                                        <p:cTn id="365" dur="1000"/>
                                        <p:tgtEl>
                                          <p:spTgt spid="62"/>
                                        </p:tgtEl>
                                      </p:cBhvr>
                                    </p:animEffect>
                                    <p:anim calcmode="lin" valueType="num">
                                      <p:cBhvr>
                                        <p:cTn id="366" dur="1000" fill="hold"/>
                                        <p:tgtEl>
                                          <p:spTgt spid="62"/>
                                        </p:tgtEl>
                                        <p:attrNameLst>
                                          <p:attrName>ppt_x</p:attrName>
                                        </p:attrNameLst>
                                      </p:cBhvr>
                                      <p:tavLst>
                                        <p:tav tm="0">
                                          <p:val>
                                            <p:strVal val="#ppt_x"/>
                                          </p:val>
                                        </p:tav>
                                        <p:tav tm="100000">
                                          <p:val>
                                            <p:strVal val="#ppt_x"/>
                                          </p:val>
                                        </p:tav>
                                      </p:tavLst>
                                    </p:anim>
                                    <p:anim calcmode="lin" valueType="num">
                                      <p:cBhvr>
                                        <p:cTn id="367" dur="1000" fill="hold"/>
                                        <p:tgtEl>
                                          <p:spTgt spid="62"/>
                                        </p:tgtEl>
                                        <p:attrNameLst>
                                          <p:attrName>ppt_y</p:attrName>
                                        </p:attrNameLst>
                                      </p:cBhvr>
                                      <p:tavLst>
                                        <p:tav tm="0">
                                          <p:val>
                                            <p:strVal val="#ppt_y-.1"/>
                                          </p:val>
                                        </p:tav>
                                        <p:tav tm="100000">
                                          <p:val>
                                            <p:strVal val="#ppt_y"/>
                                          </p:val>
                                        </p:tav>
                                      </p:tavLst>
                                    </p:anim>
                                  </p:childTnLst>
                                </p:cTn>
                              </p:par>
                            </p:childTnLst>
                          </p:cTn>
                        </p:par>
                        <p:par>
                          <p:cTn id="368" fill="hold">
                            <p:stCondLst>
                              <p:cond delay="1000"/>
                            </p:stCondLst>
                            <p:childTnLst>
                              <p:par>
                                <p:cTn id="369" presetID="63" presetClass="path" presetSubtype="0" accel="50000" decel="50000" fill="hold" nodeType="afterEffect">
                                  <p:stCondLst>
                                    <p:cond delay="0"/>
                                  </p:stCondLst>
                                  <p:childTnLst>
                                    <p:animMotion origin="layout" path="M 0.122 0.10533 L 0.06732 0.20718 " pathEditMode="relative" rAng="0" ptsTypes="AA">
                                      <p:cBhvr>
                                        <p:cTn id="370" dur="2000" fill="hold"/>
                                        <p:tgtEl>
                                          <p:spTgt spid="70"/>
                                        </p:tgtEl>
                                        <p:attrNameLst>
                                          <p:attrName>ppt_x</p:attrName>
                                          <p:attrName>ppt_y</p:attrName>
                                        </p:attrNameLst>
                                      </p:cBhvr>
                                      <p:rCtr x="-2734" y="5093"/>
                                    </p:animMotion>
                                  </p:childTnLst>
                                </p:cTn>
                              </p:par>
                            </p:childTnLst>
                          </p:cTn>
                        </p:par>
                        <p:par>
                          <p:cTn id="371" fill="hold">
                            <p:stCondLst>
                              <p:cond delay="3000"/>
                            </p:stCondLst>
                            <p:childTnLst>
                              <p:par>
                                <p:cTn id="372" presetID="22" presetClass="exit" presetSubtype="1" fill="hold" nodeType="afterEffect">
                                  <p:stCondLst>
                                    <p:cond delay="0"/>
                                  </p:stCondLst>
                                  <p:childTnLst>
                                    <p:animEffect transition="out" filter="wipe(up)">
                                      <p:cBhvr>
                                        <p:cTn id="373" dur="500"/>
                                        <p:tgtEl>
                                          <p:spTgt spid="79"/>
                                        </p:tgtEl>
                                      </p:cBhvr>
                                    </p:animEffect>
                                    <p:set>
                                      <p:cBhvr>
                                        <p:cTn id="374" dur="1" fill="hold">
                                          <p:stCondLst>
                                            <p:cond delay="499"/>
                                          </p:stCondLst>
                                        </p:cTn>
                                        <p:tgtEl>
                                          <p:spTgt spid="79"/>
                                        </p:tgtEl>
                                        <p:attrNameLst>
                                          <p:attrName>style.visibility</p:attrName>
                                        </p:attrNameLst>
                                      </p:cBhvr>
                                      <p:to>
                                        <p:strVal val="hidden"/>
                                      </p:to>
                                    </p:set>
                                  </p:childTnLst>
                                </p:cTn>
                              </p:par>
                              <p:par>
                                <p:cTn id="375" presetID="22" presetClass="entr" presetSubtype="8" fill="hold" nodeType="withEffect">
                                  <p:stCondLst>
                                    <p:cond delay="0"/>
                                  </p:stCondLst>
                                  <p:childTnLst>
                                    <p:set>
                                      <p:cBhvr>
                                        <p:cTn id="376" dur="1" fill="hold">
                                          <p:stCondLst>
                                            <p:cond delay="0"/>
                                          </p:stCondLst>
                                        </p:cTn>
                                        <p:tgtEl>
                                          <p:spTgt spid="76"/>
                                        </p:tgtEl>
                                        <p:attrNameLst>
                                          <p:attrName>style.visibility</p:attrName>
                                        </p:attrNameLst>
                                      </p:cBhvr>
                                      <p:to>
                                        <p:strVal val="visible"/>
                                      </p:to>
                                    </p:set>
                                    <p:animEffect transition="in" filter="wipe(left)">
                                      <p:cBhvr>
                                        <p:cTn id="377" dur="1000"/>
                                        <p:tgtEl>
                                          <p:spTgt spid="76"/>
                                        </p:tgtEl>
                                      </p:cBhvr>
                                    </p:animEffect>
                                  </p:childTnLst>
                                </p:cTn>
                              </p:par>
                            </p:childTnLst>
                          </p:cTn>
                        </p:par>
                      </p:childTnLst>
                    </p:cTn>
                  </p:par>
                  <p:par>
                    <p:cTn id="378" fill="hold">
                      <p:stCondLst>
                        <p:cond delay="indefinite"/>
                      </p:stCondLst>
                      <p:childTnLst>
                        <p:par>
                          <p:cTn id="379" fill="hold">
                            <p:stCondLst>
                              <p:cond delay="0"/>
                            </p:stCondLst>
                            <p:childTnLst>
                              <p:par>
                                <p:cTn id="380" presetID="22" presetClass="exit" presetSubtype="1" fill="hold" nodeType="clickEffect">
                                  <p:stCondLst>
                                    <p:cond delay="0"/>
                                  </p:stCondLst>
                                  <p:childTnLst>
                                    <p:animEffect transition="out" filter="wipe(up)">
                                      <p:cBhvr>
                                        <p:cTn id="381" dur="500"/>
                                        <p:tgtEl>
                                          <p:spTgt spid="76"/>
                                        </p:tgtEl>
                                      </p:cBhvr>
                                    </p:animEffect>
                                    <p:set>
                                      <p:cBhvr>
                                        <p:cTn id="382" dur="1" fill="hold">
                                          <p:stCondLst>
                                            <p:cond delay="499"/>
                                          </p:stCondLst>
                                        </p:cTn>
                                        <p:tgtEl>
                                          <p:spTgt spid="76"/>
                                        </p:tgtEl>
                                        <p:attrNameLst>
                                          <p:attrName>style.visibility</p:attrName>
                                        </p:attrNameLst>
                                      </p:cBhvr>
                                      <p:to>
                                        <p:strVal val="hidden"/>
                                      </p:to>
                                    </p:set>
                                  </p:childTnLst>
                                </p:cTn>
                              </p:par>
                              <p:par>
                                <p:cTn id="383" presetID="22" presetClass="entr" presetSubtype="8" fill="hold" nodeType="withEffect">
                                  <p:stCondLst>
                                    <p:cond delay="0"/>
                                  </p:stCondLst>
                                  <p:childTnLst>
                                    <p:set>
                                      <p:cBhvr>
                                        <p:cTn id="384" dur="1" fill="hold">
                                          <p:stCondLst>
                                            <p:cond delay="0"/>
                                          </p:stCondLst>
                                        </p:cTn>
                                        <p:tgtEl>
                                          <p:spTgt spid="79"/>
                                        </p:tgtEl>
                                        <p:attrNameLst>
                                          <p:attrName>style.visibility</p:attrName>
                                        </p:attrNameLst>
                                      </p:cBhvr>
                                      <p:to>
                                        <p:strVal val="visible"/>
                                      </p:to>
                                    </p:set>
                                    <p:animEffect transition="in" filter="wipe(left)">
                                      <p:cBhvr>
                                        <p:cTn id="385" dur="1000"/>
                                        <p:tgtEl>
                                          <p:spTgt spid="79"/>
                                        </p:tgtEl>
                                      </p:cBhvr>
                                    </p:animEffect>
                                  </p:childTnLst>
                                </p:cTn>
                              </p:par>
                            </p:childTnLst>
                          </p:cTn>
                        </p:par>
                      </p:childTnLst>
                    </p:cTn>
                  </p:par>
                  <p:par>
                    <p:cTn id="386" fill="hold">
                      <p:stCondLst>
                        <p:cond delay="indefinite"/>
                      </p:stCondLst>
                      <p:childTnLst>
                        <p:par>
                          <p:cTn id="387" fill="hold">
                            <p:stCondLst>
                              <p:cond delay="0"/>
                            </p:stCondLst>
                            <p:childTnLst>
                              <p:par>
                                <p:cTn id="388" presetID="47" presetClass="entr" presetSubtype="0" fill="hold" nodeType="clickEffect">
                                  <p:stCondLst>
                                    <p:cond delay="0"/>
                                  </p:stCondLst>
                                  <p:childTnLst>
                                    <p:set>
                                      <p:cBhvr>
                                        <p:cTn id="389" dur="1" fill="hold">
                                          <p:stCondLst>
                                            <p:cond delay="0"/>
                                          </p:stCondLst>
                                        </p:cTn>
                                        <p:tgtEl>
                                          <p:spTgt spid="100"/>
                                        </p:tgtEl>
                                        <p:attrNameLst>
                                          <p:attrName>style.visibility</p:attrName>
                                        </p:attrNameLst>
                                      </p:cBhvr>
                                      <p:to>
                                        <p:strVal val="visible"/>
                                      </p:to>
                                    </p:set>
                                    <p:animEffect transition="in" filter="fade">
                                      <p:cBhvr>
                                        <p:cTn id="390" dur="1000"/>
                                        <p:tgtEl>
                                          <p:spTgt spid="100"/>
                                        </p:tgtEl>
                                      </p:cBhvr>
                                    </p:animEffect>
                                    <p:anim calcmode="lin" valueType="num">
                                      <p:cBhvr>
                                        <p:cTn id="391" dur="1000" fill="hold"/>
                                        <p:tgtEl>
                                          <p:spTgt spid="100"/>
                                        </p:tgtEl>
                                        <p:attrNameLst>
                                          <p:attrName>ppt_x</p:attrName>
                                        </p:attrNameLst>
                                      </p:cBhvr>
                                      <p:tavLst>
                                        <p:tav tm="0">
                                          <p:val>
                                            <p:strVal val="#ppt_x"/>
                                          </p:val>
                                        </p:tav>
                                        <p:tav tm="100000">
                                          <p:val>
                                            <p:strVal val="#ppt_x"/>
                                          </p:val>
                                        </p:tav>
                                      </p:tavLst>
                                    </p:anim>
                                    <p:anim calcmode="lin" valueType="num">
                                      <p:cBhvr>
                                        <p:cTn id="392" dur="1000" fill="hold"/>
                                        <p:tgtEl>
                                          <p:spTgt spid="100"/>
                                        </p:tgtEl>
                                        <p:attrNameLst>
                                          <p:attrName>ppt_y</p:attrName>
                                        </p:attrNameLst>
                                      </p:cBhvr>
                                      <p:tavLst>
                                        <p:tav tm="0">
                                          <p:val>
                                            <p:strVal val="#ppt_y-.1"/>
                                          </p:val>
                                        </p:tav>
                                        <p:tav tm="100000">
                                          <p:val>
                                            <p:strVal val="#ppt_y"/>
                                          </p:val>
                                        </p:tav>
                                      </p:tavLst>
                                    </p:anim>
                                  </p:childTnLst>
                                </p:cTn>
                              </p:par>
                            </p:childTnLst>
                          </p:cTn>
                        </p:par>
                        <p:par>
                          <p:cTn id="393" fill="hold">
                            <p:stCondLst>
                              <p:cond delay="1000"/>
                            </p:stCondLst>
                            <p:childTnLst>
                              <p:par>
                                <p:cTn id="394" presetID="42" presetClass="path" presetSubtype="0" accel="50000" decel="50000" fill="hold" nodeType="afterEffect">
                                  <p:stCondLst>
                                    <p:cond delay="0"/>
                                  </p:stCondLst>
                                  <p:childTnLst>
                                    <p:animMotion origin="layout" path="M 0.06732 0.20718 L 0.02851 0.31158 " pathEditMode="relative" rAng="0" ptsTypes="AA">
                                      <p:cBhvr>
                                        <p:cTn id="395" dur="2000" fill="hold"/>
                                        <p:tgtEl>
                                          <p:spTgt spid="70"/>
                                        </p:tgtEl>
                                        <p:attrNameLst>
                                          <p:attrName>ppt_x</p:attrName>
                                          <p:attrName>ppt_y</p:attrName>
                                        </p:attrNameLst>
                                      </p:cBhvr>
                                      <p:rCtr x="-1940" y="5208"/>
                                    </p:animMotion>
                                  </p:childTnLst>
                                </p:cTn>
                              </p:par>
                            </p:childTnLst>
                          </p:cTn>
                        </p:par>
                        <p:par>
                          <p:cTn id="396" fill="hold">
                            <p:stCondLst>
                              <p:cond delay="3000"/>
                            </p:stCondLst>
                            <p:childTnLst>
                              <p:par>
                                <p:cTn id="397" presetID="22" presetClass="exit" presetSubtype="1" fill="hold" nodeType="afterEffect">
                                  <p:stCondLst>
                                    <p:cond delay="0"/>
                                  </p:stCondLst>
                                  <p:childTnLst>
                                    <p:animEffect transition="out" filter="wipe(up)">
                                      <p:cBhvr>
                                        <p:cTn id="398" dur="500"/>
                                        <p:tgtEl>
                                          <p:spTgt spid="79"/>
                                        </p:tgtEl>
                                      </p:cBhvr>
                                    </p:animEffect>
                                    <p:set>
                                      <p:cBhvr>
                                        <p:cTn id="399" dur="1" fill="hold">
                                          <p:stCondLst>
                                            <p:cond delay="499"/>
                                          </p:stCondLst>
                                        </p:cTn>
                                        <p:tgtEl>
                                          <p:spTgt spid="79"/>
                                        </p:tgtEl>
                                        <p:attrNameLst>
                                          <p:attrName>style.visibility</p:attrName>
                                        </p:attrNameLst>
                                      </p:cBhvr>
                                      <p:to>
                                        <p:strVal val="hidden"/>
                                      </p:to>
                                    </p:set>
                                  </p:childTnLst>
                                </p:cTn>
                              </p:par>
                              <p:par>
                                <p:cTn id="400" presetID="22" presetClass="entr" presetSubtype="8" fill="hold" nodeType="withEffect">
                                  <p:stCondLst>
                                    <p:cond delay="0"/>
                                  </p:stCondLst>
                                  <p:childTnLst>
                                    <p:set>
                                      <p:cBhvr>
                                        <p:cTn id="401" dur="1" fill="hold">
                                          <p:stCondLst>
                                            <p:cond delay="0"/>
                                          </p:stCondLst>
                                        </p:cTn>
                                        <p:tgtEl>
                                          <p:spTgt spid="76"/>
                                        </p:tgtEl>
                                        <p:attrNameLst>
                                          <p:attrName>style.visibility</p:attrName>
                                        </p:attrNameLst>
                                      </p:cBhvr>
                                      <p:to>
                                        <p:strVal val="visible"/>
                                      </p:to>
                                    </p:set>
                                    <p:animEffect transition="in" filter="wipe(left)">
                                      <p:cBhvr>
                                        <p:cTn id="402" dur="1000"/>
                                        <p:tgtEl>
                                          <p:spTgt spid="76"/>
                                        </p:tgtEl>
                                      </p:cBhvr>
                                    </p:animEffect>
                                  </p:childTnLst>
                                </p:cTn>
                              </p:par>
                            </p:childTnLst>
                          </p:cTn>
                        </p:par>
                      </p:childTnLst>
                    </p:cTn>
                  </p:par>
                  <p:par>
                    <p:cTn id="403" fill="hold">
                      <p:stCondLst>
                        <p:cond delay="indefinite"/>
                      </p:stCondLst>
                      <p:childTnLst>
                        <p:par>
                          <p:cTn id="404" fill="hold">
                            <p:stCondLst>
                              <p:cond delay="0"/>
                            </p:stCondLst>
                            <p:childTnLst>
                              <p:par>
                                <p:cTn id="405" presetID="22" presetClass="exit" presetSubtype="1" fill="hold" nodeType="clickEffect">
                                  <p:stCondLst>
                                    <p:cond delay="0"/>
                                  </p:stCondLst>
                                  <p:childTnLst>
                                    <p:animEffect transition="out" filter="wipe(up)">
                                      <p:cBhvr>
                                        <p:cTn id="406" dur="500"/>
                                        <p:tgtEl>
                                          <p:spTgt spid="76"/>
                                        </p:tgtEl>
                                      </p:cBhvr>
                                    </p:animEffect>
                                    <p:set>
                                      <p:cBhvr>
                                        <p:cTn id="407" dur="1" fill="hold">
                                          <p:stCondLst>
                                            <p:cond delay="499"/>
                                          </p:stCondLst>
                                        </p:cTn>
                                        <p:tgtEl>
                                          <p:spTgt spid="76"/>
                                        </p:tgtEl>
                                        <p:attrNameLst>
                                          <p:attrName>style.visibility</p:attrName>
                                        </p:attrNameLst>
                                      </p:cBhvr>
                                      <p:to>
                                        <p:strVal val="hidden"/>
                                      </p:to>
                                    </p:set>
                                  </p:childTnLst>
                                </p:cTn>
                              </p:par>
                              <p:par>
                                <p:cTn id="408" presetID="22" presetClass="entr" presetSubtype="8" fill="hold" nodeType="withEffect">
                                  <p:stCondLst>
                                    <p:cond delay="0"/>
                                  </p:stCondLst>
                                  <p:childTnLst>
                                    <p:set>
                                      <p:cBhvr>
                                        <p:cTn id="409" dur="1" fill="hold">
                                          <p:stCondLst>
                                            <p:cond delay="0"/>
                                          </p:stCondLst>
                                        </p:cTn>
                                        <p:tgtEl>
                                          <p:spTgt spid="79"/>
                                        </p:tgtEl>
                                        <p:attrNameLst>
                                          <p:attrName>style.visibility</p:attrName>
                                        </p:attrNameLst>
                                      </p:cBhvr>
                                      <p:to>
                                        <p:strVal val="visible"/>
                                      </p:to>
                                    </p:set>
                                    <p:animEffect transition="in" filter="wipe(left)">
                                      <p:cBhvr>
                                        <p:cTn id="410" dur="1000"/>
                                        <p:tgtEl>
                                          <p:spTgt spid="79"/>
                                        </p:tgtEl>
                                      </p:cBhvr>
                                    </p:animEffect>
                                  </p:childTnLst>
                                </p:cTn>
                              </p:par>
                            </p:childTnLst>
                          </p:cTn>
                        </p:par>
                      </p:childTnLst>
                    </p:cTn>
                  </p:par>
                  <p:par>
                    <p:cTn id="411" fill="hold">
                      <p:stCondLst>
                        <p:cond delay="indefinite"/>
                      </p:stCondLst>
                      <p:childTnLst>
                        <p:par>
                          <p:cTn id="412" fill="hold">
                            <p:stCondLst>
                              <p:cond delay="0"/>
                            </p:stCondLst>
                            <p:childTnLst>
                              <p:par>
                                <p:cTn id="413" presetID="47" presetClass="entr" presetSubtype="0" fill="hold" nodeType="clickEffect">
                                  <p:stCondLst>
                                    <p:cond delay="0"/>
                                  </p:stCondLst>
                                  <p:childTnLst>
                                    <p:set>
                                      <p:cBhvr>
                                        <p:cTn id="414" dur="1" fill="hold">
                                          <p:stCondLst>
                                            <p:cond delay="0"/>
                                          </p:stCondLst>
                                        </p:cTn>
                                        <p:tgtEl>
                                          <p:spTgt spid="103"/>
                                        </p:tgtEl>
                                        <p:attrNameLst>
                                          <p:attrName>style.visibility</p:attrName>
                                        </p:attrNameLst>
                                      </p:cBhvr>
                                      <p:to>
                                        <p:strVal val="visible"/>
                                      </p:to>
                                    </p:set>
                                    <p:animEffect transition="in" filter="fade">
                                      <p:cBhvr>
                                        <p:cTn id="415" dur="1000"/>
                                        <p:tgtEl>
                                          <p:spTgt spid="103"/>
                                        </p:tgtEl>
                                      </p:cBhvr>
                                    </p:animEffect>
                                    <p:anim calcmode="lin" valueType="num">
                                      <p:cBhvr>
                                        <p:cTn id="416" dur="1000" fill="hold"/>
                                        <p:tgtEl>
                                          <p:spTgt spid="103"/>
                                        </p:tgtEl>
                                        <p:attrNameLst>
                                          <p:attrName>ppt_x</p:attrName>
                                        </p:attrNameLst>
                                      </p:cBhvr>
                                      <p:tavLst>
                                        <p:tav tm="0">
                                          <p:val>
                                            <p:strVal val="#ppt_x"/>
                                          </p:val>
                                        </p:tav>
                                        <p:tav tm="100000">
                                          <p:val>
                                            <p:strVal val="#ppt_x"/>
                                          </p:val>
                                        </p:tav>
                                      </p:tavLst>
                                    </p:anim>
                                    <p:anim calcmode="lin" valueType="num">
                                      <p:cBhvr>
                                        <p:cTn id="417" dur="1000" fill="hold"/>
                                        <p:tgtEl>
                                          <p:spTgt spid="103"/>
                                        </p:tgtEl>
                                        <p:attrNameLst>
                                          <p:attrName>ppt_y</p:attrName>
                                        </p:attrNameLst>
                                      </p:cBhvr>
                                      <p:tavLst>
                                        <p:tav tm="0">
                                          <p:val>
                                            <p:strVal val="#ppt_y-.1"/>
                                          </p:val>
                                        </p:tav>
                                        <p:tav tm="100000">
                                          <p:val>
                                            <p:strVal val="#ppt_y"/>
                                          </p:val>
                                        </p:tav>
                                      </p:tavLst>
                                    </p:anim>
                                  </p:childTnLst>
                                </p:cTn>
                              </p:par>
                            </p:childTnLst>
                          </p:cTn>
                        </p:par>
                        <p:par>
                          <p:cTn id="418" fill="hold">
                            <p:stCondLst>
                              <p:cond delay="1000"/>
                            </p:stCondLst>
                            <p:childTnLst>
                              <p:par>
                                <p:cTn id="419" presetID="42" presetClass="path" presetSubtype="0" accel="50000" decel="50000" fill="hold" nodeType="afterEffect">
                                  <p:stCondLst>
                                    <p:cond delay="0"/>
                                  </p:stCondLst>
                                  <p:childTnLst>
                                    <p:animMotion origin="layout" path="M 0.02851 0.31158 L -0.00456 0.41991 " pathEditMode="relative" rAng="0" ptsTypes="AA">
                                      <p:cBhvr>
                                        <p:cTn id="420" dur="2000" fill="hold"/>
                                        <p:tgtEl>
                                          <p:spTgt spid="70"/>
                                        </p:tgtEl>
                                        <p:attrNameLst>
                                          <p:attrName>ppt_x</p:attrName>
                                          <p:attrName>ppt_y</p:attrName>
                                        </p:attrNameLst>
                                      </p:cBhvr>
                                      <p:rCtr x="-1654" y="5417"/>
                                    </p:animMotion>
                                  </p:childTnLst>
                                </p:cTn>
                              </p:par>
                            </p:childTnLst>
                          </p:cTn>
                        </p:par>
                        <p:par>
                          <p:cTn id="421" fill="hold">
                            <p:stCondLst>
                              <p:cond delay="3000"/>
                            </p:stCondLst>
                            <p:childTnLst>
                              <p:par>
                                <p:cTn id="422" presetID="22" presetClass="exit" presetSubtype="1" fill="hold" nodeType="afterEffect">
                                  <p:stCondLst>
                                    <p:cond delay="0"/>
                                  </p:stCondLst>
                                  <p:childTnLst>
                                    <p:animEffect transition="out" filter="wipe(up)">
                                      <p:cBhvr>
                                        <p:cTn id="423" dur="500"/>
                                        <p:tgtEl>
                                          <p:spTgt spid="79"/>
                                        </p:tgtEl>
                                      </p:cBhvr>
                                    </p:animEffect>
                                    <p:set>
                                      <p:cBhvr>
                                        <p:cTn id="424" dur="1" fill="hold">
                                          <p:stCondLst>
                                            <p:cond delay="499"/>
                                          </p:stCondLst>
                                        </p:cTn>
                                        <p:tgtEl>
                                          <p:spTgt spid="79"/>
                                        </p:tgtEl>
                                        <p:attrNameLst>
                                          <p:attrName>style.visibility</p:attrName>
                                        </p:attrNameLst>
                                      </p:cBhvr>
                                      <p:to>
                                        <p:strVal val="hidden"/>
                                      </p:to>
                                    </p:set>
                                  </p:childTnLst>
                                </p:cTn>
                              </p:par>
                              <p:par>
                                <p:cTn id="425" presetID="22" presetClass="entr" presetSubtype="8" fill="hold" nodeType="withEffect">
                                  <p:stCondLst>
                                    <p:cond delay="0"/>
                                  </p:stCondLst>
                                  <p:childTnLst>
                                    <p:set>
                                      <p:cBhvr>
                                        <p:cTn id="426" dur="1" fill="hold">
                                          <p:stCondLst>
                                            <p:cond delay="0"/>
                                          </p:stCondLst>
                                        </p:cTn>
                                        <p:tgtEl>
                                          <p:spTgt spid="76"/>
                                        </p:tgtEl>
                                        <p:attrNameLst>
                                          <p:attrName>style.visibility</p:attrName>
                                        </p:attrNameLst>
                                      </p:cBhvr>
                                      <p:to>
                                        <p:strVal val="visible"/>
                                      </p:to>
                                    </p:set>
                                    <p:animEffect transition="in" filter="wipe(left)">
                                      <p:cBhvr>
                                        <p:cTn id="427" dur="1000"/>
                                        <p:tgtEl>
                                          <p:spTgt spid="76"/>
                                        </p:tgtEl>
                                      </p:cBhvr>
                                    </p:animEffect>
                                  </p:childTnLst>
                                </p:cTn>
                              </p:par>
                            </p:childTnLst>
                          </p:cTn>
                        </p:par>
                      </p:childTnLst>
                    </p:cTn>
                  </p:par>
                  <p:par>
                    <p:cTn id="428" fill="hold">
                      <p:stCondLst>
                        <p:cond delay="indefinite"/>
                      </p:stCondLst>
                      <p:childTnLst>
                        <p:par>
                          <p:cTn id="429" fill="hold">
                            <p:stCondLst>
                              <p:cond delay="0"/>
                            </p:stCondLst>
                            <p:childTnLst>
                              <p:par>
                                <p:cTn id="430" presetID="22" presetClass="exit" presetSubtype="1" fill="hold" nodeType="clickEffect">
                                  <p:stCondLst>
                                    <p:cond delay="0"/>
                                  </p:stCondLst>
                                  <p:childTnLst>
                                    <p:animEffect transition="out" filter="wipe(up)">
                                      <p:cBhvr>
                                        <p:cTn id="431" dur="500"/>
                                        <p:tgtEl>
                                          <p:spTgt spid="76"/>
                                        </p:tgtEl>
                                      </p:cBhvr>
                                    </p:animEffect>
                                    <p:set>
                                      <p:cBhvr>
                                        <p:cTn id="432" dur="1" fill="hold">
                                          <p:stCondLst>
                                            <p:cond delay="499"/>
                                          </p:stCondLst>
                                        </p:cTn>
                                        <p:tgtEl>
                                          <p:spTgt spid="76"/>
                                        </p:tgtEl>
                                        <p:attrNameLst>
                                          <p:attrName>style.visibility</p:attrName>
                                        </p:attrNameLst>
                                      </p:cBhvr>
                                      <p:to>
                                        <p:strVal val="hidden"/>
                                      </p:to>
                                    </p:set>
                                  </p:childTnLst>
                                </p:cTn>
                              </p:par>
                              <p:par>
                                <p:cTn id="433" presetID="22" presetClass="entr" presetSubtype="8" fill="hold" nodeType="withEffect">
                                  <p:stCondLst>
                                    <p:cond delay="0"/>
                                  </p:stCondLst>
                                  <p:childTnLst>
                                    <p:set>
                                      <p:cBhvr>
                                        <p:cTn id="434" dur="1" fill="hold">
                                          <p:stCondLst>
                                            <p:cond delay="0"/>
                                          </p:stCondLst>
                                        </p:cTn>
                                        <p:tgtEl>
                                          <p:spTgt spid="79"/>
                                        </p:tgtEl>
                                        <p:attrNameLst>
                                          <p:attrName>style.visibility</p:attrName>
                                        </p:attrNameLst>
                                      </p:cBhvr>
                                      <p:to>
                                        <p:strVal val="visible"/>
                                      </p:to>
                                    </p:set>
                                    <p:animEffect transition="in" filter="wipe(left)">
                                      <p:cBhvr>
                                        <p:cTn id="435" dur="1000"/>
                                        <p:tgtEl>
                                          <p:spTgt spid="79"/>
                                        </p:tgtEl>
                                      </p:cBhvr>
                                    </p:animEffect>
                                  </p:childTnLst>
                                </p:cTn>
                              </p:par>
                            </p:childTnLst>
                          </p:cTn>
                        </p:par>
                        <p:par>
                          <p:cTn id="436" fill="hold">
                            <p:stCondLst>
                              <p:cond delay="1000"/>
                            </p:stCondLst>
                            <p:childTnLst>
                              <p:par>
                                <p:cTn id="437" presetID="22" presetClass="exit" presetSubtype="1" fill="hold" nodeType="afterEffect">
                                  <p:stCondLst>
                                    <p:cond delay="0"/>
                                  </p:stCondLst>
                                  <p:childTnLst>
                                    <p:animEffect transition="out" filter="wipe(up)">
                                      <p:cBhvr>
                                        <p:cTn id="438" dur="500"/>
                                        <p:tgtEl>
                                          <p:spTgt spid="79"/>
                                        </p:tgtEl>
                                      </p:cBhvr>
                                    </p:animEffect>
                                    <p:set>
                                      <p:cBhvr>
                                        <p:cTn id="439" dur="1" fill="hold">
                                          <p:stCondLst>
                                            <p:cond delay="499"/>
                                          </p:stCondLst>
                                        </p:cTn>
                                        <p:tgtEl>
                                          <p:spTgt spid="79"/>
                                        </p:tgtEl>
                                        <p:attrNameLst>
                                          <p:attrName>style.visibility</p:attrName>
                                        </p:attrNameLst>
                                      </p:cBhvr>
                                      <p:to>
                                        <p:strVal val="hidden"/>
                                      </p:to>
                                    </p:set>
                                  </p:childTnLst>
                                </p:cTn>
                              </p:par>
                              <p:par>
                                <p:cTn id="440" presetID="22" presetClass="entr" presetSubtype="8" fill="hold" nodeType="withEffect">
                                  <p:stCondLst>
                                    <p:cond delay="0"/>
                                  </p:stCondLst>
                                  <p:childTnLst>
                                    <p:set>
                                      <p:cBhvr>
                                        <p:cTn id="441" dur="1" fill="hold">
                                          <p:stCondLst>
                                            <p:cond delay="0"/>
                                          </p:stCondLst>
                                        </p:cTn>
                                        <p:tgtEl>
                                          <p:spTgt spid="88"/>
                                        </p:tgtEl>
                                        <p:attrNameLst>
                                          <p:attrName>style.visibility</p:attrName>
                                        </p:attrNameLst>
                                      </p:cBhvr>
                                      <p:to>
                                        <p:strVal val="visible"/>
                                      </p:to>
                                    </p:set>
                                    <p:animEffect transition="in" filter="wipe(left)">
                                      <p:cBhvr>
                                        <p:cTn id="442" dur="1000"/>
                                        <p:tgtEl>
                                          <p:spTgt spid="88"/>
                                        </p:tgtEl>
                                      </p:cBhvr>
                                    </p:animEffect>
                                  </p:childTnLst>
                                </p:cTn>
                              </p:par>
                            </p:childTnLst>
                          </p:cTn>
                        </p:par>
                      </p:childTnLst>
                    </p:cTn>
                  </p:par>
                  <p:par>
                    <p:cTn id="443" fill="hold">
                      <p:stCondLst>
                        <p:cond delay="indefinite"/>
                      </p:stCondLst>
                      <p:childTnLst>
                        <p:par>
                          <p:cTn id="444" fill="hold">
                            <p:stCondLst>
                              <p:cond delay="0"/>
                            </p:stCondLst>
                            <p:childTnLst>
                              <p:par>
                                <p:cTn id="445" presetID="47" presetClass="exit" presetSubtype="0" fill="hold" nodeType="clickEffect">
                                  <p:stCondLst>
                                    <p:cond delay="0"/>
                                  </p:stCondLst>
                                  <p:childTnLst>
                                    <p:animEffect transition="out" filter="fade">
                                      <p:cBhvr>
                                        <p:cTn id="446" dur="1000"/>
                                        <p:tgtEl>
                                          <p:spTgt spid="103"/>
                                        </p:tgtEl>
                                      </p:cBhvr>
                                    </p:animEffect>
                                    <p:anim calcmode="lin" valueType="num">
                                      <p:cBhvr>
                                        <p:cTn id="447" dur="1000"/>
                                        <p:tgtEl>
                                          <p:spTgt spid="103"/>
                                        </p:tgtEl>
                                        <p:attrNameLst>
                                          <p:attrName>ppt_x</p:attrName>
                                        </p:attrNameLst>
                                      </p:cBhvr>
                                      <p:tavLst>
                                        <p:tav tm="0">
                                          <p:val>
                                            <p:strVal val="ppt_x"/>
                                          </p:val>
                                        </p:tav>
                                        <p:tav tm="100000">
                                          <p:val>
                                            <p:strVal val="ppt_x"/>
                                          </p:val>
                                        </p:tav>
                                      </p:tavLst>
                                    </p:anim>
                                    <p:anim calcmode="lin" valueType="num">
                                      <p:cBhvr>
                                        <p:cTn id="448" dur="1000"/>
                                        <p:tgtEl>
                                          <p:spTgt spid="103"/>
                                        </p:tgtEl>
                                        <p:attrNameLst>
                                          <p:attrName>ppt_y</p:attrName>
                                        </p:attrNameLst>
                                      </p:cBhvr>
                                      <p:tavLst>
                                        <p:tav tm="0">
                                          <p:val>
                                            <p:strVal val="ppt_y"/>
                                          </p:val>
                                        </p:tav>
                                        <p:tav tm="100000">
                                          <p:val>
                                            <p:strVal val="ppt_y-.1"/>
                                          </p:val>
                                        </p:tav>
                                      </p:tavLst>
                                    </p:anim>
                                    <p:set>
                                      <p:cBhvr>
                                        <p:cTn id="449" dur="1" fill="hold">
                                          <p:stCondLst>
                                            <p:cond delay="999"/>
                                          </p:stCondLst>
                                        </p:cTn>
                                        <p:tgtEl>
                                          <p:spTgt spid="103"/>
                                        </p:tgtEl>
                                        <p:attrNameLst>
                                          <p:attrName>style.visibility</p:attrName>
                                        </p:attrNameLst>
                                      </p:cBhvr>
                                      <p:to>
                                        <p:strVal val="hidden"/>
                                      </p:to>
                                    </p:set>
                                  </p:childTnLst>
                                </p:cTn>
                              </p:par>
                              <p:par>
                                <p:cTn id="450" presetID="64" presetClass="path" presetSubtype="0" accel="50000" decel="50000" fill="hold" nodeType="withEffect">
                                  <p:stCondLst>
                                    <p:cond delay="0"/>
                                  </p:stCondLst>
                                  <p:childTnLst>
                                    <p:animMotion origin="layout" path="M -0.00456 0.41991 L 0.02851 0.31158 " pathEditMode="relative" rAng="0" ptsTypes="AA">
                                      <p:cBhvr>
                                        <p:cTn id="451" dur="2000" fill="hold"/>
                                        <p:tgtEl>
                                          <p:spTgt spid="70"/>
                                        </p:tgtEl>
                                        <p:attrNameLst>
                                          <p:attrName>ppt_x</p:attrName>
                                          <p:attrName>ppt_y</p:attrName>
                                        </p:attrNameLst>
                                      </p:cBhvr>
                                      <p:rCtr x="1654" y="-5417"/>
                                    </p:animMotion>
                                  </p:childTnLst>
                                </p:cTn>
                              </p:par>
                            </p:childTnLst>
                          </p:cTn>
                        </p:par>
                        <p:par>
                          <p:cTn id="452" fill="hold">
                            <p:stCondLst>
                              <p:cond delay="2000"/>
                            </p:stCondLst>
                            <p:childTnLst>
                              <p:par>
                                <p:cTn id="453" presetID="42" presetClass="entr" presetSubtype="0" fill="hold" grpId="0" nodeType="afterEffect">
                                  <p:stCondLst>
                                    <p:cond delay="0"/>
                                  </p:stCondLst>
                                  <p:childTnLst>
                                    <p:set>
                                      <p:cBhvr>
                                        <p:cTn id="454" dur="1" fill="hold">
                                          <p:stCondLst>
                                            <p:cond delay="0"/>
                                          </p:stCondLst>
                                        </p:cTn>
                                        <p:tgtEl>
                                          <p:spTgt spid="68"/>
                                        </p:tgtEl>
                                        <p:attrNameLst>
                                          <p:attrName>style.visibility</p:attrName>
                                        </p:attrNameLst>
                                      </p:cBhvr>
                                      <p:to>
                                        <p:strVal val="visible"/>
                                      </p:to>
                                    </p:set>
                                    <p:animEffect transition="in" filter="fade">
                                      <p:cBhvr>
                                        <p:cTn id="455" dur="1000"/>
                                        <p:tgtEl>
                                          <p:spTgt spid="68"/>
                                        </p:tgtEl>
                                      </p:cBhvr>
                                    </p:animEffect>
                                    <p:anim calcmode="lin" valueType="num">
                                      <p:cBhvr>
                                        <p:cTn id="456" dur="1000" fill="hold"/>
                                        <p:tgtEl>
                                          <p:spTgt spid="68"/>
                                        </p:tgtEl>
                                        <p:attrNameLst>
                                          <p:attrName>ppt_x</p:attrName>
                                        </p:attrNameLst>
                                      </p:cBhvr>
                                      <p:tavLst>
                                        <p:tav tm="0">
                                          <p:val>
                                            <p:strVal val="#ppt_x"/>
                                          </p:val>
                                        </p:tav>
                                        <p:tav tm="100000">
                                          <p:val>
                                            <p:strVal val="#ppt_x"/>
                                          </p:val>
                                        </p:tav>
                                      </p:tavLst>
                                    </p:anim>
                                    <p:anim calcmode="lin" valueType="num">
                                      <p:cBhvr>
                                        <p:cTn id="457" dur="1000" fill="hold"/>
                                        <p:tgtEl>
                                          <p:spTgt spid="68"/>
                                        </p:tgtEl>
                                        <p:attrNameLst>
                                          <p:attrName>ppt_y</p:attrName>
                                        </p:attrNameLst>
                                      </p:cBhvr>
                                      <p:tavLst>
                                        <p:tav tm="0">
                                          <p:val>
                                            <p:strVal val="#ppt_y+.1"/>
                                          </p:val>
                                        </p:tav>
                                        <p:tav tm="100000">
                                          <p:val>
                                            <p:strVal val="#ppt_y"/>
                                          </p:val>
                                        </p:tav>
                                      </p:tavLst>
                                    </p:anim>
                                  </p:childTnLst>
                                </p:cTn>
                              </p:par>
                            </p:childTnLst>
                          </p:cTn>
                        </p:par>
                        <p:par>
                          <p:cTn id="458" fill="hold">
                            <p:stCondLst>
                              <p:cond delay="3000"/>
                            </p:stCondLst>
                            <p:childTnLst>
                              <p:par>
                                <p:cTn id="459" presetID="22" presetClass="exit" presetSubtype="1" fill="hold" nodeType="afterEffect">
                                  <p:stCondLst>
                                    <p:cond delay="0"/>
                                  </p:stCondLst>
                                  <p:childTnLst>
                                    <p:animEffect transition="out" filter="wipe(up)">
                                      <p:cBhvr>
                                        <p:cTn id="460" dur="500"/>
                                        <p:tgtEl>
                                          <p:spTgt spid="88"/>
                                        </p:tgtEl>
                                      </p:cBhvr>
                                    </p:animEffect>
                                    <p:set>
                                      <p:cBhvr>
                                        <p:cTn id="461" dur="1" fill="hold">
                                          <p:stCondLst>
                                            <p:cond delay="499"/>
                                          </p:stCondLst>
                                        </p:cTn>
                                        <p:tgtEl>
                                          <p:spTgt spid="88"/>
                                        </p:tgtEl>
                                        <p:attrNameLst>
                                          <p:attrName>style.visibility</p:attrName>
                                        </p:attrNameLst>
                                      </p:cBhvr>
                                      <p:to>
                                        <p:strVal val="hidden"/>
                                      </p:to>
                                    </p:set>
                                  </p:childTnLst>
                                </p:cTn>
                              </p:par>
                              <p:par>
                                <p:cTn id="462" presetID="22" presetClass="entr" presetSubtype="8" fill="hold" nodeType="withEffect">
                                  <p:stCondLst>
                                    <p:cond delay="0"/>
                                  </p:stCondLst>
                                  <p:childTnLst>
                                    <p:set>
                                      <p:cBhvr>
                                        <p:cTn id="463" dur="1" fill="hold">
                                          <p:stCondLst>
                                            <p:cond delay="0"/>
                                          </p:stCondLst>
                                        </p:cTn>
                                        <p:tgtEl>
                                          <p:spTgt spid="89"/>
                                        </p:tgtEl>
                                        <p:attrNameLst>
                                          <p:attrName>style.visibility</p:attrName>
                                        </p:attrNameLst>
                                      </p:cBhvr>
                                      <p:to>
                                        <p:strVal val="visible"/>
                                      </p:to>
                                    </p:set>
                                    <p:animEffect transition="in" filter="wipe(left)">
                                      <p:cBhvr>
                                        <p:cTn id="464" dur="1000"/>
                                        <p:tgtEl>
                                          <p:spTgt spid="89"/>
                                        </p:tgtEl>
                                      </p:cBhvr>
                                    </p:animEffect>
                                  </p:childTnLst>
                                </p:cTn>
                              </p:par>
                            </p:childTnLst>
                          </p:cTn>
                        </p:par>
                      </p:childTnLst>
                    </p:cTn>
                  </p:par>
                  <p:par>
                    <p:cTn id="465" fill="hold">
                      <p:stCondLst>
                        <p:cond delay="indefinite"/>
                      </p:stCondLst>
                      <p:childTnLst>
                        <p:par>
                          <p:cTn id="466" fill="hold">
                            <p:stCondLst>
                              <p:cond delay="0"/>
                            </p:stCondLst>
                            <p:childTnLst>
                              <p:par>
                                <p:cTn id="467" presetID="42" presetClass="path" presetSubtype="0" accel="50000" decel="50000" fill="hold" nodeType="clickEffect">
                                  <p:stCondLst>
                                    <p:cond delay="0"/>
                                  </p:stCondLst>
                                  <p:childTnLst>
                                    <p:animMotion origin="layout" path="M 0.02851 0.31158 L 0.08398 0.4176 " pathEditMode="relative" rAng="0" ptsTypes="AA">
                                      <p:cBhvr>
                                        <p:cTn id="468" dur="2000" fill="hold"/>
                                        <p:tgtEl>
                                          <p:spTgt spid="70"/>
                                        </p:tgtEl>
                                        <p:attrNameLst>
                                          <p:attrName>ppt_x</p:attrName>
                                          <p:attrName>ppt_y</p:attrName>
                                        </p:attrNameLst>
                                      </p:cBhvr>
                                      <p:rCtr x="2773" y="5301"/>
                                    </p:animMotion>
                                  </p:childTnLst>
                                </p:cTn>
                              </p:par>
                            </p:childTnLst>
                          </p:cTn>
                        </p:par>
                        <p:par>
                          <p:cTn id="469" fill="hold">
                            <p:stCondLst>
                              <p:cond delay="2000"/>
                            </p:stCondLst>
                            <p:childTnLst>
                              <p:par>
                                <p:cTn id="470" presetID="22" presetClass="exit" presetSubtype="1" fill="hold" nodeType="afterEffect">
                                  <p:stCondLst>
                                    <p:cond delay="0"/>
                                  </p:stCondLst>
                                  <p:childTnLst>
                                    <p:animEffect transition="out" filter="wipe(up)">
                                      <p:cBhvr>
                                        <p:cTn id="471" dur="500"/>
                                        <p:tgtEl>
                                          <p:spTgt spid="89"/>
                                        </p:tgtEl>
                                      </p:cBhvr>
                                    </p:animEffect>
                                    <p:set>
                                      <p:cBhvr>
                                        <p:cTn id="472" dur="1" fill="hold">
                                          <p:stCondLst>
                                            <p:cond delay="499"/>
                                          </p:stCondLst>
                                        </p:cTn>
                                        <p:tgtEl>
                                          <p:spTgt spid="89"/>
                                        </p:tgtEl>
                                        <p:attrNameLst>
                                          <p:attrName>style.visibility</p:attrName>
                                        </p:attrNameLst>
                                      </p:cBhvr>
                                      <p:to>
                                        <p:strVal val="hidden"/>
                                      </p:to>
                                    </p:set>
                                  </p:childTnLst>
                                </p:cTn>
                              </p:par>
                              <p:par>
                                <p:cTn id="473" presetID="22" presetClass="entr" presetSubtype="8" fill="hold" nodeType="withEffect">
                                  <p:stCondLst>
                                    <p:cond delay="0"/>
                                  </p:stCondLst>
                                  <p:childTnLst>
                                    <p:set>
                                      <p:cBhvr>
                                        <p:cTn id="474" dur="1" fill="hold">
                                          <p:stCondLst>
                                            <p:cond delay="0"/>
                                          </p:stCondLst>
                                        </p:cTn>
                                        <p:tgtEl>
                                          <p:spTgt spid="76"/>
                                        </p:tgtEl>
                                        <p:attrNameLst>
                                          <p:attrName>style.visibility</p:attrName>
                                        </p:attrNameLst>
                                      </p:cBhvr>
                                      <p:to>
                                        <p:strVal val="visible"/>
                                      </p:to>
                                    </p:set>
                                    <p:animEffect transition="in" filter="wipe(left)">
                                      <p:cBhvr>
                                        <p:cTn id="475" dur="1000"/>
                                        <p:tgtEl>
                                          <p:spTgt spid="76"/>
                                        </p:tgtEl>
                                      </p:cBhvr>
                                    </p:animEffect>
                                  </p:childTnLst>
                                </p:cTn>
                              </p:par>
                            </p:childTnLst>
                          </p:cTn>
                        </p:par>
                      </p:childTnLst>
                    </p:cTn>
                  </p:par>
                  <p:par>
                    <p:cTn id="476" fill="hold">
                      <p:stCondLst>
                        <p:cond delay="indefinite"/>
                      </p:stCondLst>
                      <p:childTnLst>
                        <p:par>
                          <p:cTn id="477" fill="hold">
                            <p:stCondLst>
                              <p:cond delay="0"/>
                            </p:stCondLst>
                            <p:childTnLst>
                              <p:par>
                                <p:cTn id="478" presetID="22" presetClass="exit" presetSubtype="4" fill="hold" nodeType="clickEffect">
                                  <p:stCondLst>
                                    <p:cond delay="0"/>
                                  </p:stCondLst>
                                  <p:childTnLst>
                                    <p:animEffect transition="out" filter="wipe(down)">
                                      <p:cBhvr>
                                        <p:cTn id="479" dur="500"/>
                                        <p:tgtEl>
                                          <p:spTgt spid="76"/>
                                        </p:tgtEl>
                                      </p:cBhvr>
                                    </p:animEffect>
                                    <p:set>
                                      <p:cBhvr>
                                        <p:cTn id="480" dur="1" fill="hold">
                                          <p:stCondLst>
                                            <p:cond delay="499"/>
                                          </p:stCondLst>
                                        </p:cTn>
                                        <p:tgtEl>
                                          <p:spTgt spid="76"/>
                                        </p:tgtEl>
                                        <p:attrNameLst>
                                          <p:attrName>style.visibility</p:attrName>
                                        </p:attrNameLst>
                                      </p:cBhvr>
                                      <p:to>
                                        <p:strVal val="hidden"/>
                                      </p:to>
                                    </p:set>
                                  </p:childTnLst>
                                </p:cTn>
                              </p:par>
                              <p:par>
                                <p:cTn id="481" presetID="22" presetClass="entr" presetSubtype="8" fill="hold" nodeType="withEffect">
                                  <p:stCondLst>
                                    <p:cond delay="0"/>
                                  </p:stCondLst>
                                  <p:childTnLst>
                                    <p:set>
                                      <p:cBhvr>
                                        <p:cTn id="482" dur="1" fill="hold">
                                          <p:stCondLst>
                                            <p:cond delay="0"/>
                                          </p:stCondLst>
                                        </p:cTn>
                                        <p:tgtEl>
                                          <p:spTgt spid="79"/>
                                        </p:tgtEl>
                                        <p:attrNameLst>
                                          <p:attrName>style.visibility</p:attrName>
                                        </p:attrNameLst>
                                      </p:cBhvr>
                                      <p:to>
                                        <p:strVal val="visible"/>
                                      </p:to>
                                    </p:set>
                                    <p:animEffect transition="in" filter="wipe(left)">
                                      <p:cBhvr>
                                        <p:cTn id="483" dur="1000"/>
                                        <p:tgtEl>
                                          <p:spTgt spid="79"/>
                                        </p:tgtEl>
                                      </p:cBhvr>
                                    </p:animEffect>
                                  </p:childTnLst>
                                </p:cTn>
                              </p:par>
                            </p:childTnLst>
                          </p:cTn>
                        </p:par>
                      </p:childTnLst>
                    </p:cTn>
                  </p:par>
                  <p:par>
                    <p:cTn id="484" fill="hold">
                      <p:stCondLst>
                        <p:cond delay="indefinite"/>
                      </p:stCondLst>
                      <p:childTnLst>
                        <p:par>
                          <p:cTn id="485" fill="hold">
                            <p:stCondLst>
                              <p:cond delay="0"/>
                            </p:stCondLst>
                            <p:childTnLst>
                              <p:par>
                                <p:cTn id="486" presetID="22" presetClass="exit" presetSubtype="1" fill="hold" nodeType="clickEffect">
                                  <p:stCondLst>
                                    <p:cond delay="0"/>
                                  </p:stCondLst>
                                  <p:childTnLst>
                                    <p:animEffect transition="out" filter="wipe(up)">
                                      <p:cBhvr>
                                        <p:cTn id="487" dur="500"/>
                                        <p:tgtEl>
                                          <p:spTgt spid="79"/>
                                        </p:tgtEl>
                                      </p:cBhvr>
                                    </p:animEffect>
                                    <p:set>
                                      <p:cBhvr>
                                        <p:cTn id="488" dur="1" fill="hold">
                                          <p:stCondLst>
                                            <p:cond delay="499"/>
                                          </p:stCondLst>
                                        </p:cTn>
                                        <p:tgtEl>
                                          <p:spTgt spid="79"/>
                                        </p:tgtEl>
                                        <p:attrNameLst>
                                          <p:attrName>style.visibility</p:attrName>
                                        </p:attrNameLst>
                                      </p:cBhvr>
                                      <p:to>
                                        <p:strVal val="hidden"/>
                                      </p:to>
                                    </p:set>
                                  </p:childTnLst>
                                </p:cTn>
                              </p:par>
                              <p:par>
                                <p:cTn id="489" presetID="22" presetClass="entr" presetSubtype="8" fill="hold" nodeType="withEffect">
                                  <p:stCondLst>
                                    <p:cond delay="0"/>
                                  </p:stCondLst>
                                  <p:childTnLst>
                                    <p:set>
                                      <p:cBhvr>
                                        <p:cTn id="490" dur="1" fill="hold">
                                          <p:stCondLst>
                                            <p:cond delay="0"/>
                                          </p:stCondLst>
                                        </p:cTn>
                                        <p:tgtEl>
                                          <p:spTgt spid="88"/>
                                        </p:tgtEl>
                                        <p:attrNameLst>
                                          <p:attrName>style.visibility</p:attrName>
                                        </p:attrNameLst>
                                      </p:cBhvr>
                                      <p:to>
                                        <p:strVal val="visible"/>
                                      </p:to>
                                    </p:set>
                                    <p:animEffect transition="in" filter="wipe(left)">
                                      <p:cBhvr>
                                        <p:cTn id="491" dur="1000"/>
                                        <p:tgtEl>
                                          <p:spTgt spid="88"/>
                                        </p:tgtEl>
                                      </p:cBhvr>
                                    </p:animEffect>
                                  </p:childTnLst>
                                </p:cTn>
                              </p:par>
                            </p:childTnLst>
                          </p:cTn>
                        </p:par>
                      </p:childTnLst>
                    </p:cTn>
                  </p:par>
                  <p:par>
                    <p:cTn id="492" fill="hold">
                      <p:stCondLst>
                        <p:cond delay="indefinite"/>
                      </p:stCondLst>
                      <p:childTnLst>
                        <p:par>
                          <p:cTn id="493" fill="hold">
                            <p:stCondLst>
                              <p:cond delay="0"/>
                            </p:stCondLst>
                            <p:childTnLst>
                              <p:par>
                                <p:cTn id="494" presetID="47" presetClass="exit" presetSubtype="0" fill="hold" nodeType="clickEffect">
                                  <p:stCondLst>
                                    <p:cond delay="0"/>
                                  </p:stCondLst>
                                  <p:childTnLst>
                                    <p:animEffect transition="out" filter="fade">
                                      <p:cBhvr>
                                        <p:cTn id="495" dur="1000"/>
                                        <p:tgtEl>
                                          <p:spTgt spid="100"/>
                                        </p:tgtEl>
                                      </p:cBhvr>
                                    </p:animEffect>
                                    <p:anim calcmode="lin" valueType="num">
                                      <p:cBhvr>
                                        <p:cTn id="496" dur="1000"/>
                                        <p:tgtEl>
                                          <p:spTgt spid="100"/>
                                        </p:tgtEl>
                                        <p:attrNameLst>
                                          <p:attrName>ppt_x</p:attrName>
                                        </p:attrNameLst>
                                      </p:cBhvr>
                                      <p:tavLst>
                                        <p:tav tm="0">
                                          <p:val>
                                            <p:strVal val="ppt_x"/>
                                          </p:val>
                                        </p:tav>
                                        <p:tav tm="100000">
                                          <p:val>
                                            <p:strVal val="ppt_x"/>
                                          </p:val>
                                        </p:tav>
                                      </p:tavLst>
                                    </p:anim>
                                    <p:anim calcmode="lin" valueType="num">
                                      <p:cBhvr>
                                        <p:cTn id="497" dur="1000"/>
                                        <p:tgtEl>
                                          <p:spTgt spid="100"/>
                                        </p:tgtEl>
                                        <p:attrNameLst>
                                          <p:attrName>ppt_y</p:attrName>
                                        </p:attrNameLst>
                                      </p:cBhvr>
                                      <p:tavLst>
                                        <p:tav tm="0">
                                          <p:val>
                                            <p:strVal val="ppt_y"/>
                                          </p:val>
                                        </p:tav>
                                        <p:tav tm="100000">
                                          <p:val>
                                            <p:strVal val="ppt_y-.1"/>
                                          </p:val>
                                        </p:tav>
                                      </p:tavLst>
                                    </p:anim>
                                    <p:set>
                                      <p:cBhvr>
                                        <p:cTn id="498" dur="1" fill="hold">
                                          <p:stCondLst>
                                            <p:cond delay="999"/>
                                          </p:stCondLst>
                                        </p:cTn>
                                        <p:tgtEl>
                                          <p:spTgt spid="100"/>
                                        </p:tgtEl>
                                        <p:attrNameLst>
                                          <p:attrName>style.visibility</p:attrName>
                                        </p:attrNameLst>
                                      </p:cBhvr>
                                      <p:to>
                                        <p:strVal val="hidden"/>
                                      </p:to>
                                    </p:set>
                                  </p:childTnLst>
                                </p:cTn>
                              </p:par>
                              <p:par>
                                <p:cTn id="499" presetID="64" presetClass="path" presetSubtype="0" accel="50000" decel="50000" fill="hold" nodeType="withEffect">
                                  <p:stCondLst>
                                    <p:cond delay="0"/>
                                  </p:stCondLst>
                                  <p:childTnLst>
                                    <p:animMotion origin="layout" path="M 0.08398 0.4176 L 0.06732 0.20718 " pathEditMode="relative" rAng="0" ptsTypes="AA">
                                      <p:cBhvr>
                                        <p:cTn id="500" dur="2000" fill="hold"/>
                                        <p:tgtEl>
                                          <p:spTgt spid="70"/>
                                        </p:tgtEl>
                                        <p:attrNameLst>
                                          <p:attrName>ppt_x</p:attrName>
                                          <p:attrName>ppt_y</p:attrName>
                                        </p:attrNameLst>
                                      </p:cBhvr>
                                      <p:rCtr x="-833" y="-10532"/>
                                    </p:animMotion>
                                  </p:childTnLst>
                                </p:cTn>
                              </p:par>
                            </p:childTnLst>
                          </p:cTn>
                        </p:par>
                        <p:par>
                          <p:cTn id="501" fill="hold">
                            <p:stCondLst>
                              <p:cond delay="2000"/>
                            </p:stCondLst>
                            <p:childTnLst>
                              <p:par>
                                <p:cTn id="502" presetID="42" presetClass="entr" presetSubtype="0" fill="hold" grpId="0" nodeType="afterEffect">
                                  <p:stCondLst>
                                    <p:cond delay="0"/>
                                  </p:stCondLst>
                                  <p:childTnLst>
                                    <p:set>
                                      <p:cBhvr>
                                        <p:cTn id="503" dur="1" fill="hold">
                                          <p:stCondLst>
                                            <p:cond delay="0"/>
                                          </p:stCondLst>
                                        </p:cTn>
                                        <p:tgtEl>
                                          <p:spTgt spid="69"/>
                                        </p:tgtEl>
                                        <p:attrNameLst>
                                          <p:attrName>style.visibility</p:attrName>
                                        </p:attrNameLst>
                                      </p:cBhvr>
                                      <p:to>
                                        <p:strVal val="visible"/>
                                      </p:to>
                                    </p:set>
                                    <p:animEffect transition="in" filter="fade">
                                      <p:cBhvr>
                                        <p:cTn id="504" dur="1000"/>
                                        <p:tgtEl>
                                          <p:spTgt spid="69"/>
                                        </p:tgtEl>
                                      </p:cBhvr>
                                    </p:animEffect>
                                    <p:anim calcmode="lin" valueType="num">
                                      <p:cBhvr>
                                        <p:cTn id="505" dur="1000" fill="hold"/>
                                        <p:tgtEl>
                                          <p:spTgt spid="69"/>
                                        </p:tgtEl>
                                        <p:attrNameLst>
                                          <p:attrName>ppt_x</p:attrName>
                                        </p:attrNameLst>
                                      </p:cBhvr>
                                      <p:tavLst>
                                        <p:tav tm="0">
                                          <p:val>
                                            <p:strVal val="#ppt_x"/>
                                          </p:val>
                                        </p:tav>
                                        <p:tav tm="100000">
                                          <p:val>
                                            <p:strVal val="#ppt_x"/>
                                          </p:val>
                                        </p:tav>
                                      </p:tavLst>
                                    </p:anim>
                                    <p:anim calcmode="lin" valueType="num">
                                      <p:cBhvr>
                                        <p:cTn id="506" dur="1000" fill="hold"/>
                                        <p:tgtEl>
                                          <p:spTgt spid="69"/>
                                        </p:tgtEl>
                                        <p:attrNameLst>
                                          <p:attrName>ppt_y</p:attrName>
                                        </p:attrNameLst>
                                      </p:cBhvr>
                                      <p:tavLst>
                                        <p:tav tm="0">
                                          <p:val>
                                            <p:strVal val="#ppt_y+.1"/>
                                          </p:val>
                                        </p:tav>
                                        <p:tav tm="100000">
                                          <p:val>
                                            <p:strVal val="#ppt_y"/>
                                          </p:val>
                                        </p:tav>
                                      </p:tavLst>
                                    </p:anim>
                                  </p:childTnLst>
                                </p:cTn>
                              </p:par>
                            </p:childTnLst>
                          </p:cTn>
                        </p:par>
                        <p:par>
                          <p:cTn id="507" fill="hold">
                            <p:stCondLst>
                              <p:cond delay="3000"/>
                            </p:stCondLst>
                            <p:childTnLst>
                              <p:par>
                                <p:cTn id="508" presetID="22" presetClass="exit" presetSubtype="1" fill="hold" nodeType="afterEffect">
                                  <p:stCondLst>
                                    <p:cond delay="0"/>
                                  </p:stCondLst>
                                  <p:childTnLst>
                                    <p:animEffect transition="out" filter="wipe(up)">
                                      <p:cBhvr>
                                        <p:cTn id="509" dur="500"/>
                                        <p:tgtEl>
                                          <p:spTgt spid="88"/>
                                        </p:tgtEl>
                                      </p:cBhvr>
                                    </p:animEffect>
                                    <p:set>
                                      <p:cBhvr>
                                        <p:cTn id="510" dur="1" fill="hold">
                                          <p:stCondLst>
                                            <p:cond delay="499"/>
                                          </p:stCondLst>
                                        </p:cTn>
                                        <p:tgtEl>
                                          <p:spTgt spid="88"/>
                                        </p:tgtEl>
                                        <p:attrNameLst>
                                          <p:attrName>style.visibility</p:attrName>
                                        </p:attrNameLst>
                                      </p:cBhvr>
                                      <p:to>
                                        <p:strVal val="hidden"/>
                                      </p:to>
                                    </p:set>
                                  </p:childTnLst>
                                </p:cTn>
                              </p:par>
                              <p:par>
                                <p:cTn id="511" presetID="22" presetClass="entr" presetSubtype="8" fill="hold" nodeType="withEffect">
                                  <p:stCondLst>
                                    <p:cond delay="0"/>
                                  </p:stCondLst>
                                  <p:childTnLst>
                                    <p:set>
                                      <p:cBhvr>
                                        <p:cTn id="512" dur="1" fill="hold">
                                          <p:stCondLst>
                                            <p:cond delay="0"/>
                                          </p:stCondLst>
                                        </p:cTn>
                                        <p:tgtEl>
                                          <p:spTgt spid="89"/>
                                        </p:tgtEl>
                                        <p:attrNameLst>
                                          <p:attrName>style.visibility</p:attrName>
                                        </p:attrNameLst>
                                      </p:cBhvr>
                                      <p:to>
                                        <p:strVal val="visible"/>
                                      </p:to>
                                    </p:set>
                                    <p:animEffect transition="in" filter="wipe(left)">
                                      <p:cBhvr>
                                        <p:cTn id="513" dur="1000"/>
                                        <p:tgtEl>
                                          <p:spTgt spid="89"/>
                                        </p:tgtEl>
                                      </p:cBhvr>
                                    </p:animEffect>
                                  </p:childTnLst>
                                </p:cTn>
                              </p:par>
                            </p:childTnLst>
                          </p:cTn>
                        </p:par>
                      </p:childTnLst>
                    </p:cTn>
                  </p:par>
                  <p:par>
                    <p:cTn id="514" fill="hold">
                      <p:stCondLst>
                        <p:cond delay="indefinite"/>
                      </p:stCondLst>
                      <p:childTnLst>
                        <p:par>
                          <p:cTn id="515" fill="hold">
                            <p:stCondLst>
                              <p:cond delay="0"/>
                            </p:stCondLst>
                            <p:childTnLst>
                              <p:par>
                                <p:cTn id="516" presetID="42" presetClass="path" presetSubtype="0" accel="50000" decel="50000" fill="hold" nodeType="clickEffect">
                                  <p:stCondLst>
                                    <p:cond delay="0"/>
                                  </p:stCondLst>
                                  <p:childTnLst>
                                    <p:animMotion origin="layout" path="M 0.06732 0.20718 L 0.12317 0.30394 " pathEditMode="relative" rAng="0" ptsTypes="AA">
                                      <p:cBhvr>
                                        <p:cTn id="517" dur="2000" fill="hold"/>
                                        <p:tgtEl>
                                          <p:spTgt spid="70"/>
                                        </p:tgtEl>
                                        <p:attrNameLst>
                                          <p:attrName>ppt_x</p:attrName>
                                          <p:attrName>ppt_y</p:attrName>
                                        </p:attrNameLst>
                                      </p:cBhvr>
                                      <p:rCtr x="2786" y="4838"/>
                                    </p:animMotion>
                                  </p:childTnLst>
                                </p:cTn>
                              </p:par>
                            </p:childTnLst>
                          </p:cTn>
                        </p:par>
                        <p:par>
                          <p:cTn id="518" fill="hold">
                            <p:stCondLst>
                              <p:cond delay="2000"/>
                            </p:stCondLst>
                            <p:childTnLst>
                              <p:par>
                                <p:cTn id="519" presetID="22" presetClass="exit" presetSubtype="1" fill="hold" nodeType="afterEffect">
                                  <p:stCondLst>
                                    <p:cond delay="0"/>
                                  </p:stCondLst>
                                  <p:childTnLst>
                                    <p:animEffect transition="out" filter="wipe(up)">
                                      <p:cBhvr>
                                        <p:cTn id="520" dur="500"/>
                                        <p:tgtEl>
                                          <p:spTgt spid="89"/>
                                        </p:tgtEl>
                                      </p:cBhvr>
                                    </p:animEffect>
                                    <p:set>
                                      <p:cBhvr>
                                        <p:cTn id="521" dur="1" fill="hold">
                                          <p:stCondLst>
                                            <p:cond delay="499"/>
                                          </p:stCondLst>
                                        </p:cTn>
                                        <p:tgtEl>
                                          <p:spTgt spid="89"/>
                                        </p:tgtEl>
                                        <p:attrNameLst>
                                          <p:attrName>style.visibility</p:attrName>
                                        </p:attrNameLst>
                                      </p:cBhvr>
                                      <p:to>
                                        <p:strVal val="hidden"/>
                                      </p:to>
                                    </p:set>
                                  </p:childTnLst>
                                </p:cTn>
                              </p:par>
                              <p:par>
                                <p:cTn id="522" presetID="22" presetClass="entr" presetSubtype="8" fill="hold" nodeType="withEffect">
                                  <p:stCondLst>
                                    <p:cond delay="0"/>
                                  </p:stCondLst>
                                  <p:childTnLst>
                                    <p:set>
                                      <p:cBhvr>
                                        <p:cTn id="523" dur="1" fill="hold">
                                          <p:stCondLst>
                                            <p:cond delay="0"/>
                                          </p:stCondLst>
                                        </p:cTn>
                                        <p:tgtEl>
                                          <p:spTgt spid="76"/>
                                        </p:tgtEl>
                                        <p:attrNameLst>
                                          <p:attrName>style.visibility</p:attrName>
                                        </p:attrNameLst>
                                      </p:cBhvr>
                                      <p:to>
                                        <p:strVal val="visible"/>
                                      </p:to>
                                    </p:set>
                                    <p:animEffect transition="in" filter="wipe(left)">
                                      <p:cBhvr>
                                        <p:cTn id="524" dur="1000"/>
                                        <p:tgtEl>
                                          <p:spTgt spid="76"/>
                                        </p:tgtEl>
                                      </p:cBhvr>
                                    </p:animEffect>
                                  </p:childTnLst>
                                </p:cTn>
                              </p:par>
                            </p:childTnLst>
                          </p:cTn>
                        </p:par>
                      </p:childTnLst>
                    </p:cTn>
                  </p:par>
                  <p:par>
                    <p:cTn id="525" fill="hold">
                      <p:stCondLst>
                        <p:cond delay="indefinite"/>
                      </p:stCondLst>
                      <p:childTnLst>
                        <p:par>
                          <p:cTn id="526" fill="hold">
                            <p:stCondLst>
                              <p:cond delay="0"/>
                            </p:stCondLst>
                            <p:childTnLst>
                              <p:par>
                                <p:cTn id="527" presetID="22" presetClass="exit" presetSubtype="1" fill="hold" nodeType="clickEffect">
                                  <p:stCondLst>
                                    <p:cond delay="0"/>
                                  </p:stCondLst>
                                  <p:childTnLst>
                                    <p:animEffect transition="out" filter="wipe(up)">
                                      <p:cBhvr>
                                        <p:cTn id="528" dur="500"/>
                                        <p:tgtEl>
                                          <p:spTgt spid="76"/>
                                        </p:tgtEl>
                                      </p:cBhvr>
                                    </p:animEffect>
                                    <p:set>
                                      <p:cBhvr>
                                        <p:cTn id="529" dur="1" fill="hold">
                                          <p:stCondLst>
                                            <p:cond delay="499"/>
                                          </p:stCondLst>
                                        </p:cTn>
                                        <p:tgtEl>
                                          <p:spTgt spid="76"/>
                                        </p:tgtEl>
                                        <p:attrNameLst>
                                          <p:attrName>style.visibility</p:attrName>
                                        </p:attrNameLst>
                                      </p:cBhvr>
                                      <p:to>
                                        <p:strVal val="hidden"/>
                                      </p:to>
                                    </p:set>
                                  </p:childTnLst>
                                </p:cTn>
                              </p:par>
                              <p:par>
                                <p:cTn id="530" presetID="22" presetClass="entr" presetSubtype="8" fill="hold" nodeType="withEffect">
                                  <p:stCondLst>
                                    <p:cond delay="0"/>
                                  </p:stCondLst>
                                  <p:childTnLst>
                                    <p:set>
                                      <p:cBhvr>
                                        <p:cTn id="531" dur="1" fill="hold">
                                          <p:stCondLst>
                                            <p:cond delay="0"/>
                                          </p:stCondLst>
                                        </p:cTn>
                                        <p:tgtEl>
                                          <p:spTgt spid="79"/>
                                        </p:tgtEl>
                                        <p:attrNameLst>
                                          <p:attrName>style.visibility</p:attrName>
                                        </p:attrNameLst>
                                      </p:cBhvr>
                                      <p:to>
                                        <p:strVal val="visible"/>
                                      </p:to>
                                    </p:set>
                                    <p:animEffect transition="in" filter="wipe(left)">
                                      <p:cBhvr>
                                        <p:cTn id="532" dur="1000"/>
                                        <p:tgtEl>
                                          <p:spTgt spid="79"/>
                                        </p:tgtEl>
                                      </p:cBhvr>
                                    </p:animEffect>
                                  </p:childTnLst>
                                </p:cTn>
                              </p:par>
                            </p:childTnLst>
                          </p:cTn>
                        </p:par>
                      </p:childTnLst>
                    </p:cTn>
                  </p:par>
                  <p:par>
                    <p:cTn id="533" fill="hold">
                      <p:stCondLst>
                        <p:cond delay="indefinite"/>
                      </p:stCondLst>
                      <p:childTnLst>
                        <p:par>
                          <p:cTn id="534" fill="hold">
                            <p:stCondLst>
                              <p:cond delay="0"/>
                            </p:stCondLst>
                            <p:childTnLst>
                              <p:par>
                                <p:cTn id="535" presetID="22" presetClass="exit" presetSubtype="1" fill="hold" nodeType="clickEffect">
                                  <p:stCondLst>
                                    <p:cond delay="0"/>
                                  </p:stCondLst>
                                  <p:childTnLst>
                                    <p:animEffect transition="out" filter="wipe(up)">
                                      <p:cBhvr>
                                        <p:cTn id="536" dur="500"/>
                                        <p:tgtEl>
                                          <p:spTgt spid="79"/>
                                        </p:tgtEl>
                                      </p:cBhvr>
                                    </p:animEffect>
                                    <p:set>
                                      <p:cBhvr>
                                        <p:cTn id="537" dur="1" fill="hold">
                                          <p:stCondLst>
                                            <p:cond delay="499"/>
                                          </p:stCondLst>
                                        </p:cTn>
                                        <p:tgtEl>
                                          <p:spTgt spid="79"/>
                                        </p:tgtEl>
                                        <p:attrNameLst>
                                          <p:attrName>style.visibility</p:attrName>
                                        </p:attrNameLst>
                                      </p:cBhvr>
                                      <p:to>
                                        <p:strVal val="hidden"/>
                                      </p:to>
                                    </p:set>
                                  </p:childTnLst>
                                </p:cTn>
                              </p:par>
                              <p:par>
                                <p:cTn id="538" presetID="22" presetClass="entr" presetSubtype="8" fill="hold" nodeType="withEffect">
                                  <p:stCondLst>
                                    <p:cond delay="0"/>
                                  </p:stCondLst>
                                  <p:childTnLst>
                                    <p:set>
                                      <p:cBhvr>
                                        <p:cTn id="539" dur="1" fill="hold">
                                          <p:stCondLst>
                                            <p:cond delay="0"/>
                                          </p:stCondLst>
                                        </p:cTn>
                                        <p:tgtEl>
                                          <p:spTgt spid="88"/>
                                        </p:tgtEl>
                                        <p:attrNameLst>
                                          <p:attrName>style.visibility</p:attrName>
                                        </p:attrNameLst>
                                      </p:cBhvr>
                                      <p:to>
                                        <p:strVal val="visible"/>
                                      </p:to>
                                    </p:set>
                                    <p:animEffect transition="in" filter="wipe(left)">
                                      <p:cBhvr>
                                        <p:cTn id="540" dur="1000"/>
                                        <p:tgtEl>
                                          <p:spTgt spid="88"/>
                                        </p:tgtEl>
                                      </p:cBhvr>
                                    </p:animEffect>
                                  </p:childTnLst>
                                </p:cTn>
                              </p:par>
                            </p:childTnLst>
                          </p:cTn>
                        </p:par>
                      </p:childTnLst>
                    </p:cTn>
                  </p:par>
                  <p:par>
                    <p:cTn id="541" fill="hold">
                      <p:stCondLst>
                        <p:cond delay="indefinite"/>
                      </p:stCondLst>
                      <p:childTnLst>
                        <p:par>
                          <p:cTn id="542" fill="hold">
                            <p:stCondLst>
                              <p:cond delay="0"/>
                            </p:stCondLst>
                            <p:childTnLst>
                              <p:par>
                                <p:cTn id="543" presetID="47" presetClass="exit" presetSubtype="0" fill="hold" nodeType="clickEffect">
                                  <p:stCondLst>
                                    <p:cond delay="0"/>
                                  </p:stCondLst>
                                  <p:childTnLst>
                                    <p:animEffect transition="out" filter="fade">
                                      <p:cBhvr>
                                        <p:cTn id="544" dur="1000"/>
                                        <p:tgtEl>
                                          <p:spTgt spid="62"/>
                                        </p:tgtEl>
                                      </p:cBhvr>
                                    </p:animEffect>
                                    <p:anim calcmode="lin" valueType="num">
                                      <p:cBhvr>
                                        <p:cTn id="545" dur="1000"/>
                                        <p:tgtEl>
                                          <p:spTgt spid="62"/>
                                        </p:tgtEl>
                                        <p:attrNameLst>
                                          <p:attrName>ppt_x</p:attrName>
                                        </p:attrNameLst>
                                      </p:cBhvr>
                                      <p:tavLst>
                                        <p:tav tm="0">
                                          <p:val>
                                            <p:strVal val="ppt_x"/>
                                          </p:val>
                                        </p:tav>
                                        <p:tav tm="100000">
                                          <p:val>
                                            <p:strVal val="ppt_x"/>
                                          </p:val>
                                        </p:tav>
                                      </p:tavLst>
                                    </p:anim>
                                    <p:anim calcmode="lin" valueType="num">
                                      <p:cBhvr>
                                        <p:cTn id="546" dur="1000"/>
                                        <p:tgtEl>
                                          <p:spTgt spid="62"/>
                                        </p:tgtEl>
                                        <p:attrNameLst>
                                          <p:attrName>ppt_y</p:attrName>
                                        </p:attrNameLst>
                                      </p:cBhvr>
                                      <p:tavLst>
                                        <p:tav tm="0">
                                          <p:val>
                                            <p:strVal val="ppt_y"/>
                                          </p:val>
                                        </p:tav>
                                        <p:tav tm="100000">
                                          <p:val>
                                            <p:strVal val="ppt_y-.1"/>
                                          </p:val>
                                        </p:tav>
                                      </p:tavLst>
                                    </p:anim>
                                    <p:set>
                                      <p:cBhvr>
                                        <p:cTn id="547" dur="1" fill="hold">
                                          <p:stCondLst>
                                            <p:cond delay="999"/>
                                          </p:stCondLst>
                                        </p:cTn>
                                        <p:tgtEl>
                                          <p:spTgt spid="62"/>
                                        </p:tgtEl>
                                        <p:attrNameLst>
                                          <p:attrName>style.visibility</p:attrName>
                                        </p:attrNameLst>
                                      </p:cBhvr>
                                      <p:to>
                                        <p:strVal val="hidden"/>
                                      </p:to>
                                    </p:set>
                                  </p:childTnLst>
                                </p:cTn>
                              </p:par>
                              <p:par>
                                <p:cTn id="548" presetID="64" presetClass="path" presetSubtype="0" accel="50000" decel="50000" fill="hold" nodeType="withEffect">
                                  <p:stCondLst>
                                    <p:cond delay="0"/>
                                  </p:stCondLst>
                                  <p:childTnLst>
                                    <p:animMotion origin="layout" path="M 0.12317 0.30394 L 0.122 0.10533 " pathEditMode="relative" rAng="0" ptsTypes="AA">
                                      <p:cBhvr>
                                        <p:cTn id="549" dur="2000" fill="hold"/>
                                        <p:tgtEl>
                                          <p:spTgt spid="70"/>
                                        </p:tgtEl>
                                        <p:attrNameLst>
                                          <p:attrName>ppt_x</p:attrName>
                                          <p:attrName>ppt_y</p:attrName>
                                        </p:attrNameLst>
                                      </p:cBhvr>
                                      <p:rCtr x="-65" y="-9931"/>
                                    </p:animMotion>
                                  </p:childTnLst>
                                </p:cTn>
                              </p:par>
                            </p:childTnLst>
                          </p:cTn>
                        </p:par>
                        <p:par>
                          <p:cTn id="550" fill="hold">
                            <p:stCondLst>
                              <p:cond delay="2000"/>
                            </p:stCondLst>
                            <p:childTnLst>
                              <p:par>
                                <p:cTn id="551" presetID="42" presetClass="entr" presetSubtype="0" fill="hold" grpId="0" nodeType="afterEffect">
                                  <p:stCondLst>
                                    <p:cond delay="0"/>
                                  </p:stCondLst>
                                  <p:childTnLst>
                                    <p:set>
                                      <p:cBhvr>
                                        <p:cTn id="552" dur="1" fill="hold">
                                          <p:stCondLst>
                                            <p:cond delay="0"/>
                                          </p:stCondLst>
                                        </p:cTn>
                                        <p:tgtEl>
                                          <p:spTgt spid="17"/>
                                        </p:tgtEl>
                                        <p:attrNameLst>
                                          <p:attrName>style.visibility</p:attrName>
                                        </p:attrNameLst>
                                      </p:cBhvr>
                                      <p:to>
                                        <p:strVal val="visible"/>
                                      </p:to>
                                    </p:set>
                                    <p:animEffect transition="in" filter="fade">
                                      <p:cBhvr>
                                        <p:cTn id="553" dur="1000"/>
                                        <p:tgtEl>
                                          <p:spTgt spid="17"/>
                                        </p:tgtEl>
                                      </p:cBhvr>
                                    </p:animEffect>
                                    <p:anim calcmode="lin" valueType="num">
                                      <p:cBhvr>
                                        <p:cTn id="554" dur="1000" fill="hold"/>
                                        <p:tgtEl>
                                          <p:spTgt spid="17"/>
                                        </p:tgtEl>
                                        <p:attrNameLst>
                                          <p:attrName>ppt_x</p:attrName>
                                        </p:attrNameLst>
                                      </p:cBhvr>
                                      <p:tavLst>
                                        <p:tav tm="0">
                                          <p:val>
                                            <p:strVal val="#ppt_x"/>
                                          </p:val>
                                        </p:tav>
                                        <p:tav tm="100000">
                                          <p:val>
                                            <p:strVal val="#ppt_x"/>
                                          </p:val>
                                        </p:tav>
                                      </p:tavLst>
                                    </p:anim>
                                    <p:anim calcmode="lin" valueType="num">
                                      <p:cBhvr>
                                        <p:cTn id="555" dur="1000" fill="hold"/>
                                        <p:tgtEl>
                                          <p:spTgt spid="17"/>
                                        </p:tgtEl>
                                        <p:attrNameLst>
                                          <p:attrName>ppt_y</p:attrName>
                                        </p:attrNameLst>
                                      </p:cBhvr>
                                      <p:tavLst>
                                        <p:tav tm="0">
                                          <p:val>
                                            <p:strVal val="#ppt_y+.1"/>
                                          </p:val>
                                        </p:tav>
                                        <p:tav tm="100000">
                                          <p:val>
                                            <p:strVal val="#ppt_y"/>
                                          </p:val>
                                        </p:tav>
                                      </p:tavLst>
                                    </p:anim>
                                  </p:childTnLst>
                                </p:cTn>
                              </p:par>
                            </p:childTnLst>
                          </p:cTn>
                        </p:par>
                        <p:par>
                          <p:cTn id="556" fill="hold">
                            <p:stCondLst>
                              <p:cond delay="3000"/>
                            </p:stCondLst>
                            <p:childTnLst>
                              <p:par>
                                <p:cTn id="557" presetID="22" presetClass="exit" presetSubtype="1" fill="hold" nodeType="afterEffect">
                                  <p:stCondLst>
                                    <p:cond delay="0"/>
                                  </p:stCondLst>
                                  <p:childTnLst>
                                    <p:animEffect transition="out" filter="wipe(up)">
                                      <p:cBhvr>
                                        <p:cTn id="558" dur="500"/>
                                        <p:tgtEl>
                                          <p:spTgt spid="88"/>
                                        </p:tgtEl>
                                      </p:cBhvr>
                                    </p:animEffect>
                                    <p:set>
                                      <p:cBhvr>
                                        <p:cTn id="559" dur="1" fill="hold">
                                          <p:stCondLst>
                                            <p:cond delay="499"/>
                                          </p:stCondLst>
                                        </p:cTn>
                                        <p:tgtEl>
                                          <p:spTgt spid="88"/>
                                        </p:tgtEl>
                                        <p:attrNameLst>
                                          <p:attrName>style.visibility</p:attrName>
                                        </p:attrNameLst>
                                      </p:cBhvr>
                                      <p:to>
                                        <p:strVal val="hidden"/>
                                      </p:to>
                                    </p:set>
                                  </p:childTnLst>
                                </p:cTn>
                              </p:par>
                              <p:par>
                                <p:cTn id="560" presetID="22" presetClass="entr" presetSubtype="8" fill="hold" nodeType="withEffect">
                                  <p:stCondLst>
                                    <p:cond delay="0"/>
                                  </p:stCondLst>
                                  <p:childTnLst>
                                    <p:set>
                                      <p:cBhvr>
                                        <p:cTn id="561" dur="1" fill="hold">
                                          <p:stCondLst>
                                            <p:cond delay="0"/>
                                          </p:stCondLst>
                                        </p:cTn>
                                        <p:tgtEl>
                                          <p:spTgt spid="89"/>
                                        </p:tgtEl>
                                        <p:attrNameLst>
                                          <p:attrName>style.visibility</p:attrName>
                                        </p:attrNameLst>
                                      </p:cBhvr>
                                      <p:to>
                                        <p:strVal val="visible"/>
                                      </p:to>
                                    </p:set>
                                    <p:animEffect transition="in" filter="wipe(left)">
                                      <p:cBhvr>
                                        <p:cTn id="562" dur="1000"/>
                                        <p:tgtEl>
                                          <p:spTgt spid="89"/>
                                        </p:tgtEl>
                                      </p:cBhvr>
                                    </p:animEffect>
                                  </p:childTnLst>
                                </p:cTn>
                              </p:par>
                            </p:childTnLst>
                          </p:cTn>
                        </p:par>
                      </p:childTnLst>
                    </p:cTn>
                  </p:par>
                  <p:par>
                    <p:cTn id="563" fill="hold">
                      <p:stCondLst>
                        <p:cond delay="indefinite"/>
                      </p:stCondLst>
                      <p:childTnLst>
                        <p:par>
                          <p:cTn id="564" fill="hold">
                            <p:stCondLst>
                              <p:cond delay="0"/>
                            </p:stCondLst>
                            <p:childTnLst>
                              <p:par>
                                <p:cTn id="565" presetID="63" presetClass="path" presetSubtype="0" accel="50000" decel="50000" fill="hold" nodeType="clickEffect">
                                  <p:stCondLst>
                                    <p:cond delay="0"/>
                                  </p:stCondLst>
                                  <p:childTnLst>
                                    <p:animMotion origin="layout" path="M 0.122 0.10533 L 0.17252 0.13519 " pathEditMode="relative" rAng="0" ptsTypes="AA">
                                      <p:cBhvr>
                                        <p:cTn id="566" dur="2000" fill="hold"/>
                                        <p:tgtEl>
                                          <p:spTgt spid="70"/>
                                        </p:tgtEl>
                                        <p:attrNameLst>
                                          <p:attrName>ppt_x</p:attrName>
                                          <p:attrName>ppt_y</p:attrName>
                                        </p:attrNameLst>
                                      </p:cBhvr>
                                      <p:rCtr x="2526" y="1481"/>
                                    </p:animMotion>
                                  </p:childTnLst>
                                </p:cTn>
                              </p:par>
                            </p:childTnLst>
                          </p:cTn>
                        </p:par>
                        <p:par>
                          <p:cTn id="567" fill="hold">
                            <p:stCondLst>
                              <p:cond delay="2000"/>
                            </p:stCondLst>
                            <p:childTnLst>
                              <p:par>
                                <p:cTn id="568" presetID="22" presetClass="exit" presetSubtype="1" fill="hold" nodeType="afterEffect">
                                  <p:stCondLst>
                                    <p:cond delay="0"/>
                                  </p:stCondLst>
                                  <p:childTnLst>
                                    <p:animEffect transition="out" filter="wipe(up)">
                                      <p:cBhvr>
                                        <p:cTn id="569" dur="500"/>
                                        <p:tgtEl>
                                          <p:spTgt spid="89"/>
                                        </p:tgtEl>
                                      </p:cBhvr>
                                    </p:animEffect>
                                    <p:set>
                                      <p:cBhvr>
                                        <p:cTn id="570" dur="1" fill="hold">
                                          <p:stCondLst>
                                            <p:cond delay="499"/>
                                          </p:stCondLst>
                                        </p:cTn>
                                        <p:tgtEl>
                                          <p:spTgt spid="89"/>
                                        </p:tgtEl>
                                        <p:attrNameLst>
                                          <p:attrName>style.visibility</p:attrName>
                                        </p:attrNameLst>
                                      </p:cBhvr>
                                      <p:to>
                                        <p:strVal val="hidden"/>
                                      </p:to>
                                    </p:set>
                                  </p:childTnLst>
                                </p:cTn>
                              </p:par>
                              <p:par>
                                <p:cTn id="571" presetID="22" presetClass="entr" presetSubtype="8" fill="hold" nodeType="withEffect">
                                  <p:stCondLst>
                                    <p:cond delay="0"/>
                                  </p:stCondLst>
                                  <p:childTnLst>
                                    <p:set>
                                      <p:cBhvr>
                                        <p:cTn id="572" dur="1" fill="hold">
                                          <p:stCondLst>
                                            <p:cond delay="0"/>
                                          </p:stCondLst>
                                        </p:cTn>
                                        <p:tgtEl>
                                          <p:spTgt spid="76"/>
                                        </p:tgtEl>
                                        <p:attrNameLst>
                                          <p:attrName>style.visibility</p:attrName>
                                        </p:attrNameLst>
                                      </p:cBhvr>
                                      <p:to>
                                        <p:strVal val="visible"/>
                                      </p:to>
                                    </p:set>
                                    <p:animEffect transition="in" filter="wipe(left)">
                                      <p:cBhvr>
                                        <p:cTn id="573" dur="1000"/>
                                        <p:tgtEl>
                                          <p:spTgt spid="76"/>
                                        </p:tgtEl>
                                      </p:cBhvr>
                                    </p:animEffect>
                                  </p:childTnLst>
                                </p:cTn>
                              </p:par>
                            </p:childTnLst>
                          </p:cTn>
                        </p:par>
                      </p:childTnLst>
                    </p:cTn>
                  </p:par>
                  <p:par>
                    <p:cTn id="574" fill="hold">
                      <p:stCondLst>
                        <p:cond delay="indefinite"/>
                      </p:stCondLst>
                      <p:childTnLst>
                        <p:par>
                          <p:cTn id="575" fill="hold">
                            <p:stCondLst>
                              <p:cond delay="0"/>
                            </p:stCondLst>
                            <p:childTnLst>
                              <p:par>
                                <p:cTn id="576" presetID="32" presetClass="emph" presetSubtype="0" fill="hold" nodeType="clickEffect">
                                  <p:stCondLst>
                                    <p:cond delay="0"/>
                                  </p:stCondLst>
                                  <p:childTnLst>
                                    <p:animRot by="120000">
                                      <p:cBhvr>
                                        <p:cTn id="577" dur="100" fill="hold">
                                          <p:stCondLst>
                                            <p:cond delay="0"/>
                                          </p:stCondLst>
                                        </p:cTn>
                                        <p:tgtEl>
                                          <p:spTgt spid="76"/>
                                        </p:tgtEl>
                                        <p:attrNameLst>
                                          <p:attrName>r</p:attrName>
                                        </p:attrNameLst>
                                      </p:cBhvr>
                                    </p:animRot>
                                    <p:animRot by="-240000">
                                      <p:cBhvr>
                                        <p:cTn id="578" dur="200" fill="hold">
                                          <p:stCondLst>
                                            <p:cond delay="200"/>
                                          </p:stCondLst>
                                        </p:cTn>
                                        <p:tgtEl>
                                          <p:spTgt spid="76"/>
                                        </p:tgtEl>
                                        <p:attrNameLst>
                                          <p:attrName>r</p:attrName>
                                        </p:attrNameLst>
                                      </p:cBhvr>
                                    </p:animRot>
                                    <p:animRot by="240000">
                                      <p:cBhvr>
                                        <p:cTn id="579" dur="200" fill="hold">
                                          <p:stCondLst>
                                            <p:cond delay="400"/>
                                          </p:stCondLst>
                                        </p:cTn>
                                        <p:tgtEl>
                                          <p:spTgt spid="76"/>
                                        </p:tgtEl>
                                        <p:attrNameLst>
                                          <p:attrName>r</p:attrName>
                                        </p:attrNameLst>
                                      </p:cBhvr>
                                    </p:animRot>
                                    <p:animRot by="-240000">
                                      <p:cBhvr>
                                        <p:cTn id="580" dur="200" fill="hold">
                                          <p:stCondLst>
                                            <p:cond delay="600"/>
                                          </p:stCondLst>
                                        </p:cTn>
                                        <p:tgtEl>
                                          <p:spTgt spid="76"/>
                                        </p:tgtEl>
                                        <p:attrNameLst>
                                          <p:attrName>r</p:attrName>
                                        </p:attrNameLst>
                                      </p:cBhvr>
                                    </p:animRot>
                                    <p:animRot by="120000">
                                      <p:cBhvr>
                                        <p:cTn id="581" dur="200" fill="hold">
                                          <p:stCondLst>
                                            <p:cond delay="800"/>
                                          </p:stCondLst>
                                        </p:cTn>
                                        <p:tgtEl>
                                          <p:spTgt spid="76"/>
                                        </p:tgtEl>
                                        <p:attrNameLst>
                                          <p:attrName>r</p:attrName>
                                        </p:attrNameLst>
                                      </p:cBhvr>
                                    </p:animRot>
                                  </p:childTnLst>
                                </p:cTn>
                              </p:par>
                            </p:childTnLst>
                          </p:cTn>
                        </p:par>
                        <p:par>
                          <p:cTn id="582" fill="hold">
                            <p:stCondLst>
                              <p:cond delay="1000"/>
                            </p:stCondLst>
                            <p:childTnLst>
                              <p:par>
                                <p:cTn id="583" presetID="22" presetClass="exit" presetSubtype="1" fill="hold" nodeType="afterEffect">
                                  <p:stCondLst>
                                    <p:cond delay="0"/>
                                  </p:stCondLst>
                                  <p:childTnLst>
                                    <p:animEffect transition="out" filter="wipe(up)">
                                      <p:cBhvr>
                                        <p:cTn id="584" dur="500"/>
                                        <p:tgtEl>
                                          <p:spTgt spid="76"/>
                                        </p:tgtEl>
                                      </p:cBhvr>
                                    </p:animEffect>
                                    <p:set>
                                      <p:cBhvr>
                                        <p:cTn id="585" dur="1" fill="hold">
                                          <p:stCondLst>
                                            <p:cond delay="499"/>
                                          </p:stCondLst>
                                        </p:cTn>
                                        <p:tgtEl>
                                          <p:spTgt spid="76"/>
                                        </p:tgtEl>
                                        <p:attrNameLst>
                                          <p:attrName>style.visibility</p:attrName>
                                        </p:attrNameLst>
                                      </p:cBhvr>
                                      <p:to>
                                        <p:strVal val="hidden"/>
                                      </p:to>
                                    </p:set>
                                  </p:childTnLst>
                                </p:cTn>
                              </p:par>
                              <p:par>
                                <p:cTn id="586" presetID="22" presetClass="entr" presetSubtype="8" fill="hold" nodeType="withEffect">
                                  <p:stCondLst>
                                    <p:cond delay="0"/>
                                  </p:stCondLst>
                                  <p:childTnLst>
                                    <p:set>
                                      <p:cBhvr>
                                        <p:cTn id="587" dur="1" fill="hold">
                                          <p:stCondLst>
                                            <p:cond delay="0"/>
                                          </p:stCondLst>
                                        </p:cTn>
                                        <p:tgtEl>
                                          <p:spTgt spid="92"/>
                                        </p:tgtEl>
                                        <p:attrNameLst>
                                          <p:attrName>style.visibility</p:attrName>
                                        </p:attrNameLst>
                                      </p:cBhvr>
                                      <p:to>
                                        <p:strVal val="visible"/>
                                      </p:to>
                                    </p:set>
                                    <p:animEffect transition="in" filter="wipe(left)">
                                      <p:cBhvr>
                                        <p:cTn id="588" dur="1000"/>
                                        <p:tgtEl>
                                          <p:spTgt spid="92"/>
                                        </p:tgtEl>
                                      </p:cBhvr>
                                    </p:animEffect>
                                  </p:childTnLst>
                                </p:cTn>
                              </p:par>
                            </p:childTnLst>
                          </p:cTn>
                        </p:par>
                      </p:childTnLst>
                    </p:cTn>
                  </p:par>
                  <p:par>
                    <p:cTn id="589" fill="hold">
                      <p:stCondLst>
                        <p:cond delay="indefinite"/>
                      </p:stCondLst>
                      <p:childTnLst>
                        <p:par>
                          <p:cTn id="590" fill="hold">
                            <p:stCondLst>
                              <p:cond delay="0"/>
                            </p:stCondLst>
                            <p:childTnLst>
                              <p:par>
                                <p:cTn id="591" presetID="22" presetClass="exit" presetSubtype="1" fill="hold" nodeType="clickEffect">
                                  <p:stCondLst>
                                    <p:cond delay="0"/>
                                  </p:stCondLst>
                                  <p:childTnLst>
                                    <p:animEffect transition="out" filter="wipe(up)">
                                      <p:cBhvr>
                                        <p:cTn id="592" dur="500"/>
                                        <p:tgtEl>
                                          <p:spTgt spid="92"/>
                                        </p:tgtEl>
                                      </p:cBhvr>
                                    </p:animEffect>
                                    <p:set>
                                      <p:cBhvr>
                                        <p:cTn id="593" dur="1" fill="hold">
                                          <p:stCondLst>
                                            <p:cond delay="499"/>
                                          </p:stCondLst>
                                        </p:cTn>
                                        <p:tgtEl>
                                          <p:spTgt spid="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68" grpId="0"/>
      <p:bldP spid="69" grpId="0"/>
      <p:bldP spid="75" grpId="0" animBg="1"/>
      <p:bldP spid="11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Box 39">
            <a:extLst>
              <a:ext uri="{FF2B5EF4-FFF2-40B4-BE49-F238E27FC236}">
                <a16:creationId xmlns:a16="http://schemas.microsoft.com/office/drawing/2014/main" id="{DCBAD5E2-96C4-4A08-93CE-96187F57AF0F}"/>
              </a:ext>
            </a:extLst>
          </p:cNvPr>
          <p:cNvSpPr txBox="1">
            <a:spLocks noChangeArrowheads="1"/>
          </p:cNvSpPr>
          <p:nvPr/>
        </p:nvSpPr>
        <p:spPr bwMode="auto">
          <a:xfrm>
            <a:off x="555990" y="1101328"/>
            <a:ext cx="4583831" cy="2178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14000"/>
              </a:lnSpc>
            </a:pPr>
            <a:r>
              <a:rPr lang="zh-CN" altLang="en-US" sz="2000" b="1" dirty="0">
                <a:solidFill>
                  <a:srgbClr val="C00000"/>
                </a:solidFill>
                <a:effectLst>
                  <a:outerShdw blurRad="38100" dist="38100" dir="2700000" algn="tl">
                    <a:srgbClr val="000000">
                      <a:alpha val="43137"/>
                    </a:srgbClr>
                  </a:outerShdw>
                </a:effectLst>
                <a:latin typeface="+mn-ea"/>
              </a:rPr>
              <a:t>算法</a:t>
            </a:r>
            <a:r>
              <a:rPr lang="en-US" altLang="zh-CN" sz="2000" b="1" dirty="0">
                <a:solidFill>
                  <a:srgbClr val="C00000"/>
                </a:solidFill>
                <a:effectLst>
                  <a:outerShdw blurRad="38100" dist="38100" dir="2700000" algn="tl">
                    <a:srgbClr val="000000">
                      <a:alpha val="43137"/>
                    </a:srgbClr>
                  </a:outerShdw>
                </a:effectLst>
                <a:latin typeface="+mn-ea"/>
              </a:rPr>
              <a:t>6.7 </a:t>
            </a:r>
            <a:r>
              <a:rPr lang="zh-CN" altLang="en-US" sz="2000" b="1" dirty="0">
                <a:solidFill>
                  <a:srgbClr val="002060"/>
                </a:solidFill>
                <a:effectLst>
                  <a:outerShdw blurRad="38100" dist="38100" dir="2700000" algn="tl">
                    <a:srgbClr val="000000">
                      <a:alpha val="43137"/>
                    </a:srgbClr>
                  </a:outerShdw>
                </a:effectLst>
                <a:latin typeface="+mn-ea"/>
              </a:rPr>
              <a:t>基于一棵二叉树的先序序列，构造其二叉链表存储结构。</a:t>
            </a:r>
            <a:endParaRPr lang="en-US" altLang="zh-CN" sz="2000" b="1" dirty="0">
              <a:solidFill>
                <a:srgbClr val="002060"/>
              </a:solidFill>
              <a:effectLst>
                <a:outerShdw blurRad="38100" dist="38100" dir="2700000" algn="tl">
                  <a:srgbClr val="000000">
                    <a:alpha val="43137"/>
                  </a:srgbClr>
                </a:outerShdw>
              </a:effectLst>
              <a:latin typeface="+mn-ea"/>
            </a:endParaRPr>
          </a:p>
          <a:p>
            <a:pPr algn="just">
              <a:lnSpc>
                <a:spcPct val="114000"/>
              </a:lnSpc>
            </a:pPr>
            <a:r>
              <a:rPr lang="zh-CN" altLang="en-US" sz="2000" b="1" dirty="0">
                <a:solidFill>
                  <a:srgbClr val="002060"/>
                </a:solidFill>
                <a:effectLst>
                  <a:outerShdw blurRad="38100" dist="38100" dir="2700000" algn="tl">
                    <a:srgbClr val="000000">
                      <a:alpha val="43137"/>
                    </a:srgbClr>
                  </a:outerShdw>
                </a:effectLst>
                <a:latin typeface="+mn-ea"/>
              </a:rPr>
              <a:t>例如，图</a:t>
            </a:r>
            <a:r>
              <a:rPr lang="en-US" altLang="zh-CN" sz="2000" b="1" dirty="0">
                <a:solidFill>
                  <a:srgbClr val="002060"/>
                </a:solidFill>
                <a:effectLst>
                  <a:outerShdw blurRad="38100" dist="38100" dir="2700000" algn="tl">
                    <a:srgbClr val="000000">
                      <a:alpha val="43137"/>
                    </a:srgbClr>
                  </a:outerShdw>
                </a:effectLst>
                <a:latin typeface="+mn-ea"/>
              </a:rPr>
              <a:t>6.10</a:t>
            </a:r>
            <a:r>
              <a:rPr lang="zh-CN" altLang="en-US" sz="2000" b="1" dirty="0">
                <a:solidFill>
                  <a:srgbClr val="002060"/>
                </a:solidFill>
                <a:effectLst>
                  <a:outerShdw blurRad="38100" dist="38100" dir="2700000" algn="tl">
                    <a:srgbClr val="000000">
                      <a:alpha val="43137"/>
                    </a:srgbClr>
                  </a:outerShdw>
                </a:effectLst>
                <a:latin typeface="+mn-ea"/>
              </a:rPr>
              <a:t>的二叉树及其</a:t>
            </a:r>
            <a:r>
              <a:rPr lang="zh-CN" altLang="en-US" sz="2000" b="1" dirty="0">
                <a:solidFill>
                  <a:srgbClr val="C00000"/>
                </a:solidFill>
                <a:effectLst>
                  <a:outerShdw blurRad="38100" dist="38100" dir="2700000" algn="tl">
                    <a:srgbClr val="000000">
                      <a:alpha val="43137"/>
                    </a:srgbClr>
                  </a:outerShdw>
                </a:effectLst>
                <a:latin typeface="+mn-ea"/>
              </a:rPr>
              <a:t>先序序列</a:t>
            </a:r>
            <a:r>
              <a:rPr lang="zh-CN" altLang="en-US" sz="2000" b="1" dirty="0">
                <a:solidFill>
                  <a:srgbClr val="002060"/>
                </a:solidFill>
                <a:effectLst>
                  <a:outerShdw blurRad="38100" dist="38100" dir="2700000" algn="tl">
                    <a:srgbClr val="000000">
                      <a:alpha val="43137"/>
                    </a:srgbClr>
                  </a:outerShdw>
                </a:effectLst>
                <a:latin typeface="+mn-ea"/>
              </a:rPr>
              <a:t>。</a:t>
            </a:r>
            <a:endParaRPr lang="en-US" altLang="zh-CN" sz="2000" b="1" dirty="0">
              <a:solidFill>
                <a:srgbClr val="002060"/>
              </a:solidFill>
              <a:effectLst>
                <a:outerShdw blurRad="38100" dist="38100" dir="2700000" algn="tl">
                  <a:srgbClr val="000000">
                    <a:alpha val="43137"/>
                  </a:srgbClr>
                </a:outerShdw>
              </a:effectLst>
              <a:latin typeface="+mn-ea"/>
            </a:endParaRPr>
          </a:p>
          <a:p>
            <a:pPr algn="just">
              <a:lnSpc>
                <a:spcPct val="114000"/>
              </a:lnSpc>
            </a:pPr>
            <a:r>
              <a:rPr lang="zh-CN" altLang="en-US" sz="2000" b="1" dirty="0">
                <a:solidFill>
                  <a:schemeClr val="accent1">
                    <a:lumMod val="50000"/>
                  </a:schemeClr>
                </a:solidFill>
                <a:effectLst>
                  <a:outerShdw blurRad="38100" dist="38100" dir="2700000" algn="tl">
                    <a:srgbClr val="000000">
                      <a:alpha val="43137"/>
                    </a:srgbClr>
                  </a:outerShdw>
                </a:effectLst>
                <a:latin typeface="+mn-ea"/>
              </a:rPr>
              <a:t>在先序序列增添的</a:t>
            </a:r>
            <a:r>
              <a:rPr lang="en-US" altLang="zh-CN" sz="2000" b="1" dirty="0">
                <a:solidFill>
                  <a:srgbClr val="C00000"/>
                </a:solidFill>
                <a:effectLst>
                  <a:outerShdw blurRad="38100" dist="38100" dir="2700000" algn="tl">
                    <a:srgbClr val="000000">
                      <a:alpha val="43137"/>
                    </a:srgbClr>
                  </a:outerShdw>
                </a:effectLst>
                <a:latin typeface="+mn-ea"/>
              </a:rPr>
              <a:t>#</a:t>
            </a:r>
            <a:r>
              <a:rPr lang="zh-CN" altLang="en-US" sz="2000" b="1" dirty="0">
                <a:solidFill>
                  <a:schemeClr val="accent1">
                    <a:lumMod val="50000"/>
                  </a:schemeClr>
                </a:solidFill>
                <a:effectLst>
                  <a:outerShdw blurRad="38100" dist="38100" dir="2700000" algn="tl">
                    <a:srgbClr val="000000">
                      <a:alpha val="43137"/>
                    </a:srgbClr>
                  </a:outerShdw>
                </a:effectLst>
                <a:latin typeface="+mn-ea"/>
              </a:rPr>
              <a:t>号</a:t>
            </a:r>
            <a:r>
              <a:rPr lang="en-US" altLang="zh-CN" sz="2000" b="1" dirty="0">
                <a:solidFill>
                  <a:schemeClr val="accent1">
                    <a:lumMod val="50000"/>
                  </a:schemeClr>
                </a:solidFill>
                <a:effectLst>
                  <a:outerShdw blurRad="38100" dist="38100" dir="2700000" algn="tl">
                    <a:srgbClr val="000000">
                      <a:alpha val="43137"/>
                    </a:srgbClr>
                  </a:outerShdw>
                </a:effectLst>
                <a:latin typeface="+mn-ea"/>
              </a:rPr>
              <a:t>(</a:t>
            </a:r>
            <a:r>
              <a:rPr lang="zh-CN" altLang="en-US" sz="2000" b="1" dirty="0">
                <a:solidFill>
                  <a:schemeClr val="accent1">
                    <a:lumMod val="50000"/>
                  </a:schemeClr>
                </a:solidFill>
                <a:effectLst>
                  <a:outerShdw blurRad="38100" dist="38100" dir="2700000" algn="tl">
                    <a:srgbClr val="000000">
                      <a:alpha val="43137"/>
                    </a:srgbClr>
                  </a:outerShdw>
                </a:effectLst>
                <a:latin typeface="+mn-ea"/>
              </a:rPr>
              <a:t>教材用空格</a:t>
            </a:r>
            <a:r>
              <a:rPr lang="en-US" altLang="zh-CN" sz="2000" b="1" dirty="0">
                <a:solidFill>
                  <a:schemeClr val="accent1">
                    <a:lumMod val="50000"/>
                  </a:schemeClr>
                </a:solidFill>
                <a:effectLst>
                  <a:outerShdw blurRad="38100" dist="38100" dir="2700000" algn="tl">
                    <a:srgbClr val="000000">
                      <a:alpha val="43137"/>
                    </a:srgbClr>
                  </a:outerShdw>
                </a:effectLst>
                <a:latin typeface="+mn-ea"/>
              </a:rPr>
              <a:t>)</a:t>
            </a:r>
            <a:r>
              <a:rPr lang="zh-CN" altLang="en-US" sz="2000" b="1" dirty="0">
                <a:solidFill>
                  <a:schemeClr val="accent1">
                    <a:lumMod val="50000"/>
                  </a:schemeClr>
                </a:solidFill>
                <a:effectLst>
                  <a:outerShdw blurRad="38100" dist="38100" dir="2700000" algn="tl">
                    <a:srgbClr val="000000">
                      <a:alpha val="43137"/>
                    </a:srgbClr>
                  </a:outerShdw>
                </a:effectLst>
                <a:latin typeface="+mn-ea"/>
              </a:rPr>
              <a:t>，与结点的空指针一一对应。</a:t>
            </a:r>
            <a:endParaRPr lang="en-US" altLang="zh-CN" sz="2000" b="1" dirty="0">
              <a:solidFill>
                <a:schemeClr val="accent1">
                  <a:lumMod val="50000"/>
                </a:schemeClr>
              </a:solidFill>
              <a:effectLst>
                <a:outerShdw blurRad="38100" dist="38100" dir="2700000" algn="tl">
                  <a:srgbClr val="000000">
                    <a:alpha val="43137"/>
                  </a:srgbClr>
                </a:outerShdw>
              </a:effectLst>
              <a:latin typeface="+mn-ea"/>
            </a:endParaRPr>
          </a:p>
          <a:p>
            <a:pPr algn="just">
              <a:lnSpc>
                <a:spcPct val="114000"/>
              </a:lnSpc>
            </a:pPr>
            <a:r>
              <a:rPr lang="zh-CN" altLang="en-US" sz="2000" b="1" dirty="0">
                <a:solidFill>
                  <a:schemeClr val="accent1">
                    <a:lumMod val="50000"/>
                  </a:schemeClr>
                </a:solidFill>
                <a:effectLst>
                  <a:outerShdw blurRad="38100" dist="38100" dir="2700000" algn="tl">
                    <a:srgbClr val="000000">
                      <a:alpha val="43137"/>
                    </a:srgbClr>
                  </a:outerShdw>
                </a:effectLst>
                <a:latin typeface="+mn-ea"/>
              </a:rPr>
              <a:t>请看它与二叉链表构造的对应关系。</a:t>
            </a:r>
            <a:endParaRPr lang="en-US" altLang="zh-CN" sz="2000" b="1" dirty="0">
              <a:solidFill>
                <a:schemeClr val="accent1">
                  <a:lumMod val="50000"/>
                </a:schemeClr>
              </a:solidFill>
              <a:effectLst>
                <a:outerShdw blurRad="38100" dist="38100" dir="2700000" algn="tl">
                  <a:srgbClr val="000000">
                    <a:alpha val="43137"/>
                  </a:srgbClr>
                </a:outerShdw>
              </a:effectLst>
              <a:latin typeface="+mn-ea"/>
            </a:endParaRPr>
          </a:p>
        </p:txBody>
      </p:sp>
      <p:grpSp>
        <p:nvGrpSpPr>
          <p:cNvPr id="3" name="Group 46">
            <a:extLst>
              <a:ext uri="{FF2B5EF4-FFF2-40B4-BE49-F238E27FC236}">
                <a16:creationId xmlns:a16="http://schemas.microsoft.com/office/drawing/2014/main" id="{3E52F74A-F315-48A6-A7A8-C63DEDA2E6DC}"/>
              </a:ext>
            </a:extLst>
          </p:cNvPr>
          <p:cNvGrpSpPr>
            <a:grpSpLocks/>
          </p:cNvGrpSpPr>
          <p:nvPr/>
        </p:nvGrpSpPr>
        <p:grpSpPr bwMode="auto">
          <a:xfrm>
            <a:off x="9233884" y="1051683"/>
            <a:ext cx="1084677" cy="951841"/>
            <a:chOff x="2400" y="916"/>
            <a:chExt cx="1043" cy="911"/>
          </a:xfrm>
        </p:grpSpPr>
        <p:sp>
          <p:nvSpPr>
            <p:cNvPr id="5" name="Text Box 17">
              <a:extLst>
                <a:ext uri="{FF2B5EF4-FFF2-40B4-BE49-F238E27FC236}">
                  <a16:creationId xmlns:a16="http://schemas.microsoft.com/office/drawing/2014/main" id="{9FE38C37-9769-466D-ADA6-A4B9DC6C8492}"/>
                </a:ext>
              </a:extLst>
            </p:cNvPr>
            <p:cNvSpPr txBox="1">
              <a:spLocks noChangeArrowheads="1"/>
            </p:cNvSpPr>
            <p:nvPr/>
          </p:nvSpPr>
          <p:spPr bwMode="auto">
            <a:xfrm>
              <a:off x="2400" y="1474"/>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t" anchorCtr="0">
              <a:spAutoFit/>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6" name="Line 18">
              <a:extLst>
                <a:ext uri="{FF2B5EF4-FFF2-40B4-BE49-F238E27FC236}">
                  <a16:creationId xmlns:a16="http://schemas.microsoft.com/office/drawing/2014/main" id="{F4561C72-09FB-47DB-BD1E-F0E237A43FCE}"/>
                </a:ext>
              </a:extLst>
            </p:cNvPr>
            <p:cNvSpPr>
              <a:spLocks noChangeShapeType="1"/>
            </p:cNvSpPr>
            <p:nvPr/>
          </p:nvSpPr>
          <p:spPr bwMode="auto">
            <a:xfrm flipH="1">
              <a:off x="2610" y="1474"/>
              <a:ext cx="0" cy="347"/>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7" name="Line 19">
              <a:extLst>
                <a:ext uri="{FF2B5EF4-FFF2-40B4-BE49-F238E27FC236}">
                  <a16:creationId xmlns:a16="http://schemas.microsoft.com/office/drawing/2014/main" id="{E348BA9A-8E1D-4892-959C-902C7A99F01D}"/>
                </a:ext>
              </a:extLst>
            </p:cNvPr>
            <p:cNvSpPr>
              <a:spLocks noChangeShapeType="1"/>
            </p:cNvSpPr>
            <p:nvPr/>
          </p:nvSpPr>
          <p:spPr bwMode="auto">
            <a:xfrm flipH="1">
              <a:off x="2875" y="1478"/>
              <a:ext cx="0" cy="34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8" name="Text Box 21">
              <a:extLst>
                <a:ext uri="{FF2B5EF4-FFF2-40B4-BE49-F238E27FC236}">
                  <a16:creationId xmlns:a16="http://schemas.microsoft.com/office/drawing/2014/main" id="{A1137D83-BEAB-4538-8353-7ABAD366BF92}"/>
                </a:ext>
              </a:extLst>
            </p:cNvPr>
            <p:cNvSpPr txBox="1">
              <a:spLocks noChangeArrowheads="1"/>
            </p:cNvSpPr>
            <p:nvPr/>
          </p:nvSpPr>
          <p:spPr bwMode="auto">
            <a:xfrm>
              <a:off x="3088" y="916"/>
              <a:ext cx="355" cy="44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b="1" dirty="0">
                  <a:solidFill>
                    <a:srgbClr val="000099"/>
                  </a:solidFill>
                  <a:latin typeface="Courier New" panose="02070309020205020404" pitchFamily="49" charset="0"/>
                  <a:cs typeface="Courier New" panose="02070309020205020404" pitchFamily="49" charset="0"/>
                </a:rPr>
                <a:t>T</a:t>
              </a:r>
              <a:endParaRPr lang="en-US" altLang="zh-CN" sz="2400" dirty="0">
                <a:solidFill>
                  <a:srgbClr val="000099"/>
                </a:solidFill>
                <a:latin typeface="Courier New" panose="02070309020205020404" pitchFamily="49" charset="0"/>
                <a:cs typeface="Courier New" panose="02070309020205020404" pitchFamily="49" charset="0"/>
              </a:endParaRPr>
            </a:p>
          </p:txBody>
        </p:sp>
        <p:sp>
          <p:nvSpPr>
            <p:cNvPr id="9" name="Freeform 44">
              <a:extLst>
                <a:ext uri="{FF2B5EF4-FFF2-40B4-BE49-F238E27FC236}">
                  <a16:creationId xmlns:a16="http://schemas.microsoft.com/office/drawing/2014/main" id="{6F0D081B-223A-4392-B78F-C8D734482728}"/>
                </a:ext>
              </a:extLst>
            </p:cNvPr>
            <p:cNvSpPr>
              <a:spLocks/>
            </p:cNvSpPr>
            <p:nvPr/>
          </p:nvSpPr>
          <p:spPr bwMode="auto">
            <a:xfrm>
              <a:off x="2766" y="1164"/>
              <a:ext cx="456" cy="314"/>
            </a:xfrm>
            <a:custGeom>
              <a:avLst/>
              <a:gdLst>
                <a:gd name="T0" fmla="*/ 720 w 720"/>
                <a:gd name="T1" fmla="*/ 0 h 384"/>
                <a:gd name="T2" fmla="*/ 144 w 720"/>
                <a:gd name="T3" fmla="*/ 192 h 384"/>
                <a:gd name="T4" fmla="*/ 480 w 720"/>
                <a:gd name="T5" fmla="*/ 240 h 384"/>
                <a:gd name="T6" fmla="*/ 0 w 720"/>
                <a:gd name="T7" fmla="*/ 384 h 384"/>
              </a:gdLst>
              <a:ahLst/>
              <a:cxnLst>
                <a:cxn ang="0">
                  <a:pos x="T0" y="T1"/>
                </a:cxn>
                <a:cxn ang="0">
                  <a:pos x="T2" y="T3"/>
                </a:cxn>
                <a:cxn ang="0">
                  <a:pos x="T4" y="T5"/>
                </a:cxn>
                <a:cxn ang="0">
                  <a:pos x="T6" y="T7"/>
                </a:cxn>
              </a:cxnLst>
              <a:rect l="0" t="0" r="r" b="b"/>
              <a:pathLst>
                <a:path w="720" h="384">
                  <a:moveTo>
                    <a:pt x="720" y="0"/>
                  </a:moveTo>
                  <a:cubicBezTo>
                    <a:pt x="452" y="76"/>
                    <a:pt x="184" y="152"/>
                    <a:pt x="144" y="192"/>
                  </a:cubicBezTo>
                  <a:cubicBezTo>
                    <a:pt x="104" y="232"/>
                    <a:pt x="504" y="208"/>
                    <a:pt x="480" y="240"/>
                  </a:cubicBezTo>
                  <a:cubicBezTo>
                    <a:pt x="456" y="272"/>
                    <a:pt x="228" y="328"/>
                    <a:pt x="0" y="384"/>
                  </a:cubicBezTo>
                </a:path>
              </a:pathLst>
            </a:custGeom>
            <a:noFill/>
            <a:ln w="19050">
              <a:solidFill>
                <a:srgbClr val="0070C0"/>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endParaRPr lang="zh-CN" altLang="en-US" sz="2400">
                <a:latin typeface="Courier New" panose="02070309020205020404" pitchFamily="49" charset="0"/>
                <a:cs typeface="Courier New" panose="02070309020205020404" pitchFamily="49" charset="0"/>
              </a:endParaRPr>
            </a:p>
          </p:txBody>
        </p:sp>
      </p:grpSp>
      <p:sp>
        <p:nvSpPr>
          <p:cNvPr id="10" name="Text Box 2">
            <a:extLst>
              <a:ext uri="{FF2B5EF4-FFF2-40B4-BE49-F238E27FC236}">
                <a16:creationId xmlns:a16="http://schemas.microsoft.com/office/drawing/2014/main" id="{5FEF06FB-6238-40B7-97BA-2A9A92C26C3E}"/>
              </a:ext>
            </a:extLst>
          </p:cNvPr>
          <p:cNvSpPr txBox="1">
            <a:spLocks noChangeArrowheads="1"/>
          </p:cNvSpPr>
          <p:nvPr/>
        </p:nvSpPr>
        <p:spPr bwMode="auto">
          <a:xfrm>
            <a:off x="9170980" y="666784"/>
            <a:ext cx="2243434"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sz="2400" b="1" dirty="0">
                <a:solidFill>
                  <a:schemeClr val="hlink"/>
                </a:solidFill>
                <a:latin typeface="Courier New" panose="02070309020205020404" pitchFamily="49" charset="0"/>
                <a:ea typeface="楷体_GB2312" pitchFamily="49" charset="-122"/>
                <a:cs typeface="Courier New" panose="02070309020205020404" pitchFamily="49" charset="0"/>
              </a:rPr>
              <a:t>-*a##b##c##  </a:t>
            </a:r>
            <a:r>
              <a:rPr lang="en-US" altLang="zh-CN" sz="2400" dirty="0">
                <a:solidFill>
                  <a:srgbClr val="FF9933"/>
                </a:solidFill>
                <a:latin typeface="Courier New" panose="02070309020205020404" pitchFamily="49" charset="0"/>
                <a:ea typeface="楷体_GB2312" pitchFamily="49" charset="-122"/>
                <a:cs typeface="Courier New" panose="02070309020205020404" pitchFamily="49" charset="0"/>
              </a:rPr>
              <a:t>   </a:t>
            </a:r>
            <a:endParaRPr lang="en-US" altLang="zh-CN" sz="2400" dirty="0">
              <a:latin typeface="Courier New" panose="02070309020205020404" pitchFamily="49" charset="0"/>
              <a:cs typeface="Courier New" panose="02070309020205020404" pitchFamily="49" charset="0"/>
            </a:endParaRPr>
          </a:p>
        </p:txBody>
      </p:sp>
      <p:sp>
        <p:nvSpPr>
          <p:cNvPr id="11" name="Text Box 13">
            <a:extLst>
              <a:ext uri="{FF2B5EF4-FFF2-40B4-BE49-F238E27FC236}">
                <a16:creationId xmlns:a16="http://schemas.microsoft.com/office/drawing/2014/main" id="{859C6507-5EFE-4B8C-B969-76BFAD1CA8CF}"/>
              </a:ext>
            </a:extLst>
          </p:cNvPr>
          <p:cNvSpPr txBox="1">
            <a:spLocks noChangeArrowheads="1"/>
          </p:cNvSpPr>
          <p:nvPr/>
        </p:nvSpPr>
        <p:spPr bwMode="auto">
          <a:xfrm>
            <a:off x="9261592" y="763466"/>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cs typeface="Courier New" panose="02070309020205020404" pitchFamily="49" charset="0"/>
              </a:rPr>
              <a:t>-</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12" name="Text Box 14">
            <a:extLst>
              <a:ext uri="{FF2B5EF4-FFF2-40B4-BE49-F238E27FC236}">
                <a16:creationId xmlns:a16="http://schemas.microsoft.com/office/drawing/2014/main" id="{E92B066F-E376-40D8-94E9-28D2EA63E805}"/>
              </a:ext>
            </a:extLst>
          </p:cNvPr>
          <p:cNvSpPr txBox="1">
            <a:spLocks noChangeArrowheads="1"/>
          </p:cNvSpPr>
          <p:nvPr/>
        </p:nvSpPr>
        <p:spPr bwMode="auto">
          <a:xfrm>
            <a:off x="9445808" y="765238"/>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cs typeface="Courier New" panose="02070309020205020404" pitchFamily="49" charset="0"/>
              </a:rPr>
              <a:t>*</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13" name="Text Box 15">
            <a:extLst>
              <a:ext uri="{FF2B5EF4-FFF2-40B4-BE49-F238E27FC236}">
                <a16:creationId xmlns:a16="http://schemas.microsoft.com/office/drawing/2014/main" id="{8EC1FC83-B928-43BE-805D-F72D42FF8BB0}"/>
              </a:ext>
            </a:extLst>
          </p:cNvPr>
          <p:cNvSpPr txBox="1">
            <a:spLocks noChangeArrowheads="1"/>
          </p:cNvSpPr>
          <p:nvPr/>
        </p:nvSpPr>
        <p:spPr bwMode="auto">
          <a:xfrm>
            <a:off x="9810280" y="767466"/>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cs typeface="Courier New" panose="02070309020205020404" pitchFamily="49" charset="0"/>
              </a:rPr>
              <a:t>#</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14" name="Text Box 16">
            <a:extLst>
              <a:ext uri="{FF2B5EF4-FFF2-40B4-BE49-F238E27FC236}">
                <a16:creationId xmlns:a16="http://schemas.microsoft.com/office/drawing/2014/main" id="{F5A150E4-CD1C-415B-A5F3-E5408A0E42A7}"/>
              </a:ext>
            </a:extLst>
          </p:cNvPr>
          <p:cNvSpPr txBox="1">
            <a:spLocks noChangeArrowheads="1"/>
          </p:cNvSpPr>
          <p:nvPr/>
        </p:nvSpPr>
        <p:spPr bwMode="auto">
          <a:xfrm>
            <a:off x="9995318" y="766738"/>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cs typeface="Courier New" panose="02070309020205020404" pitchFamily="49" charset="0"/>
              </a:rPr>
              <a:t>#</a:t>
            </a:r>
            <a:endParaRPr lang="en-US" altLang="zh-CN" sz="2400" dirty="0">
              <a:solidFill>
                <a:srgbClr val="C00000"/>
              </a:solidFill>
              <a:latin typeface="Courier New" panose="02070309020205020404" pitchFamily="49" charset="0"/>
              <a:cs typeface="Courier New" panose="02070309020205020404" pitchFamily="49" charset="0"/>
            </a:endParaRPr>
          </a:p>
        </p:txBody>
      </p:sp>
      <p:grpSp>
        <p:nvGrpSpPr>
          <p:cNvPr id="15" name="Group 62">
            <a:extLst>
              <a:ext uri="{FF2B5EF4-FFF2-40B4-BE49-F238E27FC236}">
                <a16:creationId xmlns:a16="http://schemas.microsoft.com/office/drawing/2014/main" id="{05D08292-704A-4B16-89F5-A1D2FF5012FA}"/>
              </a:ext>
            </a:extLst>
          </p:cNvPr>
          <p:cNvGrpSpPr>
            <a:grpSpLocks/>
          </p:cNvGrpSpPr>
          <p:nvPr/>
        </p:nvGrpSpPr>
        <p:grpSpPr bwMode="auto">
          <a:xfrm>
            <a:off x="8573465" y="1823393"/>
            <a:ext cx="781366" cy="850674"/>
            <a:chOff x="816" y="1613"/>
            <a:chExt cx="731" cy="785"/>
          </a:xfrm>
        </p:grpSpPr>
        <p:sp>
          <p:nvSpPr>
            <p:cNvPr id="16" name="Text Box 22">
              <a:extLst>
                <a:ext uri="{FF2B5EF4-FFF2-40B4-BE49-F238E27FC236}">
                  <a16:creationId xmlns:a16="http://schemas.microsoft.com/office/drawing/2014/main" id="{C4DA7062-16EF-4CC7-A96C-463E068253FC}"/>
                </a:ext>
              </a:extLst>
            </p:cNvPr>
            <p:cNvSpPr txBox="1">
              <a:spLocks noChangeArrowheads="1"/>
            </p:cNvSpPr>
            <p:nvPr/>
          </p:nvSpPr>
          <p:spPr bwMode="auto">
            <a:xfrm>
              <a:off x="816" y="2057"/>
              <a:ext cx="682" cy="341"/>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spAutoFit/>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17" name="Line 23">
              <a:extLst>
                <a:ext uri="{FF2B5EF4-FFF2-40B4-BE49-F238E27FC236}">
                  <a16:creationId xmlns:a16="http://schemas.microsoft.com/office/drawing/2014/main" id="{FD364755-6775-4E7F-BD6E-48D3C4E5C69B}"/>
                </a:ext>
              </a:extLst>
            </p:cNvPr>
            <p:cNvSpPr>
              <a:spLocks noChangeShapeType="1"/>
            </p:cNvSpPr>
            <p:nvPr/>
          </p:nvSpPr>
          <p:spPr bwMode="auto">
            <a:xfrm flipH="1">
              <a:off x="1019" y="2070"/>
              <a:ext cx="0" cy="314"/>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18" name="Line 24">
              <a:extLst>
                <a:ext uri="{FF2B5EF4-FFF2-40B4-BE49-F238E27FC236}">
                  <a16:creationId xmlns:a16="http://schemas.microsoft.com/office/drawing/2014/main" id="{526C78E9-EE4F-4BCB-A5C3-A5A80B26A924}"/>
                </a:ext>
              </a:extLst>
            </p:cNvPr>
            <p:cNvSpPr>
              <a:spLocks noChangeShapeType="1"/>
            </p:cNvSpPr>
            <p:nvPr/>
          </p:nvSpPr>
          <p:spPr bwMode="auto">
            <a:xfrm flipH="1">
              <a:off x="1294" y="2072"/>
              <a:ext cx="0" cy="312"/>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19" name="Line 31">
              <a:extLst>
                <a:ext uri="{FF2B5EF4-FFF2-40B4-BE49-F238E27FC236}">
                  <a16:creationId xmlns:a16="http://schemas.microsoft.com/office/drawing/2014/main" id="{4FD47428-396E-4CAA-9C89-63EDF37F70E6}"/>
                </a:ext>
              </a:extLst>
            </p:cNvPr>
            <p:cNvSpPr>
              <a:spLocks noChangeShapeType="1"/>
            </p:cNvSpPr>
            <p:nvPr/>
          </p:nvSpPr>
          <p:spPr bwMode="auto">
            <a:xfrm flipH="1">
              <a:off x="1203" y="1613"/>
              <a:ext cx="344" cy="45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grpSp>
      <p:grpSp>
        <p:nvGrpSpPr>
          <p:cNvPr id="20" name="Group 63">
            <a:extLst>
              <a:ext uri="{FF2B5EF4-FFF2-40B4-BE49-F238E27FC236}">
                <a16:creationId xmlns:a16="http://schemas.microsoft.com/office/drawing/2014/main" id="{1570C4A9-6DA5-48D7-A975-303DCD93EE76}"/>
              </a:ext>
            </a:extLst>
          </p:cNvPr>
          <p:cNvGrpSpPr>
            <a:grpSpLocks/>
          </p:cNvGrpSpPr>
          <p:nvPr/>
        </p:nvGrpSpPr>
        <p:grpSpPr bwMode="auto">
          <a:xfrm>
            <a:off x="7999452" y="2525164"/>
            <a:ext cx="709252" cy="756457"/>
            <a:chOff x="1480" y="2312"/>
            <a:chExt cx="682" cy="724"/>
          </a:xfrm>
        </p:grpSpPr>
        <p:sp>
          <p:nvSpPr>
            <p:cNvPr id="21" name="Text Box 25">
              <a:extLst>
                <a:ext uri="{FF2B5EF4-FFF2-40B4-BE49-F238E27FC236}">
                  <a16:creationId xmlns:a16="http://schemas.microsoft.com/office/drawing/2014/main" id="{54CBB463-A202-42F3-BCD1-D160B4CEA7A0}"/>
                </a:ext>
              </a:extLst>
            </p:cNvPr>
            <p:cNvSpPr txBox="1">
              <a:spLocks noChangeArrowheads="1"/>
            </p:cNvSpPr>
            <p:nvPr/>
          </p:nvSpPr>
          <p:spPr bwMode="auto">
            <a:xfrm>
              <a:off x="1480" y="2681"/>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t" anchorCtr="0">
              <a:spAutoFit/>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a</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22" name="Line 26">
              <a:extLst>
                <a:ext uri="{FF2B5EF4-FFF2-40B4-BE49-F238E27FC236}">
                  <a16:creationId xmlns:a16="http://schemas.microsoft.com/office/drawing/2014/main" id="{9D130192-5E02-4655-92FE-3976DA7B0DDC}"/>
                </a:ext>
              </a:extLst>
            </p:cNvPr>
            <p:cNvSpPr>
              <a:spLocks noChangeShapeType="1"/>
            </p:cNvSpPr>
            <p:nvPr/>
          </p:nvSpPr>
          <p:spPr bwMode="auto">
            <a:xfrm flipH="1">
              <a:off x="1675" y="2683"/>
              <a:ext cx="0" cy="35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23" name="Line 27">
              <a:extLst>
                <a:ext uri="{FF2B5EF4-FFF2-40B4-BE49-F238E27FC236}">
                  <a16:creationId xmlns:a16="http://schemas.microsoft.com/office/drawing/2014/main" id="{A7ED87F3-E6A3-47E1-A108-27A7A2EBCB02}"/>
                </a:ext>
              </a:extLst>
            </p:cNvPr>
            <p:cNvSpPr>
              <a:spLocks noChangeShapeType="1"/>
            </p:cNvSpPr>
            <p:nvPr/>
          </p:nvSpPr>
          <p:spPr bwMode="auto">
            <a:xfrm flipH="1">
              <a:off x="1956" y="2688"/>
              <a:ext cx="2" cy="348"/>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24" name="Line 33">
              <a:extLst>
                <a:ext uri="{FF2B5EF4-FFF2-40B4-BE49-F238E27FC236}">
                  <a16:creationId xmlns:a16="http://schemas.microsoft.com/office/drawing/2014/main" id="{5859A7DD-173E-4E42-8455-673957ABA4A6}"/>
                </a:ext>
              </a:extLst>
            </p:cNvPr>
            <p:cNvSpPr>
              <a:spLocks noChangeShapeType="1"/>
            </p:cNvSpPr>
            <p:nvPr/>
          </p:nvSpPr>
          <p:spPr bwMode="auto">
            <a:xfrm flipH="1">
              <a:off x="1804" y="2312"/>
              <a:ext cx="339" cy="376"/>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grpSp>
      <p:grpSp>
        <p:nvGrpSpPr>
          <p:cNvPr id="26" name="Group 65">
            <a:extLst>
              <a:ext uri="{FF2B5EF4-FFF2-40B4-BE49-F238E27FC236}">
                <a16:creationId xmlns:a16="http://schemas.microsoft.com/office/drawing/2014/main" id="{A3E943D5-2BC0-4CB5-94E7-1DFA9EE85839}"/>
              </a:ext>
            </a:extLst>
          </p:cNvPr>
          <p:cNvGrpSpPr>
            <a:grpSpLocks/>
          </p:cNvGrpSpPr>
          <p:nvPr/>
        </p:nvGrpSpPr>
        <p:grpSpPr bwMode="auto">
          <a:xfrm>
            <a:off x="9816177" y="1825780"/>
            <a:ext cx="709252" cy="841089"/>
            <a:chOff x="3079" y="1598"/>
            <a:chExt cx="682" cy="805"/>
          </a:xfrm>
        </p:grpSpPr>
        <p:sp>
          <p:nvSpPr>
            <p:cNvPr id="27" name="Text Box 28">
              <a:extLst>
                <a:ext uri="{FF2B5EF4-FFF2-40B4-BE49-F238E27FC236}">
                  <a16:creationId xmlns:a16="http://schemas.microsoft.com/office/drawing/2014/main" id="{21FB7A40-3FD1-46AC-8F5A-9760DEE80F17}"/>
                </a:ext>
              </a:extLst>
            </p:cNvPr>
            <p:cNvSpPr txBox="1">
              <a:spLocks noChangeArrowheads="1"/>
            </p:cNvSpPr>
            <p:nvPr/>
          </p:nvSpPr>
          <p:spPr bwMode="auto">
            <a:xfrm>
              <a:off x="3079" y="2050"/>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spAutoFit/>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c</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28" name="Line 29">
              <a:extLst>
                <a:ext uri="{FF2B5EF4-FFF2-40B4-BE49-F238E27FC236}">
                  <a16:creationId xmlns:a16="http://schemas.microsoft.com/office/drawing/2014/main" id="{87CE1255-C75C-43B8-9163-48ED8B5E14C0}"/>
                </a:ext>
              </a:extLst>
            </p:cNvPr>
            <p:cNvSpPr>
              <a:spLocks noChangeShapeType="1"/>
            </p:cNvSpPr>
            <p:nvPr/>
          </p:nvSpPr>
          <p:spPr bwMode="auto">
            <a:xfrm>
              <a:off x="3304" y="2065"/>
              <a:ext cx="1" cy="338"/>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29" name="Line 30">
              <a:extLst>
                <a:ext uri="{FF2B5EF4-FFF2-40B4-BE49-F238E27FC236}">
                  <a16:creationId xmlns:a16="http://schemas.microsoft.com/office/drawing/2014/main" id="{B90FB53A-040A-4652-98DB-2BC8E7A6B114}"/>
                </a:ext>
              </a:extLst>
            </p:cNvPr>
            <p:cNvSpPr>
              <a:spLocks noChangeShapeType="1"/>
            </p:cNvSpPr>
            <p:nvPr/>
          </p:nvSpPr>
          <p:spPr bwMode="auto">
            <a:xfrm flipH="1">
              <a:off x="3561" y="2065"/>
              <a:ext cx="3" cy="330"/>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30" name="Line 36">
              <a:extLst>
                <a:ext uri="{FF2B5EF4-FFF2-40B4-BE49-F238E27FC236}">
                  <a16:creationId xmlns:a16="http://schemas.microsoft.com/office/drawing/2014/main" id="{F5359CD2-4DC2-4535-8626-3209FDEE8007}"/>
                </a:ext>
              </a:extLst>
            </p:cNvPr>
            <p:cNvSpPr>
              <a:spLocks noChangeShapeType="1"/>
            </p:cNvSpPr>
            <p:nvPr/>
          </p:nvSpPr>
          <p:spPr bwMode="auto">
            <a:xfrm>
              <a:off x="3120" y="1598"/>
              <a:ext cx="285" cy="458"/>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grpSp>
      <p:sp>
        <p:nvSpPr>
          <p:cNvPr id="31" name="Text Box 37">
            <a:extLst>
              <a:ext uri="{FF2B5EF4-FFF2-40B4-BE49-F238E27FC236}">
                <a16:creationId xmlns:a16="http://schemas.microsoft.com/office/drawing/2014/main" id="{89FD21E9-B02F-42F9-8860-76ABE0AA6A4C}"/>
              </a:ext>
            </a:extLst>
          </p:cNvPr>
          <p:cNvSpPr txBox="1">
            <a:spLocks noChangeArrowheads="1"/>
          </p:cNvSpPr>
          <p:nvPr/>
        </p:nvSpPr>
        <p:spPr bwMode="auto">
          <a:xfrm>
            <a:off x="9836128" y="2371908"/>
            <a:ext cx="196581"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latin typeface="Courier New" panose="02070309020205020404" pitchFamily="49" charset="0"/>
                <a:cs typeface="Courier New" panose="02070309020205020404" pitchFamily="49" charset="0"/>
              </a:rPr>
              <a:t>^</a:t>
            </a:r>
          </a:p>
        </p:txBody>
      </p:sp>
      <p:grpSp>
        <p:nvGrpSpPr>
          <p:cNvPr id="33" name="Group 64">
            <a:extLst>
              <a:ext uri="{FF2B5EF4-FFF2-40B4-BE49-F238E27FC236}">
                <a16:creationId xmlns:a16="http://schemas.microsoft.com/office/drawing/2014/main" id="{8EAE22DE-3A36-4B9A-B831-F86F11552940}"/>
              </a:ext>
            </a:extLst>
          </p:cNvPr>
          <p:cNvGrpSpPr>
            <a:grpSpLocks/>
          </p:cNvGrpSpPr>
          <p:nvPr/>
        </p:nvGrpSpPr>
        <p:grpSpPr bwMode="auto">
          <a:xfrm>
            <a:off x="9150437" y="2525163"/>
            <a:ext cx="709252" cy="744964"/>
            <a:chOff x="1109" y="2893"/>
            <a:chExt cx="682" cy="713"/>
          </a:xfrm>
        </p:grpSpPr>
        <p:sp>
          <p:nvSpPr>
            <p:cNvPr id="34" name="Text Box 51">
              <a:extLst>
                <a:ext uri="{FF2B5EF4-FFF2-40B4-BE49-F238E27FC236}">
                  <a16:creationId xmlns:a16="http://schemas.microsoft.com/office/drawing/2014/main" id="{14E735AB-71D9-405D-9E79-252FD2A2FE73}"/>
                </a:ext>
              </a:extLst>
            </p:cNvPr>
            <p:cNvSpPr txBox="1">
              <a:spLocks noChangeArrowheads="1"/>
            </p:cNvSpPr>
            <p:nvPr/>
          </p:nvSpPr>
          <p:spPr bwMode="auto">
            <a:xfrm>
              <a:off x="1109" y="3253"/>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spAutoFit/>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b</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35" name="Line 52">
              <a:extLst>
                <a:ext uri="{FF2B5EF4-FFF2-40B4-BE49-F238E27FC236}">
                  <a16:creationId xmlns:a16="http://schemas.microsoft.com/office/drawing/2014/main" id="{B36760D8-E1C5-4647-9197-E88CCCB5B3A4}"/>
                </a:ext>
              </a:extLst>
            </p:cNvPr>
            <p:cNvSpPr>
              <a:spLocks noChangeShapeType="1"/>
            </p:cNvSpPr>
            <p:nvPr/>
          </p:nvSpPr>
          <p:spPr bwMode="auto">
            <a:xfrm flipH="1">
              <a:off x="1310" y="3253"/>
              <a:ext cx="0" cy="35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36" name="Line 53">
              <a:extLst>
                <a:ext uri="{FF2B5EF4-FFF2-40B4-BE49-F238E27FC236}">
                  <a16:creationId xmlns:a16="http://schemas.microsoft.com/office/drawing/2014/main" id="{4DEEB880-2440-432B-9CAF-51D1CEF5084E}"/>
                </a:ext>
              </a:extLst>
            </p:cNvPr>
            <p:cNvSpPr>
              <a:spLocks noChangeShapeType="1"/>
            </p:cNvSpPr>
            <p:nvPr/>
          </p:nvSpPr>
          <p:spPr bwMode="auto">
            <a:xfrm flipH="1">
              <a:off x="1575" y="3253"/>
              <a:ext cx="0" cy="35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sp>
          <p:nvSpPr>
            <p:cNvPr id="37" name="Line 54">
              <a:extLst>
                <a:ext uri="{FF2B5EF4-FFF2-40B4-BE49-F238E27FC236}">
                  <a16:creationId xmlns:a16="http://schemas.microsoft.com/office/drawing/2014/main" id="{B65FA768-A1AB-4359-9689-EAC1C47D4DBF}"/>
                </a:ext>
              </a:extLst>
            </p:cNvPr>
            <p:cNvSpPr>
              <a:spLocks noChangeShapeType="1"/>
            </p:cNvSpPr>
            <p:nvPr/>
          </p:nvSpPr>
          <p:spPr bwMode="auto">
            <a:xfrm>
              <a:off x="1165" y="2893"/>
              <a:ext cx="289" cy="380"/>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Courier New" panose="02070309020205020404" pitchFamily="49" charset="0"/>
                <a:cs typeface="Courier New" panose="02070309020205020404" pitchFamily="49" charset="0"/>
              </a:endParaRPr>
            </a:p>
          </p:txBody>
        </p:sp>
      </p:grpSp>
      <p:sp>
        <p:nvSpPr>
          <p:cNvPr id="38" name="Text Box 32">
            <a:extLst>
              <a:ext uri="{FF2B5EF4-FFF2-40B4-BE49-F238E27FC236}">
                <a16:creationId xmlns:a16="http://schemas.microsoft.com/office/drawing/2014/main" id="{DF68AC5D-46E8-4269-B8D2-801574AFB4A2}"/>
              </a:ext>
            </a:extLst>
          </p:cNvPr>
          <p:cNvSpPr txBox="1">
            <a:spLocks noChangeArrowheads="1"/>
          </p:cNvSpPr>
          <p:nvPr/>
        </p:nvSpPr>
        <p:spPr bwMode="auto">
          <a:xfrm>
            <a:off x="8004730" y="3003419"/>
            <a:ext cx="196581"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latin typeface="Courier New" panose="02070309020205020404" pitchFamily="49" charset="0"/>
                <a:cs typeface="Courier New" panose="02070309020205020404" pitchFamily="49" charset="0"/>
              </a:rPr>
              <a:t>^</a:t>
            </a:r>
          </a:p>
        </p:txBody>
      </p:sp>
      <p:sp>
        <p:nvSpPr>
          <p:cNvPr id="44" name="Text Box 60">
            <a:extLst>
              <a:ext uri="{FF2B5EF4-FFF2-40B4-BE49-F238E27FC236}">
                <a16:creationId xmlns:a16="http://schemas.microsoft.com/office/drawing/2014/main" id="{2D02FDA7-420F-45C4-A9BD-F565C59ED673}"/>
              </a:ext>
            </a:extLst>
          </p:cNvPr>
          <p:cNvSpPr txBox="1">
            <a:spLocks noChangeArrowheads="1"/>
          </p:cNvSpPr>
          <p:nvPr/>
        </p:nvSpPr>
        <p:spPr bwMode="auto">
          <a:xfrm>
            <a:off x="10326170" y="2380604"/>
            <a:ext cx="196581"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latin typeface="Courier New" panose="02070309020205020404" pitchFamily="49" charset="0"/>
                <a:cs typeface="Courier New" panose="02070309020205020404" pitchFamily="49" charset="0"/>
              </a:rPr>
              <a:t>^</a:t>
            </a:r>
          </a:p>
        </p:txBody>
      </p:sp>
      <p:sp>
        <p:nvSpPr>
          <p:cNvPr id="46" name="Text Box 34">
            <a:extLst>
              <a:ext uri="{FF2B5EF4-FFF2-40B4-BE49-F238E27FC236}">
                <a16:creationId xmlns:a16="http://schemas.microsoft.com/office/drawing/2014/main" id="{F40369EC-C6A1-4ECE-905E-C98AB821A210}"/>
              </a:ext>
            </a:extLst>
          </p:cNvPr>
          <p:cNvSpPr txBox="1">
            <a:spLocks noChangeArrowheads="1"/>
          </p:cNvSpPr>
          <p:nvPr/>
        </p:nvSpPr>
        <p:spPr bwMode="auto">
          <a:xfrm>
            <a:off x="8507641" y="3000295"/>
            <a:ext cx="196581"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p>
            <a:pPr algn="ctr">
              <a:lnSpc>
                <a:spcPct val="80000"/>
              </a:lnSpc>
            </a:pPr>
            <a:r>
              <a:rPr lang="en-US" altLang="zh-CN" sz="2400" b="1" dirty="0">
                <a:solidFill>
                  <a:srgbClr val="000099"/>
                </a:solidFill>
                <a:latin typeface="Courier New" panose="02070309020205020404" pitchFamily="49" charset="0"/>
                <a:cs typeface="Courier New" panose="02070309020205020404" pitchFamily="49" charset="0"/>
              </a:rPr>
              <a:t>^</a:t>
            </a:r>
            <a:endParaRPr lang="en-US" altLang="zh-CN" sz="2400" dirty="0">
              <a:solidFill>
                <a:srgbClr val="000099"/>
              </a:solidFill>
              <a:latin typeface="Courier New" panose="02070309020205020404" pitchFamily="49" charset="0"/>
              <a:cs typeface="Courier New" panose="02070309020205020404" pitchFamily="49" charset="0"/>
            </a:endParaRPr>
          </a:p>
        </p:txBody>
      </p:sp>
      <p:sp>
        <p:nvSpPr>
          <p:cNvPr id="47" name="Text Box 38">
            <a:extLst>
              <a:ext uri="{FF2B5EF4-FFF2-40B4-BE49-F238E27FC236}">
                <a16:creationId xmlns:a16="http://schemas.microsoft.com/office/drawing/2014/main" id="{560DFF8E-CDE3-44A7-95DA-CCD67C02768E}"/>
              </a:ext>
            </a:extLst>
          </p:cNvPr>
          <p:cNvSpPr txBox="1">
            <a:spLocks noChangeArrowheads="1"/>
          </p:cNvSpPr>
          <p:nvPr/>
        </p:nvSpPr>
        <p:spPr bwMode="auto">
          <a:xfrm>
            <a:off x="9161023" y="2982926"/>
            <a:ext cx="196581"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latin typeface="Courier New" panose="02070309020205020404" pitchFamily="49" charset="0"/>
                <a:cs typeface="Courier New" panose="02070309020205020404" pitchFamily="49" charset="0"/>
              </a:rPr>
              <a:t>^</a:t>
            </a:r>
          </a:p>
        </p:txBody>
      </p:sp>
      <p:sp>
        <p:nvSpPr>
          <p:cNvPr id="48" name="Text Box 67">
            <a:extLst>
              <a:ext uri="{FF2B5EF4-FFF2-40B4-BE49-F238E27FC236}">
                <a16:creationId xmlns:a16="http://schemas.microsoft.com/office/drawing/2014/main" id="{B6A01397-F2D7-4517-942E-0F60E4C83F27}"/>
              </a:ext>
            </a:extLst>
          </p:cNvPr>
          <p:cNvSpPr txBox="1">
            <a:spLocks noChangeArrowheads="1"/>
          </p:cNvSpPr>
          <p:nvPr/>
        </p:nvSpPr>
        <p:spPr bwMode="auto">
          <a:xfrm>
            <a:off x="10721852" y="766178"/>
            <a:ext cx="125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cs typeface="Courier New" panose="02070309020205020404" pitchFamily="49" charset="0"/>
              </a:rPr>
              <a:t>c</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49" name="Text Box 68">
            <a:extLst>
              <a:ext uri="{FF2B5EF4-FFF2-40B4-BE49-F238E27FC236}">
                <a16:creationId xmlns:a16="http://schemas.microsoft.com/office/drawing/2014/main" id="{6F4399BE-0AB0-431D-A972-AD0DE3B2A161}"/>
              </a:ext>
            </a:extLst>
          </p:cNvPr>
          <p:cNvSpPr txBox="1">
            <a:spLocks noChangeArrowheads="1"/>
          </p:cNvSpPr>
          <p:nvPr/>
        </p:nvSpPr>
        <p:spPr bwMode="auto">
          <a:xfrm>
            <a:off x="11088402" y="765279"/>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cs typeface="Courier New" panose="02070309020205020404" pitchFamily="49" charset="0"/>
              </a:rPr>
              <a:t>#</a:t>
            </a:r>
            <a:endParaRPr lang="en-US" altLang="zh-CN" sz="2400" dirty="0">
              <a:solidFill>
                <a:srgbClr val="C00000"/>
              </a:solidFill>
              <a:latin typeface="Courier New" panose="02070309020205020404" pitchFamily="49" charset="0"/>
              <a:cs typeface="Courier New" panose="02070309020205020404" pitchFamily="49" charset="0"/>
            </a:endParaRPr>
          </a:p>
        </p:txBody>
      </p:sp>
      <p:sp>
        <p:nvSpPr>
          <p:cNvPr id="50" name="Rectangle 69">
            <a:extLst>
              <a:ext uri="{FF2B5EF4-FFF2-40B4-BE49-F238E27FC236}">
                <a16:creationId xmlns:a16="http://schemas.microsoft.com/office/drawing/2014/main" id="{579E17D5-84DA-4FBB-B230-183BDFB4E084}"/>
              </a:ext>
            </a:extLst>
          </p:cNvPr>
          <p:cNvSpPr>
            <a:spLocks noChangeArrowheads="1"/>
          </p:cNvSpPr>
          <p:nvPr/>
        </p:nvSpPr>
        <p:spPr bwMode="auto">
          <a:xfrm>
            <a:off x="9628465" y="765983"/>
            <a:ext cx="1664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ea typeface="楷体_GB2312" pitchFamily="49" charset="-122"/>
                <a:cs typeface="Courier New" panose="02070309020205020404" pitchFamily="49" charset="0"/>
              </a:rPr>
              <a:t>a</a:t>
            </a:r>
          </a:p>
        </p:txBody>
      </p:sp>
      <p:sp>
        <p:nvSpPr>
          <p:cNvPr id="51" name="Rectangle 70">
            <a:extLst>
              <a:ext uri="{FF2B5EF4-FFF2-40B4-BE49-F238E27FC236}">
                <a16:creationId xmlns:a16="http://schemas.microsoft.com/office/drawing/2014/main" id="{F54AB58B-9FF5-45CD-BEF4-D86E8C41413A}"/>
              </a:ext>
            </a:extLst>
          </p:cNvPr>
          <p:cNvSpPr>
            <a:spLocks noChangeArrowheads="1"/>
          </p:cNvSpPr>
          <p:nvPr/>
        </p:nvSpPr>
        <p:spPr bwMode="auto">
          <a:xfrm>
            <a:off x="10176085" y="767619"/>
            <a:ext cx="1573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ea typeface="楷体_GB2312" pitchFamily="49" charset="-122"/>
                <a:cs typeface="Courier New" panose="02070309020205020404" pitchFamily="49" charset="0"/>
              </a:rPr>
              <a:t>b</a:t>
            </a:r>
          </a:p>
        </p:txBody>
      </p:sp>
      <p:sp>
        <p:nvSpPr>
          <p:cNvPr id="52" name="Rectangle 71">
            <a:extLst>
              <a:ext uri="{FF2B5EF4-FFF2-40B4-BE49-F238E27FC236}">
                <a16:creationId xmlns:a16="http://schemas.microsoft.com/office/drawing/2014/main" id="{6F6B42A0-797C-48C0-954C-DF260A592C6A}"/>
              </a:ext>
            </a:extLst>
          </p:cNvPr>
          <p:cNvSpPr>
            <a:spLocks noChangeArrowheads="1"/>
          </p:cNvSpPr>
          <p:nvPr/>
        </p:nvSpPr>
        <p:spPr bwMode="auto">
          <a:xfrm>
            <a:off x="10359761" y="767187"/>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ea typeface="楷体_GB2312" pitchFamily="49" charset="-122"/>
                <a:cs typeface="Courier New" panose="02070309020205020404" pitchFamily="49" charset="0"/>
              </a:rPr>
              <a:t>#</a:t>
            </a:r>
          </a:p>
        </p:txBody>
      </p:sp>
      <p:sp>
        <p:nvSpPr>
          <p:cNvPr id="53" name="Rectangle 72">
            <a:extLst>
              <a:ext uri="{FF2B5EF4-FFF2-40B4-BE49-F238E27FC236}">
                <a16:creationId xmlns:a16="http://schemas.microsoft.com/office/drawing/2014/main" id="{2DAA5B6E-C529-46A1-A113-F1E08946AD62}"/>
              </a:ext>
            </a:extLst>
          </p:cNvPr>
          <p:cNvSpPr>
            <a:spLocks noChangeArrowheads="1"/>
          </p:cNvSpPr>
          <p:nvPr/>
        </p:nvSpPr>
        <p:spPr bwMode="auto">
          <a:xfrm>
            <a:off x="10541085" y="766178"/>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ea typeface="楷体_GB2312" pitchFamily="49" charset="-122"/>
                <a:cs typeface="Courier New" panose="02070309020205020404" pitchFamily="49" charset="0"/>
              </a:rPr>
              <a:t>#</a:t>
            </a:r>
          </a:p>
        </p:txBody>
      </p:sp>
      <p:sp>
        <p:nvSpPr>
          <p:cNvPr id="54" name="Rectangle 73">
            <a:extLst>
              <a:ext uri="{FF2B5EF4-FFF2-40B4-BE49-F238E27FC236}">
                <a16:creationId xmlns:a16="http://schemas.microsoft.com/office/drawing/2014/main" id="{410F855C-D773-48EC-A371-E3D153EC6C51}"/>
              </a:ext>
            </a:extLst>
          </p:cNvPr>
          <p:cNvSpPr>
            <a:spLocks noChangeArrowheads="1"/>
          </p:cNvSpPr>
          <p:nvPr/>
        </p:nvSpPr>
        <p:spPr bwMode="auto">
          <a:xfrm>
            <a:off x="10906166" y="766178"/>
            <a:ext cx="1413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2400" b="1" dirty="0">
                <a:solidFill>
                  <a:srgbClr val="C00000"/>
                </a:solidFill>
                <a:latin typeface="Courier New" panose="02070309020205020404" pitchFamily="49" charset="0"/>
                <a:ea typeface="楷体_GB2312" pitchFamily="49" charset="-122"/>
                <a:cs typeface="Courier New" panose="02070309020205020404" pitchFamily="49" charset="0"/>
              </a:rPr>
              <a:t>#</a:t>
            </a:r>
          </a:p>
        </p:txBody>
      </p:sp>
      <p:sp>
        <p:nvSpPr>
          <p:cNvPr id="57" name="文本框 56">
            <a:extLst>
              <a:ext uri="{FF2B5EF4-FFF2-40B4-BE49-F238E27FC236}">
                <a16:creationId xmlns:a16="http://schemas.microsoft.com/office/drawing/2014/main" id="{9499040A-CF80-43D0-9756-52BDF6DB62E7}"/>
              </a:ext>
            </a:extLst>
          </p:cNvPr>
          <p:cNvSpPr txBox="1"/>
          <p:nvPr/>
        </p:nvSpPr>
        <p:spPr>
          <a:xfrm>
            <a:off x="7812058" y="728509"/>
            <a:ext cx="1385561" cy="400110"/>
          </a:xfrm>
          <a:prstGeom prst="rect">
            <a:avLst/>
          </a:prstGeom>
          <a:noFill/>
        </p:spPr>
        <p:txBody>
          <a:bodyPr wrap="square" rtlCol="0">
            <a:spAutoFit/>
          </a:bodyPr>
          <a:lstStyle/>
          <a:p>
            <a:r>
              <a:rPr lang="zh-CN" altLang="en-US" sz="2000" b="1" dirty="0"/>
              <a:t>先序序列：</a:t>
            </a:r>
          </a:p>
        </p:txBody>
      </p:sp>
      <p:sp>
        <p:nvSpPr>
          <p:cNvPr id="25" name="Text Box 35">
            <a:extLst>
              <a:ext uri="{FF2B5EF4-FFF2-40B4-BE49-F238E27FC236}">
                <a16:creationId xmlns:a16="http://schemas.microsoft.com/office/drawing/2014/main" id="{CB97B394-3D6C-44EF-B99C-F1602764ABD7}"/>
              </a:ext>
            </a:extLst>
          </p:cNvPr>
          <p:cNvSpPr txBox="1">
            <a:spLocks noChangeArrowheads="1"/>
          </p:cNvSpPr>
          <p:nvPr/>
        </p:nvSpPr>
        <p:spPr bwMode="auto">
          <a:xfrm>
            <a:off x="9656251" y="2981565"/>
            <a:ext cx="196581"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latin typeface="Courier New" panose="02070309020205020404" pitchFamily="49" charset="0"/>
                <a:cs typeface="Courier New" panose="02070309020205020404" pitchFamily="49" charset="0"/>
              </a:rPr>
              <a:t>^</a:t>
            </a:r>
          </a:p>
        </p:txBody>
      </p:sp>
      <p:sp>
        <p:nvSpPr>
          <p:cNvPr id="73" name="矩形: 圆角 72">
            <a:extLst>
              <a:ext uri="{FF2B5EF4-FFF2-40B4-BE49-F238E27FC236}">
                <a16:creationId xmlns:a16="http://schemas.microsoft.com/office/drawing/2014/main" id="{003DECF8-3EE6-4382-8CD0-6720DE9C819B}"/>
              </a:ext>
            </a:extLst>
          </p:cNvPr>
          <p:cNvSpPr/>
          <p:nvPr/>
        </p:nvSpPr>
        <p:spPr>
          <a:xfrm>
            <a:off x="1352743" y="264550"/>
            <a:ext cx="5861708" cy="51358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6.7  </a:t>
            </a:r>
            <a:r>
              <a:rPr lang="zh-CN" altLang="en-US" sz="2400" b="1" dirty="0">
                <a:solidFill>
                  <a:srgbClr val="002060"/>
                </a:solidFill>
                <a:effectLst>
                  <a:outerShdw blurRad="38100" dist="38100" dir="2700000" algn="tl">
                    <a:srgbClr val="000000">
                      <a:alpha val="43137"/>
                    </a:srgbClr>
                  </a:outerShdw>
                </a:effectLst>
              </a:rPr>
              <a:t>先序递归构造二叉树的二叉链表</a:t>
            </a:r>
          </a:p>
        </p:txBody>
      </p:sp>
      <p:grpSp>
        <p:nvGrpSpPr>
          <p:cNvPr id="76" name="组合 75">
            <a:extLst>
              <a:ext uri="{FF2B5EF4-FFF2-40B4-BE49-F238E27FC236}">
                <a16:creationId xmlns:a16="http://schemas.microsoft.com/office/drawing/2014/main" id="{00B357DC-DD19-4073-B4F6-BF7109EA6CA3}"/>
              </a:ext>
            </a:extLst>
          </p:cNvPr>
          <p:cNvGrpSpPr/>
          <p:nvPr/>
        </p:nvGrpSpPr>
        <p:grpSpPr>
          <a:xfrm>
            <a:off x="5734148" y="1183849"/>
            <a:ext cx="1810450" cy="1314341"/>
            <a:chOff x="8792830" y="4127480"/>
            <a:chExt cx="1810450" cy="1314341"/>
          </a:xfrm>
        </p:grpSpPr>
        <p:sp>
          <p:nvSpPr>
            <p:cNvPr id="77" name="直接连接符 278657">
              <a:extLst>
                <a:ext uri="{FF2B5EF4-FFF2-40B4-BE49-F238E27FC236}">
                  <a16:creationId xmlns:a16="http://schemas.microsoft.com/office/drawing/2014/main" id="{4D942433-C6B3-4008-8482-EBF30CAD8546}"/>
                </a:ext>
              </a:extLst>
            </p:cNvPr>
            <p:cNvSpPr>
              <a:spLocks noChangeShapeType="1"/>
            </p:cNvSpPr>
            <p:nvPr/>
          </p:nvSpPr>
          <p:spPr bwMode="auto">
            <a:xfrm flipH="1">
              <a:off x="9474397" y="4378577"/>
              <a:ext cx="381001" cy="2637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78" name="直接连接符 278657">
              <a:extLst>
                <a:ext uri="{FF2B5EF4-FFF2-40B4-BE49-F238E27FC236}">
                  <a16:creationId xmlns:a16="http://schemas.microsoft.com/office/drawing/2014/main" id="{A5404952-E758-4CDC-9B2E-B0CC6A689F26}"/>
                </a:ext>
              </a:extLst>
            </p:cNvPr>
            <p:cNvSpPr>
              <a:spLocks noChangeShapeType="1"/>
            </p:cNvSpPr>
            <p:nvPr/>
          </p:nvSpPr>
          <p:spPr bwMode="auto">
            <a:xfrm flipH="1" flipV="1">
              <a:off x="9892086" y="4328158"/>
              <a:ext cx="519215" cy="4040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grpSp>
          <p:nvGrpSpPr>
            <p:cNvPr id="79" name="组合 78">
              <a:extLst>
                <a:ext uri="{FF2B5EF4-FFF2-40B4-BE49-F238E27FC236}">
                  <a16:creationId xmlns:a16="http://schemas.microsoft.com/office/drawing/2014/main" id="{5F2CD435-D0D6-4C02-BF75-F5048CF994DA}"/>
                </a:ext>
              </a:extLst>
            </p:cNvPr>
            <p:cNvGrpSpPr/>
            <p:nvPr/>
          </p:nvGrpSpPr>
          <p:grpSpPr>
            <a:xfrm>
              <a:off x="9681059" y="4127480"/>
              <a:ext cx="408780" cy="381001"/>
              <a:chOff x="2879793" y="1041760"/>
              <a:chExt cx="408780" cy="381001"/>
            </a:xfrm>
          </p:grpSpPr>
          <p:sp>
            <p:nvSpPr>
              <p:cNvPr id="94" name="椭圆 278653">
                <a:extLst>
                  <a:ext uri="{FF2B5EF4-FFF2-40B4-BE49-F238E27FC236}">
                    <a16:creationId xmlns:a16="http://schemas.microsoft.com/office/drawing/2014/main" id="{8B62E8C0-6FC5-49B1-970F-28B2CF9F4489}"/>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95" name="矩形 278659">
                <a:extLst>
                  <a:ext uri="{FF2B5EF4-FFF2-40B4-BE49-F238E27FC236}">
                    <a16:creationId xmlns:a16="http://schemas.microsoft.com/office/drawing/2014/main" id="{ED9B615E-82B8-4688-928D-DC90C11B0D54}"/>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a:t>
                </a:r>
              </a:p>
            </p:txBody>
          </p:sp>
        </p:grpSp>
        <p:grpSp>
          <p:nvGrpSpPr>
            <p:cNvPr id="80" name="组合 79">
              <a:extLst>
                <a:ext uri="{FF2B5EF4-FFF2-40B4-BE49-F238E27FC236}">
                  <a16:creationId xmlns:a16="http://schemas.microsoft.com/office/drawing/2014/main" id="{A7F9AA49-3D01-4CBB-A19B-FB766FB88013}"/>
                </a:ext>
              </a:extLst>
            </p:cNvPr>
            <p:cNvGrpSpPr/>
            <p:nvPr/>
          </p:nvGrpSpPr>
          <p:grpSpPr>
            <a:xfrm>
              <a:off x="10194500" y="4554197"/>
              <a:ext cx="408780" cy="381001"/>
              <a:chOff x="2879793" y="1041760"/>
              <a:chExt cx="408780" cy="381001"/>
            </a:xfrm>
          </p:grpSpPr>
          <p:sp>
            <p:nvSpPr>
              <p:cNvPr id="92" name="椭圆 278653">
                <a:extLst>
                  <a:ext uri="{FF2B5EF4-FFF2-40B4-BE49-F238E27FC236}">
                    <a16:creationId xmlns:a16="http://schemas.microsoft.com/office/drawing/2014/main" id="{EB31074F-258F-4C3E-A4ED-F356604F7268}"/>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93" name="矩形 278659">
                <a:extLst>
                  <a:ext uri="{FF2B5EF4-FFF2-40B4-BE49-F238E27FC236}">
                    <a16:creationId xmlns:a16="http://schemas.microsoft.com/office/drawing/2014/main" id="{83AFD9DC-CA26-4B7F-9E7D-9ECA7F0CBABB}"/>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c</a:t>
                </a:r>
              </a:p>
            </p:txBody>
          </p:sp>
        </p:grpSp>
        <p:sp>
          <p:nvSpPr>
            <p:cNvPr id="81" name="直接连接符 278657">
              <a:extLst>
                <a:ext uri="{FF2B5EF4-FFF2-40B4-BE49-F238E27FC236}">
                  <a16:creationId xmlns:a16="http://schemas.microsoft.com/office/drawing/2014/main" id="{BA2BB791-E999-487E-AA3E-76F9E4E1C327}"/>
                </a:ext>
              </a:extLst>
            </p:cNvPr>
            <p:cNvSpPr>
              <a:spLocks noChangeShapeType="1"/>
            </p:cNvSpPr>
            <p:nvPr/>
          </p:nvSpPr>
          <p:spPr bwMode="auto">
            <a:xfrm flipH="1">
              <a:off x="8953179" y="4810237"/>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82" name="直接连接符 278658">
              <a:extLst>
                <a:ext uri="{FF2B5EF4-FFF2-40B4-BE49-F238E27FC236}">
                  <a16:creationId xmlns:a16="http://schemas.microsoft.com/office/drawing/2014/main" id="{CB508D88-C2CE-4B94-8919-F16E6D0A2D0C}"/>
                </a:ext>
              </a:extLst>
            </p:cNvPr>
            <p:cNvSpPr>
              <a:spLocks noChangeShapeType="1"/>
            </p:cNvSpPr>
            <p:nvPr/>
          </p:nvSpPr>
          <p:spPr bwMode="auto">
            <a:xfrm>
              <a:off x="9442646" y="4802507"/>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grpSp>
          <p:nvGrpSpPr>
            <p:cNvPr id="83" name="组合 82">
              <a:extLst>
                <a:ext uri="{FF2B5EF4-FFF2-40B4-BE49-F238E27FC236}">
                  <a16:creationId xmlns:a16="http://schemas.microsoft.com/office/drawing/2014/main" id="{ED420E61-B27D-4D44-8C26-B516E577C806}"/>
                </a:ext>
              </a:extLst>
            </p:cNvPr>
            <p:cNvGrpSpPr/>
            <p:nvPr/>
          </p:nvGrpSpPr>
          <p:grpSpPr>
            <a:xfrm>
              <a:off x="9155435" y="4554197"/>
              <a:ext cx="408780" cy="381001"/>
              <a:chOff x="2879793" y="1041760"/>
              <a:chExt cx="408780" cy="381001"/>
            </a:xfrm>
          </p:grpSpPr>
          <p:sp>
            <p:nvSpPr>
              <p:cNvPr id="90" name="椭圆 278653">
                <a:extLst>
                  <a:ext uri="{FF2B5EF4-FFF2-40B4-BE49-F238E27FC236}">
                    <a16:creationId xmlns:a16="http://schemas.microsoft.com/office/drawing/2014/main" id="{070DE731-A8EE-46CF-8940-82EBE1660B86}"/>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91" name="矩形 278659">
                <a:extLst>
                  <a:ext uri="{FF2B5EF4-FFF2-40B4-BE49-F238E27FC236}">
                    <a16:creationId xmlns:a16="http://schemas.microsoft.com/office/drawing/2014/main" id="{7304BBC5-808C-4C66-93FF-540FD89B1CCD}"/>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a:t>
                </a:r>
              </a:p>
            </p:txBody>
          </p:sp>
        </p:grpSp>
        <p:grpSp>
          <p:nvGrpSpPr>
            <p:cNvPr id="84" name="组合 83">
              <a:extLst>
                <a:ext uri="{FF2B5EF4-FFF2-40B4-BE49-F238E27FC236}">
                  <a16:creationId xmlns:a16="http://schemas.microsoft.com/office/drawing/2014/main" id="{199789E9-0F02-4B0A-9A4F-23410F262B92}"/>
                </a:ext>
              </a:extLst>
            </p:cNvPr>
            <p:cNvGrpSpPr/>
            <p:nvPr/>
          </p:nvGrpSpPr>
          <p:grpSpPr>
            <a:xfrm>
              <a:off x="8792830" y="5056496"/>
              <a:ext cx="408780" cy="381001"/>
              <a:chOff x="2879793" y="1041760"/>
              <a:chExt cx="408780" cy="381001"/>
            </a:xfrm>
          </p:grpSpPr>
          <p:sp>
            <p:nvSpPr>
              <p:cNvPr id="88" name="椭圆 278653">
                <a:extLst>
                  <a:ext uri="{FF2B5EF4-FFF2-40B4-BE49-F238E27FC236}">
                    <a16:creationId xmlns:a16="http://schemas.microsoft.com/office/drawing/2014/main" id="{D65FAE17-6A98-4020-900E-F05F12423830}"/>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89" name="矩形 278659">
                <a:extLst>
                  <a:ext uri="{FF2B5EF4-FFF2-40B4-BE49-F238E27FC236}">
                    <a16:creationId xmlns:a16="http://schemas.microsoft.com/office/drawing/2014/main" id="{047078E0-7016-4570-B8FF-AC4AA3790DD7}"/>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a</a:t>
                </a:r>
              </a:p>
            </p:txBody>
          </p:sp>
        </p:grpSp>
        <p:grpSp>
          <p:nvGrpSpPr>
            <p:cNvPr id="85" name="组合 84">
              <a:extLst>
                <a:ext uri="{FF2B5EF4-FFF2-40B4-BE49-F238E27FC236}">
                  <a16:creationId xmlns:a16="http://schemas.microsoft.com/office/drawing/2014/main" id="{8606626C-F924-475D-B942-268FAB305DBF}"/>
                </a:ext>
              </a:extLst>
            </p:cNvPr>
            <p:cNvGrpSpPr/>
            <p:nvPr/>
          </p:nvGrpSpPr>
          <p:grpSpPr>
            <a:xfrm>
              <a:off x="9536978" y="5060820"/>
              <a:ext cx="408780" cy="381001"/>
              <a:chOff x="2879793" y="1041760"/>
              <a:chExt cx="408780" cy="381001"/>
            </a:xfrm>
          </p:grpSpPr>
          <p:sp>
            <p:nvSpPr>
              <p:cNvPr id="86" name="椭圆 278653">
                <a:extLst>
                  <a:ext uri="{FF2B5EF4-FFF2-40B4-BE49-F238E27FC236}">
                    <a16:creationId xmlns:a16="http://schemas.microsoft.com/office/drawing/2014/main" id="{821BCCAA-FEDB-44F0-B372-F384A7831F17}"/>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87" name="矩形 278659">
                <a:extLst>
                  <a:ext uri="{FF2B5EF4-FFF2-40B4-BE49-F238E27FC236}">
                    <a16:creationId xmlns:a16="http://schemas.microsoft.com/office/drawing/2014/main" id="{04A4581B-EE88-4782-8822-64A76F0FC614}"/>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b</a:t>
                </a:r>
              </a:p>
            </p:txBody>
          </p:sp>
        </p:grpSp>
      </p:grpSp>
      <p:sp>
        <p:nvSpPr>
          <p:cNvPr id="2" name="文本框 3">
            <a:extLst>
              <a:ext uri="{FF2B5EF4-FFF2-40B4-BE49-F238E27FC236}">
                <a16:creationId xmlns:a16="http://schemas.microsoft.com/office/drawing/2014/main" id="{933E40EF-5833-4922-BA29-FBAECD8CAFFD}"/>
              </a:ext>
            </a:extLst>
          </p:cNvPr>
          <p:cNvSpPr txBox="1"/>
          <p:nvPr/>
        </p:nvSpPr>
        <p:spPr>
          <a:xfrm>
            <a:off x="1430394" y="3537994"/>
            <a:ext cx="9110691" cy="3046988"/>
          </a:xfrm>
          <a:prstGeom prst="rect">
            <a:avLst/>
          </a:prstGeom>
          <a:noFill/>
          <a:ln w="19050">
            <a:solidFill>
              <a:srgbClr val="7030A0"/>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err="1">
                <a:latin typeface="Consolas" panose="020B0609020204030204" pitchFamily="49" charset="0"/>
              </a:rPr>
              <a:t>BiTree</a:t>
            </a:r>
            <a:r>
              <a:rPr lang="en-US" altLang="zh-CN" sz="1600" b="1" dirty="0">
                <a:effectLst/>
                <a:latin typeface="Consolas" panose="020B0609020204030204" pitchFamily="49" charset="0"/>
              </a:rPr>
              <a:t> </a:t>
            </a:r>
            <a:r>
              <a:rPr lang="en-US" altLang="zh-CN" sz="1600" b="1" dirty="0" err="1">
                <a:effectLst/>
                <a:latin typeface="Consolas" panose="020B0609020204030204" pitchFamily="49" charset="0"/>
              </a:rPr>
              <a:t>CreateBiTree</a:t>
            </a:r>
            <a:r>
              <a:rPr lang="en-US" altLang="zh-CN" sz="1600" b="1" dirty="0">
                <a:effectLst/>
                <a:latin typeface="Consolas" panose="020B0609020204030204" pitchFamily="49" charset="0"/>
              </a:rPr>
              <a:t>(</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char</a:t>
            </a:r>
            <a:r>
              <a:rPr lang="en-US" altLang="zh-CN" sz="1600" b="1" dirty="0">
                <a:effectLst>
                  <a:outerShdw blurRad="38100" dist="38100" dir="2700000" algn="tl">
                    <a:srgbClr val="000000">
                      <a:alpha val="43137"/>
                    </a:srgbClr>
                  </a:outerShdw>
                </a:effectLst>
                <a:latin typeface="Consolas" panose="020B0609020204030204" pitchFamily="49" charset="0"/>
              </a:rPr>
              <a:t> </a:t>
            </a:r>
            <a:r>
              <a:rPr lang="en-US" altLang="zh-CN" sz="1600" b="1" dirty="0">
                <a:effectLst/>
                <a:latin typeface="Consolas" panose="020B0609020204030204" pitchFamily="49" charset="0"/>
              </a:rPr>
              <a:t>*pts)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altLang="zh-CN" sz="1600" b="1" dirty="0">
                <a:effectLst/>
                <a:latin typeface="Consolas" panose="020B0609020204030204" pitchFamily="49" charset="0"/>
              </a:rPr>
              <a:t>  </a:t>
            </a:r>
            <a:r>
              <a:rPr lang="en-US" altLang="zh-CN" sz="1600" b="1" dirty="0">
                <a:solidFill>
                  <a:srgbClr val="357B42"/>
                </a:solidFill>
                <a:effectLst/>
                <a:latin typeface="Consolas" panose="020B0609020204030204" pitchFamily="49" charset="0"/>
              </a:rPr>
              <a:t>// </a:t>
            </a:r>
            <a:r>
              <a:rPr lang="zh-CN" altLang="en-US" sz="1600" b="1" dirty="0">
                <a:solidFill>
                  <a:srgbClr val="C00000"/>
                </a:solidFill>
                <a:effectLst>
                  <a:outerShdw blurRad="38100" dist="38100" dir="2700000" algn="tl">
                    <a:srgbClr val="000000">
                      <a:alpha val="43137"/>
                    </a:srgbClr>
                  </a:outerShdw>
                </a:effectLst>
                <a:latin typeface="Consolas" panose="020B0609020204030204" pitchFamily="49" charset="0"/>
              </a:rPr>
              <a:t>算法</a:t>
            </a:r>
            <a:r>
              <a:rPr lang="en-US" altLang="zh-CN" sz="1600" b="1" dirty="0">
                <a:solidFill>
                  <a:srgbClr val="C00000"/>
                </a:solidFill>
                <a:effectLst>
                  <a:outerShdw blurRad="38100" dist="38100" dir="2700000" algn="tl">
                    <a:srgbClr val="000000">
                      <a:alpha val="43137"/>
                    </a:srgbClr>
                  </a:outerShdw>
                </a:effectLst>
                <a:latin typeface="Consolas" panose="020B0609020204030204" pitchFamily="49" charset="0"/>
              </a:rPr>
              <a:t>6.7</a:t>
            </a:r>
            <a:endParaRPr lang="zh-CN" altLang="en-US" sz="1600" b="1" dirty="0">
              <a:solidFill>
                <a:srgbClr val="C00000"/>
              </a:solidFill>
              <a:effectLst>
                <a:outerShdw blurRad="38100" dist="38100" dir="2700000" algn="tl">
                  <a:srgbClr val="000000">
                    <a:alpha val="43137"/>
                  </a:srgbClr>
                </a:outerShdw>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由先序串</a:t>
            </a:r>
            <a:r>
              <a:rPr lang="en-US" altLang="zh-CN" sz="1600" b="1" dirty="0">
                <a:solidFill>
                  <a:srgbClr val="C00000"/>
                </a:solidFill>
                <a:effectLst/>
                <a:latin typeface="Consolas" panose="020B0609020204030204" pitchFamily="49" charset="0"/>
              </a:rPr>
              <a:t>pts</a:t>
            </a:r>
            <a:r>
              <a:rPr lang="zh-CN" altLang="en-US" sz="1600" b="1" dirty="0">
                <a:solidFill>
                  <a:srgbClr val="357B42"/>
                </a:solidFill>
                <a:effectLst/>
                <a:latin typeface="Consolas" panose="020B0609020204030204" pitchFamily="49" charset="0"/>
              </a:rPr>
              <a:t>构造</a:t>
            </a:r>
            <a:r>
              <a:rPr lang="zh-CN" altLang="en-US" sz="1600" b="1" dirty="0">
                <a:solidFill>
                  <a:srgbClr val="357B42"/>
                </a:solidFill>
                <a:latin typeface="Consolas" panose="020B0609020204030204" pitchFamily="49" charset="0"/>
              </a:rPr>
              <a:t>并返回</a:t>
            </a:r>
            <a:r>
              <a:rPr lang="zh-CN" altLang="en-US" sz="1600" b="1" dirty="0">
                <a:solidFill>
                  <a:srgbClr val="357B42"/>
                </a:solidFill>
                <a:effectLst/>
                <a:latin typeface="Consolas" panose="020B0609020204030204" pitchFamily="49" charset="0"/>
              </a:rPr>
              <a:t>二叉树的二叉链表，</a:t>
            </a:r>
            <a:r>
              <a:rPr lang="zh-CN" altLang="en-US" sz="1600" b="1" dirty="0">
                <a:solidFill>
                  <a:srgbClr val="357B42"/>
                </a:solidFill>
                <a:latin typeface="Consolas" panose="020B0609020204030204" pitchFamily="49" charset="0"/>
              </a:rPr>
              <a:t>全局变量</a:t>
            </a:r>
            <a:r>
              <a:rPr lang="en-US" altLang="zh-CN" sz="1600" b="1" dirty="0" err="1">
                <a:solidFill>
                  <a:srgbClr val="C00000"/>
                </a:solidFill>
                <a:effectLst/>
                <a:latin typeface="Consolas" panose="020B0609020204030204" pitchFamily="49" charset="0"/>
              </a:rPr>
              <a:t>i</a:t>
            </a:r>
            <a:r>
              <a:rPr lang="en-US" altLang="zh-CN" sz="1600" b="1" dirty="0">
                <a:solidFill>
                  <a:srgbClr val="C00000"/>
                </a:solidFill>
                <a:latin typeface="Consolas" panose="020B0609020204030204" pitchFamily="49" charset="0"/>
              </a:rPr>
              <a:t>_</a:t>
            </a:r>
            <a:r>
              <a:rPr lang="zh-CN" altLang="en-US" sz="1600" b="1" dirty="0">
                <a:solidFill>
                  <a:srgbClr val="357B42"/>
                </a:solidFill>
                <a:effectLst/>
                <a:latin typeface="Consolas" panose="020B0609020204030204" pitchFamily="49" charset="0"/>
              </a:rPr>
              <a:t>为</a:t>
            </a:r>
            <a:r>
              <a:rPr lang="en-US" altLang="zh-CN" sz="1600" b="1" dirty="0">
                <a:solidFill>
                  <a:srgbClr val="C00000"/>
                </a:solidFill>
                <a:effectLst/>
                <a:latin typeface="Consolas" panose="020B0609020204030204" pitchFamily="49" charset="0"/>
              </a:rPr>
              <a:t>pts</a:t>
            </a:r>
            <a:r>
              <a:rPr lang="zh-CN" altLang="en-US" sz="1600" b="1" dirty="0">
                <a:solidFill>
                  <a:srgbClr val="357B42"/>
                </a:solidFill>
                <a:effectLst/>
                <a:latin typeface="Consolas" panose="020B0609020204030204" pitchFamily="49" charset="0"/>
              </a:rPr>
              <a:t>当前字符的位标，初值为</a:t>
            </a:r>
            <a:r>
              <a:rPr lang="en-US" altLang="zh-CN" sz="1600" b="1" dirty="0">
                <a:solidFill>
                  <a:srgbClr val="C00000"/>
                </a:solidFill>
                <a:effectLst/>
                <a:latin typeface="Consolas" panose="020B0609020204030204" pitchFamily="49" charset="0"/>
              </a:rPr>
              <a:t>0</a:t>
            </a:r>
            <a:endParaRPr lang="zh-CN" altLang="en-US" sz="1600" b="1" dirty="0">
              <a:solidFill>
                <a:srgbClr val="C00000"/>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err="1">
                <a:latin typeface="Consolas" panose="020B0609020204030204" pitchFamily="49" charset="0"/>
              </a:rPr>
              <a:t>BiTree</a:t>
            </a:r>
            <a:r>
              <a:rPr lang="en-US" altLang="zh-CN" sz="1600" b="1" dirty="0">
                <a:latin typeface="Consolas" panose="020B0609020204030204" pitchFamily="49" charset="0"/>
              </a:rPr>
              <a:t> T;</a:t>
            </a:r>
          </a:p>
          <a:p>
            <a:r>
              <a:rPr lang="en-US" altLang="zh-CN"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if</a:t>
            </a:r>
            <a:r>
              <a:rPr lang="en-US" altLang="zh-CN" sz="1600" b="1" dirty="0">
                <a:latin typeface="Consolas" panose="020B0609020204030204" pitchFamily="49" charset="0"/>
              </a:rPr>
              <a:t> (pts[</a:t>
            </a:r>
            <a:r>
              <a:rPr lang="en-US" altLang="zh-CN" sz="1600" b="1" dirty="0" err="1">
                <a:latin typeface="Consolas" panose="020B0609020204030204" pitchFamily="49" charset="0"/>
              </a:rPr>
              <a:t>i</a:t>
            </a:r>
            <a:r>
              <a:rPr lang="en-US" altLang="zh-CN" sz="1600" b="1" dirty="0">
                <a:latin typeface="Consolas" panose="020B0609020204030204" pitchFamily="49" charset="0"/>
              </a:rPr>
              <a:t>_] == </a:t>
            </a:r>
            <a:r>
              <a:rPr lang="en-US" altLang="zh-CN" sz="1600" b="1" dirty="0">
                <a:solidFill>
                  <a:srgbClr val="A44185"/>
                </a:solidFill>
                <a:effectLst/>
                <a:latin typeface="Consolas" panose="020B0609020204030204" pitchFamily="49" charset="0"/>
              </a:rPr>
              <a:t>‘#’</a:t>
            </a:r>
            <a:r>
              <a:rPr lang="en-US" altLang="zh-CN" sz="1600" b="1" dirty="0">
                <a:latin typeface="Consolas" panose="020B0609020204030204" pitchFamily="49" charset="0"/>
              </a:rPr>
              <a:t>) T = NULL;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空树</a:t>
            </a:r>
            <a:r>
              <a:rPr lang="en-US" altLang="zh-CN" sz="1600" b="1" dirty="0">
                <a:solidFill>
                  <a:srgbClr val="357B42"/>
                </a:solidFill>
                <a:effectLst/>
                <a:latin typeface="Consolas" panose="020B0609020204030204" pitchFamily="49" charset="0"/>
              </a:rPr>
              <a:t>(</a:t>
            </a:r>
            <a:r>
              <a:rPr lang="en-US" altLang="zh-CN" sz="1600" b="1" dirty="0">
                <a:solidFill>
                  <a:srgbClr val="A44185"/>
                </a:solidFill>
                <a:latin typeface="Consolas" panose="020B0609020204030204" pitchFamily="49" charset="0"/>
              </a:rPr>
              <a:t>‘#’</a:t>
            </a:r>
            <a:r>
              <a:rPr lang="zh-CN" altLang="en-US" sz="1600" b="1" dirty="0">
                <a:solidFill>
                  <a:schemeClr val="accent6">
                    <a:lumMod val="75000"/>
                  </a:schemeClr>
                </a:solidFill>
                <a:latin typeface="Consolas" panose="020B0609020204030204" pitchFamily="49" charset="0"/>
              </a:rPr>
              <a:t>代表空格，更直观</a:t>
            </a:r>
            <a:r>
              <a:rPr lang="en-US" altLang="zh-CN" sz="1600" b="1" dirty="0">
                <a:solidFill>
                  <a:srgbClr val="357B42"/>
                </a:solidFill>
                <a:effectLst/>
                <a:latin typeface="Consolas" panose="020B0609020204030204" pitchFamily="49" charset="0"/>
              </a:rPr>
              <a:t>)</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else</a:t>
            </a:r>
            <a:r>
              <a:rPr lang="en-US" altLang="zh-CN" sz="1600" b="1" dirty="0">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altLang="zh-CN" sz="1600" b="1" dirty="0">
                <a:latin typeface="Consolas" panose="020B0609020204030204" pitchFamily="49" charset="0"/>
              </a:rPr>
              <a:t> </a:t>
            </a:r>
          </a:p>
          <a:p>
            <a:r>
              <a:rPr lang="en-US" altLang="zh-CN"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if</a:t>
            </a:r>
            <a:r>
              <a:rPr lang="en-US" altLang="zh-CN" sz="1600" b="1" dirty="0">
                <a:latin typeface="Consolas" panose="020B0609020204030204" pitchFamily="49" charset="0"/>
              </a:rPr>
              <a:t>(!(T = (</a:t>
            </a:r>
            <a:r>
              <a:rPr lang="en-US" altLang="zh-CN" sz="1600" b="1" dirty="0" err="1">
                <a:latin typeface="Consolas" panose="020B0609020204030204" pitchFamily="49" charset="0"/>
              </a:rPr>
              <a:t>BiTNode</a:t>
            </a:r>
            <a:r>
              <a:rPr lang="en-US" altLang="zh-CN" sz="1600" b="1" dirty="0">
                <a:latin typeface="Consolas" panose="020B0609020204030204" pitchFamily="49" charset="0"/>
              </a:rPr>
              <a:t>*)</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malloc</a:t>
            </a:r>
            <a:r>
              <a:rPr lang="en-US" altLang="zh-CN" sz="1600" b="1" dirty="0">
                <a:latin typeface="Consolas" panose="020B0609020204030204" pitchFamily="49" charset="0"/>
              </a:rPr>
              <a:t>(</a:t>
            </a:r>
            <a:r>
              <a:rPr lang="en-US" altLang="zh-CN" sz="1600" b="1" dirty="0" err="1">
                <a:solidFill>
                  <a:srgbClr val="0070C0"/>
                </a:solidFill>
                <a:effectLst>
                  <a:outerShdw blurRad="38100" dist="38100" dir="2700000" algn="tl">
                    <a:srgbClr val="000000">
                      <a:alpha val="43137"/>
                    </a:srgbClr>
                  </a:outerShdw>
                </a:effectLst>
                <a:latin typeface="Consolas" panose="020B0609020204030204" pitchFamily="49" charset="0"/>
              </a:rPr>
              <a:t>sizeof</a:t>
            </a:r>
            <a:r>
              <a:rPr lang="en-US" altLang="zh-CN" sz="1600" b="1" dirty="0">
                <a:latin typeface="Consolas" panose="020B0609020204030204" pitchFamily="49" charset="0"/>
              </a:rPr>
              <a:t>(</a:t>
            </a:r>
            <a:r>
              <a:rPr lang="en-US" altLang="zh-CN" sz="1600" b="1" dirty="0" err="1">
                <a:latin typeface="Consolas" panose="020B0609020204030204" pitchFamily="49" charset="0"/>
              </a:rPr>
              <a:t>BiTNode</a:t>
            </a:r>
            <a:r>
              <a:rPr lang="en-US" altLang="zh-CN" sz="1600" b="1" dirty="0">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exit</a:t>
            </a:r>
            <a:r>
              <a:rPr lang="en-US" altLang="zh-CN" sz="1600" b="1" dirty="0">
                <a:latin typeface="Consolas" panose="020B0609020204030204" pitchFamily="49" charset="0"/>
              </a:rPr>
              <a:t>(OVERFLOW); </a:t>
            </a:r>
            <a:r>
              <a:rPr lang="en-US" altLang="zh-CN" sz="1600" b="1" dirty="0">
                <a:solidFill>
                  <a:srgbClr val="357B42"/>
                </a:solidFill>
                <a:effectLst/>
                <a:latin typeface="Consolas" panose="020B0609020204030204" pitchFamily="49" charset="0"/>
              </a:rPr>
              <a:t>//</a:t>
            </a:r>
            <a:r>
              <a:rPr lang="zh-CN" altLang="en-US" sz="1600" b="1" dirty="0">
                <a:solidFill>
                  <a:srgbClr val="357B42"/>
                </a:solidFill>
                <a:effectLst/>
                <a:latin typeface="Consolas" panose="020B0609020204030204" pitchFamily="49" charset="0"/>
              </a:rPr>
              <a:t>分配结点空间</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latin typeface="Consolas" panose="020B0609020204030204" pitchFamily="49" charset="0"/>
              </a:rPr>
              <a:t>T-&gt;data = pts[</a:t>
            </a:r>
            <a:r>
              <a:rPr lang="en-US" altLang="zh-CN" sz="1600" b="1" dirty="0" err="1">
                <a:latin typeface="Consolas" panose="020B0609020204030204" pitchFamily="49" charset="0"/>
              </a:rPr>
              <a:t>i</a:t>
            </a:r>
            <a:r>
              <a:rPr lang="en-US" altLang="zh-CN" sz="1600" b="1" dirty="0">
                <a:latin typeface="Consolas" panose="020B0609020204030204" pitchFamily="49" charset="0"/>
              </a:rPr>
              <a:t>_++] ;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生成根结点</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latin typeface="Consolas" panose="020B0609020204030204" pitchFamily="49" charset="0"/>
              </a:rPr>
              <a:t>T-&gt;</a:t>
            </a:r>
            <a:r>
              <a:rPr lang="en-US" altLang="zh-CN" sz="1600" b="1" dirty="0" err="1">
                <a:latin typeface="Consolas" panose="020B0609020204030204" pitchFamily="49" charset="0"/>
              </a:rPr>
              <a:t>lchild</a:t>
            </a:r>
            <a:r>
              <a:rPr lang="en-US" altLang="zh-CN" sz="1600" b="1" dirty="0">
                <a:latin typeface="Consolas" panose="020B0609020204030204" pitchFamily="49" charset="0"/>
              </a:rPr>
              <a:t> = </a:t>
            </a:r>
            <a:r>
              <a:rPr lang="en-US" altLang="zh-CN" sz="1600" b="1" dirty="0" err="1">
                <a:latin typeface="Consolas" panose="020B0609020204030204" pitchFamily="49" charset="0"/>
              </a:rPr>
              <a:t>CreateBiTree</a:t>
            </a:r>
            <a:r>
              <a:rPr lang="en-US" altLang="zh-CN" sz="1600" b="1" dirty="0">
                <a:latin typeface="Consolas" panose="020B0609020204030204" pitchFamily="49" charset="0"/>
              </a:rPr>
              <a:t>(pts);   </a:t>
            </a:r>
            <a:r>
              <a:rPr lang="en-US" altLang="zh-CN" sz="1600" b="1" dirty="0" err="1">
                <a:latin typeface="Consolas" panose="020B0609020204030204" pitchFamily="49" charset="0"/>
              </a:rPr>
              <a:t>i</a:t>
            </a:r>
            <a:r>
              <a:rPr lang="en-US" altLang="zh-CN" sz="1600" b="1" dirty="0">
                <a:latin typeface="Consolas" panose="020B0609020204030204" pitchFamily="49" charset="0"/>
              </a:rPr>
              <a:t>_++;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构造左子树</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latin typeface="Consolas" panose="020B0609020204030204" pitchFamily="49" charset="0"/>
              </a:rPr>
              <a:t>T-&gt;</a:t>
            </a:r>
            <a:r>
              <a:rPr lang="en-US" altLang="zh-CN" sz="1600" b="1" dirty="0" err="1">
                <a:latin typeface="Consolas" panose="020B0609020204030204" pitchFamily="49" charset="0"/>
              </a:rPr>
              <a:t>rchild</a:t>
            </a:r>
            <a:r>
              <a:rPr lang="en-US" altLang="zh-CN" sz="1600" b="1" dirty="0">
                <a:latin typeface="Consolas" panose="020B0609020204030204" pitchFamily="49" charset="0"/>
              </a:rPr>
              <a:t> = </a:t>
            </a:r>
            <a:r>
              <a:rPr lang="en-US" altLang="zh-CN" sz="1600" b="1" dirty="0" err="1">
                <a:latin typeface="Consolas" panose="020B0609020204030204" pitchFamily="49" charset="0"/>
              </a:rPr>
              <a:t>CreateBiTree</a:t>
            </a:r>
            <a:r>
              <a:rPr lang="en-US" altLang="zh-CN" sz="1600" b="1" dirty="0">
                <a:latin typeface="Consolas" panose="020B0609020204030204" pitchFamily="49" charset="0"/>
              </a:rPr>
              <a:t>(pts);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构造右子树</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p>
          <a:p>
            <a:r>
              <a:rPr lang="en-US" altLang="zh-CN"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return</a:t>
            </a:r>
            <a:r>
              <a:rPr lang="en-US" altLang="zh-CN" sz="1600" b="1" dirty="0">
                <a:latin typeface="Consolas" panose="020B0609020204030204" pitchFamily="49" charset="0"/>
              </a:rPr>
              <a:t> T;</a:t>
            </a:r>
          </a:p>
          <a:p>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p>
        </p:txBody>
      </p:sp>
      <p:sp>
        <p:nvSpPr>
          <p:cNvPr id="4" name="灯片编号占位符 1">
            <a:extLst>
              <a:ext uri="{FF2B5EF4-FFF2-40B4-BE49-F238E27FC236}">
                <a16:creationId xmlns:a16="http://schemas.microsoft.com/office/drawing/2014/main" id="{B0E14E2D-AD4B-9802-8127-4B1187CCD039}"/>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18</a:t>
            </a:fld>
            <a:endParaRPr lang="zh-CN" altLang="en-US" dirty="0"/>
          </a:p>
        </p:txBody>
      </p:sp>
    </p:spTree>
    <p:extLst>
      <p:ext uri="{BB962C8B-B14F-4D97-AF65-F5344CB8AC3E}">
        <p14:creationId xmlns:p14="http://schemas.microsoft.com/office/powerpoint/2010/main" val="259676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wipe(up)">
                                      <p:cBhvr>
                                        <p:cTn id="7" dur="500"/>
                                        <p:tgtEl>
                                          <p:spTgt spid="32">
                                            <p:txEl>
                                              <p:pRg st="0" end="0"/>
                                            </p:txEl>
                                          </p:spTgt>
                                        </p:tgtEl>
                                      </p:cBhvr>
                                    </p:animEffect>
                                  </p:childTnLst>
                                </p:cTn>
                              </p:par>
                            </p:childTnLst>
                          </p:cTn>
                        </p:par>
                        <p:par>
                          <p:cTn id="8" fill="hold">
                            <p:stCondLst>
                              <p:cond delay="500"/>
                            </p:stCondLst>
                            <p:childTnLst>
                              <p:par>
                                <p:cTn id="9" presetID="31"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fltVal val="0"/>
                                          </p:val>
                                        </p:tav>
                                        <p:tav tm="100000">
                                          <p:val>
                                            <p:strVal val="#ppt_w"/>
                                          </p:val>
                                        </p:tav>
                                      </p:tavLst>
                                    </p:anim>
                                    <p:anim calcmode="lin" valueType="num">
                                      <p:cBhvr>
                                        <p:cTn id="12" dur="1000" fill="hold"/>
                                        <p:tgtEl>
                                          <p:spTgt spid="2"/>
                                        </p:tgtEl>
                                        <p:attrNameLst>
                                          <p:attrName>ppt_h</p:attrName>
                                        </p:attrNameLst>
                                      </p:cBhvr>
                                      <p:tavLst>
                                        <p:tav tm="0">
                                          <p:val>
                                            <p:fltVal val="0"/>
                                          </p:val>
                                        </p:tav>
                                        <p:tav tm="100000">
                                          <p:val>
                                            <p:strVal val="#ppt_h"/>
                                          </p:val>
                                        </p:tav>
                                      </p:tavLst>
                                    </p:anim>
                                    <p:anim calcmode="lin" valueType="num">
                                      <p:cBhvr>
                                        <p:cTn id="13" dur="1000" fill="hold"/>
                                        <p:tgtEl>
                                          <p:spTgt spid="2"/>
                                        </p:tgtEl>
                                        <p:attrNameLst>
                                          <p:attrName>style.rotation</p:attrName>
                                        </p:attrNameLst>
                                      </p:cBhvr>
                                      <p:tavLst>
                                        <p:tav tm="0">
                                          <p:val>
                                            <p:fltVal val="90"/>
                                          </p:val>
                                        </p:tav>
                                        <p:tav tm="100000">
                                          <p:val>
                                            <p:fltVal val="0"/>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2">
                                            <p:txEl>
                                              <p:pRg st="1" end="1"/>
                                            </p:txEl>
                                          </p:spTgt>
                                        </p:tgtEl>
                                        <p:attrNameLst>
                                          <p:attrName>style.visibility</p:attrName>
                                        </p:attrNameLst>
                                      </p:cBhvr>
                                      <p:to>
                                        <p:strVal val="visible"/>
                                      </p:to>
                                    </p:set>
                                    <p:animEffect transition="in" filter="wipe(up)">
                                      <p:cBhvr>
                                        <p:cTn id="19" dur="500"/>
                                        <p:tgtEl>
                                          <p:spTgt spid="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76"/>
                                        </p:tgtEl>
                                        <p:attrNameLst>
                                          <p:attrName>style.visibility</p:attrName>
                                        </p:attrNameLst>
                                      </p:cBhvr>
                                      <p:to>
                                        <p:strVal val="visible"/>
                                      </p:to>
                                    </p:set>
                                    <p:animEffect transition="in" filter="wipe(up)">
                                      <p:cBhvr>
                                        <p:cTn id="24" dur="500"/>
                                        <p:tgtEl>
                                          <p:spTgt spid="7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wipe(left)">
                                      <p:cBhvr>
                                        <p:cTn id="29" dur="500"/>
                                        <p:tgtEl>
                                          <p:spTgt spid="57"/>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2">
                                            <p:txEl>
                                              <p:pRg st="2" end="2"/>
                                            </p:txEl>
                                          </p:spTgt>
                                        </p:tgtEl>
                                        <p:attrNameLst>
                                          <p:attrName>style.visibility</p:attrName>
                                        </p:attrNameLst>
                                      </p:cBhvr>
                                      <p:to>
                                        <p:strVal val="visible"/>
                                      </p:to>
                                    </p:set>
                                    <p:animEffect transition="in" filter="wipe(up)">
                                      <p:cBhvr>
                                        <p:cTn id="38" dur="500"/>
                                        <p:tgtEl>
                                          <p:spTgt spid="32">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2">
                                            <p:txEl>
                                              <p:pRg st="3" end="3"/>
                                            </p:txEl>
                                          </p:spTgt>
                                        </p:tgtEl>
                                        <p:attrNameLst>
                                          <p:attrName>style.visibility</p:attrName>
                                        </p:attrNameLst>
                                      </p:cBhvr>
                                      <p:to>
                                        <p:strVal val="visible"/>
                                      </p:to>
                                    </p:set>
                                    <p:animEffect transition="in" filter="wipe(up)">
                                      <p:cBhvr>
                                        <p:cTn id="43" dur="500"/>
                                        <p:tgtEl>
                                          <p:spTgt spid="32">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500"/>
                                        <p:tgtEl>
                                          <p:spTgt spid="11"/>
                                        </p:tgtEl>
                                        <p:attrNameLst>
                                          <p:attrName>ppt_x</p:attrName>
                                        </p:attrNameLst>
                                      </p:cBhvr>
                                      <p:tavLst>
                                        <p:tav tm="0">
                                          <p:val>
                                            <p:strVal val="#ppt_x-#ppt_w*1.125000"/>
                                          </p:val>
                                        </p:tav>
                                        <p:tav tm="100000">
                                          <p:val>
                                            <p:strVal val="#ppt_x"/>
                                          </p:val>
                                        </p:tav>
                                      </p:tavLst>
                                    </p:anim>
                                    <p:animEffect transition="in" filter="wipe(right)">
                                      <p:cBhvr>
                                        <p:cTn id="49" dur="500"/>
                                        <p:tgtEl>
                                          <p:spTgt spid="11"/>
                                        </p:tgtEl>
                                      </p:cBhvr>
                                    </p:animEffect>
                                  </p:childTnLst>
                                </p:cTn>
                              </p:par>
                            </p:childTnLst>
                          </p:cTn>
                        </p:par>
                        <p:par>
                          <p:cTn id="50" fill="hold">
                            <p:stCondLst>
                              <p:cond delay="500"/>
                            </p:stCondLst>
                            <p:childTnLst>
                              <p:par>
                                <p:cTn id="51" presetID="22" presetClass="entr" presetSubtype="1" fill="hold" nodeType="afterEffect">
                                  <p:stCondLst>
                                    <p:cond delay="1000"/>
                                  </p:stCondLst>
                                  <p:childTnLst>
                                    <p:set>
                                      <p:cBhvr>
                                        <p:cTn id="52" dur="1" fill="hold">
                                          <p:stCondLst>
                                            <p:cond delay="0"/>
                                          </p:stCondLst>
                                        </p:cTn>
                                        <p:tgtEl>
                                          <p:spTgt spid="3"/>
                                        </p:tgtEl>
                                        <p:attrNameLst>
                                          <p:attrName>style.visibility</p:attrName>
                                        </p:attrNameLst>
                                      </p:cBhvr>
                                      <p:to>
                                        <p:strVal val="visible"/>
                                      </p:to>
                                    </p:set>
                                    <p:animEffect transition="in" filter="wipe(up)">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8"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additive="base">
                                        <p:cTn id="58" dur="500"/>
                                        <p:tgtEl>
                                          <p:spTgt spid="12"/>
                                        </p:tgtEl>
                                        <p:attrNameLst>
                                          <p:attrName>ppt_x</p:attrName>
                                        </p:attrNameLst>
                                      </p:cBhvr>
                                      <p:tavLst>
                                        <p:tav tm="0">
                                          <p:val>
                                            <p:strVal val="#ppt_x-#ppt_w*1.125000"/>
                                          </p:val>
                                        </p:tav>
                                        <p:tav tm="100000">
                                          <p:val>
                                            <p:strVal val="#ppt_x"/>
                                          </p:val>
                                        </p:tav>
                                      </p:tavLst>
                                    </p:anim>
                                    <p:animEffect transition="in" filter="wipe(right)">
                                      <p:cBhvr>
                                        <p:cTn id="59" dur="500"/>
                                        <p:tgtEl>
                                          <p:spTgt spid="12"/>
                                        </p:tgtEl>
                                      </p:cBhvr>
                                    </p:animEffect>
                                  </p:childTnLst>
                                </p:cTn>
                              </p:par>
                            </p:childTnLst>
                          </p:cTn>
                        </p:par>
                        <p:par>
                          <p:cTn id="60" fill="hold">
                            <p:stCondLst>
                              <p:cond delay="500"/>
                            </p:stCondLst>
                            <p:childTnLst>
                              <p:par>
                                <p:cTn id="61" presetID="22" presetClass="entr" presetSubtype="1" fill="hold" nodeType="afterEffect">
                                  <p:stCondLst>
                                    <p:cond delay="1000"/>
                                  </p:stCondLst>
                                  <p:childTnLst>
                                    <p:set>
                                      <p:cBhvr>
                                        <p:cTn id="62" dur="1" fill="hold">
                                          <p:stCondLst>
                                            <p:cond delay="0"/>
                                          </p:stCondLst>
                                        </p:cTn>
                                        <p:tgtEl>
                                          <p:spTgt spid="15"/>
                                        </p:tgtEl>
                                        <p:attrNameLst>
                                          <p:attrName>style.visibility</p:attrName>
                                        </p:attrNameLst>
                                      </p:cBhvr>
                                      <p:to>
                                        <p:strVal val="visible"/>
                                      </p:to>
                                    </p:set>
                                    <p:animEffect transition="in" filter="wipe(up)">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grpId="0" nodeType="clickEffect">
                                  <p:stCondLst>
                                    <p:cond delay="0"/>
                                  </p:stCondLst>
                                  <p:childTnLst>
                                    <p:set>
                                      <p:cBhvr>
                                        <p:cTn id="67" dur="1" fill="hold">
                                          <p:stCondLst>
                                            <p:cond delay="0"/>
                                          </p:stCondLst>
                                        </p:cTn>
                                        <p:tgtEl>
                                          <p:spTgt spid="50"/>
                                        </p:tgtEl>
                                        <p:attrNameLst>
                                          <p:attrName>style.visibility</p:attrName>
                                        </p:attrNameLst>
                                      </p:cBhvr>
                                      <p:to>
                                        <p:strVal val="visible"/>
                                      </p:to>
                                    </p:set>
                                    <p:anim calcmode="lin" valueType="num">
                                      <p:cBhvr additive="base">
                                        <p:cTn id="68" dur="500"/>
                                        <p:tgtEl>
                                          <p:spTgt spid="50"/>
                                        </p:tgtEl>
                                        <p:attrNameLst>
                                          <p:attrName>ppt_x</p:attrName>
                                        </p:attrNameLst>
                                      </p:cBhvr>
                                      <p:tavLst>
                                        <p:tav tm="0">
                                          <p:val>
                                            <p:strVal val="#ppt_x-#ppt_w*1.125000"/>
                                          </p:val>
                                        </p:tav>
                                        <p:tav tm="100000">
                                          <p:val>
                                            <p:strVal val="#ppt_x"/>
                                          </p:val>
                                        </p:tav>
                                      </p:tavLst>
                                    </p:anim>
                                    <p:animEffect transition="in" filter="wipe(right)">
                                      <p:cBhvr>
                                        <p:cTn id="69" dur="500"/>
                                        <p:tgtEl>
                                          <p:spTgt spid="50"/>
                                        </p:tgtEl>
                                      </p:cBhvr>
                                    </p:animEffec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20"/>
                                        </p:tgtEl>
                                        <p:attrNameLst>
                                          <p:attrName>style.visibility</p:attrName>
                                        </p:attrNameLst>
                                      </p:cBhvr>
                                      <p:to>
                                        <p:strVal val="visible"/>
                                      </p:to>
                                    </p:set>
                                    <p:animEffect transition="in" filter="wipe(up)">
                                      <p:cBhvr>
                                        <p:cTn id="73" dur="5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12" presetClass="entr" presetSubtype="8"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anim calcmode="lin" valueType="num">
                                      <p:cBhvr additive="base">
                                        <p:cTn id="78" dur="500"/>
                                        <p:tgtEl>
                                          <p:spTgt spid="13"/>
                                        </p:tgtEl>
                                        <p:attrNameLst>
                                          <p:attrName>ppt_x</p:attrName>
                                        </p:attrNameLst>
                                      </p:cBhvr>
                                      <p:tavLst>
                                        <p:tav tm="0">
                                          <p:val>
                                            <p:strVal val="#ppt_x-#ppt_w*1.125000"/>
                                          </p:val>
                                        </p:tav>
                                        <p:tav tm="100000">
                                          <p:val>
                                            <p:strVal val="#ppt_x"/>
                                          </p:val>
                                        </p:tav>
                                      </p:tavLst>
                                    </p:anim>
                                    <p:animEffect transition="in" filter="wipe(right)">
                                      <p:cBhvr>
                                        <p:cTn id="79" dur="500"/>
                                        <p:tgtEl>
                                          <p:spTgt spid="13"/>
                                        </p:tgtEl>
                                      </p:cBhvr>
                                    </p:animEffect>
                                  </p:childTnLst>
                                </p:cTn>
                              </p:par>
                            </p:childTnLst>
                          </p:cTn>
                        </p:par>
                        <p:par>
                          <p:cTn id="80" fill="hold">
                            <p:stCondLst>
                              <p:cond delay="500"/>
                            </p:stCondLst>
                            <p:childTnLst>
                              <p:par>
                                <p:cTn id="81" presetID="10" presetClass="entr" presetSubtype="0" fill="hold" grpId="0" nodeType="afterEffect">
                                  <p:stCondLst>
                                    <p:cond delay="100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500"/>
                                        <p:tgtEl>
                                          <p:spTgt spid="38"/>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8" fill="hold" grpId="0" nodeType="clickEffect">
                                  <p:stCondLst>
                                    <p:cond delay="0"/>
                                  </p:stCondLst>
                                  <p:childTnLst>
                                    <p:set>
                                      <p:cBhvr>
                                        <p:cTn id="87" dur="1" fill="hold">
                                          <p:stCondLst>
                                            <p:cond delay="0"/>
                                          </p:stCondLst>
                                        </p:cTn>
                                        <p:tgtEl>
                                          <p:spTgt spid="14"/>
                                        </p:tgtEl>
                                        <p:attrNameLst>
                                          <p:attrName>style.visibility</p:attrName>
                                        </p:attrNameLst>
                                      </p:cBhvr>
                                      <p:to>
                                        <p:strVal val="visible"/>
                                      </p:to>
                                    </p:set>
                                    <p:anim calcmode="lin" valueType="num">
                                      <p:cBhvr additive="base">
                                        <p:cTn id="88" dur="500"/>
                                        <p:tgtEl>
                                          <p:spTgt spid="14"/>
                                        </p:tgtEl>
                                        <p:attrNameLst>
                                          <p:attrName>ppt_x</p:attrName>
                                        </p:attrNameLst>
                                      </p:cBhvr>
                                      <p:tavLst>
                                        <p:tav tm="0">
                                          <p:val>
                                            <p:strVal val="#ppt_x-#ppt_w*1.125000"/>
                                          </p:val>
                                        </p:tav>
                                        <p:tav tm="100000">
                                          <p:val>
                                            <p:strVal val="#ppt_x"/>
                                          </p:val>
                                        </p:tav>
                                      </p:tavLst>
                                    </p:anim>
                                    <p:animEffect transition="in" filter="wipe(right)">
                                      <p:cBhvr>
                                        <p:cTn id="89" dur="500"/>
                                        <p:tgtEl>
                                          <p:spTgt spid="14"/>
                                        </p:tgtEl>
                                      </p:cBhvr>
                                    </p:animEffect>
                                  </p:childTnLst>
                                </p:cTn>
                              </p:par>
                            </p:childTnLst>
                          </p:cTn>
                        </p:par>
                        <p:par>
                          <p:cTn id="90" fill="hold">
                            <p:stCondLst>
                              <p:cond delay="500"/>
                            </p:stCondLst>
                            <p:childTnLst>
                              <p:par>
                                <p:cTn id="91" presetID="10" presetClass="entr" presetSubtype="0" fill="hold" grpId="0" nodeType="afterEffect">
                                  <p:stCondLst>
                                    <p:cond delay="100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500"/>
                                        <p:tgtEl>
                                          <p:spTgt spid="46"/>
                                        </p:tgtEl>
                                      </p:cBhvr>
                                    </p:animEffect>
                                  </p:childTnLst>
                                </p:cTn>
                              </p:par>
                            </p:childTnLst>
                          </p:cTn>
                        </p:par>
                      </p:childTnLst>
                    </p:cTn>
                  </p:par>
                  <p:par>
                    <p:cTn id="94" fill="hold">
                      <p:stCondLst>
                        <p:cond delay="indefinite"/>
                      </p:stCondLst>
                      <p:childTnLst>
                        <p:par>
                          <p:cTn id="95" fill="hold">
                            <p:stCondLst>
                              <p:cond delay="0"/>
                            </p:stCondLst>
                            <p:childTnLst>
                              <p:par>
                                <p:cTn id="96" presetID="12" presetClass="entr" presetSubtype="8" fill="hold" grpId="0" nodeType="clickEffect">
                                  <p:stCondLst>
                                    <p:cond delay="0"/>
                                  </p:stCondLst>
                                  <p:childTnLst>
                                    <p:set>
                                      <p:cBhvr>
                                        <p:cTn id="97" dur="1" fill="hold">
                                          <p:stCondLst>
                                            <p:cond delay="0"/>
                                          </p:stCondLst>
                                        </p:cTn>
                                        <p:tgtEl>
                                          <p:spTgt spid="51"/>
                                        </p:tgtEl>
                                        <p:attrNameLst>
                                          <p:attrName>style.visibility</p:attrName>
                                        </p:attrNameLst>
                                      </p:cBhvr>
                                      <p:to>
                                        <p:strVal val="visible"/>
                                      </p:to>
                                    </p:set>
                                    <p:anim calcmode="lin" valueType="num">
                                      <p:cBhvr additive="base">
                                        <p:cTn id="98" dur="500"/>
                                        <p:tgtEl>
                                          <p:spTgt spid="51"/>
                                        </p:tgtEl>
                                        <p:attrNameLst>
                                          <p:attrName>ppt_x</p:attrName>
                                        </p:attrNameLst>
                                      </p:cBhvr>
                                      <p:tavLst>
                                        <p:tav tm="0">
                                          <p:val>
                                            <p:strVal val="#ppt_x-#ppt_w*1.125000"/>
                                          </p:val>
                                        </p:tav>
                                        <p:tav tm="100000">
                                          <p:val>
                                            <p:strVal val="#ppt_x"/>
                                          </p:val>
                                        </p:tav>
                                      </p:tavLst>
                                    </p:anim>
                                    <p:animEffect transition="in" filter="wipe(right)">
                                      <p:cBhvr>
                                        <p:cTn id="99" dur="500"/>
                                        <p:tgtEl>
                                          <p:spTgt spid="51"/>
                                        </p:tgtEl>
                                      </p:cBhvr>
                                    </p:animEffect>
                                  </p:childTnLst>
                                </p:cTn>
                              </p:par>
                            </p:childTnLst>
                          </p:cTn>
                        </p:par>
                        <p:par>
                          <p:cTn id="100" fill="hold">
                            <p:stCondLst>
                              <p:cond delay="500"/>
                            </p:stCondLst>
                            <p:childTnLst>
                              <p:par>
                                <p:cTn id="101" presetID="22" presetClass="entr" presetSubtype="1" fill="hold" nodeType="afterEffect">
                                  <p:stCondLst>
                                    <p:cond delay="1000"/>
                                  </p:stCondLst>
                                  <p:childTnLst>
                                    <p:set>
                                      <p:cBhvr>
                                        <p:cTn id="102" dur="1" fill="hold">
                                          <p:stCondLst>
                                            <p:cond delay="0"/>
                                          </p:stCondLst>
                                        </p:cTn>
                                        <p:tgtEl>
                                          <p:spTgt spid="33"/>
                                        </p:tgtEl>
                                        <p:attrNameLst>
                                          <p:attrName>style.visibility</p:attrName>
                                        </p:attrNameLst>
                                      </p:cBhvr>
                                      <p:to>
                                        <p:strVal val="visible"/>
                                      </p:to>
                                    </p:set>
                                    <p:animEffect transition="in" filter="wipe(up)">
                                      <p:cBhvr>
                                        <p:cTn id="103" dur="500"/>
                                        <p:tgtEl>
                                          <p:spTgt spid="33"/>
                                        </p:tgtEl>
                                      </p:cBhvr>
                                    </p:animEffect>
                                  </p:childTnLst>
                                </p:cTn>
                              </p:par>
                            </p:childTnLst>
                          </p:cTn>
                        </p:par>
                      </p:childTnLst>
                    </p:cTn>
                  </p:par>
                  <p:par>
                    <p:cTn id="104" fill="hold">
                      <p:stCondLst>
                        <p:cond delay="indefinite"/>
                      </p:stCondLst>
                      <p:childTnLst>
                        <p:par>
                          <p:cTn id="105" fill="hold">
                            <p:stCondLst>
                              <p:cond delay="0"/>
                            </p:stCondLst>
                            <p:childTnLst>
                              <p:par>
                                <p:cTn id="106" presetID="12" presetClass="entr" presetSubtype="8" fill="hold" grpId="0" nodeType="clickEffect">
                                  <p:stCondLst>
                                    <p:cond delay="0"/>
                                  </p:stCondLst>
                                  <p:childTnLst>
                                    <p:set>
                                      <p:cBhvr>
                                        <p:cTn id="107" dur="1" fill="hold">
                                          <p:stCondLst>
                                            <p:cond delay="0"/>
                                          </p:stCondLst>
                                        </p:cTn>
                                        <p:tgtEl>
                                          <p:spTgt spid="52"/>
                                        </p:tgtEl>
                                        <p:attrNameLst>
                                          <p:attrName>style.visibility</p:attrName>
                                        </p:attrNameLst>
                                      </p:cBhvr>
                                      <p:to>
                                        <p:strVal val="visible"/>
                                      </p:to>
                                    </p:set>
                                    <p:anim calcmode="lin" valueType="num">
                                      <p:cBhvr additive="base">
                                        <p:cTn id="108" dur="500"/>
                                        <p:tgtEl>
                                          <p:spTgt spid="52"/>
                                        </p:tgtEl>
                                        <p:attrNameLst>
                                          <p:attrName>ppt_x</p:attrName>
                                        </p:attrNameLst>
                                      </p:cBhvr>
                                      <p:tavLst>
                                        <p:tav tm="0">
                                          <p:val>
                                            <p:strVal val="#ppt_x-#ppt_w*1.125000"/>
                                          </p:val>
                                        </p:tav>
                                        <p:tav tm="100000">
                                          <p:val>
                                            <p:strVal val="#ppt_x"/>
                                          </p:val>
                                        </p:tav>
                                      </p:tavLst>
                                    </p:anim>
                                    <p:animEffect transition="in" filter="wipe(right)">
                                      <p:cBhvr>
                                        <p:cTn id="109" dur="500"/>
                                        <p:tgtEl>
                                          <p:spTgt spid="52"/>
                                        </p:tgtEl>
                                      </p:cBhvr>
                                    </p:animEffect>
                                  </p:childTnLst>
                                </p:cTn>
                              </p:par>
                            </p:childTnLst>
                          </p:cTn>
                        </p:par>
                        <p:par>
                          <p:cTn id="110" fill="hold">
                            <p:stCondLst>
                              <p:cond delay="500"/>
                            </p:stCondLst>
                            <p:childTnLst>
                              <p:par>
                                <p:cTn id="111" presetID="10" presetClass="entr" presetSubtype="0" fill="hold" grpId="0" nodeType="afterEffect">
                                  <p:stCondLst>
                                    <p:cond delay="100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500"/>
                                        <p:tgtEl>
                                          <p:spTgt spid="47"/>
                                        </p:tgtEl>
                                      </p:cBhvr>
                                    </p:animEffect>
                                  </p:childTnLst>
                                </p:cTn>
                              </p:par>
                            </p:childTnLst>
                          </p:cTn>
                        </p:par>
                      </p:childTnLst>
                    </p:cTn>
                  </p:par>
                  <p:par>
                    <p:cTn id="114" fill="hold">
                      <p:stCondLst>
                        <p:cond delay="indefinite"/>
                      </p:stCondLst>
                      <p:childTnLst>
                        <p:par>
                          <p:cTn id="115" fill="hold">
                            <p:stCondLst>
                              <p:cond delay="0"/>
                            </p:stCondLst>
                            <p:childTnLst>
                              <p:par>
                                <p:cTn id="116" presetID="12" presetClass="entr" presetSubtype="8" fill="hold" grpId="0" nodeType="clickEffect">
                                  <p:stCondLst>
                                    <p:cond delay="0"/>
                                  </p:stCondLst>
                                  <p:childTnLst>
                                    <p:set>
                                      <p:cBhvr>
                                        <p:cTn id="117" dur="1" fill="hold">
                                          <p:stCondLst>
                                            <p:cond delay="0"/>
                                          </p:stCondLst>
                                        </p:cTn>
                                        <p:tgtEl>
                                          <p:spTgt spid="53"/>
                                        </p:tgtEl>
                                        <p:attrNameLst>
                                          <p:attrName>style.visibility</p:attrName>
                                        </p:attrNameLst>
                                      </p:cBhvr>
                                      <p:to>
                                        <p:strVal val="visible"/>
                                      </p:to>
                                    </p:set>
                                    <p:anim calcmode="lin" valueType="num">
                                      <p:cBhvr additive="base">
                                        <p:cTn id="118" dur="500"/>
                                        <p:tgtEl>
                                          <p:spTgt spid="53"/>
                                        </p:tgtEl>
                                        <p:attrNameLst>
                                          <p:attrName>ppt_x</p:attrName>
                                        </p:attrNameLst>
                                      </p:cBhvr>
                                      <p:tavLst>
                                        <p:tav tm="0">
                                          <p:val>
                                            <p:strVal val="#ppt_x-#ppt_w*1.125000"/>
                                          </p:val>
                                        </p:tav>
                                        <p:tav tm="100000">
                                          <p:val>
                                            <p:strVal val="#ppt_x"/>
                                          </p:val>
                                        </p:tav>
                                      </p:tavLst>
                                    </p:anim>
                                    <p:animEffect transition="in" filter="wipe(right)">
                                      <p:cBhvr>
                                        <p:cTn id="119" dur="500"/>
                                        <p:tgtEl>
                                          <p:spTgt spid="53"/>
                                        </p:tgtEl>
                                      </p:cBhvr>
                                    </p:animEffect>
                                  </p:childTnLst>
                                </p:cTn>
                              </p:par>
                            </p:childTnLst>
                          </p:cTn>
                        </p:par>
                        <p:par>
                          <p:cTn id="120" fill="hold">
                            <p:stCondLst>
                              <p:cond delay="500"/>
                            </p:stCondLst>
                            <p:childTnLst>
                              <p:par>
                                <p:cTn id="121" presetID="10" presetClass="entr" presetSubtype="0" fill="hold" grpId="0" nodeType="afterEffect">
                                  <p:stCondLst>
                                    <p:cond delay="1000"/>
                                  </p:stCondLst>
                                  <p:childTnLst>
                                    <p:set>
                                      <p:cBhvr>
                                        <p:cTn id="122" dur="1" fill="hold">
                                          <p:stCondLst>
                                            <p:cond delay="0"/>
                                          </p:stCondLst>
                                        </p:cTn>
                                        <p:tgtEl>
                                          <p:spTgt spid="25"/>
                                        </p:tgtEl>
                                        <p:attrNameLst>
                                          <p:attrName>style.visibility</p:attrName>
                                        </p:attrNameLst>
                                      </p:cBhvr>
                                      <p:to>
                                        <p:strVal val="visible"/>
                                      </p:to>
                                    </p:set>
                                    <p:animEffect transition="in" filter="fade">
                                      <p:cBhvr>
                                        <p:cTn id="123" dur="500"/>
                                        <p:tgtEl>
                                          <p:spTgt spid="25"/>
                                        </p:tgtEl>
                                      </p:cBhvr>
                                    </p:animEffect>
                                  </p:childTnLst>
                                </p:cTn>
                              </p:par>
                            </p:childTnLst>
                          </p:cTn>
                        </p:par>
                      </p:childTnLst>
                    </p:cTn>
                  </p:par>
                  <p:par>
                    <p:cTn id="124" fill="hold">
                      <p:stCondLst>
                        <p:cond delay="indefinite"/>
                      </p:stCondLst>
                      <p:childTnLst>
                        <p:par>
                          <p:cTn id="125" fill="hold">
                            <p:stCondLst>
                              <p:cond delay="0"/>
                            </p:stCondLst>
                            <p:childTnLst>
                              <p:par>
                                <p:cTn id="126" presetID="12" presetClass="entr" presetSubtype="8" fill="hold" grpId="0" nodeType="clickEffect">
                                  <p:stCondLst>
                                    <p:cond delay="0"/>
                                  </p:stCondLst>
                                  <p:childTnLst>
                                    <p:set>
                                      <p:cBhvr>
                                        <p:cTn id="127" dur="1" fill="hold">
                                          <p:stCondLst>
                                            <p:cond delay="0"/>
                                          </p:stCondLst>
                                        </p:cTn>
                                        <p:tgtEl>
                                          <p:spTgt spid="48"/>
                                        </p:tgtEl>
                                        <p:attrNameLst>
                                          <p:attrName>style.visibility</p:attrName>
                                        </p:attrNameLst>
                                      </p:cBhvr>
                                      <p:to>
                                        <p:strVal val="visible"/>
                                      </p:to>
                                    </p:set>
                                    <p:anim calcmode="lin" valueType="num">
                                      <p:cBhvr additive="base">
                                        <p:cTn id="128" dur="500"/>
                                        <p:tgtEl>
                                          <p:spTgt spid="48"/>
                                        </p:tgtEl>
                                        <p:attrNameLst>
                                          <p:attrName>ppt_x</p:attrName>
                                        </p:attrNameLst>
                                      </p:cBhvr>
                                      <p:tavLst>
                                        <p:tav tm="0">
                                          <p:val>
                                            <p:strVal val="#ppt_x-#ppt_w*1.125000"/>
                                          </p:val>
                                        </p:tav>
                                        <p:tav tm="100000">
                                          <p:val>
                                            <p:strVal val="#ppt_x"/>
                                          </p:val>
                                        </p:tav>
                                      </p:tavLst>
                                    </p:anim>
                                    <p:animEffect transition="in" filter="wipe(right)">
                                      <p:cBhvr>
                                        <p:cTn id="129" dur="500"/>
                                        <p:tgtEl>
                                          <p:spTgt spid="48"/>
                                        </p:tgtEl>
                                      </p:cBhvr>
                                    </p:animEffect>
                                  </p:childTnLst>
                                </p:cTn>
                              </p:par>
                            </p:childTnLst>
                          </p:cTn>
                        </p:par>
                        <p:par>
                          <p:cTn id="130" fill="hold">
                            <p:stCondLst>
                              <p:cond delay="500"/>
                            </p:stCondLst>
                            <p:childTnLst>
                              <p:par>
                                <p:cTn id="131" presetID="22" presetClass="entr" presetSubtype="1" fill="hold" nodeType="afterEffect">
                                  <p:stCondLst>
                                    <p:cond delay="1000"/>
                                  </p:stCondLst>
                                  <p:childTnLst>
                                    <p:set>
                                      <p:cBhvr>
                                        <p:cTn id="132" dur="1" fill="hold">
                                          <p:stCondLst>
                                            <p:cond delay="0"/>
                                          </p:stCondLst>
                                        </p:cTn>
                                        <p:tgtEl>
                                          <p:spTgt spid="26"/>
                                        </p:tgtEl>
                                        <p:attrNameLst>
                                          <p:attrName>style.visibility</p:attrName>
                                        </p:attrNameLst>
                                      </p:cBhvr>
                                      <p:to>
                                        <p:strVal val="visible"/>
                                      </p:to>
                                    </p:set>
                                    <p:animEffect transition="in" filter="wipe(up)">
                                      <p:cBhvr>
                                        <p:cTn id="133" dur="500"/>
                                        <p:tgtEl>
                                          <p:spTgt spid="26"/>
                                        </p:tgtEl>
                                      </p:cBhvr>
                                    </p:animEffect>
                                  </p:childTnLst>
                                </p:cTn>
                              </p:par>
                            </p:childTnLst>
                          </p:cTn>
                        </p:par>
                      </p:childTnLst>
                    </p:cTn>
                  </p:par>
                  <p:par>
                    <p:cTn id="134" fill="hold">
                      <p:stCondLst>
                        <p:cond delay="indefinite"/>
                      </p:stCondLst>
                      <p:childTnLst>
                        <p:par>
                          <p:cTn id="135" fill="hold">
                            <p:stCondLst>
                              <p:cond delay="0"/>
                            </p:stCondLst>
                            <p:childTnLst>
                              <p:par>
                                <p:cTn id="136" presetID="12" presetClass="entr" presetSubtype="8" fill="hold" grpId="0" nodeType="clickEffect">
                                  <p:stCondLst>
                                    <p:cond delay="0"/>
                                  </p:stCondLst>
                                  <p:childTnLst>
                                    <p:set>
                                      <p:cBhvr>
                                        <p:cTn id="137" dur="1" fill="hold">
                                          <p:stCondLst>
                                            <p:cond delay="0"/>
                                          </p:stCondLst>
                                        </p:cTn>
                                        <p:tgtEl>
                                          <p:spTgt spid="54"/>
                                        </p:tgtEl>
                                        <p:attrNameLst>
                                          <p:attrName>style.visibility</p:attrName>
                                        </p:attrNameLst>
                                      </p:cBhvr>
                                      <p:to>
                                        <p:strVal val="visible"/>
                                      </p:to>
                                    </p:set>
                                    <p:anim calcmode="lin" valueType="num">
                                      <p:cBhvr additive="base">
                                        <p:cTn id="138" dur="500"/>
                                        <p:tgtEl>
                                          <p:spTgt spid="54"/>
                                        </p:tgtEl>
                                        <p:attrNameLst>
                                          <p:attrName>ppt_x</p:attrName>
                                        </p:attrNameLst>
                                      </p:cBhvr>
                                      <p:tavLst>
                                        <p:tav tm="0">
                                          <p:val>
                                            <p:strVal val="#ppt_x-#ppt_w*1.125000"/>
                                          </p:val>
                                        </p:tav>
                                        <p:tav tm="100000">
                                          <p:val>
                                            <p:strVal val="#ppt_x"/>
                                          </p:val>
                                        </p:tav>
                                      </p:tavLst>
                                    </p:anim>
                                    <p:animEffect transition="in" filter="wipe(right)">
                                      <p:cBhvr>
                                        <p:cTn id="139" dur="500"/>
                                        <p:tgtEl>
                                          <p:spTgt spid="54"/>
                                        </p:tgtEl>
                                      </p:cBhvr>
                                    </p:animEffect>
                                  </p:childTnLst>
                                </p:cTn>
                              </p:par>
                            </p:childTnLst>
                          </p:cTn>
                        </p:par>
                        <p:par>
                          <p:cTn id="140" fill="hold">
                            <p:stCondLst>
                              <p:cond delay="500"/>
                            </p:stCondLst>
                            <p:childTnLst>
                              <p:par>
                                <p:cTn id="141" presetID="10" presetClass="entr" presetSubtype="0" fill="hold" grpId="0" nodeType="afterEffect">
                                  <p:stCondLst>
                                    <p:cond delay="1000"/>
                                  </p:stCondLst>
                                  <p:childTnLst>
                                    <p:set>
                                      <p:cBhvr>
                                        <p:cTn id="142" dur="1" fill="hold">
                                          <p:stCondLst>
                                            <p:cond delay="0"/>
                                          </p:stCondLst>
                                        </p:cTn>
                                        <p:tgtEl>
                                          <p:spTgt spid="31"/>
                                        </p:tgtEl>
                                        <p:attrNameLst>
                                          <p:attrName>style.visibility</p:attrName>
                                        </p:attrNameLst>
                                      </p:cBhvr>
                                      <p:to>
                                        <p:strVal val="visible"/>
                                      </p:to>
                                    </p:set>
                                    <p:animEffect transition="in" filter="fade">
                                      <p:cBhvr>
                                        <p:cTn id="143" dur="500"/>
                                        <p:tgtEl>
                                          <p:spTgt spid="31"/>
                                        </p:tgtEl>
                                      </p:cBhvr>
                                    </p:animEffect>
                                  </p:childTnLst>
                                </p:cTn>
                              </p:par>
                            </p:childTnLst>
                          </p:cTn>
                        </p:par>
                      </p:childTnLst>
                    </p:cTn>
                  </p:par>
                  <p:par>
                    <p:cTn id="144" fill="hold">
                      <p:stCondLst>
                        <p:cond delay="indefinite"/>
                      </p:stCondLst>
                      <p:childTnLst>
                        <p:par>
                          <p:cTn id="145" fill="hold">
                            <p:stCondLst>
                              <p:cond delay="0"/>
                            </p:stCondLst>
                            <p:childTnLst>
                              <p:par>
                                <p:cTn id="146" presetID="12" presetClass="entr" presetSubtype="8" fill="hold" grpId="0" nodeType="clickEffect">
                                  <p:stCondLst>
                                    <p:cond delay="0"/>
                                  </p:stCondLst>
                                  <p:childTnLst>
                                    <p:set>
                                      <p:cBhvr>
                                        <p:cTn id="147" dur="1" fill="hold">
                                          <p:stCondLst>
                                            <p:cond delay="0"/>
                                          </p:stCondLst>
                                        </p:cTn>
                                        <p:tgtEl>
                                          <p:spTgt spid="49"/>
                                        </p:tgtEl>
                                        <p:attrNameLst>
                                          <p:attrName>style.visibility</p:attrName>
                                        </p:attrNameLst>
                                      </p:cBhvr>
                                      <p:to>
                                        <p:strVal val="visible"/>
                                      </p:to>
                                    </p:set>
                                    <p:anim calcmode="lin" valueType="num">
                                      <p:cBhvr additive="base">
                                        <p:cTn id="148" dur="500"/>
                                        <p:tgtEl>
                                          <p:spTgt spid="49"/>
                                        </p:tgtEl>
                                        <p:attrNameLst>
                                          <p:attrName>ppt_x</p:attrName>
                                        </p:attrNameLst>
                                      </p:cBhvr>
                                      <p:tavLst>
                                        <p:tav tm="0">
                                          <p:val>
                                            <p:strVal val="#ppt_x-#ppt_w*1.125000"/>
                                          </p:val>
                                        </p:tav>
                                        <p:tav tm="100000">
                                          <p:val>
                                            <p:strVal val="#ppt_x"/>
                                          </p:val>
                                        </p:tav>
                                      </p:tavLst>
                                    </p:anim>
                                    <p:animEffect transition="in" filter="wipe(right)">
                                      <p:cBhvr>
                                        <p:cTn id="149" dur="500"/>
                                        <p:tgtEl>
                                          <p:spTgt spid="49"/>
                                        </p:tgtEl>
                                      </p:cBhvr>
                                    </p:animEffect>
                                  </p:childTnLst>
                                </p:cTn>
                              </p:par>
                            </p:childTnLst>
                          </p:cTn>
                        </p:par>
                        <p:par>
                          <p:cTn id="150" fill="hold">
                            <p:stCondLst>
                              <p:cond delay="500"/>
                            </p:stCondLst>
                            <p:childTnLst>
                              <p:par>
                                <p:cTn id="151" presetID="10" presetClass="entr" presetSubtype="0" fill="hold" grpId="0" nodeType="afterEffect">
                                  <p:stCondLst>
                                    <p:cond delay="1000"/>
                                  </p:stCondLst>
                                  <p:childTnLst>
                                    <p:set>
                                      <p:cBhvr>
                                        <p:cTn id="152" dur="1" fill="hold">
                                          <p:stCondLst>
                                            <p:cond delay="0"/>
                                          </p:stCondLst>
                                        </p:cTn>
                                        <p:tgtEl>
                                          <p:spTgt spid="44"/>
                                        </p:tgtEl>
                                        <p:attrNameLst>
                                          <p:attrName>style.visibility</p:attrName>
                                        </p:attrNameLst>
                                      </p:cBhvr>
                                      <p:to>
                                        <p:strVal val="visible"/>
                                      </p:to>
                                    </p:set>
                                    <p:animEffect transition="in" filter="fade">
                                      <p:cBhvr>
                                        <p:cTn id="15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P spid="10" grpId="0"/>
      <p:bldP spid="11" grpId="0" autoUpdateAnimBg="0"/>
      <p:bldP spid="12" grpId="0" autoUpdateAnimBg="0"/>
      <p:bldP spid="13" grpId="0" autoUpdateAnimBg="0"/>
      <p:bldP spid="14" grpId="0" autoUpdateAnimBg="0"/>
      <p:bldP spid="31" grpId="0" autoUpdateAnimBg="0"/>
      <p:bldP spid="38" grpId="0" autoUpdateAnimBg="0"/>
      <p:bldP spid="44" grpId="0" autoUpdateAnimBg="0"/>
      <p:bldP spid="46" grpId="0" autoUpdateAnimBg="0"/>
      <p:bldP spid="47" grpId="0" autoUpdateAnimBg="0"/>
      <p:bldP spid="48" grpId="0" autoUpdateAnimBg="0"/>
      <p:bldP spid="49" grpId="0" autoUpdateAnimBg="0"/>
      <p:bldP spid="50" grpId="0" autoUpdateAnimBg="0"/>
      <p:bldP spid="51" grpId="0" autoUpdateAnimBg="0"/>
      <p:bldP spid="52" grpId="0" autoUpdateAnimBg="0"/>
      <p:bldP spid="53" grpId="0" autoUpdateAnimBg="0"/>
      <p:bldP spid="54" grpId="0" autoUpdateAnimBg="0"/>
      <p:bldP spid="57" grpId="0"/>
      <p:bldP spid="25" grpId="0" autoUpdateAnimBg="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文本框 191">
            <a:extLst>
              <a:ext uri="{FF2B5EF4-FFF2-40B4-BE49-F238E27FC236}">
                <a16:creationId xmlns:a16="http://schemas.microsoft.com/office/drawing/2014/main" id="{24395993-4D2B-41F7-848C-9F5B99FBF4AA}"/>
              </a:ext>
            </a:extLst>
          </p:cNvPr>
          <p:cNvSpPr txBox="1"/>
          <p:nvPr/>
        </p:nvSpPr>
        <p:spPr>
          <a:xfrm>
            <a:off x="295434" y="1034226"/>
            <a:ext cx="2774677" cy="2131866"/>
          </a:xfrm>
          <a:prstGeom prst="rect">
            <a:avLst/>
          </a:prstGeom>
          <a:noFill/>
        </p:spPr>
        <p:txBody>
          <a:bodyPr wrap="square" rtlCol="0">
            <a:spAutoFit/>
          </a:bodyPr>
          <a:lstStyle/>
          <a:p>
            <a:pPr>
              <a:lnSpc>
                <a:spcPct val="120000"/>
              </a:lnSpc>
            </a:pPr>
            <a:r>
              <a:rPr lang="zh-CN" altLang="en-US" b="1" dirty="0"/>
              <a:t>示例，设有外部声明：</a:t>
            </a:r>
            <a:endParaRPr lang="en-US" altLang="zh-CN" b="1" dirty="0"/>
          </a:p>
          <a:p>
            <a:pPr>
              <a:lnSpc>
                <a:spcPct val="120000"/>
              </a:lnSpc>
            </a:pPr>
            <a:r>
              <a:rPr lang="en-US" altLang="zh-CN" b="1" dirty="0">
                <a:solidFill>
                  <a:srgbClr val="C00000"/>
                </a:solidFill>
                <a:effectLst>
                  <a:outerShdw blurRad="38100" dist="38100" dir="2700000" algn="tl">
                    <a:srgbClr val="000000">
                      <a:alpha val="43137"/>
                    </a:srgbClr>
                  </a:outerShdw>
                </a:effectLst>
              </a:rPr>
              <a:t>char</a:t>
            </a:r>
            <a:r>
              <a:rPr lang="en-US" altLang="zh-CN" b="1" dirty="0">
                <a:solidFill>
                  <a:srgbClr val="C00000"/>
                </a:solidFill>
              </a:rPr>
              <a:t>  *s=“-*a##b##c##”;</a:t>
            </a:r>
          </a:p>
          <a:p>
            <a:pPr>
              <a:lnSpc>
                <a:spcPct val="120000"/>
              </a:lnSpc>
            </a:pPr>
            <a:r>
              <a:rPr lang="en-US" altLang="zh-CN" b="1" dirty="0">
                <a:solidFill>
                  <a:srgbClr val="C00000"/>
                </a:solidFill>
                <a:effectLst>
                  <a:outerShdw blurRad="38100" dist="38100" dir="2700000" algn="tl">
                    <a:srgbClr val="000000">
                      <a:alpha val="43137"/>
                    </a:srgbClr>
                  </a:outerShdw>
                </a:effectLst>
              </a:rPr>
              <a:t>int</a:t>
            </a:r>
            <a:r>
              <a:rPr lang="en-US" altLang="zh-CN" b="1" dirty="0">
                <a:solidFill>
                  <a:srgbClr val="C00000"/>
                </a:solidFill>
              </a:rPr>
              <a:t>     </a:t>
            </a:r>
            <a:r>
              <a:rPr lang="en-US" altLang="zh-CN" b="1" dirty="0" err="1">
                <a:solidFill>
                  <a:srgbClr val="C00000"/>
                </a:solidFill>
              </a:rPr>
              <a:t>i</a:t>
            </a:r>
            <a:r>
              <a:rPr lang="en-US" altLang="zh-CN" b="1" dirty="0">
                <a:solidFill>
                  <a:srgbClr val="C00000"/>
                </a:solidFill>
              </a:rPr>
              <a:t> = 0;</a:t>
            </a:r>
          </a:p>
          <a:p>
            <a:pPr>
              <a:lnSpc>
                <a:spcPct val="120000"/>
              </a:lnSpc>
            </a:pPr>
            <a:r>
              <a:rPr lang="en-US" altLang="zh-CN" b="1" dirty="0" err="1">
                <a:solidFill>
                  <a:srgbClr val="C00000"/>
                </a:solidFill>
              </a:rPr>
              <a:t>BiTree</a:t>
            </a:r>
            <a:r>
              <a:rPr lang="en-US" altLang="zh-CN" b="1" dirty="0">
                <a:solidFill>
                  <a:srgbClr val="C00000"/>
                </a:solidFill>
              </a:rPr>
              <a:t>   T;</a:t>
            </a:r>
          </a:p>
          <a:p>
            <a:pPr>
              <a:lnSpc>
                <a:spcPct val="120000"/>
              </a:lnSpc>
              <a:spcBef>
                <a:spcPts val="600"/>
              </a:spcBef>
            </a:pPr>
            <a:r>
              <a:rPr lang="zh-CN" altLang="en-US" b="1" dirty="0"/>
              <a:t>串 </a:t>
            </a:r>
            <a:r>
              <a:rPr lang="en-US" altLang="zh-CN" b="1" dirty="0">
                <a:solidFill>
                  <a:srgbClr val="C00000"/>
                </a:solidFill>
              </a:rPr>
              <a:t>s</a:t>
            </a:r>
            <a:r>
              <a:rPr lang="en-US" altLang="zh-CN" b="1" dirty="0"/>
              <a:t> </a:t>
            </a:r>
            <a:r>
              <a:rPr lang="zh-CN" altLang="en-US" b="1" dirty="0"/>
              <a:t>是图</a:t>
            </a:r>
            <a:r>
              <a:rPr lang="en-US" altLang="zh-CN" b="1" dirty="0"/>
              <a:t>6.10</a:t>
            </a:r>
            <a:r>
              <a:rPr lang="zh-CN" altLang="en-US" b="1" dirty="0"/>
              <a:t>的二叉树的</a:t>
            </a:r>
            <a:endParaRPr lang="en-US" altLang="zh-CN" b="1" dirty="0"/>
          </a:p>
          <a:p>
            <a:pPr>
              <a:lnSpc>
                <a:spcPct val="120000"/>
              </a:lnSpc>
            </a:pPr>
            <a:r>
              <a:rPr lang="zh-CN" altLang="en-US" b="1" dirty="0"/>
              <a:t>先序序列。</a:t>
            </a:r>
            <a:endParaRPr lang="en-US" altLang="zh-CN" b="1" dirty="0"/>
          </a:p>
        </p:txBody>
      </p:sp>
      <p:cxnSp>
        <p:nvCxnSpPr>
          <p:cNvPr id="15" name="直接连接符 14">
            <a:extLst>
              <a:ext uri="{FF2B5EF4-FFF2-40B4-BE49-F238E27FC236}">
                <a16:creationId xmlns:a16="http://schemas.microsoft.com/office/drawing/2014/main" id="{9B42CF5B-3D39-422A-8B33-DF66AC0326F3}"/>
              </a:ext>
            </a:extLst>
          </p:cNvPr>
          <p:cNvCxnSpPr>
            <a:cxnSpLocks/>
          </p:cNvCxnSpPr>
          <p:nvPr/>
        </p:nvCxnSpPr>
        <p:spPr>
          <a:xfrm>
            <a:off x="1970313" y="6256526"/>
            <a:ext cx="1218604" cy="0"/>
          </a:xfrm>
          <a:prstGeom prst="line">
            <a:avLst/>
          </a:prstGeom>
          <a:ln w="215900">
            <a:solidFill>
              <a:srgbClr val="FAC6B8"/>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A111AD0-C3F4-4470-A0DD-BE79A251F043}"/>
              </a:ext>
            </a:extLst>
          </p:cNvPr>
          <p:cNvCxnSpPr>
            <a:cxnSpLocks/>
          </p:cNvCxnSpPr>
          <p:nvPr/>
        </p:nvCxnSpPr>
        <p:spPr>
          <a:xfrm>
            <a:off x="2310724" y="5036603"/>
            <a:ext cx="6878534" cy="0"/>
          </a:xfrm>
          <a:prstGeom prst="line">
            <a:avLst/>
          </a:prstGeom>
          <a:ln w="2159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1C68EA82-BA73-477B-A9FC-3E80852EF92D}"/>
              </a:ext>
            </a:extLst>
          </p:cNvPr>
          <p:cNvCxnSpPr>
            <a:cxnSpLocks/>
          </p:cNvCxnSpPr>
          <p:nvPr/>
        </p:nvCxnSpPr>
        <p:spPr>
          <a:xfrm>
            <a:off x="2280645" y="5537010"/>
            <a:ext cx="4540723" cy="3476"/>
          </a:xfrm>
          <a:prstGeom prst="line">
            <a:avLst/>
          </a:prstGeom>
          <a:ln w="2159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5B30126-2F25-4354-AD69-26CFBB0E5C67}"/>
              </a:ext>
            </a:extLst>
          </p:cNvPr>
          <p:cNvCxnSpPr>
            <a:cxnSpLocks/>
          </p:cNvCxnSpPr>
          <p:nvPr/>
        </p:nvCxnSpPr>
        <p:spPr>
          <a:xfrm>
            <a:off x="2280645" y="5788744"/>
            <a:ext cx="3607625" cy="0"/>
          </a:xfrm>
          <a:prstGeom prst="line">
            <a:avLst/>
          </a:prstGeom>
          <a:ln w="215900">
            <a:solidFill>
              <a:srgbClr val="DBCBE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63DB046F-3E1D-413D-BD88-911159FA7548}"/>
              </a:ext>
            </a:extLst>
          </p:cNvPr>
          <p:cNvCxnSpPr>
            <a:cxnSpLocks/>
          </p:cNvCxnSpPr>
          <p:nvPr/>
        </p:nvCxnSpPr>
        <p:spPr>
          <a:xfrm>
            <a:off x="1987912" y="4301536"/>
            <a:ext cx="1201005" cy="0"/>
          </a:xfrm>
          <a:prstGeom prst="line">
            <a:avLst/>
          </a:prstGeom>
          <a:ln w="2159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33E40EF-5833-4922-BA29-FBAECD8CAFFD}"/>
              </a:ext>
            </a:extLst>
          </p:cNvPr>
          <p:cNvSpPr txBox="1"/>
          <p:nvPr/>
        </p:nvSpPr>
        <p:spPr>
          <a:xfrm>
            <a:off x="1613506" y="3639922"/>
            <a:ext cx="9110691" cy="3046988"/>
          </a:xfrm>
          <a:prstGeom prst="rect">
            <a:avLst/>
          </a:prstGeom>
          <a:noFill/>
          <a:ln w="19050">
            <a:solidFill>
              <a:srgbClr val="7030A0"/>
            </a:solidFill>
          </a:ln>
        </p:spPr>
        <p:txBody>
          <a:bodyPr wrap="square" rtlCol="0">
            <a:spAutoFit/>
          </a:bodyPr>
          <a:lstStyle/>
          <a:p>
            <a:r>
              <a:rPr lang="en-US" altLang="zh-CN" sz="1600" b="1" dirty="0" err="1">
                <a:latin typeface="Consolas" panose="020B0609020204030204" pitchFamily="49" charset="0"/>
              </a:rPr>
              <a:t>BiTree</a:t>
            </a:r>
            <a:r>
              <a:rPr lang="en-US" altLang="zh-CN" sz="1600" b="1" dirty="0">
                <a:effectLst/>
                <a:latin typeface="Consolas" panose="020B0609020204030204" pitchFamily="49" charset="0"/>
              </a:rPr>
              <a:t> </a:t>
            </a:r>
            <a:r>
              <a:rPr lang="en-US" altLang="zh-CN" sz="1600" b="1" dirty="0" err="1">
                <a:effectLst/>
                <a:latin typeface="Consolas" panose="020B0609020204030204" pitchFamily="49" charset="0"/>
              </a:rPr>
              <a:t>CreateBiTree</a:t>
            </a:r>
            <a:r>
              <a:rPr lang="en-US" altLang="zh-CN" sz="1600" b="1" dirty="0">
                <a:effectLst/>
                <a:latin typeface="Consolas" panose="020B0609020204030204" pitchFamily="49" charset="0"/>
              </a:rPr>
              <a:t>(</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char</a:t>
            </a:r>
            <a:r>
              <a:rPr lang="en-US" altLang="zh-CN" sz="1600" b="1" dirty="0">
                <a:effectLst>
                  <a:outerShdw blurRad="38100" dist="38100" dir="2700000" algn="tl">
                    <a:srgbClr val="000000">
                      <a:alpha val="43137"/>
                    </a:srgbClr>
                  </a:outerShdw>
                </a:effectLst>
                <a:latin typeface="Consolas" panose="020B0609020204030204" pitchFamily="49" charset="0"/>
              </a:rPr>
              <a:t> </a:t>
            </a:r>
            <a:r>
              <a:rPr lang="en-US" altLang="zh-CN" sz="1600" b="1" dirty="0">
                <a:effectLst/>
                <a:latin typeface="Consolas" panose="020B0609020204030204" pitchFamily="49" charset="0"/>
              </a:rPr>
              <a:t>*pts)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altLang="zh-CN" sz="1600" b="1" dirty="0">
                <a:effectLst/>
                <a:latin typeface="Consolas" panose="020B0609020204030204" pitchFamily="49" charset="0"/>
              </a:rPr>
              <a:t>  </a:t>
            </a:r>
            <a:r>
              <a:rPr lang="en-US" altLang="zh-CN" sz="1600" b="1" dirty="0">
                <a:solidFill>
                  <a:srgbClr val="357B42"/>
                </a:solidFill>
                <a:effectLst/>
                <a:latin typeface="Consolas" panose="020B0609020204030204" pitchFamily="49" charset="0"/>
              </a:rPr>
              <a:t>// </a:t>
            </a:r>
            <a:r>
              <a:rPr lang="zh-CN" altLang="en-US" sz="1600" b="1" dirty="0">
                <a:solidFill>
                  <a:srgbClr val="C00000"/>
                </a:solidFill>
                <a:effectLst>
                  <a:outerShdw blurRad="38100" dist="38100" dir="2700000" algn="tl">
                    <a:srgbClr val="000000">
                      <a:alpha val="43137"/>
                    </a:srgbClr>
                  </a:outerShdw>
                </a:effectLst>
                <a:latin typeface="Consolas" panose="020B0609020204030204" pitchFamily="49" charset="0"/>
              </a:rPr>
              <a:t>算法</a:t>
            </a:r>
            <a:r>
              <a:rPr lang="en-US" altLang="zh-CN" sz="1600" b="1" dirty="0">
                <a:solidFill>
                  <a:srgbClr val="C00000"/>
                </a:solidFill>
                <a:effectLst>
                  <a:outerShdw blurRad="38100" dist="38100" dir="2700000" algn="tl">
                    <a:srgbClr val="000000">
                      <a:alpha val="43137"/>
                    </a:srgbClr>
                  </a:outerShdw>
                </a:effectLst>
                <a:latin typeface="Consolas" panose="020B0609020204030204" pitchFamily="49" charset="0"/>
              </a:rPr>
              <a:t>6.7</a:t>
            </a:r>
            <a:endParaRPr lang="zh-CN" altLang="en-US" sz="1600" b="1" dirty="0">
              <a:solidFill>
                <a:srgbClr val="C00000"/>
              </a:solidFill>
              <a:effectLst>
                <a:outerShdw blurRad="38100" dist="38100" dir="2700000" algn="tl">
                  <a:srgbClr val="000000">
                    <a:alpha val="43137"/>
                  </a:srgbClr>
                </a:outerShdw>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由先序串</a:t>
            </a:r>
            <a:r>
              <a:rPr lang="en-US" altLang="zh-CN" sz="1600" b="1" dirty="0">
                <a:solidFill>
                  <a:srgbClr val="C00000"/>
                </a:solidFill>
                <a:effectLst/>
                <a:latin typeface="Consolas" panose="020B0609020204030204" pitchFamily="49" charset="0"/>
              </a:rPr>
              <a:t>pts</a:t>
            </a:r>
            <a:r>
              <a:rPr lang="zh-CN" altLang="en-US" sz="1600" b="1" dirty="0">
                <a:solidFill>
                  <a:srgbClr val="357B42"/>
                </a:solidFill>
                <a:effectLst/>
                <a:latin typeface="Consolas" panose="020B0609020204030204" pitchFamily="49" charset="0"/>
              </a:rPr>
              <a:t>构造</a:t>
            </a:r>
            <a:r>
              <a:rPr lang="zh-CN" altLang="en-US" sz="1600" b="1" dirty="0">
                <a:solidFill>
                  <a:srgbClr val="357B42"/>
                </a:solidFill>
                <a:latin typeface="Consolas" panose="020B0609020204030204" pitchFamily="49" charset="0"/>
              </a:rPr>
              <a:t>并返回</a:t>
            </a:r>
            <a:r>
              <a:rPr lang="zh-CN" altLang="en-US" sz="1600" b="1" dirty="0">
                <a:solidFill>
                  <a:srgbClr val="357B42"/>
                </a:solidFill>
                <a:effectLst/>
                <a:latin typeface="Consolas" panose="020B0609020204030204" pitchFamily="49" charset="0"/>
              </a:rPr>
              <a:t>二叉树的二叉链表，</a:t>
            </a:r>
            <a:r>
              <a:rPr lang="zh-CN" altLang="en-US" sz="1600" b="1" dirty="0">
                <a:solidFill>
                  <a:srgbClr val="357B42"/>
                </a:solidFill>
                <a:latin typeface="Consolas" panose="020B0609020204030204" pitchFamily="49" charset="0"/>
              </a:rPr>
              <a:t>全局变量</a:t>
            </a:r>
            <a:r>
              <a:rPr lang="en-US" altLang="zh-CN" sz="1600" b="1" dirty="0" err="1">
                <a:solidFill>
                  <a:srgbClr val="C00000"/>
                </a:solidFill>
                <a:effectLst/>
                <a:latin typeface="Consolas" panose="020B0609020204030204" pitchFamily="49" charset="0"/>
              </a:rPr>
              <a:t>i</a:t>
            </a:r>
            <a:r>
              <a:rPr lang="en-US" altLang="zh-CN" sz="1600" b="1" dirty="0">
                <a:solidFill>
                  <a:srgbClr val="C00000"/>
                </a:solidFill>
                <a:latin typeface="Consolas" panose="020B0609020204030204" pitchFamily="49" charset="0"/>
              </a:rPr>
              <a:t>_</a:t>
            </a:r>
            <a:r>
              <a:rPr lang="zh-CN" altLang="en-US" sz="1600" b="1" dirty="0">
                <a:solidFill>
                  <a:srgbClr val="357B42"/>
                </a:solidFill>
                <a:effectLst/>
                <a:latin typeface="Consolas" panose="020B0609020204030204" pitchFamily="49" charset="0"/>
              </a:rPr>
              <a:t>为</a:t>
            </a:r>
            <a:r>
              <a:rPr lang="en-US" altLang="zh-CN" sz="1600" b="1" dirty="0">
                <a:solidFill>
                  <a:srgbClr val="C00000"/>
                </a:solidFill>
                <a:effectLst/>
                <a:latin typeface="Consolas" panose="020B0609020204030204" pitchFamily="49" charset="0"/>
              </a:rPr>
              <a:t>pts</a:t>
            </a:r>
            <a:r>
              <a:rPr lang="zh-CN" altLang="en-US" sz="1600" b="1" dirty="0">
                <a:solidFill>
                  <a:srgbClr val="357B42"/>
                </a:solidFill>
                <a:effectLst/>
                <a:latin typeface="Consolas" panose="020B0609020204030204" pitchFamily="49" charset="0"/>
              </a:rPr>
              <a:t>当前字符的位标，初值为</a:t>
            </a:r>
            <a:r>
              <a:rPr lang="en-US" altLang="zh-CN" sz="1600" b="1" dirty="0">
                <a:solidFill>
                  <a:srgbClr val="C00000"/>
                </a:solidFill>
                <a:effectLst/>
                <a:latin typeface="Consolas" panose="020B0609020204030204" pitchFamily="49" charset="0"/>
              </a:rPr>
              <a:t>0</a:t>
            </a:r>
            <a:endParaRPr lang="zh-CN" altLang="en-US" sz="1600" b="1" dirty="0">
              <a:solidFill>
                <a:srgbClr val="C00000"/>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err="1">
                <a:latin typeface="Consolas" panose="020B0609020204030204" pitchFamily="49" charset="0"/>
              </a:rPr>
              <a:t>BiTree</a:t>
            </a:r>
            <a:r>
              <a:rPr lang="en-US" altLang="zh-CN" sz="1600" b="1" dirty="0">
                <a:latin typeface="Consolas" panose="020B0609020204030204" pitchFamily="49" charset="0"/>
              </a:rPr>
              <a:t> T;</a:t>
            </a:r>
          </a:p>
          <a:p>
            <a:r>
              <a:rPr lang="en-US" altLang="zh-CN"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if</a:t>
            </a:r>
            <a:r>
              <a:rPr lang="en-US" altLang="zh-CN" sz="1600" b="1" dirty="0">
                <a:latin typeface="Consolas" panose="020B0609020204030204" pitchFamily="49" charset="0"/>
              </a:rPr>
              <a:t> (pts[</a:t>
            </a:r>
            <a:r>
              <a:rPr lang="en-US" altLang="zh-CN" sz="1600" b="1" dirty="0" err="1">
                <a:latin typeface="Consolas" panose="020B0609020204030204" pitchFamily="49" charset="0"/>
              </a:rPr>
              <a:t>i</a:t>
            </a:r>
            <a:r>
              <a:rPr lang="en-US" altLang="zh-CN" sz="1600" b="1" dirty="0">
                <a:latin typeface="Consolas" panose="020B0609020204030204" pitchFamily="49" charset="0"/>
              </a:rPr>
              <a:t>_] == </a:t>
            </a:r>
            <a:r>
              <a:rPr lang="en-US" altLang="zh-CN" sz="1600" b="1" dirty="0">
                <a:solidFill>
                  <a:srgbClr val="A44185"/>
                </a:solidFill>
                <a:effectLst/>
                <a:latin typeface="Consolas" panose="020B0609020204030204" pitchFamily="49" charset="0"/>
              </a:rPr>
              <a:t>‘#’</a:t>
            </a:r>
            <a:r>
              <a:rPr lang="en-US" altLang="zh-CN" sz="1600" b="1" dirty="0">
                <a:latin typeface="Consolas" panose="020B0609020204030204" pitchFamily="49" charset="0"/>
              </a:rPr>
              <a:t>) T = NULL;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空树</a:t>
            </a:r>
            <a:r>
              <a:rPr lang="en-US" altLang="zh-CN" sz="1600" b="1" dirty="0">
                <a:solidFill>
                  <a:srgbClr val="357B42"/>
                </a:solidFill>
                <a:effectLst/>
                <a:latin typeface="Consolas" panose="020B0609020204030204" pitchFamily="49" charset="0"/>
              </a:rPr>
              <a:t>(</a:t>
            </a:r>
            <a:r>
              <a:rPr lang="en-US" altLang="zh-CN" sz="1600" b="1" dirty="0">
                <a:solidFill>
                  <a:srgbClr val="A44185"/>
                </a:solidFill>
                <a:latin typeface="Consolas" panose="020B0609020204030204" pitchFamily="49" charset="0"/>
              </a:rPr>
              <a:t>‘#’</a:t>
            </a:r>
            <a:r>
              <a:rPr lang="zh-CN" altLang="en-US" sz="1600" b="1" dirty="0">
                <a:solidFill>
                  <a:schemeClr val="accent6">
                    <a:lumMod val="75000"/>
                  </a:schemeClr>
                </a:solidFill>
                <a:latin typeface="Consolas" panose="020B0609020204030204" pitchFamily="49" charset="0"/>
              </a:rPr>
              <a:t>代表空格，更直观</a:t>
            </a:r>
            <a:r>
              <a:rPr lang="en-US" altLang="zh-CN" sz="1600" b="1" dirty="0">
                <a:solidFill>
                  <a:srgbClr val="357B42"/>
                </a:solidFill>
                <a:effectLst/>
                <a:latin typeface="Consolas" panose="020B0609020204030204" pitchFamily="49" charset="0"/>
              </a:rPr>
              <a:t>)</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else</a:t>
            </a:r>
            <a:r>
              <a:rPr lang="en-US" altLang="zh-CN" sz="1600" b="1" dirty="0">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altLang="zh-CN" sz="1600" b="1" dirty="0">
                <a:latin typeface="Consolas" panose="020B0609020204030204" pitchFamily="49" charset="0"/>
              </a:rPr>
              <a:t> </a:t>
            </a:r>
          </a:p>
          <a:p>
            <a:r>
              <a:rPr lang="en-US" altLang="zh-CN"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if</a:t>
            </a:r>
            <a:r>
              <a:rPr lang="en-US" altLang="zh-CN" sz="1600" b="1" dirty="0">
                <a:latin typeface="Consolas" panose="020B0609020204030204" pitchFamily="49" charset="0"/>
              </a:rPr>
              <a:t>(!(T = (</a:t>
            </a:r>
            <a:r>
              <a:rPr lang="en-US" altLang="zh-CN" sz="1600" b="1" dirty="0" err="1">
                <a:latin typeface="Consolas" panose="020B0609020204030204" pitchFamily="49" charset="0"/>
              </a:rPr>
              <a:t>BiTNode</a:t>
            </a:r>
            <a:r>
              <a:rPr lang="en-US" altLang="zh-CN" sz="1600" b="1" dirty="0">
                <a:latin typeface="Consolas" panose="020B0609020204030204" pitchFamily="49" charset="0"/>
              </a:rPr>
              <a:t>*)</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malloc</a:t>
            </a:r>
            <a:r>
              <a:rPr lang="en-US" altLang="zh-CN" sz="1600" b="1" dirty="0">
                <a:latin typeface="Consolas" panose="020B0609020204030204" pitchFamily="49" charset="0"/>
              </a:rPr>
              <a:t>(</a:t>
            </a:r>
            <a:r>
              <a:rPr lang="en-US" altLang="zh-CN" sz="1600" b="1" dirty="0" err="1">
                <a:solidFill>
                  <a:srgbClr val="0070C0"/>
                </a:solidFill>
                <a:effectLst>
                  <a:outerShdw blurRad="38100" dist="38100" dir="2700000" algn="tl">
                    <a:srgbClr val="000000">
                      <a:alpha val="43137"/>
                    </a:srgbClr>
                  </a:outerShdw>
                </a:effectLst>
                <a:latin typeface="Consolas" panose="020B0609020204030204" pitchFamily="49" charset="0"/>
              </a:rPr>
              <a:t>sizeof</a:t>
            </a:r>
            <a:r>
              <a:rPr lang="en-US" altLang="zh-CN" sz="1600" b="1" dirty="0">
                <a:latin typeface="Consolas" panose="020B0609020204030204" pitchFamily="49" charset="0"/>
              </a:rPr>
              <a:t>(</a:t>
            </a:r>
            <a:r>
              <a:rPr lang="en-US" altLang="zh-CN" sz="1600" b="1" dirty="0" err="1">
                <a:latin typeface="Consolas" panose="020B0609020204030204" pitchFamily="49" charset="0"/>
              </a:rPr>
              <a:t>BiTNode</a:t>
            </a:r>
            <a:r>
              <a:rPr lang="en-US" altLang="zh-CN" sz="1600" b="1" dirty="0">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exit</a:t>
            </a:r>
            <a:r>
              <a:rPr lang="en-US" altLang="zh-CN" sz="1600" b="1" dirty="0">
                <a:latin typeface="Consolas" panose="020B0609020204030204" pitchFamily="49" charset="0"/>
              </a:rPr>
              <a:t>(OVERFLOW); </a:t>
            </a:r>
            <a:r>
              <a:rPr lang="en-US" altLang="zh-CN" sz="1600" b="1" dirty="0">
                <a:solidFill>
                  <a:srgbClr val="357B42"/>
                </a:solidFill>
                <a:effectLst/>
                <a:latin typeface="Consolas" panose="020B0609020204030204" pitchFamily="49" charset="0"/>
              </a:rPr>
              <a:t>//</a:t>
            </a:r>
            <a:r>
              <a:rPr lang="zh-CN" altLang="en-US" sz="1600" b="1" dirty="0">
                <a:solidFill>
                  <a:srgbClr val="357B42"/>
                </a:solidFill>
                <a:effectLst/>
                <a:latin typeface="Consolas" panose="020B0609020204030204" pitchFamily="49" charset="0"/>
              </a:rPr>
              <a:t>分配结点空间</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latin typeface="Consolas" panose="020B0609020204030204" pitchFamily="49" charset="0"/>
              </a:rPr>
              <a:t>T-&gt;data = pts[</a:t>
            </a:r>
            <a:r>
              <a:rPr lang="en-US" altLang="zh-CN" sz="1600" b="1" dirty="0" err="1">
                <a:latin typeface="Consolas" panose="020B0609020204030204" pitchFamily="49" charset="0"/>
              </a:rPr>
              <a:t>i</a:t>
            </a:r>
            <a:r>
              <a:rPr lang="en-US" altLang="zh-CN" sz="1600" b="1" dirty="0">
                <a:latin typeface="Consolas" panose="020B0609020204030204" pitchFamily="49" charset="0"/>
              </a:rPr>
              <a:t>_++] ;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生成根结点</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latin typeface="Consolas" panose="020B0609020204030204" pitchFamily="49" charset="0"/>
              </a:rPr>
              <a:t>T-&gt;</a:t>
            </a:r>
            <a:r>
              <a:rPr lang="en-US" altLang="zh-CN" sz="1600" b="1" dirty="0" err="1">
                <a:latin typeface="Consolas" panose="020B0609020204030204" pitchFamily="49" charset="0"/>
              </a:rPr>
              <a:t>lchild</a:t>
            </a:r>
            <a:r>
              <a:rPr lang="en-US" altLang="zh-CN" sz="1600" b="1" dirty="0">
                <a:latin typeface="Consolas" panose="020B0609020204030204" pitchFamily="49" charset="0"/>
              </a:rPr>
              <a:t> = </a:t>
            </a:r>
            <a:r>
              <a:rPr lang="en-US" altLang="zh-CN" sz="1600" b="1" dirty="0" err="1">
                <a:latin typeface="Consolas" panose="020B0609020204030204" pitchFamily="49" charset="0"/>
              </a:rPr>
              <a:t>CreateBiTree</a:t>
            </a:r>
            <a:r>
              <a:rPr lang="en-US" altLang="zh-CN" sz="1600" b="1" dirty="0">
                <a:latin typeface="Consolas" panose="020B0609020204030204" pitchFamily="49" charset="0"/>
              </a:rPr>
              <a:t>(pts);   </a:t>
            </a:r>
            <a:r>
              <a:rPr lang="en-US" altLang="zh-CN" sz="1600" b="1" dirty="0" err="1">
                <a:latin typeface="Consolas" panose="020B0609020204030204" pitchFamily="49" charset="0"/>
              </a:rPr>
              <a:t>i</a:t>
            </a:r>
            <a:r>
              <a:rPr lang="en-US" altLang="zh-CN" sz="1600" b="1" dirty="0">
                <a:latin typeface="Consolas" panose="020B0609020204030204" pitchFamily="49" charset="0"/>
              </a:rPr>
              <a:t>_++;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构造左子树</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latin typeface="Consolas" panose="020B0609020204030204" pitchFamily="49" charset="0"/>
              </a:rPr>
              <a:t>T-&gt;</a:t>
            </a:r>
            <a:r>
              <a:rPr lang="en-US" altLang="zh-CN" sz="1600" b="1" dirty="0" err="1">
                <a:latin typeface="Consolas" panose="020B0609020204030204" pitchFamily="49" charset="0"/>
              </a:rPr>
              <a:t>rchild</a:t>
            </a:r>
            <a:r>
              <a:rPr lang="en-US" altLang="zh-CN" sz="1600" b="1" dirty="0">
                <a:latin typeface="Consolas" panose="020B0609020204030204" pitchFamily="49" charset="0"/>
              </a:rPr>
              <a:t> = </a:t>
            </a:r>
            <a:r>
              <a:rPr lang="en-US" altLang="zh-CN" sz="1600" b="1" dirty="0" err="1">
                <a:latin typeface="Consolas" panose="020B0609020204030204" pitchFamily="49" charset="0"/>
              </a:rPr>
              <a:t>CreateBiTree</a:t>
            </a:r>
            <a:r>
              <a:rPr lang="en-US" altLang="zh-CN" sz="1600" b="1" dirty="0">
                <a:latin typeface="Consolas" panose="020B0609020204030204" pitchFamily="49" charset="0"/>
              </a:rPr>
              <a:t>(pts);           </a:t>
            </a:r>
            <a:r>
              <a:rPr lang="en-US" altLang="zh-CN" sz="1600" b="1" dirty="0">
                <a:solidFill>
                  <a:srgbClr val="357B42"/>
                </a:solidFill>
                <a:effectLst/>
                <a:latin typeface="Consolas" panose="020B0609020204030204" pitchFamily="49" charset="0"/>
              </a:rPr>
              <a:t>// </a:t>
            </a:r>
            <a:r>
              <a:rPr lang="zh-CN" altLang="en-US" sz="1600" b="1" dirty="0">
                <a:solidFill>
                  <a:srgbClr val="357B42"/>
                </a:solidFill>
                <a:effectLst/>
                <a:latin typeface="Consolas" panose="020B0609020204030204" pitchFamily="49" charset="0"/>
              </a:rPr>
              <a:t>构造右子树</a:t>
            </a:r>
            <a:endParaRPr lang="zh-CN" altLang="en-US" sz="1600" b="1" dirty="0">
              <a:solidFill>
                <a:srgbClr val="236EBF"/>
              </a:solidFill>
              <a:effectLst/>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p>
          <a:p>
            <a:r>
              <a:rPr lang="en-US" altLang="zh-CN" sz="1600" b="1" dirty="0">
                <a:solidFill>
                  <a:srgbClr val="236EBF"/>
                </a:solidFill>
                <a:effectLst/>
                <a:latin typeface="Consolas" panose="020B0609020204030204" pitchFamily="49" charset="0"/>
              </a:rPr>
              <a:t>   </a:t>
            </a:r>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return</a:t>
            </a:r>
            <a:r>
              <a:rPr lang="en-US" altLang="zh-CN" sz="1600" b="1" dirty="0">
                <a:latin typeface="Consolas" panose="020B0609020204030204" pitchFamily="49" charset="0"/>
              </a:rPr>
              <a:t> T;</a:t>
            </a:r>
          </a:p>
          <a:p>
            <a:r>
              <a:rPr lang="en-US" altLang="zh-CN" sz="1600" b="1" dirty="0">
                <a:solidFill>
                  <a:srgbClr val="0070C0"/>
                </a:solidFill>
                <a:effectLst>
                  <a:outerShdw blurRad="38100" dist="38100" dir="2700000" algn="tl">
                    <a:srgbClr val="000000">
                      <a:alpha val="43137"/>
                    </a:srgbClr>
                  </a:outerShdw>
                </a:effectLst>
                <a:latin typeface="Consolas" panose="020B0609020204030204" pitchFamily="49" charset="0"/>
              </a:rPr>
              <a:t>}</a:t>
            </a:r>
          </a:p>
        </p:txBody>
      </p:sp>
      <p:sp>
        <p:nvSpPr>
          <p:cNvPr id="5" name="矩形 4">
            <a:extLst>
              <a:ext uri="{FF2B5EF4-FFF2-40B4-BE49-F238E27FC236}">
                <a16:creationId xmlns:a16="http://schemas.microsoft.com/office/drawing/2014/main" id="{9927E350-285B-4014-BB31-A403B16F4A52}"/>
              </a:ext>
            </a:extLst>
          </p:cNvPr>
          <p:cNvSpPr/>
          <p:nvPr/>
        </p:nvSpPr>
        <p:spPr>
          <a:xfrm>
            <a:off x="5932474" y="574734"/>
            <a:ext cx="3176112" cy="2467006"/>
          </a:xfrm>
          <a:prstGeom prst="rect">
            <a:avLst/>
          </a:prstGeom>
          <a:solidFill>
            <a:srgbClr val="EBF1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95000"/>
                </a:schemeClr>
              </a:solidFill>
            </a:endParaRPr>
          </a:p>
        </p:txBody>
      </p:sp>
      <p:grpSp>
        <p:nvGrpSpPr>
          <p:cNvPr id="24" name="组合 23">
            <a:extLst>
              <a:ext uri="{FF2B5EF4-FFF2-40B4-BE49-F238E27FC236}">
                <a16:creationId xmlns:a16="http://schemas.microsoft.com/office/drawing/2014/main" id="{9E84E62C-9BFD-4817-AE36-44A6322F2E56}"/>
              </a:ext>
            </a:extLst>
          </p:cNvPr>
          <p:cNvGrpSpPr/>
          <p:nvPr/>
        </p:nvGrpSpPr>
        <p:grpSpPr>
          <a:xfrm>
            <a:off x="7435938" y="1082032"/>
            <a:ext cx="768396" cy="349944"/>
            <a:chOff x="3019380" y="1220338"/>
            <a:chExt cx="768396" cy="349944"/>
          </a:xfrm>
        </p:grpSpPr>
        <p:sp>
          <p:nvSpPr>
            <p:cNvPr id="29" name="文本框 28">
              <a:extLst>
                <a:ext uri="{FF2B5EF4-FFF2-40B4-BE49-F238E27FC236}">
                  <a16:creationId xmlns:a16="http://schemas.microsoft.com/office/drawing/2014/main" id="{F1594153-545D-4A7E-9C4E-1B7872DCA137}"/>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431CEE87-00E6-42EB-BE5C-351EA622C6C5}"/>
                </a:ext>
              </a:extLst>
            </p:cNvPr>
            <p:cNvSpPr txBox="1"/>
            <p:nvPr/>
          </p:nvSpPr>
          <p:spPr>
            <a:xfrm>
              <a:off x="3549228" y="1220338"/>
              <a:ext cx="238548" cy="349944"/>
            </a:xfrm>
            <a:prstGeom prst="rect">
              <a:avLst/>
            </a:prstGeom>
            <a:solidFill>
              <a:schemeClr val="accent4">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31" name="文本框 30">
              <a:extLst>
                <a:ext uri="{FF2B5EF4-FFF2-40B4-BE49-F238E27FC236}">
                  <a16:creationId xmlns:a16="http://schemas.microsoft.com/office/drawing/2014/main" id="{CEDB928D-985C-4796-A02E-ED36D73314DC}"/>
                </a:ext>
              </a:extLst>
            </p:cNvPr>
            <p:cNvSpPr txBox="1"/>
            <p:nvPr/>
          </p:nvSpPr>
          <p:spPr>
            <a:xfrm>
              <a:off x="3019380" y="1220338"/>
              <a:ext cx="238548" cy="349944"/>
            </a:xfrm>
            <a:prstGeom prst="rect">
              <a:avLst/>
            </a:prstGeom>
            <a:solidFill>
              <a:schemeClr val="accent4">
                <a:lumMod val="20000"/>
                <a:lumOff val="8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grpSp>
        <p:nvGrpSpPr>
          <p:cNvPr id="98" name="组合 97">
            <a:extLst>
              <a:ext uri="{FF2B5EF4-FFF2-40B4-BE49-F238E27FC236}">
                <a16:creationId xmlns:a16="http://schemas.microsoft.com/office/drawing/2014/main" id="{1E35C8C9-6B57-4CCE-8145-245C27BA102F}"/>
              </a:ext>
            </a:extLst>
          </p:cNvPr>
          <p:cNvGrpSpPr/>
          <p:nvPr/>
        </p:nvGrpSpPr>
        <p:grpSpPr>
          <a:xfrm>
            <a:off x="7549741" y="192210"/>
            <a:ext cx="331914" cy="905687"/>
            <a:chOff x="-875802" y="2659461"/>
            <a:chExt cx="414633" cy="905687"/>
          </a:xfrm>
        </p:grpSpPr>
        <p:cxnSp>
          <p:nvCxnSpPr>
            <p:cNvPr id="27" name="直接箭头连接符 26">
              <a:extLst>
                <a:ext uri="{FF2B5EF4-FFF2-40B4-BE49-F238E27FC236}">
                  <a16:creationId xmlns:a16="http://schemas.microsoft.com/office/drawing/2014/main" id="{3102AC9C-1475-4405-8589-D23BBA904021}"/>
                </a:ext>
              </a:extLst>
            </p:cNvPr>
            <p:cNvCxnSpPr>
              <a:cxnSpLocks/>
            </p:cNvCxnSpPr>
            <p:nvPr/>
          </p:nvCxnSpPr>
          <p:spPr>
            <a:xfrm>
              <a:off x="-537277" y="2907897"/>
              <a:ext cx="0" cy="657251"/>
            </a:xfrm>
            <a:prstGeom prst="straightConnector1">
              <a:avLst/>
            </a:prstGeom>
            <a:ln w="28575">
              <a:solidFill>
                <a:srgbClr val="C00000"/>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97" name="文本框 96">
              <a:extLst>
                <a:ext uri="{FF2B5EF4-FFF2-40B4-BE49-F238E27FC236}">
                  <a16:creationId xmlns:a16="http://schemas.microsoft.com/office/drawing/2014/main" id="{53993D3A-D728-4138-B517-7CA9DB42241B}"/>
                </a:ext>
              </a:extLst>
            </p:cNvPr>
            <p:cNvSpPr txBox="1"/>
            <p:nvPr/>
          </p:nvSpPr>
          <p:spPr>
            <a:xfrm>
              <a:off x="-875802" y="2659461"/>
              <a:ext cx="414633" cy="461665"/>
            </a:xfrm>
            <a:prstGeom prst="rect">
              <a:avLst/>
            </a:prstGeom>
            <a:noFill/>
          </p:spPr>
          <p:txBody>
            <a:bodyPr wrap="square" rtlCol="0">
              <a:spAutoFit/>
            </a:bodyPr>
            <a:lstStyle/>
            <a:p>
              <a:r>
                <a:rPr lang="en-US" altLang="zh-CN" sz="2400" b="1" dirty="0">
                  <a:solidFill>
                    <a:srgbClr val="C00000"/>
                  </a:solidFill>
                </a:rPr>
                <a:t>T</a:t>
              </a:r>
              <a:endParaRPr lang="zh-CN" altLang="en-US" sz="2400" b="1" dirty="0">
                <a:solidFill>
                  <a:srgbClr val="C00000"/>
                </a:solidFill>
              </a:endParaRPr>
            </a:p>
          </p:txBody>
        </p:sp>
      </p:grpSp>
      <p:grpSp>
        <p:nvGrpSpPr>
          <p:cNvPr id="105" name="组合 104">
            <a:extLst>
              <a:ext uri="{FF2B5EF4-FFF2-40B4-BE49-F238E27FC236}">
                <a16:creationId xmlns:a16="http://schemas.microsoft.com/office/drawing/2014/main" id="{53C55C57-E624-4495-B16B-6274728E3820}"/>
              </a:ext>
            </a:extLst>
          </p:cNvPr>
          <p:cNvGrpSpPr/>
          <p:nvPr/>
        </p:nvGrpSpPr>
        <p:grpSpPr>
          <a:xfrm>
            <a:off x="6702463" y="1811684"/>
            <a:ext cx="768396" cy="349944"/>
            <a:chOff x="3019380" y="1220338"/>
            <a:chExt cx="768396" cy="349944"/>
          </a:xfrm>
        </p:grpSpPr>
        <p:sp>
          <p:nvSpPr>
            <p:cNvPr id="106" name="文本框 105">
              <a:extLst>
                <a:ext uri="{FF2B5EF4-FFF2-40B4-BE49-F238E27FC236}">
                  <a16:creationId xmlns:a16="http://schemas.microsoft.com/office/drawing/2014/main" id="{DFE57F97-D3F0-4763-BDBF-D178A1039D75}"/>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107" name="文本框 106">
              <a:extLst>
                <a:ext uri="{FF2B5EF4-FFF2-40B4-BE49-F238E27FC236}">
                  <a16:creationId xmlns:a16="http://schemas.microsoft.com/office/drawing/2014/main" id="{2265B022-AC56-44C4-895D-E2E1E8681F00}"/>
                </a:ext>
              </a:extLst>
            </p:cNvPr>
            <p:cNvSpPr txBox="1"/>
            <p:nvPr/>
          </p:nvSpPr>
          <p:spPr>
            <a:xfrm>
              <a:off x="3549228" y="1220338"/>
              <a:ext cx="238548" cy="349944"/>
            </a:xfrm>
            <a:prstGeom prst="rect">
              <a:avLst/>
            </a:prstGeom>
            <a:solidFill>
              <a:schemeClr val="accent5">
                <a:lumMod val="40000"/>
                <a:lumOff val="6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108" name="文本框 107">
              <a:extLst>
                <a:ext uri="{FF2B5EF4-FFF2-40B4-BE49-F238E27FC236}">
                  <a16:creationId xmlns:a16="http://schemas.microsoft.com/office/drawing/2014/main" id="{74F9E17D-6642-4D72-A693-7CDE6606F995}"/>
                </a:ext>
              </a:extLst>
            </p:cNvPr>
            <p:cNvSpPr txBox="1"/>
            <p:nvPr/>
          </p:nvSpPr>
          <p:spPr>
            <a:xfrm>
              <a:off x="3019380" y="1220338"/>
              <a:ext cx="238548" cy="349944"/>
            </a:xfrm>
            <a:prstGeom prst="rect">
              <a:avLst/>
            </a:prstGeom>
            <a:solidFill>
              <a:schemeClr val="accent5">
                <a:lumMod val="40000"/>
                <a:lumOff val="6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grpSp>
        <p:nvGrpSpPr>
          <p:cNvPr id="116" name="组合 115">
            <a:extLst>
              <a:ext uri="{FF2B5EF4-FFF2-40B4-BE49-F238E27FC236}">
                <a16:creationId xmlns:a16="http://schemas.microsoft.com/office/drawing/2014/main" id="{153F6B3B-7526-4F97-8821-26CF294BF6A6}"/>
              </a:ext>
            </a:extLst>
          </p:cNvPr>
          <p:cNvGrpSpPr/>
          <p:nvPr/>
        </p:nvGrpSpPr>
        <p:grpSpPr>
          <a:xfrm>
            <a:off x="6146929" y="2533680"/>
            <a:ext cx="768396" cy="349944"/>
            <a:chOff x="3019380" y="1220338"/>
            <a:chExt cx="768396" cy="349944"/>
          </a:xfrm>
        </p:grpSpPr>
        <p:sp>
          <p:nvSpPr>
            <p:cNvPr id="117" name="文本框 116">
              <a:extLst>
                <a:ext uri="{FF2B5EF4-FFF2-40B4-BE49-F238E27FC236}">
                  <a16:creationId xmlns:a16="http://schemas.microsoft.com/office/drawing/2014/main" id="{06A97066-FE93-41E3-975E-F58D831333EF}"/>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a</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118" name="文本框 117">
              <a:extLst>
                <a:ext uri="{FF2B5EF4-FFF2-40B4-BE49-F238E27FC236}">
                  <a16:creationId xmlns:a16="http://schemas.microsoft.com/office/drawing/2014/main" id="{DB4DE6CA-7692-4551-A700-BA20F6FFDE76}"/>
                </a:ext>
              </a:extLst>
            </p:cNvPr>
            <p:cNvSpPr txBox="1"/>
            <p:nvPr/>
          </p:nvSpPr>
          <p:spPr>
            <a:xfrm>
              <a:off x="3549228" y="1220338"/>
              <a:ext cx="238548" cy="349944"/>
            </a:xfrm>
            <a:prstGeom prst="rect">
              <a:avLst/>
            </a:prstGeom>
            <a:solidFill>
              <a:srgbClr val="DBCBE1"/>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119" name="文本框 118">
              <a:extLst>
                <a:ext uri="{FF2B5EF4-FFF2-40B4-BE49-F238E27FC236}">
                  <a16:creationId xmlns:a16="http://schemas.microsoft.com/office/drawing/2014/main" id="{6A28E04D-309E-42BC-AB85-442FA89E95B7}"/>
                </a:ext>
              </a:extLst>
            </p:cNvPr>
            <p:cNvSpPr txBox="1"/>
            <p:nvPr/>
          </p:nvSpPr>
          <p:spPr>
            <a:xfrm>
              <a:off x="3019380" y="1220338"/>
              <a:ext cx="238548" cy="349944"/>
            </a:xfrm>
            <a:prstGeom prst="rect">
              <a:avLst/>
            </a:prstGeom>
            <a:solidFill>
              <a:srgbClr val="DBCBE1"/>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sp>
        <p:nvSpPr>
          <p:cNvPr id="132" name="矩形 131">
            <a:extLst>
              <a:ext uri="{FF2B5EF4-FFF2-40B4-BE49-F238E27FC236}">
                <a16:creationId xmlns:a16="http://schemas.microsoft.com/office/drawing/2014/main" id="{A0860C12-1EEE-4C9E-ACBC-EDA52F297B4B}"/>
              </a:ext>
            </a:extLst>
          </p:cNvPr>
          <p:cNvSpPr/>
          <p:nvPr/>
        </p:nvSpPr>
        <p:spPr>
          <a:xfrm>
            <a:off x="6722497" y="1884348"/>
            <a:ext cx="168706" cy="20461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a:extLst>
              <a:ext uri="{FF2B5EF4-FFF2-40B4-BE49-F238E27FC236}">
                <a16:creationId xmlns:a16="http://schemas.microsoft.com/office/drawing/2014/main" id="{A337297B-071E-49ED-99D4-4DA8FAEAA32D}"/>
              </a:ext>
            </a:extLst>
          </p:cNvPr>
          <p:cNvCxnSpPr>
            <a:cxnSpLocks/>
          </p:cNvCxnSpPr>
          <p:nvPr/>
        </p:nvCxnSpPr>
        <p:spPr>
          <a:xfrm flipH="1">
            <a:off x="6517587" y="2000941"/>
            <a:ext cx="304150" cy="541225"/>
          </a:xfrm>
          <a:prstGeom prst="straightConnector1">
            <a:avLst/>
          </a:prstGeom>
          <a:ln w="28575">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140" name="矩形 139">
            <a:extLst>
              <a:ext uri="{FF2B5EF4-FFF2-40B4-BE49-F238E27FC236}">
                <a16:creationId xmlns:a16="http://schemas.microsoft.com/office/drawing/2014/main" id="{BA232DE1-0D7B-40C7-98F5-521E973E407B}"/>
              </a:ext>
            </a:extLst>
          </p:cNvPr>
          <p:cNvSpPr/>
          <p:nvPr/>
        </p:nvSpPr>
        <p:spPr>
          <a:xfrm>
            <a:off x="7470859" y="1168151"/>
            <a:ext cx="168706" cy="20461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箭头连接符 138">
            <a:extLst>
              <a:ext uri="{FF2B5EF4-FFF2-40B4-BE49-F238E27FC236}">
                <a16:creationId xmlns:a16="http://schemas.microsoft.com/office/drawing/2014/main" id="{F2D56388-CEE1-43A9-B6E9-2BC6035935A9}"/>
              </a:ext>
            </a:extLst>
          </p:cNvPr>
          <p:cNvCxnSpPr>
            <a:cxnSpLocks/>
            <a:endCxn id="106" idx="0"/>
          </p:cNvCxnSpPr>
          <p:nvPr/>
        </p:nvCxnSpPr>
        <p:spPr>
          <a:xfrm flipH="1">
            <a:off x="7086661" y="1270459"/>
            <a:ext cx="462028" cy="541346"/>
          </a:xfrm>
          <a:prstGeom prst="straightConnector1">
            <a:avLst/>
          </a:prstGeom>
          <a:ln w="28575">
            <a:solidFill>
              <a:schemeClr val="accent2"/>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grpSp>
        <p:nvGrpSpPr>
          <p:cNvPr id="150" name="组合 149">
            <a:extLst>
              <a:ext uri="{FF2B5EF4-FFF2-40B4-BE49-F238E27FC236}">
                <a16:creationId xmlns:a16="http://schemas.microsoft.com/office/drawing/2014/main" id="{F3BE5B24-4C7D-413F-8E0B-D1545266019E}"/>
              </a:ext>
            </a:extLst>
          </p:cNvPr>
          <p:cNvGrpSpPr/>
          <p:nvPr/>
        </p:nvGrpSpPr>
        <p:grpSpPr>
          <a:xfrm>
            <a:off x="7263163" y="2533680"/>
            <a:ext cx="768396" cy="349944"/>
            <a:chOff x="3019380" y="1220338"/>
            <a:chExt cx="768396" cy="349944"/>
          </a:xfrm>
        </p:grpSpPr>
        <p:sp>
          <p:nvSpPr>
            <p:cNvPr id="151" name="文本框 150">
              <a:extLst>
                <a:ext uri="{FF2B5EF4-FFF2-40B4-BE49-F238E27FC236}">
                  <a16:creationId xmlns:a16="http://schemas.microsoft.com/office/drawing/2014/main" id="{9B397947-ED95-4918-9872-98A52F5D1150}"/>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b</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152" name="文本框 151">
              <a:extLst>
                <a:ext uri="{FF2B5EF4-FFF2-40B4-BE49-F238E27FC236}">
                  <a16:creationId xmlns:a16="http://schemas.microsoft.com/office/drawing/2014/main" id="{D1C1E9C0-8BCE-4ED8-8DB3-05A035B6A4BB}"/>
                </a:ext>
              </a:extLst>
            </p:cNvPr>
            <p:cNvSpPr txBox="1"/>
            <p:nvPr/>
          </p:nvSpPr>
          <p:spPr>
            <a:xfrm>
              <a:off x="3549228" y="1220338"/>
              <a:ext cx="238548" cy="349944"/>
            </a:xfrm>
            <a:prstGeom prst="rect">
              <a:avLst/>
            </a:prstGeom>
            <a:solidFill>
              <a:srgbClr val="DBCBE1"/>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153" name="文本框 152">
              <a:extLst>
                <a:ext uri="{FF2B5EF4-FFF2-40B4-BE49-F238E27FC236}">
                  <a16:creationId xmlns:a16="http://schemas.microsoft.com/office/drawing/2014/main" id="{9C733970-BCDE-4DE0-AA39-95EF5D00BADC}"/>
                </a:ext>
              </a:extLst>
            </p:cNvPr>
            <p:cNvSpPr txBox="1"/>
            <p:nvPr/>
          </p:nvSpPr>
          <p:spPr>
            <a:xfrm>
              <a:off x="3019380" y="1220338"/>
              <a:ext cx="238548" cy="349944"/>
            </a:xfrm>
            <a:prstGeom prst="rect">
              <a:avLst/>
            </a:prstGeom>
            <a:solidFill>
              <a:srgbClr val="DBCBE1"/>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sp>
        <p:nvSpPr>
          <p:cNvPr id="157" name="矩形 156">
            <a:extLst>
              <a:ext uri="{FF2B5EF4-FFF2-40B4-BE49-F238E27FC236}">
                <a16:creationId xmlns:a16="http://schemas.microsoft.com/office/drawing/2014/main" id="{3375B96E-0A11-4843-9A31-7D9B6F38C8E5}"/>
              </a:ext>
            </a:extLst>
          </p:cNvPr>
          <p:cNvSpPr/>
          <p:nvPr/>
        </p:nvSpPr>
        <p:spPr>
          <a:xfrm>
            <a:off x="7263774" y="1885101"/>
            <a:ext cx="168706" cy="20461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4" name="直接箭头连接符 153">
            <a:extLst>
              <a:ext uri="{FF2B5EF4-FFF2-40B4-BE49-F238E27FC236}">
                <a16:creationId xmlns:a16="http://schemas.microsoft.com/office/drawing/2014/main" id="{1E3AA490-A8D8-4F28-BB29-E20D66A2B6F1}"/>
              </a:ext>
            </a:extLst>
          </p:cNvPr>
          <p:cNvCxnSpPr>
            <a:cxnSpLocks/>
            <a:endCxn id="151" idx="0"/>
          </p:cNvCxnSpPr>
          <p:nvPr/>
        </p:nvCxnSpPr>
        <p:spPr>
          <a:xfrm>
            <a:off x="7356605" y="1999492"/>
            <a:ext cx="290756" cy="534309"/>
          </a:xfrm>
          <a:prstGeom prst="straightConnector1">
            <a:avLst/>
          </a:prstGeom>
          <a:ln w="28575">
            <a:headEnd type="oval" w="med" len="med"/>
            <a:tailEnd type="stealth" w="med" len="lg"/>
          </a:ln>
        </p:spPr>
        <p:style>
          <a:lnRef idx="1">
            <a:schemeClr val="accent1"/>
          </a:lnRef>
          <a:fillRef idx="0">
            <a:schemeClr val="accent1"/>
          </a:fillRef>
          <a:effectRef idx="0">
            <a:schemeClr val="accent1"/>
          </a:effectRef>
          <a:fontRef idx="minor">
            <a:schemeClr val="tx1"/>
          </a:fontRef>
        </p:style>
      </p:cxnSp>
      <p:grpSp>
        <p:nvGrpSpPr>
          <p:cNvPr id="66" name="组合 65">
            <a:extLst>
              <a:ext uri="{FF2B5EF4-FFF2-40B4-BE49-F238E27FC236}">
                <a16:creationId xmlns:a16="http://schemas.microsoft.com/office/drawing/2014/main" id="{098B6D6D-204A-4AF1-BC4F-A13C8C6C27D9}"/>
              </a:ext>
            </a:extLst>
          </p:cNvPr>
          <p:cNvGrpSpPr/>
          <p:nvPr/>
        </p:nvGrpSpPr>
        <p:grpSpPr>
          <a:xfrm>
            <a:off x="6726772" y="1170089"/>
            <a:ext cx="354584" cy="643221"/>
            <a:chOff x="2039243" y="2779342"/>
            <a:chExt cx="354584" cy="643221"/>
          </a:xfrm>
        </p:grpSpPr>
        <p:cxnSp>
          <p:nvCxnSpPr>
            <p:cNvPr id="67" name="直接箭头连接符 66">
              <a:extLst>
                <a:ext uri="{FF2B5EF4-FFF2-40B4-BE49-F238E27FC236}">
                  <a16:creationId xmlns:a16="http://schemas.microsoft.com/office/drawing/2014/main" id="{9F79B170-A598-4CA9-BE00-D34CE638738E}"/>
                </a:ext>
              </a:extLst>
            </p:cNvPr>
            <p:cNvCxnSpPr>
              <a:cxnSpLocks/>
            </p:cNvCxnSpPr>
            <p:nvPr/>
          </p:nvCxnSpPr>
          <p:spPr>
            <a:xfrm>
              <a:off x="2344516" y="3056859"/>
              <a:ext cx="0" cy="365704"/>
            </a:xfrm>
            <a:prstGeom prst="straightConnector1">
              <a:avLst/>
            </a:prstGeom>
            <a:ln w="28575">
              <a:solidFill>
                <a:srgbClr val="0070C0"/>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4519A595-423E-446F-AB80-FF48240599AC}"/>
                </a:ext>
              </a:extLst>
            </p:cNvPr>
            <p:cNvSpPr txBox="1"/>
            <p:nvPr/>
          </p:nvSpPr>
          <p:spPr>
            <a:xfrm>
              <a:off x="2039243" y="2779342"/>
              <a:ext cx="354584" cy="461665"/>
            </a:xfrm>
            <a:prstGeom prst="rect">
              <a:avLst/>
            </a:prstGeom>
            <a:noFill/>
          </p:spPr>
          <p:txBody>
            <a:bodyPr wrap="none" rtlCol="0">
              <a:spAutoFit/>
            </a:bodyPr>
            <a:lstStyle/>
            <a:p>
              <a:r>
                <a:rPr lang="en-US" altLang="zh-CN" sz="2400" b="1" dirty="0">
                  <a:solidFill>
                    <a:srgbClr val="0070C0"/>
                  </a:solidFill>
                </a:rPr>
                <a:t>T</a:t>
              </a:r>
              <a:endParaRPr lang="zh-CN" altLang="en-US" sz="2400" b="1" dirty="0">
                <a:solidFill>
                  <a:srgbClr val="0070C0"/>
                </a:solidFill>
              </a:endParaRPr>
            </a:p>
          </p:txBody>
        </p:sp>
      </p:grpSp>
      <p:grpSp>
        <p:nvGrpSpPr>
          <p:cNvPr id="69" name="组合 68">
            <a:extLst>
              <a:ext uri="{FF2B5EF4-FFF2-40B4-BE49-F238E27FC236}">
                <a16:creationId xmlns:a16="http://schemas.microsoft.com/office/drawing/2014/main" id="{C05173A7-E8BB-42FD-B588-8A7AF8432854}"/>
              </a:ext>
            </a:extLst>
          </p:cNvPr>
          <p:cNvGrpSpPr/>
          <p:nvPr/>
        </p:nvGrpSpPr>
        <p:grpSpPr>
          <a:xfrm>
            <a:off x="6161464" y="1906347"/>
            <a:ext cx="354584" cy="643221"/>
            <a:chOff x="2039243" y="2779342"/>
            <a:chExt cx="354584" cy="643221"/>
          </a:xfrm>
        </p:grpSpPr>
        <p:cxnSp>
          <p:nvCxnSpPr>
            <p:cNvPr id="70" name="直接箭头连接符 69">
              <a:extLst>
                <a:ext uri="{FF2B5EF4-FFF2-40B4-BE49-F238E27FC236}">
                  <a16:creationId xmlns:a16="http://schemas.microsoft.com/office/drawing/2014/main" id="{BB96FEE1-DA32-43F2-8362-E769D035980A}"/>
                </a:ext>
              </a:extLst>
            </p:cNvPr>
            <p:cNvCxnSpPr>
              <a:cxnSpLocks/>
            </p:cNvCxnSpPr>
            <p:nvPr/>
          </p:nvCxnSpPr>
          <p:spPr>
            <a:xfrm>
              <a:off x="2344516" y="3056859"/>
              <a:ext cx="0" cy="365704"/>
            </a:xfrm>
            <a:prstGeom prst="straightConnector1">
              <a:avLst/>
            </a:prstGeom>
            <a:ln w="28575">
              <a:solidFill>
                <a:srgbClr val="7030A0"/>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C14A1DD7-3A6C-40C5-87C9-61AAF9694705}"/>
                </a:ext>
              </a:extLst>
            </p:cNvPr>
            <p:cNvSpPr txBox="1"/>
            <p:nvPr/>
          </p:nvSpPr>
          <p:spPr>
            <a:xfrm>
              <a:off x="2039243" y="2779342"/>
              <a:ext cx="354584" cy="461665"/>
            </a:xfrm>
            <a:prstGeom prst="rect">
              <a:avLst/>
            </a:prstGeom>
            <a:noFill/>
          </p:spPr>
          <p:txBody>
            <a:bodyPr wrap="none" rtlCol="0">
              <a:spAutoFit/>
            </a:bodyPr>
            <a:lstStyle/>
            <a:p>
              <a:r>
                <a:rPr lang="en-US" altLang="zh-CN" sz="2400" b="1" dirty="0">
                  <a:solidFill>
                    <a:srgbClr val="7030A0"/>
                  </a:solidFill>
                </a:rPr>
                <a:t>T</a:t>
              </a:r>
              <a:endParaRPr lang="zh-CN" altLang="en-US" sz="2400" b="1" dirty="0">
                <a:solidFill>
                  <a:srgbClr val="7030A0"/>
                </a:solidFill>
              </a:endParaRPr>
            </a:p>
          </p:txBody>
        </p:sp>
      </p:grpSp>
      <p:sp>
        <p:nvSpPr>
          <p:cNvPr id="3" name="矩形: 圆角 2">
            <a:extLst>
              <a:ext uri="{FF2B5EF4-FFF2-40B4-BE49-F238E27FC236}">
                <a16:creationId xmlns:a16="http://schemas.microsoft.com/office/drawing/2014/main" id="{88CFA4A6-3248-41A9-A854-071EB9DB68C5}"/>
              </a:ext>
            </a:extLst>
          </p:cNvPr>
          <p:cNvSpPr/>
          <p:nvPr/>
        </p:nvSpPr>
        <p:spPr>
          <a:xfrm>
            <a:off x="9341409" y="1511723"/>
            <a:ext cx="2534510" cy="40358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2000" b="1" dirty="0">
                <a:solidFill>
                  <a:srgbClr val="0070C0"/>
                </a:solidFill>
                <a:effectLst>
                  <a:outerShdw blurRad="38100" dist="38100" dir="2700000" algn="tl">
                    <a:srgbClr val="000000">
                      <a:alpha val="43137"/>
                    </a:srgbClr>
                  </a:outerShdw>
                </a:effectLst>
              </a:rPr>
              <a:t>返回</a:t>
            </a:r>
            <a:r>
              <a:rPr lang="en-US" altLang="zh-CN" sz="2000" b="1" dirty="0">
                <a:solidFill>
                  <a:srgbClr val="0070C0"/>
                </a:solidFill>
                <a:effectLst>
                  <a:outerShdw blurRad="38100" dist="38100" dir="2700000" algn="tl">
                    <a:srgbClr val="000000">
                      <a:alpha val="43137"/>
                    </a:srgbClr>
                  </a:outerShdw>
                </a:effectLst>
              </a:rPr>
              <a:t>T</a:t>
            </a:r>
            <a:r>
              <a:rPr lang="en-US" altLang="zh-CN" sz="2000" b="1" dirty="0">
                <a:solidFill>
                  <a:srgbClr val="0070C0"/>
                </a:solidFill>
              </a:rPr>
              <a:t> </a:t>
            </a:r>
            <a:r>
              <a:rPr lang="zh-CN" altLang="en-US" sz="2000" b="1" dirty="0">
                <a:solidFill>
                  <a:srgbClr val="0070C0"/>
                </a:solidFill>
              </a:rPr>
              <a:t>给</a:t>
            </a:r>
            <a:r>
              <a:rPr lang="zh-CN" altLang="en-US" sz="2000" b="1" dirty="0">
                <a:solidFill>
                  <a:srgbClr val="002060"/>
                </a:solidFill>
              </a:rPr>
              <a:t> </a:t>
            </a:r>
            <a:r>
              <a:rPr lang="en-US" altLang="zh-CN" sz="2000" b="1" dirty="0">
                <a:solidFill>
                  <a:schemeClr val="accent2"/>
                </a:solidFill>
                <a:effectLst>
                  <a:outerShdw blurRad="38100" dist="38100" dir="2700000" algn="tl">
                    <a:srgbClr val="000000">
                      <a:alpha val="43137"/>
                    </a:srgbClr>
                  </a:outerShdw>
                </a:effectLst>
              </a:rPr>
              <a:t>T-&gt;</a:t>
            </a:r>
            <a:r>
              <a:rPr lang="en-US" altLang="zh-CN" sz="2000" b="1" dirty="0" err="1">
                <a:solidFill>
                  <a:schemeClr val="accent2"/>
                </a:solidFill>
                <a:effectLst>
                  <a:outerShdw blurRad="38100" dist="38100" dir="2700000" algn="tl">
                    <a:srgbClr val="000000">
                      <a:alpha val="43137"/>
                    </a:srgbClr>
                  </a:outerShdw>
                </a:effectLst>
              </a:rPr>
              <a:t>lchild</a:t>
            </a:r>
            <a:r>
              <a:rPr lang="en-US" altLang="zh-CN" sz="2000" b="1" dirty="0">
                <a:solidFill>
                  <a:schemeClr val="accent2"/>
                </a:solidFill>
                <a:effectLst>
                  <a:outerShdw blurRad="38100" dist="38100" dir="2700000" algn="tl">
                    <a:srgbClr val="000000">
                      <a:alpha val="43137"/>
                    </a:srgbClr>
                  </a:outerShdw>
                </a:effectLst>
              </a:rPr>
              <a:t> </a:t>
            </a:r>
            <a:endParaRPr lang="zh-CN" altLang="en-US" sz="2000" b="1" dirty="0">
              <a:solidFill>
                <a:srgbClr val="C00000"/>
              </a:solidFill>
            </a:endParaRPr>
          </a:p>
        </p:txBody>
      </p:sp>
      <p:cxnSp>
        <p:nvCxnSpPr>
          <p:cNvPr id="8" name="直接连接符 7">
            <a:extLst>
              <a:ext uri="{FF2B5EF4-FFF2-40B4-BE49-F238E27FC236}">
                <a16:creationId xmlns:a16="http://schemas.microsoft.com/office/drawing/2014/main" id="{71544163-8D9A-456A-82B3-6E73D0996DAA}"/>
              </a:ext>
            </a:extLst>
          </p:cNvPr>
          <p:cNvCxnSpPr>
            <a:cxnSpLocks/>
          </p:cNvCxnSpPr>
          <p:nvPr/>
        </p:nvCxnSpPr>
        <p:spPr>
          <a:xfrm flipH="1">
            <a:off x="7201881" y="1587273"/>
            <a:ext cx="2135012" cy="51892"/>
          </a:xfrm>
          <a:prstGeom prst="line">
            <a:avLst/>
          </a:prstGeom>
          <a:ln w="19050">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07339B9B-0718-4CCD-9C61-203B769C4EDC}"/>
              </a:ext>
            </a:extLst>
          </p:cNvPr>
          <p:cNvCxnSpPr>
            <a:cxnSpLocks/>
          </p:cNvCxnSpPr>
          <p:nvPr/>
        </p:nvCxnSpPr>
        <p:spPr>
          <a:xfrm flipH="1">
            <a:off x="6517587" y="1902220"/>
            <a:ext cx="2912261" cy="480491"/>
          </a:xfrm>
          <a:prstGeom prst="line">
            <a:avLst/>
          </a:prstGeom>
          <a:ln w="19050">
            <a:solidFill>
              <a:schemeClr val="accent6"/>
            </a:solidFill>
            <a:prstDash val="lgDash"/>
          </a:ln>
        </p:spPr>
        <p:style>
          <a:lnRef idx="1">
            <a:schemeClr val="accent1"/>
          </a:lnRef>
          <a:fillRef idx="0">
            <a:schemeClr val="accent1"/>
          </a:fillRef>
          <a:effectRef idx="0">
            <a:schemeClr val="accent1"/>
          </a:effectRef>
          <a:fontRef idx="minor">
            <a:schemeClr val="tx1"/>
          </a:fontRef>
        </p:style>
      </p:cxnSp>
      <p:grpSp>
        <p:nvGrpSpPr>
          <p:cNvPr id="79" name="组合 78">
            <a:extLst>
              <a:ext uri="{FF2B5EF4-FFF2-40B4-BE49-F238E27FC236}">
                <a16:creationId xmlns:a16="http://schemas.microsoft.com/office/drawing/2014/main" id="{E6777252-93B5-4AF0-9877-BD91AFCC3612}"/>
              </a:ext>
            </a:extLst>
          </p:cNvPr>
          <p:cNvGrpSpPr/>
          <p:nvPr/>
        </p:nvGrpSpPr>
        <p:grpSpPr>
          <a:xfrm>
            <a:off x="7615718" y="1922239"/>
            <a:ext cx="354584" cy="625714"/>
            <a:chOff x="2283564" y="2796849"/>
            <a:chExt cx="354584" cy="625714"/>
          </a:xfrm>
        </p:grpSpPr>
        <p:cxnSp>
          <p:nvCxnSpPr>
            <p:cNvPr id="80" name="直接箭头连接符 79">
              <a:extLst>
                <a:ext uri="{FF2B5EF4-FFF2-40B4-BE49-F238E27FC236}">
                  <a16:creationId xmlns:a16="http://schemas.microsoft.com/office/drawing/2014/main" id="{2B828CA9-2B8D-4634-9158-095A679293A3}"/>
                </a:ext>
              </a:extLst>
            </p:cNvPr>
            <p:cNvCxnSpPr>
              <a:cxnSpLocks/>
            </p:cNvCxnSpPr>
            <p:nvPr/>
          </p:nvCxnSpPr>
          <p:spPr>
            <a:xfrm>
              <a:off x="2344516" y="3056859"/>
              <a:ext cx="0" cy="365704"/>
            </a:xfrm>
            <a:prstGeom prst="straightConnector1">
              <a:avLst/>
            </a:prstGeom>
            <a:ln w="28575">
              <a:solidFill>
                <a:srgbClr val="7030A0"/>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1B88194C-CE71-4A11-9BF9-114F657C1A25}"/>
                </a:ext>
              </a:extLst>
            </p:cNvPr>
            <p:cNvSpPr txBox="1"/>
            <p:nvPr/>
          </p:nvSpPr>
          <p:spPr>
            <a:xfrm>
              <a:off x="2283564" y="2796849"/>
              <a:ext cx="354584" cy="461665"/>
            </a:xfrm>
            <a:prstGeom prst="rect">
              <a:avLst/>
            </a:prstGeom>
            <a:noFill/>
          </p:spPr>
          <p:txBody>
            <a:bodyPr wrap="none" rtlCol="0">
              <a:spAutoFit/>
            </a:bodyPr>
            <a:lstStyle/>
            <a:p>
              <a:r>
                <a:rPr lang="en-US" altLang="zh-CN" sz="2400" b="1" dirty="0">
                  <a:solidFill>
                    <a:srgbClr val="7030A0"/>
                  </a:solidFill>
                </a:rPr>
                <a:t>T</a:t>
              </a:r>
              <a:endParaRPr lang="zh-CN" altLang="en-US" sz="2400" b="1" dirty="0">
                <a:solidFill>
                  <a:srgbClr val="7030A0"/>
                </a:solidFill>
              </a:endParaRPr>
            </a:p>
          </p:txBody>
        </p:sp>
      </p:grpSp>
      <p:cxnSp>
        <p:nvCxnSpPr>
          <p:cNvPr id="82" name="直接连接符 81">
            <a:extLst>
              <a:ext uri="{FF2B5EF4-FFF2-40B4-BE49-F238E27FC236}">
                <a16:creationId xmlns:a16="http://schemas.microsoft.com/office/drawing/2014/main" id="{824E6469-2B8B-472A-9F64-96851B435636}"/>
              </a:ext>
            </a:extLst>
          </p:cNvPr>
          <p:cNvCxnSpPr>
            <a:cxnSpLocks/>
          </p:cNvCxnSpPr>
          <p:nvPr/>
        </p:nvCxnSpPr>
        <p:spPr>
          <a:xfrm flipH="1" flipV="1">
            <a:off x="7579087" y="2340727"/>
            <a:ext cx="1789325" cy="78916"/>
          </a:xfrm>
          <a:prstGeom prst="line">
            <a:avLst/>
          </a:prstGeom>
          <a:ln w="1905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91" name="矩形: 圆角 90">
            <a:extLst>
              <a:ext uri="{FF2B5EF4-FFF2-40B4-BE49-F238E27FC236}">
                <a16:creationId xmlns:a16="http://schemas.microsoft.com/office/drawing/2014/main" id="{18D3D4C4-7883-4154-B6B6-C4FF7FF30A61}"/>
              </a:ext>
            </a:extLst>
          </p:cNvPr>
          <p:cNvSpPr/>
          <p:nvPr/>
        </p:nvSpPr>
        <p:spPr>
          <a:xfrm>
            <a:off x="9346283" y="2066028"/>
            <a:ext cx="2534509" cy="448941"/>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2000" b="1" dirty="0">
                <a:solidFill>
                  <a:srgbClr val="002060"/>
                </a:solidFill>
              </a:rPr>
              <a:t>返回 </a:t>
            </a:r>
            <a:r>
              <a:rPr lang="en-US" altLang="zh-CN" sz="2000" b="1" dirty="0">
                <a:solidFill>
                  <a:srgbClr val="7030A0"/>
                </a:solidFill>
                <a:effectLst>
                  <a:outerShdw blurRad="38100" dist="38100" dir="2700000" algn="tl">
                    <a:srgbClr val="000000">
                      <a:alpha val="43137"/>
                    </a:srgbClr>
                  </a:outerShdw>
                </a:effectLst>
              </a:rPr>
              <a:t>T</a:t>
            </a:r>
            <a:r>
              <a:rPr lang="en-US" altLang="zh-CN" sz="2000" b="1" dirty="0">
                <a:solidFill>
                  <a:srgbClr val="0070C0"/>
                </a:solidFill>
              </a:rPr>
              <a:t> </a:t>
            </a:r>
            <a:r>
              <a:rPr lang="zh-CN" altLang="en-US" sz="2000" b="1" dirty="0">
                <a:solidFill>
                  <a:srgbClr val="0070C0"/>
                </a:solidFill>
              </a:rPr>
              <a:t>给</a:t>
            </a:r>
            <a:r>
              <a:rPr lang="zh-CN" altLang="en-US" sz="2000" b="1" dirty="0">
                <a:solidFill>
                  <a:srgbClr val="002060"/>
                </a:solidFill>
              </a:rPr>
              <a:t> </a:t>
            </a:r>
            <a:r>
              <a:rPr lang="en-US" altLang="zh-CN" sz="2000" b="1" dirty="0">
                <a:solidFill>
                  <a:srgbClr val="0070C0"/>
                </a:solidFill>
                <a:effectLst>
                  <a:outerShdw blurRad="38100" dist="38100" dir="2700000" algn="tl">
                    <a:srgbClr val="000000">
                      <a:alpha val="43137"/>
                    </a:srgbClr>
                  </a:outerShdw>
                </a:effectLst>
              </a:rPr>
              <a:t>T-&gt;</a:t>
            </a:r>
            <a:r>
              <a:rPr lang="en-US" altLang="zh-CN" sz="2000" b="1" dirty="0" err="1">
                <a:solidFill>
                  <a:srgbClr val="0070C0"/>
                </a:solidFill>
                <a:effectLst>
                  <a:outerShdw blurRad="38100" dist="38100" dir="2700000" algn="tl">
                    <a:srgbClr val="000000">
                      <a:alpha val="43137"/>
                    </a:srgbClr>
                  </a:outerShdw>
                </a:effectLst>
              </a:rPr>
              <a:t>rchild</a:t>
            </a:r>
            <a:r>
              <a:rPr lang="en-US" altLang="zh-CN" sz="2000" b="1" dirty="0">
                <a:solidFill>
                  <a:srgbClr val="0070C0"/>
                </a:solidFill>
                <a:effectLst>
                  <a:outerShdw blurRad="38100" dist="38100" dir="2700000" algn="tl">
                    <a:srgbClr val="000000">
                      <a:alpha val="43137"/>
                    </a:srgbClr>
                  </a:outerShdw>
                </a:effectLst>
              </a:rPr>
              <a:t> </a:t>
            </a:r>
            <a:endParaRPr lang="zh-CN" altLang="en-US" sz="2000" b="1" dirty="0">
              <a:solidFill>
                <a:srgbClr val="C00000"/>
              </a:solidFill>
              <a:effectLst>
                <a:outerShdw blurRad="38100" dist="38100" dir="2700000" algn="tl">
                  <a:srgbClr val="000000">
                    <a:alpha val="43137"/>
                  </a:srgbClr>
                </a:outerShdw>
              </a:effectLst>
            </a:endParaRPr>
          </a:p>
        </p:txBody>
      </p:sp>
      <p:cxnSp>
        <p:nvCxnSpPr>
          <p:cNvPr id="92" name="直接连接符 91">
            <a:extLst>
              <a:ext uri="{FF2B5EF4-FFF2-40B4-BE49-F238E27FC236}">
                <a16:creationId xmlns:a16="http://schemas.microsoft.com/office/drawing/2014/main" id="{05F1E6F3-A22A-43A0-BB6B-C5F50D1F1682}"/>
              </a:ext>
            </a:extLst>
          </p:cNvPr>
          <p:cNvCxnSpPr>
            <a:cxnSpLocks/>
            <a:stCxn id="60" idx="1"/>
          </p:cNvCxnSpPr>
          <p:nvPr/>
        </p:nvCxnSpPr>
        <p:spPr>
          <a:xfrm flipH="1" flipV="1">
            <a:off x="7827410" y="909285"/>
            <a:ext cx="1510536" cy="198934"/>
          </a:xfrm>
          <a:prstGeom prst="line">
            <a:avLst/>
          </a:prstGeom>
          <a:ln w="19050">
            <a:solidFill>
              <a:schemeClr val="accent6"/>
            </a:solidFill>
            <a:prstDash val="lgDash"/>
          </a:ln>
        </p:spPr>
        <p:style>
          <a:lnRef idx="1">
            <a:schemeClr val="accent1"/>
          </a:lnRef>
          <a:fillRef idx="0">
            <a:schemeClr val="accent1"/>
          </a:fillRef>
          <a:effectRef idx="0">
            <a:schemeClr val="accent1"/>
          </a:effectRef>
          <a:fontRef idx="minor">
            <a:schemeClr val="tx1"/>
          </a:fontRef>
        </p:style>
      </p:cxnSp>
      <p:grpSp>
        <p:nvGrpSpPr>
          <p:cNvPr id="94" name="组合 93">
            <a:extLst>
              <a:ext uri="{FF2B5EF4-FFF2-40B4-BE49-F238E27FC236}">
                <a16:creationId xmlns:a16="http://schemas.microsoft.com/office/drawing/2014/main" id="{87A125CC-CB62-48B9-927A-6A482A578BA3}"/>
              </a:ext>
            </a:extLst>
          </p:cNvPr>
          <p:cNvGrpSpPr/>
          <p:nvPr/>
        </p:nvGrpSpPr>
        <p:grpSpPr>
          <a:xfrm>
            <a:off x="7432799" y="482770"/>
            <a:ext cx="354584" cy="608089"/>
            <a:chOff x="2039243" y="2779342"/>
            <a:chExt cx="354584" cy="608089"/>
          </a:xfrm>
        </p:grpSpPr>
        <p:cxnSp>
          <p:nvCxnSpPr>
            <p:cNvPr id="95" name="直接箭头连接符 94">
              <a:extLst>
                <a:ext uri="{FF2B5EF4-FFF2-40B4-BE49-F238E27FC236}">
                  <a16:creationId xmlns:a16="http://schemas.microsoft.com/office/drawing/2014/main" id="{7F4FACA8-53ED-436B-9E85-82F5CAC52C99}"/>
                </a:ext>
              </a:extLst>
            </p:cNvPr>
            <p:cNvCxnSpPr>
              <a:cxnSpLocks/>
            </p:cNvCxnSpPr>
            <p:nvPr/>
          </p:nvCxnSpPr>
          <p:spPr>
            <a:xfrm>
              <a:off x="2327408" y="3021727"/>
              <a:ext cx="0" cy="365704"/>
            </a:xfrm>
            <a:prstGeom prst="straightConnector1">
              <a:avLst/>
            </a:prstGeom>
            <a:ln w="28575">
              <a:solidFill>
                <a:schemeClr val="accent2"/>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212493AC-4D0E-4AA6-9CF1-A17580A8740D}"/>
                </a:ext>
              </a:extLst>
            </p:cNvPr>
            <p:cNvSpPr txBox="1"/>
            <p:nvPr/>
          </p:nvSpPr>
          <p:spPr>
            <a:xfrm>
              <a:off x="2039243" y="2779342"/>
              <a:ext cx="354584" cy="461665"/>
            </a:xfrm>
            <a:prstGeom prst="rect">
              <a:avLst/>
            </a:prstGeom>
            <a:noFill/>
          </p:spPr>
          <p:txBody>
            <a:bodyPr wrap="none" rtlCol="0">
              <a:spAutoFit/>
            </a:bodyPr>
            <a:lstStyle/>
            <a:p>
              <a:r>
                <a:rPr lang="en-US" altLang="zh-CN" sz="2400" b="1" dirty="0">
                  <a:solidFill>
                    <a:schemeClr val="accent2"/>
                  </a:solidFill>
                  <a:effectLst>
                    <a:outerShdw blurRad="38100" dist="38100" dir="2700000" algn="tl">
                      <a:srgbClr val="000000">
                        <a:alpha val="43137"/>
                      </a:srgbClr>
                    </a:outerShdw>
                  </a:effectLst>
                </a:rPr>
                <a:t>T</a:t>
              </a:r>
              <a:endParaRPr lang="zh-CN" altLang="en-US" sz="2400" b="1" dirty="0">
                <a:solidFill>
                  <a:schemeClr val="accent2"/>
                </a:solidFill>
                <a:effectLst>
                  <a:outerShdw blurRad="38100" dist="38100" dir="2700000" algn="tl">
                    <a:srgbClr val="000000">
                      <a:alpha val="43137"/>
                    </a:srgbClr>
                  </a:outerShdw>
                </a:effectLst>
              </a:endParaRPr>
            </a:p>
          </p:txBody>
        </p:sp>
      </p:grpSp>
      <p:sp>
        <p:nvSpPr>
          <p:cNvPr id="49" name="矩形: 圆角 48">
            <a:extLst>
              <a:ext uri="{FF2B5EF4-FFF2-40B4-BE49-F238E27FC236}">
                <a16:creationId xmlns:a16="http://schemas.microsoft.com/office/drawing/2014/main" id="{9429C762-6020-4F2E-943D-D39B285AD8F2}"/>
              </a:ext>
            </a:extLst>
          </p:cNvPr>
          <p:cNvSpPr/>
          <p:nvPr/>
        </p:nvSpPr>
        <p:spPr>
          <a:xfrm>
            <a:off x="1325262" y="253603"/>
            <a:ext cx="4379347" cy="497611"/>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6.7 </a:t>
            </a:r>
            <a:r>
              <a:rPr lang="zh-CN" altLang="en-US" sz="2400" b="1" dirty="0">
                <a:solidFill>
                  <a:srgbClr val="002060"/>
                </a:solidFill>
                <a:effectLst>
                  <a:outerShdw blurRad="38100" dist="38100" dir="2700000" algn="tl">
                    <a:srgbClr val="000000">
                      <a:alpha val="43137"/>
                    </a:srgbClr>
                  </a:outerShdw>
                </a:effectLst>
              </a:rPr>
              <a:t>先序递归构造二叉链表</a:t>
            </a:r>
          </a:p>
        </p:txBody>
      </p:sp>
      <p:grpSp>
        <p:nvGrpSpPr>
          <p:cNvPr id="130" name="组合 129">
            <a:extLst>
              <a:ext uri="{FF2B5EF4-FFF2-40B4-BE49-F238E27FC236}">
                <a16:creationId xmlns:a16="http://schemas.microsoft.com/office/drawing/2014/main" id="{D59C4840-4E61-40EB-BC55-2DD2ABF0F009}"/>
              </a:ext>
            </a:extLst>
          </p:cNvPr>
          <p:cNvGrpSpPr/>
          <p:nvPr/>
        </p:nvGrpSpPr>
        <p:grpSpPr>
          <a:xfrm>
            <a:off x="8117243" y="1801720"/>
            <a:ext cx="768396" cy="349944"/>
            <a:chOff x="3019380" y="1220338"/>
            <a:chExt cx="768396" cy="349944"/>
          </a:xfrm>
        </p:grpSpPr>
        <p:sp>
          <p:nvSpPr>
            <p:cNvPr id="131" name="文本框 130">
              <a:extLst>
                <a:ext uri="{FF2B5EF4-FFF2-40B4-BE49-F238E27FC236}">
                  <a16:creationId xmlns:a16="http://schemas.microsoft.com/office/drawing/2014/main" id="{23983B7D-2401-4637-A8AA-157A7DC9B9FA}"/>
                </a:ext>
              </a:extLst>
            </p:cNvPr>
            <p:cNvSpPr txBox="1"/>
            <p:nvPr/>
          </p:nvSpPr>
          <p:spPr>
            <a:xfrm>
              <a:off x="3257928" y="1220459"/>
              <a:ext cx="291299" cy="349702"/>
            </a:xfrm>
            <a:prstGeom prst="rect">
              <a:avLst/>
            </a:prstGeom>
            <a:solidFill>
              <a:schemeClr val="accent5">
                <a:lumMod val="20000"/>
                <a:lumOff val="80000"/>
              </a:schemeClr>
            </a:solidFill>
            <a:ln w="19050">
              <a:solidFill>
                <a:srgbClr val="002060"/>
              </a:solidFill>
            </a:ln>
          </p:spPr>
          <p:txBody>
            <a:bodyPr wrap="square" lIns="36000" tIns="36000" rIns="36000" bIns="36000" rtlCol="0" anchor="ctr" anchorCtr="1">
              <a:spAutoFit/>
            </a:bodyPr>
            <a:lstStyle/>
            <a:p>
              <a:pPr>
                <a:lnSpc>
                  <a:spcPct val="90000"/>
                </a:lnSpc>
              </a:pPr>
              <a:r>
                <a:rPr lang="en-US" altLang="zh-CN" sz="2000" b="1" dirty="0">
                  <a:solidFill>
                    <a:srgbClr val="002060"/>
                  </a:solidFill>
                  <a:latin typeface="Times New Roman" panose="02020603050405020304" pitchFamily="18" charset="0"/>
                  <a:cs typeface="Times New Roman" panose="02020603050405020304" pitchFamily="18" charset="0"/>
                </a:rPr>
                <a:t>c</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sp>
          <p:nvSpPr>
            <p:cNvPr id="134" name="文本框 133">
              <a:extLst>
                <a:ext uri="{FF2B5EF4-FFF2-40B4-BE49-F238E27FC236}">
                  <a16:creationId xmlns:a16="http://schemas.microsoft.com/office/drawing/2014/main" id="{39D778B7-996E-4C9F-A669-35D19CFD954D}"/>
                </a:ext>
              </a:extLst>
            </p:cNvPr>
            <p:cNvSpPr txBox="1"/>
            <p:nvPr/>
          </p:nvSpPr>
          <p:spPr>
            <a:xfrm>
              <a:off x="3549228" y="1220338"/>
              <a:ext cx="238548" cy="349944"/>
            </a:xfrm>
            <a:prstGeom prst="rect">
              <a:avLst/>
            </a:prstGeom>
            <a:solidFill>
              <a:schemeClr val="accent5">
                <a:lumMod val="40000"/>
                <a:lumOff val="6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sp>
          <p:nvSpPr>
            <p:cNvPr id="142" name="文本框 141">
              <a:extLst>
                <a:ext uri="{FF2B5EF4-FFF2-40B4-BE49-F238E27FC236}">
                  <a16:creationId xmlns:a16="http://schemas.microsoft.com/office/drawing/2014/main" id="{DD269A00-79CD-4FD7-932A-761D7565776B}"/>
                </a:ext>
              </a:extLst>
            </p:cNvPr>
            <p:cNvSpPr txBox="1"/>
            <p:nvPr/>
          </p:nvSpPr>
          <p:spPr>
            <a:xfrm>
              <a:off x="3019380" y="1220338"/>
              <a:ext cx="238548" cy="349944"/>
            </a:xfrm>
            <a:prstGeom prst="rect">
              <a:avLst/>
            </a:prstGeom>
            <a:solidFill>
              <a:schemeClr val="accent5">
                <a:lumMod val="40000"/>
                <a:lumOff val="60000"/>
              </a:schemeClr>
            </a:solidFill>
            <a:ln w="19050">
              <a:solidFill>
                <a:srgbClr val="002060"/>
              </a:solidFill>
            </a:ln>
          </p:spPr>
          <p:txBody>
            <a:bodyPr wrap="square" lIns="36000" tIns="61200" rIns="36000" bIns="72000" rtlCol="0" anchor="ctr" anchorCtr="1">
              <a:spAutoFit/>
            </a:bodyPr>
            <a:lstStyle/>
            <a:p>
              <a:r>
                <a:rPr lang="zh-CN" altLang="en-US" sz="1400" b="1" dirty="0">
                  <a:solidFill>
                    <a:srgbClr val="002060"/>
                  </a:solidFill>
                  <a:latin typeface="Times New Roman" panose="02020603050405020304" pitchFamily="18" charset="0"/>
                  <a:cs typeface="Times New Roman" panose="02020603050405020304" pitchFamily="18" charset="0"/>
                </a:rPr>
                <a:t>∧</a:t>
              </a:r>
            </a:p>
          </p:txBody>
        </p:sp>
      </p:grpSp>
      <p:sp>
        <p:nvSpPr>
          <p:cNvPr id="144" name="矩形 143">
            <a:extLst>
              <a:ext uri="{FF2B5EF4-FFF2-40B4-BE49-F238E27FC236}">
                <a16:creationId xmlns:a16="http://schemas.microsoft.com/office/drawing/2014/main" id="{5055206D-8678-4865-91ED-4AEC984485FA}"/>
              </a:ext>
            </a:extLst>
          </p:cNvPr>
          <p:cNvSpPr/>
          <p:nvPr/>
        </p:nvSpPr>
        <p:spPr>
          <a:xfrm>
            <a:off x="8004910" y="1179251"/>
            <a:ext cx="168706" cy="20461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5" name="直接箭头连接符 144">
            <a:extLst>
              <a:ext uri="{FF2B5EF4-FFF2-40B4-BE49-F238E27FC236}">
                <a16:creationId xmlns:a16="http://schemas.microsoft.com/office/drawing/2014/main" id="{B4046455-8346-4995-B246-7B181240F34D}"/>
              </a:ext>
            </a:extLst>
          </p:cNvPr>
          <p:cNvCxnSpPr>
            <a:cxnSpLocks/>
            <a:endCxn id="131" idx="0"/>
          </p:cNvCxnSpPr>
          <p:nvPr/>
        </p:nvCxnSpPr>
        <p:spPr>
          <a:xfrm>
            <a:off x="8085567" y="1274786"/>
            <a:ext cx="415874" cy="527055"/>
          </a:xfrm>
          <a:prstGeom prst="straightConnector1">
            <a:avLst/>
          </a:prstGeom>
          <a:ln w="28575">
            <a:solidFill>
              <a:schemeClr val="accent2"/>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grpSp>
        <p:nvGrpSpPr>
          <p:cNvPr id="147" name="组合 146">
            <a:extLst>
              <a:ext uri="{FF2B5EF4-FFF2-40B4-BE49-F238E27FC236}">
                <a16:creationId xmlns:a16="http://schemas.microsoft.com/office/drawing/2014/main" id="{B3FBE677-1DA9-4C0A-90A9-9673FBA3C7E0}"/>
              </a:ext>
            </a:extLst>
          </p:cNvPr>
          <p:cNvGrpSpPr/>
          <p:nvPr/>
        </p:nvGrpSpPr>
        <p:grpSpPr>
          <a:xfrm>
            <a:off x="8229719" y="1166217"/>
            <a:ext cx="354584" cy="643221"/>
            <a:chOff x="2039243" y="2779342"/>
            <a:chExt cx="354584" cy="643221"/>
          </a:xfrm>
        </p:grpSpPr>
        <p:cxnSp>
          <p:nvCxnSpPr>
            <p:cNvPr id="148" name="直接箭头连接符 147">
              <a:extLst>
                <a:ext uri="{FF2B5EF4-FFF2-40B4-BE49-F238E27FC236}">
                  <a16:creationId xmlns:a16="http://schemas.microsoft.com/office/drawing/2014/main" id="{2EE42368-DD85-4478-B1B1-DA4338B11CA0}"/>
                </a:ext>
              </a:extLst>
            </p:cNvPr>
            <p:cNvCxnSpPr>
              <a:cxnSpLocks/>
            </p:cNvCxnSpPr>
            <p:nvPr/>
          </p:nvCxnSpPr>
          <p:spPr>
            <a:xfrm>
              <a:off x="2344516" y="3056859"/>
              <a:ext cx="0" cy="365704"/>
            </a:xfrm>
            <a:prstGeom prst="straightConnector1">
              <a:avLst/>
            </a:prstGeom>
            <a:ln w="28575">
              <a:solidFill>
                <a:srgbClr val="0070C0"/>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149" name="文本框 148">
              <a:extLst>
                <a:ext uri="{FF2B5EF4-FFF2-40B4-BE49-F238E27FC236}">
                  <a16:creationId xmlns:a16="http://schemas.microsoft.com/office/drawing/2014/main" id="{906926B5-CB6F-4051-935F-2CA48559F762}"/>
                </a:ext>
              </a:extLst>
            </p:cNvPr>
            <p:cNvSpPr txBox="1"/>
            <p:nvPr/>
          </p:nvSpPr>
          <p:spPr>
            <a:xfrm>
              <a:off x="2039243" y="2779342"/>
              <a:ext cx="354584" cy="461665"/>
            </a:xfrm>
            <a:prstGeom prst="rect">
              <a:avLst/>
            </a:prstGeom>
            <a:noFill/>
          </p:spPr>
          <p:txBody>
            <a:bodyPr wrap="none" rtlCol="0">
              <a:spAutoFit/>
            </a:bodyPr>
            <a:lstStyle/>
            <a:p>
              <a:r>
                <a:rPr lang="en-US" altLang="zh-CN" sz="2400" b="1" dirty="0">
                  <a:solidFill>
                    <a:srgbClr val="0070C0"/>
                  </a:solidFill>
                </a:rPr>
                <a:t>T</a:t>
              </a:r>
              <a:endParaRPr lang="zh-CN" altLang="en-US" sz="2400" b="1" dirty="0">
                <a:solidFill>
                  <a:srgbClr val="0070C0"/>
                </a:solidFill>
              </a:endParaRPr>
            </a:p>
          </p:txBody>
        </p:sp>
      </p:grpSp>
      <p:cxnSp>
        <p:nvCxnSpPr>
          <p:cNvPr id="156" name="直接连接符 155">
            <a:extLst>
              <a:ext uri="{FF2B5EF4-FFF2-40B4-BE49-F238E27FC236}">
                <a16:creationId xmlns:a16="http://schemas.microsoft.com/office/drawing/2014/main" id="{E6ED123C-0AAF-4E01-8F98-2721BC78BE4B}"/>
              </a:ext>
            </a:extLst>
          </p:cNvPr>
          <p:cNvCxnSpPr>
            <a:cxnSpLocks/>
          </p:cNvCxnSpPr>
          <p:nvPr/>
        </p:nvCxnSpPr>
        <p:spPr>
          <a:xfrm flipH="1" flipV="1">
            <a:off x="8348355" y="1622317"/>
            <a:ext cx="1020723" cy="534271"/>
          </a:xfrm>
          <a:prstGeom prst="line">
            <a:avLst/>
          </a:prstGeom>
          <a:ln w="1905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60" name="矩形: 圆角 59">
            <a:extLst>
              <a:ext uri="{FF2B5EF4-FFF2-40B4-BE49-F238E27FC236}">
                <a16:creationId xmlns:a16="http://schemas.microsoft.com/office/drawing/2014/main" id="{F17A0E31-715A-4658-A4F4-CD76234B7ACB}"/>
              </a:ext>
            </a:extLst>
          </p:cNvPr>
          <p:cNvSpPr/>
          <p:nvPr/>
        </p:nvSpPr>
        <p:spPr>
          <a:xfrm>
            <a:off x="9337946" y="892236"/>
            <a:ext cx="2523096" cy="43196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2060"/>
                </a:solidFill>
              </a:rPr>
              <a:t>返回</a:t>
            </a:r>
            <a:r>
              <a:rPr lang="en-US" altLang="zh-CN" sz="2000" b="1" dirty="0">
                <a:solidFill>
                  <a:schemeClr val="accent2"/>
                </a:solidFill>
                <a:effectLst>
                  <a:outerShdw blurRad="38100" dist="38100" dir="2700000" algn="tl">
                    <a:srgbClr val="000000">
                      <a:alpha val="43137"/>
                    </a:srgbClr>
                  </a:outerShdw>
                </a:effectLst>
              </a:rPr>
              <a:t>T</a:t>
            </a:r>
            <a:r>
              <a:rPr lang="zh-CN" altLang="en-US" sz="2000" b="1" dirty="0">
                <a:solidFill>
                  <a:srgbClr val="0070C0"/>
                </a:solidFill>
                <a:effectLst>
                  <a:outerShdw blurRad="38100" dist="38100" dir="2700000" algn="tl">
                    <a:srgbClr val="000000">
                      <a:alpha val="43137"/>
                    </a:srgbClr>
                  </a:outerShdw>
                </a:effectLst>
              </a:rPr>
              <a:t>给外部的</a:t>
            </a:r>
            <a:r>
              <a:rPr lang="en-US" altLang="zh-CN" sz="2000" b="1" dirty="0">
                <a:solidFill>
                  <a:srgbClr val="C00000"/>
                </a:solidFill>
                <a:effectLst>
                  <a:outerShdw blurRad="38100" dist="38100" dir="2700000" algn="tl">
                    <a:srgbClr val="000000">
                      <a:alpha val="43137"/>
                    </a:srgbClr>
                  </a:outerShdw>
                </a:effectLst>
              </a:rPr>
              <a:t>T</a:t>
            </a:r>
            <a:endParaRPr lang="zh-CN" altLang="en-US" sz="2000" b="1" dirty="0">
              <a:solidFill>
                <a:srgbClr val="C00000"/>
              </a:solidFill>
              <a:effectLst>
                <a:outerShdw blurRad="38100" dist="38100" dir="2700000" algn="tl">
                  <a:srgbClr val="000000">
                    <a:alpha val="43137"/>
                  </a:srgbClr>
                </a:outerShdw>
              </a:effectLst>
            </a:endParaRPr>
          </a:p>
        </p:txBody>
      </p:sp>
      <p:sp>
        <p:nvSpPr>
          <p:cNvPr id="162" name="文本框 161">
            <a:extLst>
              <a:ext uri="{FF2B5EF4-FFF2-40B4-BE49-F238E27FC236}">
                <a16:creationId xmlns:a16="http://schemas.microsoft.com/office/drawing/2014/main" id="{641DC06A-01A0-4D9D-8739-898E061F7C2E}"/>
              </a:ext>
            </a:extLst>
          </p:cNvPr>
          <p:cNvSpPr txBox="1"/>
          <p:nvPr/>
        </p:nvSpPr>
        <p:spPr>
          <a:xfrm>
            <a:off x="1751982" y="3242166"/>
            <a:ext cx="8209865"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现对先序递归构造二叉树的二叉链表算法作讲解和示例演示：</a:t>
            </a:r>
            <a:endParaRPr lang="en-US" altLang="zh-CN" b="1" dirty="0">
              <a:effectLst>
                <a:outerShdw blurRad="38100" dist="38100" dir="2700000" algn="tl">
                  <a:srgbClr val="000000">
                    <a:alpha val="43137"/>
                  </a:srgbClr>
                </a:outerShdw>
              </a:effectLst>
            </a:endParaRPr>
          </a:p>
        </p:txBody>
      </p:sp>
      <p:sp>
        <p:nvSpPr>
          <p:cNvPr id="163" name="文本框 162">
            <a:extLst>
              <a:ext uri="{FF2B5EF4-FFF2-40B4-BE49-F238E27FC236}">
                <a16:creationId xmlns:a16="http://schemas.microsoft.com/office/drawing/2014/main" id="{8C8DF904-E68D-4C7A-8FB5-4351870DDDC9}"/>
              </a:ext>
            </a:extLst>
          </p:cNvPr>
          <p:cNvSpPr txBox="1"/>
          <p:nvPr/>
        </p:nvSpPr>
        <p:spPr>
          <a:xfrm>
            <a:off x="1751982" y="3246790"/>
            <a:ext cx="8262492" cy="369332"/>
          </a:xfrm>
          <a:prstGeom prst="rect">
            <a:avLst/>
          </a:prstGeom>
          <a:solidFill>
            <a:schemeClr val="bg1">
              <a:lumMod val="85000"/>
            </a:schemeClr>
          </a:solidFill>
        </p:spPr>
        <p:txBody>
          <a:bodyPr wrap="square" rtlCol="0">
            <a:spAutoFit/>
          </a:bodyPr>
          <a:lstStyle/>
          <a:p>
            <a:r>
              <a:rPr lang="en-US" altLang="zh-CN" b="1" dirty="0">
                <a:effectLst>
                  <a:outerShdw blurRad="38100" dist="38100" dir="2700000" algn="tl">
                    <a:srgbClr val="000000">
                      <a:alpha val="43137"/>
                    </a:srgbClr>
                  </a:outerShdw>
                </a:effectLst>
              </a:rPr>
              <a:t> </a:t>
            </a:r>
            <a:r>
              <a:rPr lang="zh-CN" altLang="en-US" b="1" dirty="0">
                <a:effectLst>
                  <a:outerShdw blurRad="38100" dist="38100" dir="2700000" algn="tl">
                    <a:srgbClr val="000000">
                      <a:alpha val="43137"/>
                    </a:srgbClr>
                  </a:outerShdw>
                </a:effectLst>
              </a:rPr>
              <a:t>在</a:t>
            </a:r>
            <a:r>
              <a:rPr lang="en-US" altLang="zh-CN" b="1" dirty="0">
                <a:effectLst>
                  <a:outerShdw blurRad="38100" dist="38100" dir="2700000" algn="tl">
                    <a:srgbClr val="000000">
                      <a:alpha val="43137"/>
                    </a:srgbClr>
                  </a:outerShdw>
                </a:effectLst>
              </a:rPr>
              <a:t>Main</a:t>
            </a:r>
            <a:r>
              <a:rPr lang="zh-CN" altLang="en-US" b="1" dirty="0">
                <a:effectLst>
                  <a:outerShdw blurRad="38100" dist="38100" dir="2700000" algn="tl">
                    <a:srgbClr val="000000">
                      <a:alpha val="43137"/>
                    </a:srgbClr>
                  </a:outerShdw>
                </a:effectLst>
              </a:rPr>
              <a:t>函数调用进入算法，用</a:t>
            </a:r>
            <a:r>
              <a:rPr lang="zh-CN" altLang="en-US" b="1" dirty="0">
                <a:solidFill>
                  <a:schemeClr val="accent2"/>
                </a:solidFill>
                <a:effectLst>
                  <a:outerShdw blurRad="38100" dist="38100" dir="2700000" algn="tl">
                    <a:srgbClr val="000000">
                      <a:alpha val="43137"/>
                    </a:srgbClr>
                  </a:outerShdw>
                </a:effectLst>
              </a:rPr>
              <a:t>橙色凸显将执行的行和绘制本层指针</a:t>
            </a:r>
            <a:r>
              <a:rPr lang="zh-CN" altLang="en-US" b="1" dirty="0">
                <a:effectLst>
                  <a:outerShdw blurRad="38100" dist="38100" dir="2700000" algn="tl">
                    <a:srgbClr val="000000">
                      <a:alpha val="43137"/>
                    </a:srgbClr>
                  </a:outerShdw>
                </a:effectLst>
              </a:rPr>
              <a:t>：</a:t>
            </a:r>
          </a:p>
        </p:txBody>
      </p:sp>
      <p:sp>
        <p:nvSpPr>
          <p:cNvPr id="164" name="文本框 163">
            <a:extLst>
              <a:ext uri="{FF2B5EF4-FFF2-40B4-BE49-F238E27FC236}">
                <a16:creationId xmlns:a16="http://schemas.microsoft.com/office/drawing/2014/main" id="{283AB0D6-1036-41FE-8273-148DFAC42829}"/>
              </a:ext>
            </a:extLst>
          </p:cNvPr>
          <p:cNvSpPr txBox="1"/>
          <p:nvPr/>
        </p:nvSpPr>
        <p:spPr>
          <a:xfrm>
            <a:off x="1751982" y="3255788"/>
            <a:ext cx="7407298"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将生成</a:t>
            </a:r>
            <a:r>
              <a:rPr lang="en-US" altLang="zh-CN" b="1" dirty="0">
                <a:effectLst>
                  <a:outerShdw blurRad="38100" dist="38100" dir="2700000" algn="tl">
                    <a:srgbClr val="000000">
                      <a:alpha val="43137"/>
                    </a:srgbClr>
                  </a:outerShdw>
                </a:effectLst>
              </a:rPr>
              <a:t>’-’</a:t>
            </a:r>
            <a:r>
              <a:rPr lang="zh-CN" altLang="en-US" b="1" dirty="0">
                <a:effectLst>
                  <a:outerShdw blurRad="38100" dist="38100" dir="2700000" algn="tl">
                    <a:srgbClr val="000000">
                      <a:alpha val="43137"/>
                    </a:srgbClr>
                  </a:outerShdw>
                </a:effectLst>
              </a:rPr>
              <a:t>结点：</a:t>
            </a:r>
          </a:p>
        </p:txBody>
      </p:sp>
      <p:sp>
        <p:nvSpPr>
          <p:cNvPr id="165" name="文本框 164">
            <a:extLst>
              <a:ext uri="{FF2B5EF4-FFF2-40B4-BE49-F238E27FC236}">
                <a16:creationId xmlns:a16="http://schemas.microsoft.com/office/drawing/2014/main" id="{CF30CF4F-8F17-4FE6-A002-6DBFADBC1D42}"/>
              </a:ext>
            </a:extLst>
          </p:cNvPr>
          <p:cNvSpPr txBox="1"/>
          <p:nvPr/>
        </p:nvSpPr>
        <p:spPr>
          <a:xfrm>
            <a:off x="1753720" y="3255499"/>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将左递归构建第</a:t>
            </a:r>
            <a:r>
              <a:rPr lang="en-US" altLang="zh-CN" b="1" dirty="0">
                <a:effectLst>
                  <a:outerShdw blurRad="38100" dist="38100" dir="2700000" algn="tl">
                    <a:srgbClr val="000000">
                      <a:alpha val="43137"/>
                    </a:srgbClr>
                  </a:outerShdw>
                </a:effectLst>
              </a:rPr>
              <a:t>1</a:t>
            </a:r>
            <a:r>
              <a:rPr lang="zh-CN" altLang="en-US" b="1" dirty="0">
                <a:effectLst>
                  <a:outerShdw blurRad="38100" dist="38100" dir="2700000" algn="tl">
                    <a:srgbClr val="000000">
                      <a:alpha val="43137"/>
                    </a:srgbClr>
                  </a:outerShdw>
                </a:effectLst>
              </a:rPr>
              <a:t>级左子树：</a:t>
            </a:r>
          </a:p>
        </p:txBody>
      </p:sp>
      <p:sp>
        <p:nvSpPr>
          <p:cNvPr id="166" name="文本框 165">
            <a:extLst>
              <a:ext uri="{FF2B5EF4-FFF2-40B4-BE49-F238E27FC236}">
                <a16:creationId xmlns:a16="http://schemas.microsoft.com/office/drawing/2014/main" id="{59B3D9A8-0F78-4947-9730-72CBB328E354}"/>
              </a:ext>
            </a:extLst>
          </p:cNvPr>
          <p:cNvSpPr txBox="1"/>
          <p:nvPr/>
        </p:nvSpPr>
        <p:spPr>
          <a:xfrm>
            <a:off x="1751981" y="3243040"/>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进入第</a:t>
            </a:r>
            <a:r>
              <a:rPr lang="en-US" altLang="zh-CN" b="1" dirty="0">
                <a:effectLst>
                  <a:outerShdw blurRad="38100" dist="38100" dir="2700000" algn="tl">
                    <a:srgbClr val="000000">
                      <a:alpha val="43137"/>
                    </a:srgbClr>
                  </a:outerShdw>
                </a:effectLst>
              </a:rPr>
              <a:t>1</a:t>
            </a:r>
            <a:r>
              <a:rPr lang="zh-CN" altLang="en-US" b="1" dirty="0">
                <a:effectLst>
                  <a:outerShdw blurRad="38100" dist="38100" dir="2700000" algn="tl">
                    <a:srgbClr val="000000">
                      <a:alpha val="43137"/>
                    </a:srgbClr>
                  </a:outerShdw>
                </a:effectLst>
              </a:rPr>
              <a:t>层递归函数，用</a:t>
            </a:r>
            <a:r>
              <a:rPr lang="zh-CN" altLang="en-US" b="1" dirty="0">
                <a:solidFill>
                  <a:srgbClr val="0070C0"/>
                </a:solidFill>
                <a:effectLst>
                  <a:outerShdw blurRad="38100" dist="38100" dir="2700000" algn="tl">
                    <a:srgbClr val="000000">
                      <a:alpha val="43137"/>
                    </a:srgbClr>
                  </a:outerShdw>
                </a:effectLst>
              </a:rPr>
              <a:t>蓝色凸显将执行的行和绘制本层指针</a:t>
            </a:r>
            <a:r>
              <a:rPr lang="zh-CN" altLang="en-US" b="1" dirty="0">
                <a:effectLst>
                  <a:outerShdw blurRad="38100" dist="38100" dir="2700000" algn="tl">
                    <a:srgbClr val="000000">
                      <a:alpha val="43137"/>
                    </a:srgbClr>
                  </a:outerShdw>
                </a:effectLst>
              </a:rPr>
              <a:t>：</a:t>
            </a:r>
          </a:p>
        </p:txBody>
      </p:sp>
      <p:sp>
        <p:nvSpPr>
          <p:cNvPr id="167" name="文本框 166">
            <a:extLst>
              <a:ext uri="{FF2B5EF4-FFF2-40B4-BE49-F238E27FC236}">
                <a16:creationId xmlns:a16="http://schemas.microsoft.com/office/drawing/2014/main" id="{F93301D2-4ED6-4518-AD01-197FA2DAC6B4}"/>
              </a:ext>
            </a:extLst>
          </p:cNvPr>
          <p:cNvSpPr txBox="1"/>
          <p:nvPr/>
        </p:nvSpPr>
        <p:spPr>
          <a:xfrm>
            <a:off x="1756372" y="3240331"/>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将生成 </a:t>
            </a:r>
            <a:r>
              <a:rPr lang="en-US" altLang="zh-CN" b="1" dirty="0">
                <a:effectLst>
                  <a:outerShdw blurRad="38100" dist="38100" dir="2700000" algn="tl">
                    <a:srgbClr val="000000">
                      <a:alpha val="43137"/>
                    </a:srgbClr>
                  </a:outerShdw>
                </a:effectLst>
              </a:rPr>
              <a:t>’*’ </a:t>
            </a:r>
            <a:r>
              <a:rPr lang="zh-CN" altLang="en-US" b="1" dirty="0">
                <a:effectLst>
                  <a:outerShdw blurRad="38100" dist="38100" dir="2700000" algn="tl">
                    <a:srgbClr val="000000">
                      <a:alpha val="43137"/>
                    </a:srgbClr>
                  </a:outerShdw>
                </a:effectLst>
              </a:rPr>
              <a:t>结点：</a:t>
            </a:r>
          </a:p>
        </p:txBody>
      </p:sp>
      <p:sp>
        <p:nvSpPr>
          <p:cNvPr id="168" name="文本框 167">
            <a:extLst>
              <a:ext uri="{FF2B5EF4-FFF2-40B4-BE49-F238E27FC236}">
                <a16:creationId xmlns:a16="http://schemas.microsoft.com/office/drawing/2014/main" id="{1A070FF8-C0A3-484A-914F-0C03DBA909F3}"/>
              </a:ext>
            </a:extLst>
          </p:cNvPr>
          <p:cNvSpPr txBox="1"/>
          <p:nvPr/>
        </p:nvSpPr>
        <p:spPr>
          <a:xfrm>
            <a:off x="1846616" y="3255119"/>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将左递归构建第</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级左子树：</a:t>
            </a:r>
          </a:p>
        </p:txBody>
      </p:sp>
      <p:sp>
        <p:nvSpPr>
          <p:cNvPr id="169" name="文本框 168">
            <a:extLst>
              <a:ext uri="{FF2B5EF4-FFF2-40B4-BE49-F238E27FC236}">
                <a16:creationId xmlns:a16="http://schemas.microsoft.com/office/drawing/2014/main" id="{B7BC91CE-D869-4B2F-80E2-F2C0929F6E13}"/>
              </a:ext>
            </a:extLst>
          </p:cNvPr>
          <p:cNvSpPr txBox="1"/>
          <p:nvPr/>
        </p:nvSpPr>
        <p:spPr>
          <a:xfrm>
            <a:off x="1797103" y="3255322"/>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进入第</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层递归函数，用</a:t>
            </a:r>
            <a:r>
              <a:rPr lang="zh-CN" altLang="en-US" b="1" dirty="0">
                <a:solidFill>
                  <a:srgbClr val="7030A0"/>
                </a:solidFill>
                <a:effectLst>
                  <a:outerShdw blurRad="38100" dist="38100" dir="2700000" algn="tl">
                    <a:srgbClr val="000000">
                      <a:alpha val="43137"/>
                    </a:srgbClr>
                  </a:outerShdw>
                </a:effectLst>
              </a:rPr>
              <a:t>紫色凸显将执行的行和绘制本层指针</a:t>
            </a:r>
            <a:r>
              <a:rPr lang="zh-CN" altLang="en-US" b="1" dirty="0">
                <a:effectLst>
                  <a:outerShdw blurRad="38100" dist="38100" dir="2700000" algn="tl">
                    <a:srgbClr val="000000">
                      <a:alpha val="43137"/>
                    </a:srgbClr>
                  </a:outerShdw>
                </a:effectLst>
              </a:rPr>
              <a:t>：</a:t>
            </a:r>
          </a:p>
        </p:txBody>
      </p:sp>
      <p:sp>
        <p:nvSpPr>
          <p:cNvPr id="170" name="文本框 169">
            <a:extLst>
              <a:ext uri="{FF2B5EF4-FFF2-40B4-BE49-F238E27FC236}">
                <a16:creationId xmlns:a16="http://schemas.microsoft.com/office/drawing/2014/main" id="{71FC7E96-75C3-407F-8598-73A38007158B}"/>
              </a:ext>
            </a:extLst>
          </p:cNvPr>
          <p:cNvSpPr txBox="1"/>
          <p:nvPr/>
        </p:nvSpPr>
        <p:spPr>
          <a:xfrm>
            <a:off x="1758898" y="3254009"/>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将生成结点 </a:t>
            </a:r>
            <a:r>
              <a:rPr lang="en-US" altLang="zh-CN" b="1" dirty="0">
                <a:effectLst>
                  <a:outerShdw blurRad="38100" dist="38100" dir="2700000" algn="tl">
                    <a:srgbClr val="000000">
                      <a:alpha val="43137"/>
                    </a:srgbClr>
                  </a:outerShdw>
                </a:effectLst>
              </a:rPr>
              <a:t>‘a’ </a:t>
            </a:r>
            <a:r>
              <a:rPr lang="zh-CN" altLang="en-US" b="1" dirty="0">
                <a:effectLst>
                  <a:outerShdw blurRad="38100" dist="38100" dir="2700000" algn="tl">
                    <a:srgbClr val="000000">
                      <a:alpha val="43137"/>
                    </a:srgbClr>
                  </a:outerShdw>
                </a:effectLst>
              </a:rPr>
              <a:t>：</a:t>
            </a:r>
          </a:p>
        </p:txBody>
      </p:sp>
      <p:sp>
        <p:nvSpPr>
          <p:cNvPr id="171" name="文本框 170">
            <a:extLst>
              <a:ext uri="{FF2B5EF4-FFF2-40B4-BE49-F238E27FC236}">
                <a16:creationId xmlns:a16="http://schemas.microsoft.com/office/drawing/2014/main" id="{5100C9AD-F14F-43D1-9CBB-AEF4FF23AC97}"/>
              </a:ext>
            </a:extLst>
          </p:cNvPr>
          <p:cNvSpPr txBox="1"/>
          <p:nvPr/>
        </p:nvSpPr>
        <p:spPr>
          <a:xfrm>
            <a:off x="1764210" y="3250100"/>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将左递归构建第</a:t>
            </a:r>
            <a:r>
              <a:rPr lang="en-US" altLang="zh-CN" b="1" dirty="0">
                <a:effectLst>
                  <a:outerShdw blurRad="38100" dist="38100" dir="2700000" algn="tl">
                    <a:srgbClr val="000000">
                      <a:alpha val="43137"/>
                    </a:srgbClr>
                  </a:outerShdw>
                </a:effectLst>
              </a:rPr>
              <a:t>3</a:t>
            </a:r>
            <a:r>
              <a:rPr lang="zh-CN" altLang="en-US" b="1" dirty="0">
                <a:effectLst>
                  <a:outerShdw blurRad="38100" dist="38100" dir="2700000" algn="tl">
                    <a:srgbClr val="000000">
                      <a:alpha val="43137"/>
                    </a:srgbClr>
                  </a:outerShdw>
                </a:effectLst>
              </a:rPr>
              <a:t>级左子树：</a:t>
            </a:r>
          </a:p>
        </p:txBody>
      </p:sp>
      <p:sp>
        <p:nvSpPr>
          <p:cNvPr id="172" name="文本框 171">
            <a:extLst>
              <a:ext uri="{FF2B5EF4-FFF2-40B4-BE49-F238E27FC236}">
                <a16:creationId xmlns:a16="http://schemas.microsoft.com/office/drawing/2014/main" id="{8084B603-74E2-47DF-94FA-C8397B98D5B9}"/>
              </a:ext>
            </a:extLst>
          </p:cNvPr>
          <p:cNvSpPr txBox="1"/>
          <p:nvPr/>
        </p:nvSpPr>
        <p:spPr>
          <a:xfrm>
            <a:off x="1762189" y="3247347"/>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进入第</a:t>
            </a:r>
            <a:r>
              <a:rPr lang="en-US" altLang="zh-CN" b="1" dirty="0">
                <a:effectLst>
                  <a:outerShdw blurRad="38100" dist="38100" dir="2700000" algn="tl">
                    <a:srgbClr val="000000">
                      <a:alpha val="43137"/>
                    </a:srgbClr>
                  </a:outerShdw>
                </a:effectLst>
              </a:rPr>
              <a:t>3</a:t>
            </a:r>
            <a:r>
              <a:rPr lang="zh-CN" altLang="en-US" b="1" dirty="0">
                <a:effectLst>
                  <a:outerShdw blurRad="38100" dist="38100" dir="2700000" algn="tl">
                    <a:srgbClr val="000000">
                      <a:alpha val="43137"/>
                    </a:srgbClr>
                  </a:outerShdw>
                </a:effectLst>
              </a:rPr>
              <a:t>层递归函数，用</a:t>
            </a:r>
            <a:r>
              <a:rPr lang="zh-CN" altLang="en-US" b="1" dirty="0">
                <a:solidFill>
                  <a:srgbClr val="FF0000"/>
                </a:solidFill>
                <a:effectLst>
                  <a:outerShdw blurRad="38100" dist="38100" dir="2700000" algn="tl">
                    <a:srgbClr val="000000">
                      <a:alpha val="43137"/>
                    </a:srgbClr>
                  </a:outerShdw>
                </a:effectLst>
              </a:rPr>
              <a:t>红色凸显条和绘制本层指针</a:t>
            </a:r>
            <a:r>
              <a:rPr lang="zh-CN" altLang="en-US" b="1" dirty="0">
                <a:effectLst>
                  <a:outerShdw blurRad="38100" dist="38100" dir="2700000" algn="tl">
                    <a:srgbClr val="000000">
                      <a:alpha val="43137"/>
                    </a:srgbClr>
                  </a:outerShdw>
                </a:effectLst>
              </a:rPr>
              <a:t>：</a:t>
            </a:r>
          </a:p>
        </p:txBody>
      </p:sp>
      <p:sp>
        <p:nvSpPr>
          <p:cNvPr id="173" name="文本框 172">
            <a:extLst>
              <a:ext uri="{FF2B5EF4-FFF2-40B4-BE49-F238E27FC236}">
                <a16:creationId xmlns:a16="http://schemas.microsoft.com/office/drawing/2014/main" id="{A0CB340C-EBAB-4C0C-BED8-F385D2770BCE}"/>
              </a:ext>
            </a:extLst>
          </p:cNvPr>
          <p:cNvSpPr txBox="1"/>
          <p:nvPr/>
        </p:nvSpPr>
        <p:spPr>
          <a:xfrm>
            <a:off x="1752317" y="3245715"/>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第</a:t>
            </a:r>
            <a:r>
              <a:rPr lang="en-US" altLang="zh-CN" b="1" dirty="0">
                <a:effectLst>
                  <a:outerShdw blurRad="38100" dist="38100" dir="2700000" algn="tl">
                    <a:srgbClr val="000000">
                      <a:alpha val="43137"/>
                    </a:srgbClr>
                  </a:outerShdw>
                </a:effectLst>
              </a:rPr>
              <a:t>3</a:t>
            </a:r>
            <a:r>
              <a:rPr lang="zh-CN" altLang="en-US" b="1" dirty="0">
                <a:effectLst>
                  <a:outerShdw blurRad="38100" dist="38100" dir="2700000" algn="tl">
                    <a:srgbClr val="000000">
                      <a:alpha val="43137"/>
                    </a:srgbClr>
                  </a:outerShdw>
                </a:effectLst>
              </a:rPr>
              <a:t>级左子树为空树，将返回到递归调用的下一行：</a:t>
            </a:r>
          </a:p>
        </p:txBody>
      </p:sp>
      <p:sp>
        <p:nvSpPr>
          <p:cNvPr id="174" name="文本框 173">
            <a:extLst>
              <a:ext uri="{FF2B5EF4-FFF2-40B4-BE49-F238E27FC236}">
                <a16:creationId xmlns:a16="http://schemas.microsoft.com/office/drawing/2014/main" id="{6AF3B601-6E27-45C5-897F-F0756B6D45F8}"/>
              </a:ext>
            </a:extLst>
          </p:cNvPr>
          <p:cNvSpPr txBox="1"/>
          <p:nvPr/>
        </p:nvSpPr>
        <p:spPr>
          <a:xfrm>
            <a:off x="1751815" y="3247104"/>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将右递归构建第</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级左子树的右子树：</a:t>
            </a:r>
          </a:p>
        </p:txBody>
      </p:sp>
      <p:sp>
        <p:nvSpPr>
          <p:cNvPr id="175" name="文本框 174">
            <a:extLst>
              <a:ext uri="{FF2B5EF4-FFF2-40B4-BE49-F238E27FC236}">
                <a16:creationId xmlns:a16="http://schemas.microsoft.com/office/drawing/2014/main" id="{8F27B399-7DB1-49ED-9630-F42CFAF1D6EE}"/>
              </a:ext>
            </a:extLst>
          </p:cNvPr>
          <p:cNvSpPr txBox="1"/>
          <p:nvPr/>
        </p:nvSpPr>
        <p:spPr>
          <a:xfrm>
            <a:off x="1751982" y="3249060"/>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进入第</a:t>
            </a:r>
            <a:r>
              <a:rPr lang="en-US" altLang="zh-CN" b="1" dirty="0">
                <a:effectLst>
                  <a:outerShdw blurRad="38100" dist="38100" dir="2700000" algn="tl">
                    <a:srgbClr val="000000">
                      <a:alpha val="43137"/>
                    </a:srgbClr>
                  </a:outerShdw>
                </a:effectLst>
              </a:rPr>
              <a:t>3</a:t>
            </a:r>
            <a:r>
              <a:rPr lang="zh-CN" altLang="en-US" b="1" dirty="0">
                <a:effectLst>
                  <a:outerShdw blurRad="38100" dist="38100" dir="2700000" algn="tl">
                    <a:srgbClr val="000000">
                      <a:alpha val="43137"/>
                    </a:srgbClr>
                  </a:outerShdw>
                </a:effectLst>
              </a:rPr>
              <a:t>层递归函数，用</a:t>
            </a:r>
            <a:r>
              <a:rPr lang="zh-CN" altLang="en-US" b="1" dirty="0">
                <a:solidFill>
                  <a:srgbClr val="FF0000"/>
                </a:solidFill>
                <a:effectLst>
                  <a:outerShdw blurRad="38100" dist="38100" dir="2700000" algn="tl">
                    <a:srgbClr val="000000">
                      <a:alpha val="43137"/>
                    </a:srgbClr>
                  </a:outerShdw>
                </a:effectLst>
              </a:rPr>
              <a:t>红色凸显条和绘制本层指针</a:t>
            </a:r>
            <a:r>
              <a:rPr lang="zh-CN" altLang="en-US" b="1" dirty="0">
                <a:effectLst>
                  <a:outerShdw blurRad="38100" dist="38100" dir="2700000" algn="tl">
                    <a:srgbClr val="000000">
                      <a:alpha val="43137"/>
                    </a:srgbClr>
                  </a:outerShdw>
                </a:effectLst>
              </a:rPr>
              <a:t>：</a:t>
            </a:r>
          </a:p>
        </p:txBody>
      </p:sp>
      <p:sp>
        <p:nvSpPr>
          <p:cNvPr id="176" name="文本框 175">
            <a:extLst>
              <a:ext uri="{FF2B5EF4-FFF2-40B4-BE49-F238E27FC236}">
                <a16:creationId xmlns:a16="http://schemas.microsoft.com/office/drawing/2014/main" id="{56E422E7-60C1-4105-96F9-2E253C4D2A7D}"/>
              </a:ext>
            </a:extLst>
          </p:cNvPr>
          <p:cNvSpPr txBox="1"/>
          <p:nvPr/>
        </p:nvSpPr>
        <p:spPr>
          <a:xfrm>
            <a:off x="1765134" y="3251736"/>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第</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级左子树的右子树为空树，将返回：</a:t>
            </a:r>
          </a:p>
        </p:txBody>
      </p:sp>
      <p:sp>
        <p:nvSpPr>
          <p:cNvPr id="177" name="文本框 176">
            <a:extLst>
              <a:ext uri="{FF2B5EF4-FFF2-40B4-BE49-F238E27FC236}">
                <a16:creationId xmlns:a16="http://schemas.microsoft.com/office/drawing/2014/main" id="{B765A22D-80CE-47DA-A38D-4E760D5B0132}"/>
              </a:ext>
            </a:extLst>
          </p:cNvPr>
          <p:cNvSpPr txBox="1"/>
          <p:nvPr/>
        </p:nvSpPr>
        <p:spPr>
          <a:xfrm>
            <a:off x="1744143" y="3249896"/>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至此，第</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级左子树已完成构建，将第</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级左子树返回：</a:t>
            </a:r>
          </a:p>
        </p:txBody>
      </p:sp>
      <p:sp>
        <p:nvSpPr>
          <p:cNvPr id="178" name="文本框 177">
            <a:extLst>
              <a:ext uri="{FF2B5EF4-FFF2-40B4-BE49-F238E27FC236}">
                <a16:creationId xmlns:a16="http://schemas.microsoft.com/office/drawing/2014/main" id="{88B4BD53-FBC3-4686-B119-55659FAB2FE9}"/>
              </a:ext>
            </a:extLst>
          </p:cNvPr>
          <p:cNvSpPr txBox="1"/>
          <p:nvPr/>
        </p:nvSpPr>
        <p:spPr>
          <a:xfrm>
            <a:off x="1744143" y="3240017"/>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将右递归构建第</a:t>
            </a:r>
            <a:r>
              <a:rPr lang="en-US" altLang="zh-CN" b="1" dirty="0">
                <a:effectLst>
                  <a:outerShdw blurRad="38100" dist="38100" dir="2700000" algn="tl">
                    <a:srgbClr val="000000">
                      <a:alpha val="43137"/>
                    </a:srgbClr>
                  </a:outerShdw>
                </a:effectLst>
              </a:rPr>
              <a:t>1</a:t>
            </a:r>
            <a:r>
              <a:rPr lang="zh-CN" altLang="en-US" b="1" dirty="0">
                <a:effectLst>
                  <a:outerShdw blurRad="38100" dist="38100" dir="2700000" algn="tl">
                    <a:srgbClr val="000000">
                      <a:alpha val="43137"/>
                    </a:srgbClr>
                  </a:outerShdw>
                </a:effectLst>
              </a:rPr>
              <a:t>级左子树的右子树：</a:t>
            </a:r>
          </a:p>
        </p:txBody>
      </p:sp>
      <p:sp>
        <p:nvSpPr>
          <p:cNvPr id="179" name="文本框 178">
            <a:extLst>
              <a:ext uri="{FF2B5EF4-FFF2-40B4-BE49-F238E27FC236}">
                <a16:creationId xmlns:a16="http://schemas.microsoft.com/office/drawing/2014/main" id="{AD492D79-6CAD-460A-95E3-B6851D658EE2}"/>
              </a:ext>
            </a:extLst>
          </p:cNvPr>
          <p:cNvSpPr txBox="1"/>
          <p:nvPr/>
        </p:nvSpPr>
        <p:spPr>
          <a:xfrm>
            <a:off x="1751982" y="3246342"/>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进入第</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层递归函数，本层采用</a:t>
            </a:r>
            <a:r>
              <a:rPr lang="zh-CN" altLang="en-US" b="1" dirty="0">
                <a:solidFill>
                  <a:srgbClr val="7030A0"/>
                </a:solidFill>
                <a:effectLst>
                  <a:outerShdw blurRad="38100" dist="38100" dir="2700000" algn="tl">
                    <a:srgbClr val="000000">
                      <a:alpha val="43137"/>
                    </a:srgbClr>
                  </a:outerShdw>
                </a:effectLst>
              </a:rPr>
              <a:t>紫色的凸显条和指针</a:t>
            </a:r>
            <a:r>
              <a:rPr lang="zh-CN" altLang="en-US" b="1" dirty="0">
                <a:effectLst>
                  <a:outerShdw blurRad="38100" dist="38100" dir="2700000" algn="tl">
                    <a:srgbClr val="000000">
                      <a:alpha val="43137"/>
                    </a:srgbClr>
                  </a:outerShdw>
                </a:effectLst>
              </a:rPr>
              <a:t>：</a:t>
            </a:r>
          </a:p>
        </p:txBody>
      </p:sp>
      <p:sp>
        <p:nvSpPr>
          <p:cNvPr id="180" name="文本框 179">
            <a:extLst>
              <a:ext uri="{FF2B5EF4-FFF2-40B4-BE49-F238E27FC236}">
                <a16:creationId xmlns:a16="http://schemas.microsoft.com/office/drawing/2014/main" id="{17073967-0616-4CFB-A31B-4A3E15A6CAAB}"/>
              </a:ext>
            </a:extLst>
          </p:cNvPr>
          <p:cNvSpPr txBox="1"/>
          <p:nvPr/>
        </p:nvSpPr>
        <p:spPr>
          <a:xfrm>
            <a:off x="1751057" y="3246342"/>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将生成 </a:t>
            </a:r>
            <a:r>
              <a:rPr lang="en-US" altLang="zh-CN" b="1" dirty="0">
                <a:effectLst>
                  <a:outerShdw blurRad="38100" dist="38100" dir="2700000" algn="tl">
                    <a:srgbClr val="000000">
                      <a:alpha val="43137"/>
                    </a:srgbClr>
                  </a:outerShdw>
                </a:effectLst>
              </a:rPr>
              <a:t>’b’ </a:t>
            </a:r>
            <a:r>
              <a:rPr lang="zh-CN" altLang="en-US" b="1" dirty="0">
                <a:effectLst>
                  <a:outerShdw blurRad="38100" dist="38100" dir="2700000" algn="tl">
                    <a:srgbClr val="000000">
                      <a:alpha val="43137"/>
                    </a:srgbClr>
                  </a:outerShdw>
                </a:effectLst>
              </a:rPr>
              <a:t>结点：</a:t>
            </a:r>
          </a:p>
        </p:txBody>
      </p:sp>
      <p:sp>
        <p:nvSpPr>
          <p:cNvPr id="181" name="文本框 180">
            <a:extLst>
              <a:ext uri="{FF2B5EF4-FFF2-40B4-BE49-F238E27FC236}">
                <a16:creationId xmlns:a16="http://schemas.microsoft.com/office/drawing/2014/main" id="{3B837CDE-8091-4219-90AB-DF9B1537CC69}"/>
              </a:ext>
            </a:extLst>
          </p:cNvPr>
          <p:cNvSpPr txBox="1"/>
          <p:nvPr/>
        </p:nvSpPr>
        <p:spPr>
          <a:xfrm>
            <a:off x="1753919" y="3238641"/>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将左递归构建 </a:t>
            </a:r>
            <a:r>
              <a:rPr lang="en-US" altLang="zh-CN" b="1" dirty="0">
                <a:effectLst>
                  <a:outerShdw blurRad="38100" dist="38100" dir="2700000" algn="tl">
                    <a:srgbClr val="000000">
                      <a:alpha val="43137"/>
                    </a:srgbClr>
                  </a:outerShdw>
                </a:effectLst>
              </a:rPr>
              <a:t>‘b’ </a:t>
            </a:r>
            <a:r>
              <a:rPr lang="zh-CN" altLang="en-US" b="1" dirty="0">
                <a:effectLst>
                  <a:outerShdw blurRad="38100" dist="38100" dir="2700000" algn="tl">
                    <a:srgbClr val="000000">
                      <a:alpha val="43137"/>
                    </a:srgbClr>
                  </a:outerShdw>
                </a:effectLst>
              </a:rPr>
              <a:t>结点的左子树：</a:t>
            </a:r>
          </a:p>
        </p:txBody>
      </p:sp>
      <p:sp>
        <p:nvSpPr>
          <p:cNvPr id="182" name="文本框 181">
            <a:extLst>
              <a:ext uri="{FF2B5EF4-FFF2-40B4-BE49-F238E27FC236}">
                <a16:creationId xmlns:a16="http://schemas.microsoft.com/office/drawing/2014/main" id="{A2879164-32E1-45DD-AE5B-342FBC1061B2}"/>
              </a:ext>
            </a:extLst>
          </p:cNvPr>
          <p:cNvSpPr txBox="1"/>
          <p:nvPr/>
        </p:nvSpPr>
        <p:spPr>
          <a:xfrm>
            <a:off x="1752656" y="3243106"/>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进入第</a:t>
            </a:r>
            <a:r>
              <a:rPr lang="en-US" altLang="zh-CN" b="1" dirty="0">
                <a:effectLst>
                  <a:outerShdw blurRad="38100" dist="38100" dir="2700000" algn="tl">
                    <a:srgbClr val="000000">
                      <a:alpha val="43137"/>
                    </a:srgbClr>
                  </a:outerShdw>
                </a:effectLst>
              </a:rPr>
              <a:t>3</a:t>
            </a:r>
            <a:r>
              <a:rPr lang="zh-CN" altLang="en-US" b="1" dirty="0">
                <a:effectLst>
                  <a:outerShdw blurRad="38100" dist="38100" dir="2700000" algn="tl">
                    <a:srgbClr val="000000">
                      <a:alpha val="43137"/>
                    </a:srgbClr>
                  </a:outerShdw>
                </a:effectLst>
              </a:rPr>
              <a:t>层递归函数，本层采用</a:t>
            </a:r>
            <a:r>
              <a:rPr lang="zh-CN" altLang="en-US" b="1" dirty="0">
                <a:solidFill>
                  <a:srgbClr val="FF0000"/>
                </a:solidFill>
                <a:effectLst>
                  <a:outerShdw blurRad="38100" dist="38100" dir="2700000" algn="tl">
                    <a:srgbClr val="000000">
                      <a:alpha val="43137"/>
                    </a:srgbClr>
                  </a:outerShdw>
                </a:effectLst>
              </a:rPr>
              <a:t>红色的凸显条和指针</a:t>
            </a:r>
            <a:r>
              <a:rPr lang="zh-CN" altLang="en-US" b="1" dirty="0">
                <a:effectLst>
                  <a:outerShdw blurRad="38100" dist="38100" dir="2700000" algn="tl">
                    <a:srgbClr val="000000">
                      <a:alpha val="43137"/>
                    </a:srgbClr>
                  </a:outerShdw>
                </a:effectLst>
              </a:rPr>
              <a:t>：</a:t>
            </a:r>
          </a:p>
        </p:txBody>
      </p:sp>
      <p:sp>
        <p:nvSpPr>
          <p:cNvPr id="183" name="文本框 182">
            <a:extLst>
              <a:ext uri="{FF2B5EF4-FFF2-40B4-BE49-F238E27FC236}">
                <a16:creationId xmlns:a16="http://schemas.microsoft.com/office/drawing/2014/main" id="{A64BABF7-C00D-486B-BC59-AE5E61AA1FBB}"/>
              </a:ext>
            </a:extLst>
          </p:cNvPr>
          <p:cNvSpPr txBox="1"/>
          <p:nvPr/>
        </p:nvSpPr>
        <p:spPr>
          <a:xfrm>
            <a:off x="1749120" y="3242286"/>
            <a:ext cx="6783632" cy="369332"/>
          </a:xfrm>
          <a:prstGeom prst="rect">
            <a:avLst/>
          </a:prstGeom>
          <a:solidFill>
            <a:schemeClr val="bg1">
              <a:lumMod val="85000"/>
            </a:schemeClr>
          </a:solidFill>
        </p:spPr>
        <p:txBody>
          <a:bodyPr wrap="square" rtlCol="0">
            <a:spAutoFit/>
          </a:bodyPr>
          <a:lstStyle/>
          <a:p>
            <a:r>
              <a:rPr lang="en-US" altLang="zh-CN" b="1" dirty="0">
                <a:effectLst>
                  <a:outerShdw blurRad="38100" dist="38100" dir="2700000" algn="tl">
                    <a:srgbClr val="000000">
                      <a:alpha val="43137"/>
                    </a:srgbClr>
                  </a:outerShdw>
                </a:effectLst>
              </a:rPr>
              <a:t>‘b’ </a:t>
            </a:r>
            <a:r>
              <a:rPr lang="zh-CN" altLang="en-US" b="1" dirty="0">
                <a:effectLst>
                  <a:outerShdw blurRad="38100" dist="38100" dir="2700000" algn="tl">
                    <a:srgbClr val="000000">
                      <a:alpha val="43137"/>
                    </a:srgbClr>
                  </a:outerShdw>
                </a:effectLst>
              </a:rPr>
              <a:t>结点的左子树为空树，将返回：</a:t>
            </a:r>
          </a:p>
        </p:txBody>
      </p:sp>
      <p:sp>
        <p:nvSpPr>
          <p:cNvPr id="184" name="文本框 183">
            <a:extLst>
              <a:ext uri="{FF2B5EF4-FFF2-40B4-BE49-F238E27FC236}">
                <a16:creationId xmlns:a16="http://schemas.microsoft.com/office/drawing/2014/main" id="{603EA8D2-B6C0-42A1-86DF-38D35C2ECB08}"/>
              </a:ext>
            </a:extLst>
          </p:cNvPr>
          <p:cNvSpPr txBox="1"/>
          <p:nvPr/>
        </p:nvSpPr>
        <p:spPr>
          <a:xfrm>
            <a:off x="1760497" y="3251361"/>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将右递归构建 </a:t>
            </a:r>
            <a:r>
              <a:rPr lang="en-US" altLang="zh-CN" b="1" dirty="0">
                <a:effectLst>
                  <a:outerShdw blurRad="38100" dist="38100" dir="2700000" algn="tl">
                    <a:srgbClr val="000000">
                      <a:alpha val="43137"/>
                    </a:srgbClr>
                  </a:outerShdw>
                </a:effectLst>
              </a:rPr>
              <a:t>‘b’ </a:t>
            </a:r>
            <a:r>
              <a:rPr lang="zh-CN" altLang="en-US" b="1" dirty="0">
                <a:effectLst>
                  <a:outerShdw blurRad="38100" dist="38100" dir="2700000" algn="tl">
                    <a:srgbClr val="000000">
                      <a:alpha val="43137"/>
                    </a:srgbClr>
                  </a:outerShdw>
                </a:effectLst>
              </a:rPr>
              <a:t>结点的右子树：</a:t>
            </a:r>
          </a:p>
        </p:txBody>
      </p:sp>
      <p:sp>
        <p:nvSpPr>
          <p:cNvPr id="185" name="文本框 184">
            <a:extLst>
              <a:ext uri="{FF2B5EF4-FFF2-40B4-BE49-F238E27FC236}">
                <a16:creationId xmlns:a16="http://schemas.microsoft.com/office/drawing/2014/main" id="{991CDB68-A88A-4E45-A5D1-0162EB1B7E16}"/>
              </a:ext>
            </a:extLst>
          </p:cNvPr>
          <p:cNvSpPr txBox="1"/>
          <p:nvPr/>
        </p:nvSpPr>
        <p:spPr>
          <a:xfrm>
            <a:off x="1754435" y="3242189"/>
            <a:ext cx="678363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进入第</a:t>
            </a:r>
            <a:r>
              <a:rPr lang="en-US" altLang="zh-CN" b="1" dirty="0">
                <a:effectLst>
                  <a:outerShdw blurRad="38100" dist="38100" dir="2700000" algn="tl">
                    <a:srgbClr val="000000">
                      <a:alpha val="43137"/>
                    </a:srgbClr>
                  </a:outerShdw>
                </a:effectLst>
              </a:rPr>
              <a:t>3</a:t>
            </a:r>
            <a:r>
              <a:rPr lang="zh-CN" altLang="en-US" b="1" dirty="0">
                <a:effectLst>
                  <a:outerShdw blurRad="38100" dist="38100" dir="2700000" algn="tl">
                    <a:srgbClr val="000000">
                      <a:alpha val="43137"/>
                    </a:srgbClr>
                  </a:outerShdw>
                </a:effectLst>
              </a:rPr>
              <a:t>层递归函数，本层采用</a:t>
            </a:r>
            <a:r>
              <a:rPr lang="zh-CN" altLang="en-US" b="1" dirty="0">
                <a:solidFill>
                  <a:srgbClr val="FF0000"/>
                </a:solidFill>
                <a:effectLst>
                  <a:outerShdw blurRad="38100" dist="38100" dir="2700000" algn="tl">
                    <a:srgbClr val="000000">
                      <a:alpha val="43137"/>
                    </a:srgbClr>
                  </a:outerShdw>
                </a:effectLst>
              </a:rPr>
              <a:t>红色的凸显条和指针</a:t>
            </a:r>
            <a:r>
              <a:rPr lang="zh-CN" altLang="en-US" b="1" dirty="0">
                <a:effectLst>
                  <a:outerShdw blurRad="38100" dist="38100" dir="2700000" algn="tl">
                    <a:srgbClr val="000000">
                      <a:alpha val="43137"/>
                    </a:srgbClr>
                  </a:outerShdw>
                </a:effectLst>
              </a:rPr>
              <a:t>：</a:t>
            </a:r>
          </a:p>
        </p:txBody>
      </p:sp>
      <p:sp>
        <p:nvSpPr>
          <p:cNvPr id="186" name="文本框 185">
            <a:extLst>
              <a:ext uri="{FF2B5EF4-FFF2-40B4-BE49-F238E27FC236}">
                <a16:creationId xmlns:a16="http://schemas.microsoft.com/office/drawing/2014/main" id="{09B9769F-D3D5-48BA-8570-4FA14E121A2C}"/>
              </a:ext>
            </a:extLst>
          </p:cNvPr>
          <p:cNvSpPr txBox="1"/>
          <p:nvPr/>
        </p:nvSpPr>
        <p:spPr>
          <a:xfrm>
            <a:off x="1753761" y="3244783"/>
            <a:ext cx="6783632" cy="369332"/>
          </a:xfrm>
          <a:prstGeom prst="rect">
            <a:avLst/>
          </a:prstGeom>
          <a:solidFill>
            <a:schemeClr val="bg1">
              <a:lumMod val="85000"/>
            </a:schemeClr>
          </a:solidFill>
        </p:spPr>
        <p:txBody>
          <a:bodyPr wrap="square" rtlCol="0">
            <a:spAutoFit/>
          </a:bodyPr>
          <a:lstStyle/>
          <a:p>
            <a:r>
              <a:rPr lang="en-US" altLang="zh-CN" b="1" dirty="0">
                <a:effectLst>
                  <a:outerShdw blurRad="38100" dist="38100" dir="2700000" algn="tl">
                    <a:srgbClr val="000000">
                      <a:alpha val="43137"/>
                    </a:srgbClr>
                  </a:outerShdw>
                </a:effectLst>
              </a:rPr>
              <a:t>‘b’ </a:t>
            </a:r>
            <a:r>
              <a:rPr lang="zh-CN" altLang="en-US" b="1" dirty="0">
                <a:effectLst>
                  <a:outerShdw blurRad="38100" dist="38100" dir="2700000" algn="tl">
                    <a:srgbClr val="000000">
                      <a:alpha val="43137"/>
                    </a:srgbClr>
                  </a:outerShdw>
                </a:effectLst>
              </a:rPr>
              <a:t>结点的右子树为空树，将返回：</a:t>
            </a:r>
          </a:p>
        </p:txBody>
      </p:sp>
      <p:sp>
        <p:nvSpPr>
          <p:cNvPr id="187" name="文本框 186">
            <a:extLst>
              <a:ext uri="{FF2B5EF4-FFF2-40B4-BE49-F238E27FC236}">
                <a16:creationId xmlns:a16="http://schemas.microsoft.com/office/drawing/2014/main" id="{BF4052A8-E99F-499C-AFF9-9D8DE126DC06}"/>
              </a:ext>
            </a:extLst>
          </p:cNvPr>
          <p:cNvSpPr txBox="1"/>
          <p:nvPr/>
        </p:nvSpPr>
        <p:spPr>
          <a:xfrm>
            <a:off x="1760494" y="3246141"/>
            <a:ext cx="7348092"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返回到</a:t>
            </a:r>
            <a:r>
              <a:rPr lang="zh-CN" altLang="en-US" b="1" dirty="0">
                <a:solidFill>
                  <a:srgbClr val="7030A0"/>
                </a:solidFill>
                <a:effectLst>
                  <a:outerShdw blurRad="38100" dist="38100" dir="2700000" algn="tl">
                    <a:srgbClr val="000000">
                      <a:alpha val="43137"/>
                    </a:srgbClr>
                  </a:outerShdw>
                </a:effectLst>
              </a:rPr>
              <a:t>紫色</a:t>
            </a:r>
            <a:r>
              <a:rPr lang="zh-CN" altLang="en-US" b="1" dirty="0">
                <a:effectLst>
                  <a:outerShdw blurRad="38100" dist="38100" dir="2700000" algn="tl">
                    <a:srgbClr val="000000">
                      <a:alpha val="43137"/>
                    </a:srgbClr>
                  </a:outerShdw>
                </a:effectLst>
              </a:rPr>
              <a:t>的第二层，以 </a:t>
            </a:r>
            <a:r>
              <a:rPr lang="en-US" altLang="zh-CN" b="1" dirty="0">
                <a:effectLst>
                  <a:outerShdw blurRad="38100" dist="38100" dir="2700000" algn="tl">
                    <a:srgbClr val="000000">
                      <a:alpha val="43137"/>
                    </a:srgbClr>
                  </a:outerShdw>
                </a:effectLst>
              </a:rPr>
              <a:t>‘b’ </a:t>
            </a:r>
            <a:r>
              <a:rPr lang="zh-CN" altLang="en-US" b="1" dirty="0">
                <a:effectLst>
                  <a:outerShdw blurRad="38100" dist="38100" dir="2700000" algn="tl">
                    <a:srgbClr val="000000">
                      <a:alpha val="43137"/>
                    </a:srgbClr>
                  </a:outerShdw>
                </a:effectLst>
              </a:rPr>
              <a:t>结点为根的子树已完成构建。将返回：</a:t>
            </a:r>
          </a:p>
        </p:txBody>
      </p:sp>
      <p:sp>
        <p:nvSpPr>
          <p:cNvPr id="188" name="文本框 187">
            <a:extLst>
              <a:ext uri="{FF2B5EF4-FFF2-40B4-BE49-F238E27FC236}">
                <a16:creationId xmlns:a16="http://schemas.microsoft.com/office/drawing/2014/main" id="{4153D5A9-627C-4D63-A92B-8023B28B6712}"/>
              </a:ext>
            </a:extLst>
          </p:cNvPr>
          <p:cNvSpPr txBox="1"/>
          <p:nvPr/>
        </p:nvSpPr>
        <p:spPr>
          <a:xfrm>
            <a:off x="1751982" y="3247057"/>
            <a:ext cx="7569686"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返回到</a:t>
            </a:r>
            <a:r>
              <a:rPr lang="zh-CN" altLang="en-US" b="1" dirty="0">
                <a:solidFill>
                  <a:srgbClr val="00B0F0"/>
                </a:solidFill>
                <a:effectLst>
                  <a:outerShdw blurRad="38100" dist="38100" dir="2700000" algn="tl">
                    <a:srgbClr val="000000">
                      <a:alpha val="43137"/>
                    </a:srgbClr>
                  </a:outerShdw>
                </a:effectLst>
              </a:rPr>
              <a:t>蓝色</a:t>
            </a:r>
            <a:r>
              <a:rPr lang="zh-CN" altLang="en-US" b="1" dirty="0">
                <a:effectLst>
                  <a:outerShdw blurRad="38100" dist="38100" dir="2700000" algn="tl">
                    <a:srgbClr val="000000">
                      <a:alpha val="43137"/>
                    </a:srgbClr>
                  </a:outerShdw>
                </a:effectLst>
              </a:rPr>
              <a:t>的第一层后，第</a:t>
            </a:r>
            <a:r>
              <a:rPr lang="en-US" altLang="zh-CN" b="1" dirty="0">
                <a:effectLst>
                  <a:outerShdw blurRad="38100" dist="38100" dir="2700000" algn="tl">
                    <a:srgbClr val="000000">
                      <a:alpha val="43137"/>
                    </a:srgbClr>
                  </a:outerShdw>
                </a:effectLst>
              </a:rPr>
              <a:t>1</a:t>
            </a:r>
            <a:r>
              <a:rPr lang="zh-CN" altLang="en-US" b="1" dirty="0">
                <a:effectLst>
                  <a:outerShdw blurRad="38100" dist="38100" dir="2700000" algn="tl">
                    <a:srgbClr val="000000">
                      <a:alpha val="43137"/>
                    </a:srgbClr>
                  </a:outerShdw>
                </a:effectLst>
              </a:rPr>
              <a:t>级左子树已完成构建，将返回：</a:t>
            </a:r>
          </a:p>
        </p:txBody>
      </p:sp>
      <p:sp>
        <p:nvSpPr>
          <p:cNvPr id="191" name="文本框 190">
            <a:extLst>
              <a:ext uri="{FF2B5EF4-FFF2-40B4-BE49-F238E27FC236}">
                <a16:creationId xmlns:a16="http://schemas.microsoft.com/office/drawing/2014/main" id="{1D55EC16-B647-43E9-9992-F77047594292}"/>
              </a:ext>
            </a:extLst>
          </p:cNvPr>
          <p:cNvSpPr txBox="1"/>
          <p:nvPr/>
        </p:nvSpPr>
        <p:spPr>
          <a:xfrm>
            <a:off x="1767967" y="3271147"/>
            <a:ext cx="8138430"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这里就省略过程，直接给出右子树和整棵二叉树的构造结果：</a:t>
            </a:r>
            <a:endParaRPr lang="en-US" altLang="zh-CN" b="1" dirty="0">
              <a:effectLst>
                <a:outerShdw blurRad="38100" dist="38100" dir="2700000" algn="tl">
                  <a:srgbClr val="000000">
                    <a:alpha val="43137"/>
                  </a:srgbClr>
                </a:outerShdw>
              </a:effectLst>
            </a:endParaRPr>
          </a:p>
        </p:txBody>
      </p:sp>
      <p:sp>
        <p:nvSpPr>
          <p:cNvPr id="194" name="文本框 193">
            <a:extLst>
              <a:ext uri="{FF2B5EF4-FFF2-40B4-BE49-F238E27FC236}">
                <a16:creationId xmlns:a16="http://schemas.microsoft.com/office/drawing/2014/main" id="{FD7EF74A-A969-41BC-9360-6FA491D08C7E}"/>
              </a:ext>
            </a:extLst>
          </p:cNvPr>
          <p:cNvSpPr txBox="1"/>
          <p:nvPr/>
        </p:nvSpPr>
        <p:spPr>
          <a:xfrm>
            <a:off x="10092351" y="1554113"/>
            <a:ext cx="205757" cy="307777"/>
          </a:xfrm>
          <a:prstGeom prst="rect">
            <a:avLst/>
          </a:prstGeom>
          <a:solidFill>
            <a:schemeClr val="accent5">
              <a:lumMod val="20000"/>
              <a:lumOff val="80000"/>
            </a:schemeClr>
          </a:solidFill>
        </p:spPr>
        <p:txBody>
          <a:bodyPr wrap="square" lIns="72000" tIns="0" rIns="72000" bIns="0" rtlCol="0">
            <a:spAutoFit/>
          </a:bodyPr>
          <a:lstStyle/>
          <a:p>
            <a:pPr algn="ctr"/>
            <a:r>
              <a:rPr lang="en-US" altLang="zh-CN" sz="2000" b="1" dirty="0">
                <a:solidFill>
                  <a:srgbClr val="7030A0"/>
                </a:solidFill>
                <a:effectLst>
                  <a:outerShdw blurRad="38100" dist="38100" dir="2700000" algn="tl">
                    <a:srgbClr val="000000">
                      <a:alpha val="43137"/>
                    </a:srgbClr>
                  </a:outerShdw>
                </a:effectLst>
              </a:rPr>
              <a:t>T</a:t>
            </a:r>
            <a:endParaRPr lang="zh-CN" altLang="en-US" sz="2000" b="1" dirty="0">
              <a:solidFill>
                <a:srgbClr val="7030A0"/>
              </a:solidFill>
              <a:effectLst>
                <a:outerShdw blurRad="38100" dist="38100" dir="2700000" algn="tl">
                  <a:srgbClr val="000000">
                    <a:alpha val="43137"/>
                  </a:srgbClr>
                </a:outerShdw>
              </a:effectLst>
            </a:endParaRPr>
          </a:p>
        </p:txBody>
      </p:sp>
      <p:sp>
        <p:nvSpPr>
          <p:cNvPr id="195" name="文本框 194">
            <a:extLst>
              <a:ext uri="{FF2B5EF4-FFF2-40B4-BE49-F238E27FC236}">
                <a16:creationId xmlns:a16="http://schemas.microsoft.com/office/drawing/2014/main" id="{59ACF02C-F080-4A53-86BA-DD6A5F1A23E5}"/>
              </a:ext>
            </a:extLst>
          </p:cNvPr>
          <p:cNvSpPr txBox="1"/>
          <p:nvPr/>
        </p:nvSpPr>
        <p:spPr>
          <a:xfrm>
            <a:off x="10600665" y="1559627"/>
            <a:ext cx="1228722" cy="307777"/>
          </a:xfrm>
          <a:prstGeom prst="rect">
            <a:avLst/>
          </a:prstGeom>
          <a:solidFill>
            <a:schemeClr val="accent5">
              <a:lumMod val="20000"/>
              <a:lumOff val="80000"/>
            </a:schemeClr>
          </a:solidFill>
        </p:spPr>
        <p:txBody>
          <a:bodyPr wrap="square" lIns="36000" tIns="0" rIns="36000" bIns="0" rtlCol="0">
            <a:spAutoFit/>
          </a:bodyPr>
          <a:lstStyle/>
          <a:p>
            <a:r>
              <a:rPr lang="en-US" altLang="zh-CN" sz="2000" b="1" dirty="0">
                <a:solidFill>
                  <a:srgbClr val="0070C0"/>
                </a:solidFill>
                <a:effectLst>
                  <a:outerShdw blurRad="38100" dist="38100" dir="2700000" algn="tl">
                    <a:srgbClr val="000000">
                      <a:alpha val="43137"/>
                    </a:srgbClr>
                  </a:outerShdw>
                </a:effectLst>
              </a:rPr>
              <a:t>T-&gt;</a:t>
            </a:r>
            <a:r>
              <a:rPr lang="en-US" altLang="zh-CN" sz="2000" b="1" dirty="0" err="1">
                <a:solidFill>
                  <a:srgbClr val="0070C0"/>
                </a:solidFill>
                <a:effectLst>
                  <a:outerShdw blurRad="38100" dist="38100" dir="2700000" algn="tl">
                    <a:srgbClr val="000000">
                      <a:alpha val="43137"/>
                    </a:srgbClr>
                  </a:outerShdw>
                </a:effectLst>
              </a:rPr>
              <a:t>lchild</a:t>
            </a:r>
            <a:endParaRPr lang="zh-CN" altLang="en-US" sz="2000" b="1" dirty="0">
              <a:solidFill>
                <a:srgbClr val="0070C0"/>
              </a:solidFill>
              <a:effectLst>
                <a:outerShdw blurRad="38100" dist="38100" dir="2700000" algn="tl">
                  <a:srgbClr val="000000">
                    <a:alpha val="43137"/>
                  </a:srgbClr>
                </a:outerShdw>
              </a:effectLst>
            </a:endParaRPr>
          </a:p>
        </p:txBody>
      </p:sp>
      <p:sp>
        <p:nvSpPr>
          <p:cNvPr id="197" name="文本框 196">
            <a:extLst>
              <a:ext uri="{FF2B5EF4-FFF2-40B4-BE49-F238E27FC236}">
                <a16:creationId xmlns:a16="http://schemas.microsoft.com/office/drawing/2014/main" id="{C86F67D1-C582-4FFC-9C0E-9ED54740AA00}"/>
              </a:ext>
            </a:extLst>
          </p:cNvPr>
          <p:cNvSpPr txBox="1"/>
          <p:nvPr/>
        </p:nvSpPr>
        <p:spPr>
          <a:xfrm>
            <a:off x="10664559" y="2156588"/>
            <a:ext cx="1100933" cy="307777"/>
          </a:xfrm>
          <a:prstGeom prst="rect">
            <a:avLst/>
          </a:prstGeom>
          <a:solidFill>
            <a:schemeClr val="accent3">
              <a:lumMod val="20000"/>
              <a:lumOff val="80000"/>
            </a:schemeClr>
          </a:solidFill>
        </p:spPr>
        <p:txBody>
          <a:bodyPr wrap="none" lIns="36000" tIns="0" rIns="36000" bIns="0" rtlCol="0">
            <a:spAutoFit/>
          </a:bodyPr>
          <a:lstStyle/>
          <a:p>
            <a:r>
              <a:rPr lang="en-US" altLang="zh-CN" sz="2000" b="1" dirty="0">
                <a:solidFill>
                  <a:srgbClr val="EB701D"/>
                </a:solidFill>
                <a:effectLst>
                  <a:outerShdw blurRad="38100" dist="38100" dir="2700000" algn="tl">
                    <a:srgbClr val="000000">
                      <a:alpha val="43137"/>
                    </a:srgbClr>
                  </a:outerShdw>
                </a:effectLst>
              </a:rPr>
              <a:t>T-&gt;</a:t>
            </a:r>
            <a:r>
              <a:rPr lang="en-US" altLang="zh-CN" sz="2000" b="1" dirty="0" err="1">
                <a:solidFill>
                  <a:srgbClr val="EB701D"/>
                </a:solidFill>
                <a:effectLst>
                  <a:outerShdw blurRad="38100" dist="38100" dir="2700000" algn="tl">
                    <a:srgbClr val="000000">
                      <a:alpha val="43137"/>
                    </a:srgbClr>
                  </a:outerShdw>
                </a:effectLst>
              </a:rPr>
              <a:t>rchild</a:t>
            </a:r>
            <a:endParaRPr lang="zh-CN" altLang="en-US" sz="2000" b="1" dirty="0">
              <a:solidFill>
                <a:srgbClr val="EB701D"/>
              </a:solidFill>
              <a:effectLst>
                <a:outerShdw blurRad="38100" dist="38100" dir="2700000" algn="tl">
                  <a:srgbClr val="000000">
                    <a:alpha val="43137"/>
                  </a:srgbClr>
                </a:outerShdw>
              </a:effectLst>
            </a:endParaRPr>
          </a:p>
        </p:txBody>
      </p:sp>
      <p:sp>
        <p:nvSpPr>
          <p:cNvPr id="199" name="文本框 198">
            <a:extLst>
              <a:ext uri="{FF2B5EF4-FFF2-40B4-BE49-F238E27FC236}">
                <a16:creationId xmlns:a16="http://schemas.microsoft.com/office/drawing/2014/main" id="{D89F36F2-1C0A-4AE8-B295-DF1CA9FF706B}"/>
              </a:ext>
            </a:extLst>
          </p:cNvPr>
          <p:cNvSpPr txBox="1"/>
          <p:nvPr/>
        </p:nvSpPr>
        <p:spPr>
          <a:xfrm>
            <a:off x="10088852" y="2142465"/>
            <a:ext cx="229473" cy="307777"/>
          </a:xfrm>
          <a:prstGeom prst="rect">
            <a:avLst/>
          </a:prstGeom>
          <a:solidFill>
            <a:schemeClr val="accent3">
              <a:lumMod val="20000"/>
              <a:lumOff val="80000"/>
            </a:schemeClr>
          </a:solidFill>
        </p:spPr>
        <p:txBody>
          <a:bodyPr wrap="square" lIns="72000" tIns="0" rIns="72000" bIns="0" rtlCol="0">
            <a:spAutoFit/>
          </a:bodyPr>
          <a:lstStyle/>
          <a:p>
            <a:pPr algn="ctr"/>
            <a:r>
              <a:rPr lang="en-US" altLang="zh-CN" sz="2000" b="1" dirty="0">
                <a:solidFill>
                  <a:srgbClr val="0070C0"/>
                </a:solidFill>
                <a:effectLst>
                  <a:outerShdw blurRad="38100" dist="38100" dir="2700000" algn="tl">
                    <a:srgbClr val="000000">
                      <a:alpha val="43137"/>
                    </a:srgbClr>
                  </a:outerShdw>
                </a:effectLst>
              </a:rPr>
              <a:t>T</a:t>
            </a:r>
            <a:endParaRPr lang="zh-CN" altLang="en-US" sz="2000" b="1" dirty="0">
              <a:solidFill>
                <a:srgbClr val="0070C0"/>
              </a:solidFill>
              <a:effectLst>
                <a:outerShdw blurRad="38100" dist="38100" dir="2700000" algn="tl">
                  <a:srgbClr val="000000">
                    <a:alpha val="43137"/>
                  </a:srgbClr>
                </a:outerShdw>
              </a:effectLst>
            </a:endParaRPr>
          </a:p>
        </p:txBody>
      </p:sp>
      <p:sp>
        <p:nvSpPr>
          <p:cNvPr id="42" name="文本框 41">
            <a:extLst>
              <a:ext uri="{FF2B5EF4-FFF2-40B4-BE49-F238E27FC236}">
                <a16:creationId xmlns:a16="http://schemas.microsoft.com/office/drawing/2014/main" id="{A0F7F71D-AF0F-16D8-C48B-0945911C10B5}"/>
              </a:ext>
            </a:extLst>
          </p:cNvPr>
          <p:cNvSpPr txBox="1"/>
          <p:nvPr/>
        </p:nvSpPr>
        <p:spPr>
          <a:xfrm>
            <a:off x="3211379" y="1029808"/>
            <a:ext cx="2352564" cy="1722523"/>
          </a:xfrm>
          <a:prstGeom prst="rect">
            <a:avLst/>
          </a:prstGeom>
          <a:noFill/>
        </p:spPr>
        <p:txBody>
          <a:bodyPr wrap="square">
            <a:spAutoFit/>
          </a:bodyPr>
          <a:lstStyle/>
          <a:p>
            <a:pPr>
              <a:lnSpc>
                <a:spcPct val="120000"/>
              </a:lnSpc>
            </a:pPr>
            <a:r>
              <a:rPr lang="zh-CN" altLang="en-US" b="1" dirty="0"/>
              <a:t>调用</a:t>
            </a: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6.7</a:t>
            </a:r>
            <a:r>
              <a:rPr lang="zh-CN" altLang="en-US" b="1" dirty="0"/>
              <a:t>：</a:t>
            </a:r>
            <a:endParaRPr lang="en-US" altLang="zh-CN" b="1" dirty="0"/>
          </a:p>
          <a:p>
            <a:pPr>
              <a:lnSpc>
                <a:spcPct val="120000"/>
              </a:lnSpc>
            </a:pPr>
            <a:r>
              <a:rPr lang="en-US" altLang="zh-CN" sz="1800" b="1" dirty="0" err="1">
                <a:solidFill>
                  <a:srgbClr val="C00000"/>
                </a:solidFill>
              </a:rPr>
              <a:t>i</a:t>
            </a:r>
            <a:r>
              <a:rPr lang="en-US" altLang="zh-CN" sz="1800" b="1" dirty="0">
                <a:solidFill>
                  <a:srgbClr val="C00000"/>
                </a:solidFill>
              </a:rPr>
              <a:t>_ = 0;</a:t>
            </a:r>
          </a:p>
          <a:p>
            <a:pPr>
              <a:lnSpc>
                <a:spcPct val="120000"/>
              </a:lnSpc>
            </a:pPr>
            <a:r>
              <a:rPr lang="en-US" altLang="zh-CN" sz="1800" b="1" dirty="0">
                <a:solidFill>
                  <a:srgbClr val="C00000"/>
                </a:solidFill>
              </a:rPr>
              <a:t>T = </a:t>
            </a:r>
            <a:r>
              <a:rPr lang="en-US" altLang="zh-CN" sz="1800" b="1" dirty="0" err="1">
                <a:solidFill>
                  <a:srgbClr val="C00000"/>
                </a:solidFill>
              </a:rPr>
              <a:t>CreateBiTree</a:t>
            </a:r>
            <a:r>
              <a:rPr lang="en-US" altLang="zh-CN" sz="1800" b="1" dirty="0">
                <a:solidFill>
                  <a:srgbClr val="C00000"/>
                </a:solidFill>
              </a:rPr>
              <a:t>(s);</a:t>
            </a:r>
          </a:p>
          <a:p>
            <a:pPr>
              <a:lnSpc>
                <a:spcPct val="120000"/>
              </a:lnSpc>
            </a:pPr>
            <a:r>
              <a:rPr lang="zh-CN" altLang="en-US" b="1" dirty="0"/>
              <a:t>可构造二叉树</a:t>
            </a:r>
            <a:r>
              <a:rPr lang="en-US" altLang="zh-CN" b="1" dirty="0">
                <a:solidFill>
                  <a:srgbClr val="C00000"/>
                </a:solidFill>
                <a:effectLst>
                  <a:outerShdw blurRad="38100" dist="38100" dir="2700000" algn="tl">
                    <a:srgbClr val="000000">
                      <a:alpha val="43137"/>
                    </a:srgbClr>
                  </a:outerShdw>
                </a:effectLst>
              </a:rPr>
              <a:t>T</a:t>
            </a:r>
            <a:r>
              <a:rPr lang="zh-CN" altLang="en-US" b="1" dirty="0"/>
              <a:t>的二叉链表存储结构。</a:t>
            </a:r>
            <a:endParaRPr lang="en-US" altLang="zh-CN" b="1" dirty="0"/>
          </a:p>
        </p:txBody>
      </p:sp>
      <p:sp>
        <p:nvSpPr>
          <p:cNvPr id="189" name="文本框 188">
            <a:extLst>
              <a:ext uri="{FF2B5EF4-FFF2-40B4-BE49-F238E27FC236}">
                <a16:creationId xmlns:a16="http://schemas.microsoft.com/office/drawing/2014/main" id="{9F04B46B-FDAD-4D44-A481-81FB3F8F473E}"/>
              </a:ext>
            </a:extLst>
          </p:cNvPr>
          <p:cNvSpPr txBox="1"/>
          <p:nvPr/>
        </p:nvSpPr>
        <p:spPr>
          <a:xfrm>
            <a:off x="1767354" y="3247424"/>
            <a:ext cx="7888229" cy="369332"/>
          </a:xfrm>
          <a:prstGeom prst="rect">
            <a:avLst/>
          </a:prstGeom>
          <a:solidFill>
            <a:schemeClr val="bg1">
              <a:lumMod val="85000"/>
            </a:schemeClr>
          </a:solidFill>
        </p:spPr>
        <p:txBody>
          <a:bodyPr wrap="square" rtlCol="0">
            <a:spAutoFit/>
          </a:bodyPr>
          <a:lstStyle/>
          <a:p>
            <a:r>
              <a:rPr lang="zh-CN" altLang="en-US" b="1" dirty="0">
                <a:effectLst>
                  <a:outerShdw blurRad="38100" dist="38100" dir="2700000" algn="tl">
                    <a:srgbClr val="000000">
                      <a:alpha val="43137"/>
                    </a:srgbClr>
                  </a:outerShdw>
                </a:effectLst>
              </a:rPr>
              <a:t>返回</a:t>
            </a:r>
            <a:r>
              <a:rPr lang="en-US" altLang="zh-CN" b="1" dirty="0">
                <a:solidFill>
                  <a:schemeClr val="accent2"/>
                </a:solidFill>
                <a:effectLst>
                  <a:outerShdw blurRad="38100" dist="38100" dir="2700000" algn="tl">
                    <a:srgbClr val="000000">
                      <a:alpha val="43137"/>
                    </a:srgbClr>
                  </a:outerShdw>
                </a:effectLst>
              </a:rPr>
              <a:t>T</a:t>
            </a:r>
            <a:r>
              <a:rPr lang="zh-CN" altLang="en-US" b="1" dirty="0">
                <a:effectLst>
                  <a:outerShdw blurRad="38100" dist="38100" dir="2700000" algn="tl">
                    <a:srgbClr val="000000">
                      <a:alpha val="43137"/>
                    </a:srgbClr>
                  </a:outerShdw>
                </a:effectLst>
              </a:rPr>
              <a:t>到外部非递归调用层的</a:t>
            </a:r>
            <a:r>
              <a:rPr lang="en-US" altLang="zh-CN" b="1" dirty="0">
                <a:solidFill>
                  <a:srgbClr val="C00000"/>
                </a:solidFill>
                <a:effectLst>
                  <a:outerShdw blurRad="38100" dist="38100" dir="2700000" algn="tl">
                    <a:srgbClr val="000000">
                      <a:alpha val="43137"/>
                    </a:srgbClr>
                  </a:outerShdw>
                </a:effectLst>
              </a:rPr>
              <a:t>T</a:t>
            </a:r>
            <a:r>
              <a:rPr lang="zh-CN" altLang="en-US" b="1" dirty="0">
                <a:effectLst>
                  <a:outerShdw blurRad="38100" dist="38100" dir="2700000" algn="tl">
                    <a:srgbClr val="000000">
                      <a:alpha val="43137"/>
                    </a:srgbClr>
                  </a:outerShdw>
                </a:effectLst>
              </a:rPr>
              <a:t>。</a:t>
            </a:r>
          </a:p>
        </p:txBody>
      </p:sp>
      <p:sp>
        <p:nvSpPr>
          <p:cNvPr id="2" name="灯片编号占位符 1">
            <a:extLst>
              <a:ext uri="{FF2B5EF4-FFF2-40B4-BE49-F238E27FC236}">
                <a16:creationId xmlns:a16="http://schemas.microsoft.com/office/drawing/2014/main" id="{FA6A1B39-9071-494E-C24F-A37C80A2DF3E}"/>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19</a:t>
            </a:fld>
            <a:endParaRPr lang="zh-CN" altLang="en-US" dirty="0"/>
          </a:p>
        </p:txBody>
      </p:sp>
    </p:spTree>
    <p:extLst>
      <p:ext uri="{BB962C8B-B14F-4D97-AF65-F5344CB8AC3E}">
        <p14:creationId xmlns:p14="http://schemas.microsoft.com/office/powerpoint/2010/main" val="74509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2">
                                            <p:txEl>
                                              <p:pRg st="0" end="0"/>
                                            </p:txEl>
                                          </p:spTgt>
                                        </p:tgtEl>
                                        <p:attrNameLst>
                                          <p:attrName>style.visibility</p:attrName>
                                        </p:attrNameLst>
                                      </p:cBhvr>
                                      <p:to>
                                        <p:strVal val="visible"/>
                                      </p:to>
                                    </p:set>
                                    <p:animEffect transition="in" filter="wipe(up)">
                                      <p:cBhvr>
                                        <p:cTn id="7" dur="1000"/>
                                        <p:tgtEl>
                                          <p:spTgt spid="19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92">
                                            <p:txEl>
                                              <p:pRg st="1" end="1"/>
                                            </p:txEl>
                                          </p:spTgt>
                                        </p:tgtEl>
                                        <p:attrNameLst>
                                          <p:attrName>style.visibility</p:attrName>
                                        </p:attrNameLst>
                                      </p:cBhvr>
                                      <p:to>
                                        <p:strVal val="visible"/>
                                      </p:to>
                                    </p:set>
                                    <p:animEffect transition="in" filter="wipe(up)">
                                      <p:cBhvr>
                                        <p:cTn id="10" dur="1000"/>
                                        <p:tgtEl>
                                          <p:spTgt spid="19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92">
                                            <p:txEl>
                                              <p:pRg st="2" end="2"/>
                                            </p:txEl>
                                          </p:spTgt>
                                        </p:tgtEl>
                                        <p:attrNameLst>
                                          <p:attrName>style.visibility</p:attrName>
                                        </p:attrNameLst>
                                      </p:cBhvr>
                                      <p:to>
                                        <p:strVal val="visible"/>
                                      </p:to>
                                    </p:set>
                                    <p:animEffect transition="in" filter="wipe(up)">
                                      <p:cBhvr>
                                        <p:cTn id="13" dur="1000"/>
                                        <p:tgtEl>
                                          <p:spTgt spid="192">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92">
                                            <p:txEl>
                                              <p:pRg st="3" end="3"/>
                                            </p:txEl>
                                          </p:spTgt>
                                        </p:tgtEl>
                                        <p:attrNameLst>
                                          <p:attrName>style.visibility</p:attrName>
                                        </p:attrNameLst>
                                      </p:cBhvr>
                                      <p:to>
                                        <p:strVal val="visible"/>
                                      </p:to>
                                    </p:set>
                                    <p:animEffect transition="in" filter="wipe(up)">
                                      <p:cBhvr>
                                        <p:cTn id="16" dur="1000"/>
                                        <p:tgtEl>
                                          <p:spTgt spid="192">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92">
                                            <p:txEl>
                                              <p:pRg st="4" end="4"/>
                                            </p:txEl>
                                          </p:spTgt>
                                        </p:tgtEl>
                                        <p:attrNameLst>
                                          <p:attrName>style.visibility</p:attrName>
                                        </p:attrNameLst>
                                      </p:cBhvr>
                                      <p:to>
                                        <p:strVal val="visible"/>
                                      </p:to>
                                    </p:set>
                                    <p:animEffect transition="in" filter="wipe(up)">
                                      <p:cBhvr>
                                        <p:cTn id="19" dur="1000"/>
                                        <p:tgtEl>
                                          <p:spTgt spid="192">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92">
                                            <p:txEl>
                                              <p:pRg st="5" end="5"/>
                                            </p:txEl>
                                          </p:spTgt>
                                        </p:tgtEl>
                                        <p:attrNameLst>
                                          <p:attrName>style.visibility</p:attrName>
                                        </p:attrNameLst>
                                      </p:cBhvr>
                                      <p:to>
                                        <p:strVal val="visible"/>
                                      </p:to>
                                    </p:set>
                                    <p:animEffect transition="in" filter="wipe(up)">
                                      <p:cBhvr>
                                        <p:cTn id="22" dur="1000"/>
                                        <p:tgtEl>
                                          <p:spTgt spid="19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2">
                                            <p:txEl>
                                              <p:pRg st="0" end="0"/>
                                            </p:txEl>
                                          </p:spTgt>
                                        </p:tgtEl>
                                        <p:attrNameLst>
                                          <p:attrName>style.visibility</p:attrName>
                                        </p:attrNameLst>
                                      </p:cBhvr>
                                      <p:to>
                                        <p:strVal val="visible"/>
                                      </p:to>
                                    </p:set>
                                    <p:animEffect transition="in" filter="wipe(up)">
                                      <p:cBhvr>
                                        <p:cTn id="27" dur="1000"/>
                                        <p:tgtEl>
                                          <p:spTgt spid="42">
                                            <p:txEl>
                                              <p:pRg st="0" end="0"/>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2">
                                            <p:txEl>
                                              <p:pRg st="1" end="1"/>
                                            </p:txEl>
                                          </p:spTgt>
                                        </p:tgtEl>
                                        <p:attrNameLst>
                                          <p:attrName>style.visibility</p:attrName>
                                        </p:attrNameLst>
                                      </p:cBhvr>
                                      <p:to>
                                        <p:strVal val="visible"/>
                                      </p:to>
                                    </p:set>
                                    <p:animEffect transition="in" filter="wipe(up)">
                                      <p:cBhvr>
                                        <p:cTn id="30" dur="1000"/>
                                        <p:tgtEl>
                                          <p:spTgt spid="42">
                                            <p:txEl>
                                              <p:pRg st="1" end="1"/>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42">
                                            <p:txEl>
                                              <p:pRg st="2" end="2"/>
                                            </p:txEl>
                                          </p:spTgt>
                                        </p:tgtEl>
                                        <p:attrNameLst>
                                          <p:attrName>style.visibility</p:attrName>
                                        </p:attrNameLst>
                                      </p:cBhvr>
                                      <p:to>
                                        <p:strVal val="visible"/>
                                      </p:to>
                                    </p:set>
                                    <p:animEffect transition="in" filter="wipe(up)">
                                      <p:cBhvr>
                                        <p:cTn id="33" dur="1000"/>
                                        <p:tgtEl>
                                          <p:spTgt spid="42">
                                            <p:txEl>
                                              <p:pRg st="2" end="2"/>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42">
                                            <p:txEl>
                                              <p:pRg st="3" end="3"/>
                                            </p:txEl>
                                          </p:spTgt>
                                        </p:tgtEl>
                                        <p:attrNameLst>
                                          <p:attrName>style.visibility</p:attrName>
                                        </p:attrNameLst>
                                      </p:cBhvr>
                                      <p:to>
                                        <p:strVal val="visible"/>
                                      </p:to>
                                    </p:set>
                                    <p:animEffect transition="in" filter="wipe(up)">
                                      <p:cBhvr>
                                        <p:cTn id="36" dur="1000"/>
                                        <p:tgtEl>
                                          <p:spTgt spid="42">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62"/>
                                        </p:tgtEl>
                                        <p:attrNameLst>
                                          <p:attrName>style.visibility</p:attrName>
                                        </p:attrNameLst>
                                      </p:cBhvr>
                                      <p:to>
                                        <p:strVal val="visible"/>
                                      </p:to>
                                    </p:set>
                                    <p:animEffect transition="in" filter="wipe(up)">
                                      <p:cBhvr>
                                        <p:cTn id="41" dur="500"/>
                                        <p:tgtEl>
                                          <p:spTgt spid="16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63"/>
                                        </p:tgtEl>
                                        <p:attrNameLst>
                                          <p:attrName>style.visibility</p:attrName>
                                        </p:attrNameLst>
                                      </p:cBhvr>
                                      <p:to>
                                        <p:strVal val="visible"/>
                                      </p:to>
                                    </p:set>
                                    <p:animEffect transition="in" filter="wipe(up)">
                                      <p:cBhvr>
                                        <p:cTn id="46" dur="500"/>
                                        <p:tgtEl>
                                          <p:spTgt spid="163"/>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par>
                          <p:cTn id="51" fill="hold">
                            <p:stCondLst>
                              <p:cond delay="1000"/>
                            </p:stCondLst>
                            <p:childTnLst>
                              <p:par>
                                <p:cTn id="52" presetID="22" presetClass="entr" presetSubtype="1" fill="hold" nodeType="afterEffect">
                                  <p:stCondLst>
                                    <p:cond delay="0"/>
                                  </p:stCondLst>
                                  <p:childTnLst>
                                    <p:set>
                                      <p:cBhvr>
                                        <p:cTn id="53" dur="1" fill="hold">
                                          <p:stCondLst>
                                            <p:cond delay="0"/>
                                          </p:stCondLst>
                                        </p:cTn>
                                        <p:tgtEl>
                                          <p:spTgt spid="94"/>
                                        </p:tgtEl>
                                        <p:attrNameLst>
                                          <p:attrName>style.visibility</p:attrName>
                                        </p:attrNameLst>
                                      </p:cBhvr>
                                      <p:to>
                                        <p:strVal val="visible"/>
                                      </p:to>
                                    </p:set>
                                    <p:animEffect transition="in" filter="wipe(up)">
                                      <p:cBhvr>
                                        <p:cTn id="54" dur="1000"/>
                                        <p:tgtEl>
                                          <p:spTgt spid="9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64"/>
                                        </p:tgtEl>
                                        <p:attrNameLst>
                                          <p:attrName>style.visibility</p:attrName>
                                        </p:attrNameLst>
                                      </p:cBhvr>
                                      <p:to>
                                        <p:strVal val="visible"/>
                                      </p:to>
                                    </p:set>
                                    <p:animEffect transition="in" filter="wipe(up)">
                                      <p:cBhvr>
                                        <p:cTn id="59" dur="500"/>
                                        <p:tgtEl>
                                          <p:spTgt spid="164"/>
                                        </p:tgtEl>
                                      </p:cBhvr>
                                    </p:animEffect>
                                  </p:childTnLst>
                                </p:cTn>
                              </p:par>
                            </p:childTnLst>
                          </p:cTn>
                        </p:par>
                        <p:par>
                          <p:cTn id="60" fill="hold">
                            <p:stCondLst>
                              <p:cond delay="500"/>
                            </p:stCondLst>
                            <p:childTnLst>
                              <p:par>
                                <p:cTn id="61" presetID="7" presetClass="emph" presetSubtype="2" fill="hold" nodeType="afterEffect">
                                  <p:stCondLst>
                                    <p:cond delay="0"/>
                                  </p:stCondLst>
                                  <p:childTnLst>
                                    <p:animClr clrSpc="rgb" dir="cw">
                                      <p:cBhvr>
                                        <p:cTn id="62" dur="500" fill="hold"/>
                                        <p:tgtEl>
                                          <p:spTgt spid="7"/>
                                        </p:tgtEl>
                                        <p:attrNameLst>
                                          <p:attrName>stroke.color</p:attrName>
                                        </p:attrNameLst>
                                      </p:cBhvr>
                                      <p:to>
                                        <a:srgbClr val="F2F2F2"/>
                                      </p:to>
                                    </p:animClr>
                                    <p:set>
                                      <p:cBhvr>
                                        <p:cTn id="63" dur="500" fill="hold"/>
                                        <p:tgtEl>
                                          <p:spTgt spid="7"/>
                                        </p:tgtEl>
                                        <p:attrNameLst>
                                          <p:attrName>stroke.on</p:attrName>
                                        </p:attrNameLst>
                                      </p:cBhvr>
                                      <p:to>
                                        <p:strVal val="true"/>
                                      </p:to>
                                    </p:set>
                                  </p:childTnLst>
                                </p:cTn>
                              </p:par>
                            </p:childTnLst>
                          </p:cTn>
                        </p:par>
                        <p:par>
                          <p:cTn id="64" fill="hold">
                            <p:stCondLst>
                              <p:cond delay="1000"/>
                            </p:stCondLst>
                            <p:childTnLst>
                              <p:par>
                                <p:cTn id="65" presetID="22" presetClass="entr" presetSubtype="8" fill="hold" nodeType="after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5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up)">
                                      <p:cBhvr>
                                        <p:cTn id="72" dur="10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165"/>
                                        </p:tgtEl>
                                        <p:attrNameLst>
                                          <p:attrName>style.visibility</p:attrName>
                                        </p:attrNameLst>
                                      </p:cBhvr>
                                      <p:to>
                                        <p:strVal val="visible"/>
                                      </p:to>
                                    </p:set>
                                    <p:animEffect transition="in" filter="wipe(up)">
                                      <p:cBhvr>
                                        <p:cTn id="77" dur="500"/>
                                        <p:tgtEl>
                                          <p:spTgt spid="165"/>
                                        </p:tgtEl>
                                      </p:cBhvr>
                                    </p:animEffect>
                                  </p:childTnLst>
                                </p:cTn>
                              </p:par>
                            </p:childTnLst>
                          </p:cTn>
                        </p:par>
                        <p:par>
                          <p:cTn id="78" fill="hold">
                            <p:stCondLst>
                              <p:cond delay="500"/>
                            </p:stCondLst>
                            <p:childTnLst>
                              <p:par>
                                <p:cTn id="79" presetID="7" presetClass="emph" presetSubtype="2" fill="hold" nodeType="afterEffect">
                                  <p:stCondLst>
                                    <p:cond delay="0"/>
                                  </p:stCondLst>
                                  <p:childTnLst>
                                    <p:animClr clrSpc="rgb" dir="cw">
                                      <p:cBhvr>
                                        <p:cTn id="80" dur="500" fill="hold"/>
                                        <p:tgtEl>
                                          <p:spTgt spid="9"/>
                                        </p:tgtEl>
                                        <p:attrNameLst>
                                          <p:attrName>stroke.color</p:attrName>
                                        </p:attrNameLst>
                                      </p:cBhvr>
                                      <p:to>
                                        <a:srgbClr val="F2F2F2"/>
                                      </p:to>
                                    </p:animClr>
                                    <p:set>
                                      <p:cBhvr>
                                        <p:cTn id="81" dur="500" fill="hold"/>
                                        <p:tgtEl>
                                          <p:spTgt spid="9"/>
                                        </p:tgtEl>
                                        <p:attrNameLst>
                                          <p:attrName>stroke.on</p:attrName>
                                        </p:attrNameLst>
                                      </p:cBhvr>
                                      <p:to>
                                        <p:strVal val="true"/>
                                      </p:to>
                                    </p:set>
                                  </p:childTnLst>
                                </p:cTn>
                              </p:par>
                              <p:par>
                                <p:cTn id="82" presetID="22" presetClass="entr" presetSubtype="8" fill="hold" nodeType="with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166"/>
                                        </p:tgtEl>
                                        <p:attrNameLst>
                                          <p:attrName>style.visibility</p:attrName>
                                        </p:attrNameLst>
                                      </p:cBhvr>
                                      <p:to>
                                        <p:strVal val="visible"/>
                                      </p:to>
                                    </p:set>
                                    <p:animEffect transition="in" filter="wipe(up)">
                                      <p:cBhvr>
                                        <p:cTn id="89" dur="500"/>
                                        <p:tgtEl>
                                          <p:spTgt spid="166"/>
                                        </p:tgtEl>
                                      </p:cBhvr>
                                    </p:animEffect>
                                  </p:childTnLst>
                                </p:cTn>
                              </p:par>
                              <p:par>
                                <p:cTn id="90" presetID="7" presetClass="emph" presetSubtype="2" fill="hold" nodeType="withEffect">
                                  <p:stCondLst>
                                    <p:cond delay="0"/>
                                  </p:stCondLst>
                                  <p:childTnLst>
                                    <p:animClr clrSpc="rgb" dir="cw">
                                      <p:cBhvr>
                                        <p:cTn id="91" dur="500" fill="hold"/>
                                        <p:tgtEl>
                                          <p:spTgt spid="11"/>
                                        </p:tgtEl>
                                        <p:attrNameLst>
                                          <p:attrName>stroke.color</p:attrName>
                                        </p:attrNameLst>
                                      </p:cBhvr>
                                      <p:to>
                                        <a:srgbClr val="F2F2F2"/>
                                      </p:to>
                                    </p:animClr>
                                    <p:set>
                                      <p:cBhvr>
                                        <p:cTn id="92" dur="500" fill="hold"/>
                                        <p:tgtEl>
                                          <p:spTgt spid="11"/>
                                        </p:tgtEl>
                                        <p:attrNameLst>
                                          <p:attrName>stroke.on</p:attrName>
                                        </p:attrNameLst>
                                      </p:cBhvr>
                                      <p:to>
                                        <p:strVal val="true"/>
                                      </p:to>
                                    </p:set>
                                  </p:childTnLst>
                                </p:cTn>
                              </p:par>
                            </p:childTnLst>
                          </p:cTn>
                        </p:par>
                        <p:par>
                          <p:cTn id="93" fill="hold">
                            <p:stCondLst>
                              <p:cond delay="500"/>
                            </p:stCondLst>
                            <p:childTnLst>
                              <p:par>
                                <p:cTn id="94" presetID="7" presetClass="emph" presetSubtype="2" fill="hold" nodeType="afterEffect">
                                  <p:stCondLst>
                                    <p:cond delay="0"/>
                                  </p:stCondLst>
                                  <p:childTnLst>
                                    <p:animClr clrSpc="rgb" dir="cw">
                                      <p:cBhvr>
                                        <p:cTn id="95" dur="500" fill="hold"/>
                                        <p:tgtEl>
                                          <p:spTgt spid="7"/>
                                        </p:tgtEl>
                                        <p:attrNameLst>
                                          <p:attrName>stroke.color</p:attrName>
                                        </p:attrNameLst>
                                      </p:cBhvr>
                                      <p:to>
                                        <a:srgbClr val="DEEBF6"/>
                                      </p:to>
                                    </p:animClr>
                                    <p:set>
                                      <p:cBhvr>
                                        <p:cTn id="96" dur="500" fill="hold"/>
                                        <p:tgtEl>
                                          <p:spTgt spid="7"/>
                                        </p:tgtEl>
                                        <p:attrNameLst>
                                          <p:attrName>stroke.on</p:attrName>
                                        </p:attrNameLst>
                                      </p:cBhvr>
                                      <p:to>
                                        <p:strVal val="true"/>
                                      </p:to>
                                    </p:set>
                                  </p:childTnLst>
                                </p:cTn>
                              </p:par>
                              <p:par>
                                <p:cTn id="97" presetID="10" presetClass="entr" presetSubtype="0" fill="hold" grpId="0" nodeType="withEffect">
                                  <p:stCondLst>
                                    <p:cond delay="0"/>
                                  </p:stCondLst>
                                  <p:childTnLst>
                                    <p:set>
                                      <p:cBhvr>
                                        <p:cTn id="98" dur="1" fill="hold">
                                          <p:stCondLst>
                                            <p:cond delay="0"/>
                                          </p:stCondLst>
                                        </p:cTn>
                                        <p:tgtEl>
                                          <p:spTgt spid="140"/>
                                        </p:tgtEl>
                                        <p:attrNameLst>
                                          <p:attrName>style.visibility</p:attrName>
                                        </p:attrNameLst>
                                      </p:cBhvr>
                                      <p:to>
                                        <p:strVal val="visible"/>
                                      </p:to>
                                    </p:set>
                                    <p:animEffect transition="in" filter="fade">
                                      <p:cBhvr>
                                        <p:cTn id="99" dur="500"/>
                                        <p:tgtEl>
                                          <p:spTgt spid="140"/>
                                        </p:tgtEl>
                                      </p:cBhvr>
                                    </p:animEffect>
                                  </p:childTnLst>
                                </p:cTn>
                              </p:par>
                              <p:par>
                                <p:cTn id="100" presetID="22" presetClass="entr" presetSubtype="1" fill="hold" nodeType="withEffect">
                                  <p:stCondLst>
                                    <p:cond delay="0"/>
                                  </p:stCondLst>
                                  <p:childTnLst>
                                    <p:set>
                                      <p:cBhvr>
                                        <p:cTn id="101" dur="1" fill="hold">
                                          <p:stCondLst>
                                            <p:cond delay="0"/>
                                          </p:stCondLst>
                                        </p:cTn>
                                        <p:tgtEl>
                                          <p:spTgt spid="66"/>
                                        </p:tgtEl>
                                        <p:attrNameLst>
                                          <p:attrName>style.visibility</p:attrName>
                                        </p:attrNameLst>
                                      </p:cBhvr>
                                      <p:to>
                                        <p:strVal val="visible"/>
                                      </p:to>
                                    </p:set>
                                    <p:animEffect transition="in" filter="wipe(up)">
                                      <p:cBhvr>
                                        <p:cTn id="102" dur="1000"/>
                                        <p:tgtEl>
                                          <p:spTgt spid="6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167"/>
                                        </p:tgtEl>
                                        <p:attrNameLst>
                                          <p:attrName>style.visibility</p:attrName>
                                        </p:attrNameLst>
                                      </p:cBhvr>
                                      <p:to>
                                        <p:strVal val="visible"/>
                                      </p:to>
                                    </p:set>
                                    <p:animEffect transition="in" filter="wipe(up)">
                                      <p:cBhvr>
                                        <p:cTn id="107" dur="500"/>
                                        <p:tgtEl>
                                          <p:spTgt spid="167"/>
                                        </p:tgtEl>
                                      </p:cBhvr>
                                    </p:animEffect>
                                  </p:childTnLst>
                                </p:cTn>
                              </p:par>
                            </p:childTnLst>
                          </p:cTn>
                        </p:par>
                        <p:par>
                          <p:cTn id="108" fill="hold">
                            <p:stCondLst>
                              <p:cond delay="500"/>
                            </p:stCondLst>
                            <p:childTnLst>
                              <p:par>
                                <p:cTn id="109" presetID="7" presetClass="emph" presetSubtype="2" fill="hold" nodeType="afterEffect">
                                  <p:stCondLst>
                                    <p:cond delay="0"/>
                                  </p:stCondLst>
                                  <p:childTnLst>
                                    <p:animClr clrSpc="rgb" dir="cw">
                                      <p:cBhvr>
                                        <p:cTn id="110" dur="500" fill="hold"/>
                                        <p:tgtEl>
                                          <p:spTgt spid="7"/>
                                        </p:tgtEl>
                                        <p:attrNameLst>
                                          <p:attrName>stroke.color</p:attrName>
                                        </p:attrNameLst>
                                      </p:cBhvr>
                                      <p:to>
                                        <a:srgbClr val="F2F2F2"/>
                                      </p:to>
                                    </p:animClr>
                                    <p:set>
                                      <p:cBhvr>
                                        <p:cTn id="111" dur="500" fill="hold"/>
                                        <p:tgtEl>
                                          <p:spTgt spid="7"/>
                                        </p:tgtEl>
                                        <p:attrNameLst>
                                          <p:attrName>stroke.on</p:attrName>
                                        </p:attrNameLst>
                                      </p:cBhvr>
                                      <p:to>
                                        <p:strVal val="true"/>
                                      </p:to>
                                    </p:set>
                                  </p:childTnLst>
                                </p:cTn>
                              </p:par>
                              <p:par>
                                <p:cTn id="112" presetID="7" presetClass="emph" presetSubtype="2" fill="hold" nodeType="withEffect">
                                  <p:stCondLst>
                                    <p:cond delay="0"/>
                                  </p:stCondLst>
                                  <p:childTnLst>
                                    <p:animClr clrSpc="rgb" dir="cw">
                                      <p:cBhvr>
                                        <p:cTn id="113" dur="500" fill="hold"/>
                                        <p:tgtEl>
                                          <p:spTgt spid="9"/>
                                        </p:tgtEl>
                                        <p:attrNameLst>
                                          <p:attrName>stroke.color</p:attrName>
                                        </p:attrNameLst>
                                      </p:cBhvr>
                                      <p:to>
                                        <a:srgbClr val="DEEBF6"/>
                                      </p:to>
                                    </p:animClr>
                                    <p:set>
                                      <p:cBhvr>
                                        <p:cTn id="114" dur="500" fill="hold"/>
                                        <p:tgtEl>
                                          <p:spTgt spid="9"/>
                                        </p:tgtEl>
                                        <p:attrNameLst>
                                          <p:attrName>stroke.on</p:attrName>
                                        </p:attrNameLst>
                                      </p:cBhvr>
                                      <p:to>
                                        <p:strVal val="tru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nodeType="clickEffect">
                                  <p:stCondLst>
                                    <p:cond delay="0"/>
                                  </p:stCondLst>
                                  <p:childTnLst>
                                    <p:set>
                                      <p:cBhvr>
                                        <p:cTn id="118" dur="1" fill="hold">
                                          <p:stCondLst>
                                            <p:cond delay="0"/>
                                          </p:stCondLst>
                                        </p:cTn>
                                        <p:tgtEl>
                                          <p:spTgt spid="105"/>
                                        </p:tgtEl>
                                        <p:attrNameLst>
                                          <p:attrName>style.visibility</p:attrName>
                                        </p:attrNameLst>
                                      </p:cBhvr>
                                      <p:to>
                                        <p:strVal val="visible"/>
                                      </p:to>
                                    </p:set>
                                    <p:animEffect transition="in" filter="wipe(up)">
                                      <p:cBhvr>
                                        <p:cTn id="119" dur="1000"/>
                                        <p:tgtEl>
                                          <p:spTgt spid="105"/>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grpId="0" nodeType="clickEffect">
                                  <p:stCondLst>
                                    <p:cond delay="0"/>
                                  </p:stCondLst>
                                  <p:childTnLst>
                                    <p:set>
                                      <p:cBhvr>
                                        <p:cTn id="123" dur="1" fill="hold">
                                          <p:stCondLst>
                                            <p:cond delay="0"/>
                                          </p:stCondLst>
                                        </p:cTn>
                                        <p:tgtEl>
                                          <p:spTgt spid="168"/>
                                        </p:tgtEl>
                                        <p:attrNameLst>
                                          <p:attrName>style.visibility</p:attrName>
                                        </p:attrNameLst>
                                      </p:cBhvr>
                                      <p:to>
                                        <p:strVal val="visible"/>
                                      </p:to>
                                    </p:set>
                                    <p:animEffect transition="in" filter="wipe(up)">
                                      <p:cBhvr>
                                        <p:cTn id="124" dur="500"/>
                                        <p:tgtEl>
                                          <p:spTgt spid="168"/>
                                        </p:tgtEl>
                                      </p:cBhvr>
                                    </p:animEffect>
                                  </p:childTnLst>
                                </p:cTn>
                              </p:par>
                            </p:childTnLst>
                          </p:cTn>
                        </p:par>
                        <p:par>
                          <p:cTn id="125" fill="hold">
                            <p:stCondLst>
                              <p:cond delay="500"/>
                            </p:stCondLst>
                            <p:childTnLst>
                              <p:par>
                                <p:cTn id="126" presetID="7" presetClass="emph" presetSubtype="2" fill="hold" nodeType="afterEffect">
                                  <p:stCondLst>
                                    <p:cond delay="0"/>
                                  </p:stCondLst>
                                  <p:childTnLst>
                                    <p:animClr clrSpc="rgb" dir="cw">
                                      <p:cBhvr>
                                        <p:cTn id="127" dur="500" fill="hold"/>
                                        <p:tgtEl>
                                          <p:spTgt spid="9"/>
                                        </p:tgtEl>
                                        <p:attrNameLst>
                                          <p:attrName>stroke.color</p:attrName>
                                        </p:attrNameLst>
                                      </p:cBhvr>
                                      <p:to>
                                        <a:srgbClr val="F2F2F2"/>
                                      </p:to>
                                    </p:animClr>
                                    <p:set>
                                      <p:cBhvr>
                                        <p:cTn id="128" dur="500" fill="hold"/>
                                        <p:tgtEl>
                                          <p:spTgt spid="9"/>
                                        </p:tgtEl>
                                        <p:attrNameLst>
                                          <p:attrName>stroke.on</p:attrName>
                                        </p:attrNameLst>
                                      </p:cBhvr>
                                      <p:to>
                                        <p:strVal val="true"/>
                                      </p:to>
                                    </p:set>
                                  </p:childTnLst>
                                </p:cTn>
                              </p:par>
                              <p:par>
                                <p:cTn id="129" presetID="7" presetClass="emph" presetSubtype="2" fill="hold" nodeType="withEffect">
                                  <p:stCondLst>
                                    <p:cond delay="0"/>
                                  </p:stCondLst>
                                  <p:childTnLst>
                                    <p:animClr clrSpc="rgb" dir="cw">
                                      <p:cBhvr>
                                        <p:cTn id="130" dur="500" fill="hold"/>
                                        <p:tgtEl>
                                          <p:spTgt spid="11"/>
                                        </p:tgtEl>
                                        <p:attrNameLst>
                                          <p:attrName>stroke.color</p:attrName>
                                        </p:attrNameLst>
                                      </p:cBhvr>
                                      <p:to>
                                        <a:srgbClr val="DEEBF6"/>
                                      </p:to>
                                    </p:animClr>
                                    <p:set>
                                      <p:cBhvr>
                                        <p:cTn id="131" dur="500" fill="hold"/>
                                        <p:tgtEl>
                                          <p:spTgt spid="11"/>
                                        </p:tgtEl>
                                        <p:attrNameLst>
                                          <p:attrName>stroke.on</p:attrName>
                                        </p:attrNameLst>
                                      </p:cBhvr>
                                      <p:to>
                                        <p:strVal val="true"/>
                                      </p:to>
                                    </p:set>
                                  </p:childTnLst>
                                </p:cTn>
                              </p:par>
                            </p:childTnLst>
                          </p:cTn>
                        </p:par>
                      </p:childTnLst>
                    </p:cTn>
                  </p:par>
                  <p:par>
                    <p:cTn id="132" fill="hold">
                      <p:stCondLst>
                        <p:cond delay="indefinite"/>
                      </p:stCondLst>
                      <p:childTnLst>
                        <p:par>
                          <p:cTn id="133" fill="hold">
                            <p:stCondLst>
                              <p:cond delay="0"/>
                            </p:stCondLst>
                            <p:childTnLst>
                              <p:par>
                                <p:cTn id="134" presetID="22" presetClass="entr" presetSubtype="1" fill="hold" grpId="0" nodeType="clickEffect">
                                  <p:stCondLst>
                                    <p:cond delay="0"/>
                                  </p:stCondLst>
                                  <p:childTnLst>
                                    <p:set>
                                      <p:cBhvr>
                                        <p:cTn id="135" dur="1" fill="hold">
                                          <p:stCondLst>
                                            <p:cond delay="0"/>
                                          </p:stCondLst>
                                        </p:cTn>
                                        <p:tgtEl>
                                          <p:spTgt spid="169"/>
                                        </p:tgtEl>
                                        <p:attrNameLst>
                                          <p:attrName>style.visibility</p:attrName>
                                        </p:attrNameLst>
                                      </p:cBhvr>
                                      <p:to>
                                        <p:strVal val="visible"/>
                                      </p:to>
                                    </p:set>
                                    <p:animEffect transition="in" filter="wipe(up)">
                                      <p:cBhvr>
                                        <p:cTn id="136" dur="500"/>
                                        <p:tgtEl>
                                          <p:spTgt spid="169"/>
                                        </p:tgtEl>
                                      </p:cBhvr>
                                    </p:animEffect>
                                  </p:childTnLst>
                                </p:cTn>
                              </p:par>
                            </p:childTnLst>
                          </p:cTn>
                        </p:par>
                      </p:childTnLst>
                    </p:cTn>
                  </p:par>
                  <p:par>
                    <p:cTn id="137" fill="hold">
                      <p:stCondLst>
                        <p:cond delay="indefinite"/>
                      </p:stCondLst>
                      <p:childTnLst>
                        <p:par>
                          <p:cTn id="138" fill="hold">
                            <p:stCondLst>
                              <p:cond delay="0"/>
                            </p:stCondLst>
                            <p:childTnLst>
                              <p:par>
                                <p:cTn id="139" presetID="7" presetClass="emph" presetSubtype="2" fill="hold" nodeType="clickEffect">
                                  <p:stCondLst>
                                    <p:cond delay="0"/>
                                  </p:stCondLst>
                                  <p:childTnLst>
                                    <p:animClr clrSpc="rgb" dir="cw">
                                      <p:cBhvr>
                                        <p:cTn id="140" dur="500" fill="hold"/>
                                        <p:tgtEl>
                                          <p:spTgt spid="11"/>
                                        </p:tgtEl>
                                        <p:attrNameLst>
                                          <p:attrName>stroke.color</p:attrName>
                                        </p:attrNameLst>
                                      </p:cBhvr>
                                      <p:to>
                                        <a:srgbClr val="F2F2F2"/>
                                      </p:to>
                                    </p:animClr>
                                    <p:set>
                                      <p:cBhvr>
                                        <p:cTn id="141" dur="500" fill="hold"/>
                                        <p:tgtEl>
                                          <p:spTgt spid="11"/>
                                        </p:tgtEl>
                                        <p:attrNameLst>
                                          <p:attrName>stroke.on</p:attrName>
                                        </p:attrNameLst>
                                      </p:cBhvr>
                                      <p:to>
                                        <p:strVal val="true"/>
                                      </p:to>
                                    </p:set>
                                  </p:childTnLst>
                                </p:cTn>
                              </p:par>
                            </p:childTnLst>
                          </p:cTn>
                        </p:par>
                        <p:par>
                          <p:cTn id="142" fill="hold">
                            <p:stCondLst>
                              <p:cond delay="500"/>
                            </p:stCondLst>
                            <p:childTnLst>
                              <p:par>
                                <p:cTn id="143" presetID="7" presetClass="emph" presetSubtype="2" fill="hold" nodeType="afterEffect">
                                  <p:stCondLst>
                                    <p:cond delay="0"/>
                                  </p:stCondLst>
                                  <p:childTnLst>
                                    <p:animClr clrSpc="rgb" dir="cw">
                                      <p:cBhvr>
                                        <p:cTn id="144" dur="500" fill="hold"/>
                                        <p:tgtEl>
                                          <p:spTgt spid="7"/>
                                        </p:tgtEl>
                                        <p:attrNameLst>
                                          <p:attrName>stroke.color</p:attrName>
                                        </p:attrNameLst>
                                      </p:cBhvr>
                                      <p:to>
                                        <a:srgbClr val="D7C0E2"/>
                                      </p:to>
                                    </p:animClr>
                                    <p:set>
                                      <p:cBhvr>
                                        <p:cTn id="145" dur="500" fill="hold"/>
                                        <p:tgtEl>
                                          <p:spTgt spid="7"/>
                                        </p:tgtEl>
                                        <p:attrNameLst>
                                          <p:attrName>stroke.on</p:attrName>
                                        </p:attrNameLst>
                                      </p:cBhvr>
                                      <p:to>
                                        <p:strVal val="true"/>
                                      </p:to>
                                    </p:se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132"/>
                                        </p:tgtEl>
                                        <p:attrNameLst>
                                          <p:attrName>style.visibility</p:attrName>
                                        </p:attrNameLst>
                                      </p:cBhvr>
                                      <p:to>
                                        <p:strVal val="visible"/>
                                      </p:to>
                                    </p:set>
                                    <p:animEffect transition="in" filter="fade">
                                      <p:cBhvr>
                                        <p:cTn id="150" dur="500"/>
                                        <p:tgtEl>
                                          <p:spTgt spid="132"/>
                                        </p:tgtEl>
                                      </p:cBhvr>
                                    </p:animEffect>
                                  </p:childTnLst>
                                </p:cTn>
                              </p:par>
                              <p:par>
                                <p:cTn id="151" presetID="22" presetClass="entr" presetSubtype="1" fill="hold" nodeType="withEffect">
                                  <p:stCondLst>
                                    <p:cond delay="0"/>
                                  </p:stCondLst>
                                  <p:childTnLst>
                                    <p:set>
                                      <p:cBhvr>
                                        <p:cTn id="152" dur="1" fill="hold">
                                          <p:stCondLst>
                                            <p:cond delay="0"/>
                                          </p:stCondLst>
                                        </p:cTn>
                                        <p:tgtEl>
                                          <p:spTgt spid="69"/>
                                        </p:tgtEl>
                                        <p:attrNameLst>
                                          <p:attrName>style.visibility</p:attrName>
                                        </p:attrNameLst>
                                      </p:cBhvr>
                                      <p:to>
                                        <p:strVal val="visible"/>
                                      </p:to>
                                    </p:set>
                                    <p:animEffect transition="in" filter="wipe(up)">
                                      <p:cBhvr>
                                        <p:cTn id="153" dur="1000"/>
                                        <p:tgtEl>
                                          <p:spTgt spid="69"/>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1" fill="hold" grpId="0" nodeType="clickEffect">
                                  <p:stCondLst>
                                    <p:cond delay="0"/>
                                  </p:stCondLst>
                                  <p:childTnLst>
                                    <p:set>
                                      <p:cBhvr>
                                        <p:cTn id="157" dur="1" fill="hold">
                                          <p:stCondLst>
                                            <p:cond delay="0"/>
                                          </p:stCondLst>
                                        </p:cTn>
                                        <p:tgtEl>
                                          <p:spTgt spid="170"/>
                                        </p:tgtEl>
                                        <p:attrNameLst>
                                          <p:attrName>style.visibility</p:attrName>
                                        </p:attrNameLst>
                                      </p:cBhvr>
                                      <p:to>
                                        <p:strVal val="visible"/>
                                      </p:to>
                                    </p:set>
                                    <p:animEffect transition="in" filter="wipe(up)">
                                      <p:cBhvr>
                                        <p:cTn id="158" dur="500"/>
                                        <p:tgtEl>
                                          <p:spTgt spid="170"/>
                                        </p:tgtEl>
                                      </p:cBhvr>
                                    </p:animEffect>
                                  </p:childTnLst>
                                </p:cTn>
                              </p:par>
                            </p:childTnLst>
                          </p:cTn>
                        </p:par>
                        <p:par>
                          <p:cTn id="159" fill="hold">
                            <p:stCondLst>
                              <p:cond delay="500"/>
                            </p:stCondLst>
                            <p:childTnLst>
                              <p:par>
                                <p:cTn id="160" presetID="7" presetClass="emph" presetSubtype="2" fill="hold" nodeType="afterEffect">
                                  <p:stCondLst>
                                    <p:cond delay="0"/>
                                  </p:stCondLst>
                                  <p:childTnLst>
                                    <p:animClr clrSpc="rgb" dir="cw">
                                      <p:cBhvr>
                                        <p:cTn id="161" dur="500" fill="hold"/>
                                        <p:tgtEl>
                                          <p:spTgt spid="7"/>
                                        </p:tgtEl>
                                        <p:attrNameLst>
                                          <p:attrName>stroke.color</p:attrName>
                                        </p:attrNameLst>
                                      </p:cBhvr>
                                      <p:to>
                                        <a:srgbClr val="F2F2F2"/>
                                      </p:to>
                                    </p:animClr>
                                    <p:set>
                                      <p:cBhvr>
                                        <p:cTn id="162" dur="500" fill="hold"/>
                                        <p:tgtEl>
                                          <p:spTgt spid="7"/>
                                        </p:tgtEl>
                                        <p:attrNameLst>
                                          <p:attrName>stroke.on</p:attrName>
                                        </p:attrNameLst>
                                      </p:cBhvr>
                                      <p:to>
                                        <p:strVal val="true"/>
                                      </p:to>
                                    </p:set>
                                  </p:childTnLst>
                                </p:cTn>
                              </p:par>
                              <p:par>
                                <p:cTn id="163" presetID="7" presetClass="emph" presetSubtype="2" fill="hold" nodeType="withEffect">
                                  <p:stCondLst>
                                    <p:cond delay="0"/>
                                  </p:stCondLst>
                                  <p:childTnLst>
                                    <p:animClr clrSpc="rgb" dir="cw">
                                      <p:cBhvr>
                                        <p:cTn id="164" dur="500" fill="hold"/>
                                        <p:tgtEl>
                                          <p:spTgt spid="9"/>
                                        </p:tgtEl>
                                        <p:attrNameLst>
                                          <p:attrName>stroke.color</p:attrName>
                                        </p:attrNameLst>
                                      </p:cBhvr>
                                      <p:to>
                                        <a:srgbClr val="D7C0E2"/>
                                      </p:to>
                                    </p:animClr>
                                    <p:set>
                                      <p:cBhvr>
                                        <p:cTn id="165" dur="500" fill="hold"/>
                                        <p:tgtEl>
                                          <p:spTgt spid="9"/>
                                        </p:tgtEl>
                                        <p:attrNameLst>
                                          <p:attrName>stroke.on</p:attrName>
                                        </p:attrNameLst>
                                      </p:cBhvr>
                                      <p:to>
                                        <p:strVal val="true"/>
                                      </p:to>
                                    </p:set>
                                  </p:childTnLst>
                                </p:cTn>
                              </p:par>
                            </p:childTnLst>
                          </p:cTn>
                        </p:par>
                      </p:childTnLst>
                    </p:cTn>
                  </p:par>
                  <p:par>
                    <p:cTn id="166" fill="hold">
                      <p:stCondLst>
                        <p:cond delay="indefinite"/>
                      </p:stCondLst>
                      <p:childTnLst>
                        <p:par>
                          <p:cTn id="167" fill="hold">
                            <p:stCondLst>
                              <p:cond delay="0"/>
                            </p:stCondLst>
                            <p:childTnLst>
                              <p:par>
                                <p:cTn id="168" presetID="22" presetClass="entr" presetSubtype="1" fill="hold" nodeType="clickEffect">
                                  <p:stCondLst>
                                    <p:cond delay="0"/>
                                  </p:stCondLst>
                                  <p:childTnLst>
                                    <p:set>
                                      <p:cBhvr>
                                        <p:cTn id="169" dur="1" fill="hold">
                                          <p:stCondLst>
                                            <p:cond delay="0"/>
                                          </p:stCondLst>
                                        </p:cTn>
                                        <p:tgtEl>
                                          <p:spTgt spid="116"/>
                                        </p:tgtEl>
                                        <p:attrNameLst>
                                          <p:attrName>style.visibility</p:attrName>
                                        </p:attrNameLst>
                                      </p:cBhvr>
                                      <p:to>
                                        <p:strVal val="visible"/>
                                      </p:to>
                                    </p:set>
                                    <p:animEffect transition="in" filter="wipe(up)">
                                      <p:cBhvr>
                                        <p:cTn id="170" dur="1000"/>
                                        <p:tgtEl>
                                          <p:spTgt spid="116"/>
                                        </p:tgtEl>
                                      </p:cBhvr>
                                    </p:animEffect>
                                  </p:childTnLst>
                                </p:cTn>
                              </p:par>
                            </p:childTnLst>
                          </p:cTn>
                        </p:par>
                        <p:par>
                          <p:cTn id="171" fill="hold">
                            <p:stCondLst>
                              <p:cond delay="1500"/>
                            </p:stCondLst>
                            <p:childTnLst>
                              <p:par>
                                <p:cTn id="172" presetID="7" presetClass="emph" presetSubtype="2" fill="hold" nodeType="afterEffect">
                                  <p:stCondLst>
                                    <p:cond delay="0"/>
                                  </p:stCondLst>
                                  <p:childTnLst>
                                    <p:animClr clrSpc="rgb" dir="cw">
                                      <p:cBhvr>
                                        <p:cTn id="173" dur="500" fill="hold"/>
                                        <p:tgtEl>
                                          <p:spTgt spid="9"/>
                                        </p:tgtEl>
                                        <p:attrNameLst>
                                          <p:attrName>stroke.color</p:attrName>
                                        </p:attrNameLst>
                                      </p:cBhvr>
                                      <p:to>
                                        <a:srgbClr val="F2F2F2"/>
                                      </p:to>
                                    </p:animClr>
                                    <p:set>
                                      <p:cBhvr>
                                        <p:cTn id="174" dur="500" fill="hold"/>
                                        <p:tgtEl>
                                          <p:spTgt spid="9"/>
                                        </p:tgtEl>
                                        <p:attrNameLst>
                                          <p:attrName>stroke.on</p:attrName>
                                        </p:attrNameLst>
                                      </p:cBhvr>
                                      <p:to>
                                        <p:strVal val="true"/>
                                      </p:to>
                                    </p:set>
                                  </p:childTnLst>
                                </p:cTn>
                              </p:par>
                            </p:childTnLst>
                          </p:cTn>
                        </p:par>
                        <p:par>
                          <p:cTn id="175" fill="hold">
                            <p:stCondLst>
                              <p:cond delay="2000"/>
                            </p:stCondLst>
                            <p:childTnLst>
                              <p:par>
                                <p:cTn id="176" presetID="7" presetClass="emph" presetSubtype="2" fill="hold" nodeType="afterEffect">
                                  <p:stCondLst>
                                    <p:cond delay="0"/>
                                  </p:stCondLst>
                                  <p:childTnLst>
                                    <p:animClr clrSpc="rgb" dir="cw">
                                      <p:cBhvr>
                                        <p:cTn id="177" dur="500" fill="hold"/>
                                        <p:tgtEl>
                                          <p:spTgt spid="11"/>
                                        </p:tgtEl>
                                        <p:attrNameLst>
                                          <p:attrName>stroke.color</p:attrName>
                                        </p:attrNameLst>
                                      </p:cBhvr>
                                      <p:to>
                                        <a:srgbClr val="DACFE3"/>
                                      </p:to>
                                    </p:animClr>
                                    <p:set>
                                      <p:cBhvr>
                                        <p:cTn id="178" dur="500" fill="hold"/>
                                        <p:tgtEl>
                                          <p:spTgt spid="11"/>
                                        </p:tgtEl>
                                        <p:attrNameLst>
                                          <p:attrName>stroke.on</p:attrName>
                                        </p:attrNameLst>
                                      </p:cBhvr>
                                      <p:to>
                                        <p:strVal val="true"/>
                                      </p:to>
                                    </p:set>
                                  </p:childTnLst>
                                </p:cTn>
                              </p:par>
                            </p:childTnLst>
                          </p:cTn>
                        </p:par>
                      </p:childTnLst>
                    </p:cTn>
                  </p:par>
                  <p:par>
                    <p:cTn id="179" fill="hold">
                      <p:stCondLst>
                        <p:cond delay="indefinite"/>
                      </p:stCondLst>
                      <p:childTnLst>
                        <p:par>
                          <p:cTn id="180" fill="hold">
                            <p:stCondLst>
                              <p:cond delay="0"/>
                            </p:stCondLst>
                            <p:childTnLst>
                              <p:par>
                                <p:cTn id="181" presetID="22" presetClass="entr" presetSubtype="1" fill="hold" grpId="0" nodeType="clickEffect">
                                  <p:stCondLst>
                                    <p:cond delay="0"/>
                                  </p:stCondLst>
                                  <p:childTnLst>
                                    <p:set>
                                      <p:cBhvr>
                                        <p:cTn id="182" dur="1" fill="hold">
                                          <p:stCondLst>
                                            <p:cond delay="0"/>
                                          </p:stCondLst>
                                        </p:cTn>
                                        <p:tgtEl>
                                          <p:spTgt spid="171"/>
                                        </p:tgtEl>
                                        <p:attrNameLst>
                                          <p:attrName>style.visibility</p:attrName>
                                        </p:attrNameLst>
                                      </p:cBhvr>
                                      <p:to>
                                        <p:strVal val="visible"/>
                                      </p:to>
                                    </p:set>
                                    <p:animEffect transition="in" filter="wipe(up)">
                                      <p:cBhvr>
                                        <p:cTn id="183" dur="500"/>
                                        <p:tgtEl>
                                          <p:spTgt spid="171"/>
                                        </p:tgtEl>
                                      </p:cBhvr>
                                    </p:animEffect>
                                  </p:childTnLst>
                                </p:cTn>
                              </p:par>
                            </p:childTnLst>
                          </p:cTn>
                        </p:par>
                      </p:childTnLst>
                    </p:cTn>
                  </p:par>
                  <p:par>
                    <p:cTn id="184" fill="hold">
                      <p:stCondLst>
                        <p:cond delay="indefinite"/>
                      </p:stCondLst>
                      <p:childTnLst>
                        <p:par>
                          <p:cTn id="185" fill="hold">
                            <p:stCondLst>
                              <p:cond delay="0"/>
                            </p:stCondLst>
                            <p:childTnLst>
                              <p:par>
                                <p:cTn id="186" presetID="7" presetClass="emph" presetSubtype="2" fill="hold" nodeType="clickEffect">
                                  <p:stCondLst>
                                    <p:cond delay="0"/>
                                  </p:stCondLst>
                                  <p:childTnLst>
                                    <p:animClr clrSpc="rgb" dir="cw">
                                      <p:cBhvr>
                                        <p:cTn id="187" dur="500" fill="hold"/>
                                        <p:tgtEl>
                                          <p:spTgt spid="11"/>
                                        </p:tgtEl>
                                        <p:attrNameLst>
                                          <p:attrName>stroke.color</p:attrName>
                                        </p:attrNameLst>
                                      </p:cBhvr>
                                      <p:to>
                                        <a:srgbClr val="F2F2F2"/>
                                      </p:to>
                                    </p:animClr>
                                    <p:set>
                                      <p:cBhvr>
                                        <p:cTn id="188" dur="500" fill="hold"/>
                                        <p:tgtEl>
                                          <p:spTgt spid="11"/>
                                        </p:tgtEl>
                                        <p:attrNameLst>
                                          <p:attrName>stroke.on</p:attrName>
                                        </p:attrNameLst>
                                      </p:cBhvr>
                                      <p:to>
                                        <p:strVal val="true"/>
                                      </p:to>
                                    </p:set>
                                  </p:childTnLst>
                                </p:cTn>
                              </p:par>
                            </p:childTnLst>
                          </p:cTn>
                        </p:par>
                        <p:par>
                          <p:cTn id="189" fill="hold">
                            <p:stCondLst>
                              <p:cond delay="500"/>
                            </p:stCondLst>
                            <p:childTnLst>
                              <p:par>
                                <p:cTn id="190" presetID="7" presetClass="emph" presetSubtype="2" fill="hold" nodeType="afterEffect">
                                  <p:stCondLst>
                                    <p:cond delay="0"/>
                                  </p:stCondLst>
                                  <p:childTnLst>
                                    <p:animClr clrSpc="rgb" dir="cw">
                                      <p:cBhvr>
                                        <p:cTn id="191" dur="500" fill="hold"/>
                                        <p:tgtEl>
                                          <p:spTgt spid="7"/>
                                        </p:tgtEl>
                                        <p:attrNameLst>
                                          <p:attrName>stroke.color</p:attrName>
                                        </p:attrNameLst>
                                      </p:cBhvr>
                                      <p:to>
                                        <a:srgbClr val="ED9D9F"/>
                                      </p:to>
                                    </p:animClr>
                                    <p:set>
                                      <p:cBhvr>
                                        <p:cTn id="192" dur="500" fill="hold"/>
                                        <p:tgtEl>
                                          <p:spTgt spid="7"/>
                                        </p:tgtEl>
                                        <p:attrNameLst>
                                          <p:attrName>stroke.on</p:attrName>
                                        </p:attrNameLst>
                                      </p:cBhvr>
                                      <p:to>
                                        <p:strVal val="true"/>
                                      </p:to>
                                    </p:set>
                                  </p:childTnLst>
                                </p:cTn>
                              </p:par>
                            </p:childTnLst>
                          </p:cTn>
                        </p:par>
                      </p:childTnLst>
                    </p:cTn>
                  </p:par>
                  <p:par>
                    <p:cTn id="193" fill="hold">
                      <p:stCondLst>
                        <p:cond delay="indefinite"/>
                      </p:stCondLst>
                      <p:childTnLst>
                        <p:par>
                          <p:cTn id="194" fill="hold">
                            <p:stCondLst>
                              <p:cond delay="0"/>
                            </p:stCondLst>
                            <p:childTnLst>
                              <p:par>
                                <p:cTn id="195" presetID="22" presetClass="entr" presetSubtype="1" fill="hold" grpId="0" nodeType="clickEffect">
                                  <p:stCondLst>
                                    <p:cond delay="0"/>
                                  </p:stCondLst>
                                  <p:childTnLst>
                                    <p:set>
                                      <p:cBhvr>
                                        <p:cTn id="196" dur="1" fill="hold">
                                          <p:stCondLst>
                                            <p:cond delay="0"/>
                                          </p:stCondLst>
                                        </p:cTn>
                                        <p:tgtEl>
                                          <p:spTgt spid="172"/>
                                        </p:tgtEl>
                                        <p:attrNameLst>
                                          <p:attrName>style.visibility</p:attrName>
                                        </p:attrNameLst>
                                      </p:cBhvr>
                                      <p:to>
                                        <p:strVal val="visible"/>
                                      </p:to>
                                    </p:set>
                                    <p:animEffect transition="in" filter="wipe(up)">
                                      <p:cBhvr>
                                        <p:cTn id="197" dur="500"/>
                                        <p:tgtEl>
                                          <p:spTgt spid="172"/>
                                        </p:tgtEl>
                                      </p:cBhvr>
                                    </p:animEffect>
                                  </p:childTnLst>
                                </p:cTn>
                              </p:par>
                            </p:childTnLst>
                          </p:cTn>
                        </p:par>
                      </p:childTnLst>
                    </p:cTn>
                  </p:par>
                  <p:par>
                    <p:cTn id="198" fill="hold">
                      <p:stCondLst>
                        <p:cond delay="indefinite"/>
                      </p:stCondLst>
                      <p:childTnLst>
                        <p:par>
                          <p:cTn id="199" fill="hold">
                            <p:stCondLst>
                              <p:cond delay="0"/>
                            </p:stCondLst>
                            <p:childTnLst>
                              <p:par>
                                <p:cTn id="200" presetID="7" presetClass="emph" presetSubtype="2" fill="hold" nodeType="clickEffect">
                                  <p:stCondLst>
                                    <p:cond delay="0"/>
                                  </p:stCondLst>
                                  <p:childTnLst>
                                    <p:animClr clrSpc="rgb" dir="cw">
                                      <p:cBhvr>
                                        <p:cTn id="201" dur="500" fill="hold"/>
                                        <p:tgtEl>
                                          <p:spTgt spid="7"/>
                                        </p:tgtEl>
                                        <p:attrNameLst>
                                          <p:attrName>stroke.color</p:attrName>
                                        </p:attrNameLst>
                                      </p:cBhvr>
                                      <p:to>
                                        <a:srgbClr val="F2F2F2"/>
                                      </p:to>
                                    </p:animClr>
                                    <p:set>
                                      <p:cBhvr>
                                        <p:cTn id="202" dur="500" fill="hold"/>
                                        <p:tgtEl>
                                          <p:spTgt spid="7"/>
                                        </p:tgtEl>
                                        <p:attrNameLst>
                                          <p:attrName>stroke.on</p:attrName>
                                        </p:attrNameLst>
                                      </p:cBhvr>
                                      <p:to>
                                        <p:strVal val="true"/>
                                      </p:to>
                                    </p:set>
                                  </p:childTnLst>
                                </p:cTn>
                              </p:par>
                            </p:childTnLst>
                          </p:cTn>
                        </p:par>
                        <p:par>
                          <p:cTn id="203" fill="hold">
                            <p:stCondLst>
                              <p:cond delay="500"/>
                            </p:stCondLst>
                            <p:childTnLst>
                              <p:par>
                                <p:cTn id="204" presetID="22" presetClass="entr" presetSubtype="8" fill="hold" nodeType="afterEffect">
                                  <p:stCondLst>
                                    <p:cond delay="0"/>
                                  </p:stCondLst>
                                  <p:childTnLst>
                                    <p:set>
                                      <p:cBhvr>
                                        <p:cTn id="205" dur="1" fill="hold">
                                          <p:stCondLst>
                                            <p:cond delay="0"/>
                                          </p:stCondLst>
                                        </p:cTn>
                                        <p:tgtEl>
                                          <p:spTgt spid="15"/>
                                        </p:tgtEl>
                                        <p:attrNameLst>
                                          <p:attrName>style.visibility</p:attrName>
                                        </p:attrNameLst>
                                      </p:cBhvr>
                                      <p:to>
                                        <p:strVal val="visible"/>
                                      </p:to>
                                    </p:set>
                                    <p:animEffect transition="in" filter="wipe(left)">
                                      <p:cBhvr>
                                        <p:cTn id="206" dur="500"/>
                                        <p:tgtEl>
                                          <p:spTgt spid="15"/>
                                        </p:tgtEl>
                                      </p:cBhvr>
                                    </p:animEffect>
                                  </p:childTnLst>
                                </p:cTn>
                              </p:par>
                            </p:childTnLst>
                          </p:cTn>
                        </p:par>
                      </p:childTnLst>
                    </p:cTn>
                  </p:par>
                  <p:par>
                    <p:cTn id="207" fill="hold">
                      <p:stCondLst>
                        <p:cond delay="indefinite"/>
                      </p:stCondLst>
                      <p:childTnLst>
                        <p:par>
                          <p:cTn id="208" fill="hold">
                            <p:stCondLst>
                              <p:cond delay="0"/>
                            </p:stCondLst>
                            <p:childTnLst>
                              <p:par>
                                <p:cTn id="209" presetID="22" presetClass="entr" presetSubtype="1" fill="hold" grpId="0" nodeType="clickEffect">
                                  <p:stCondLst>
                                    <p:cond delay="0"/>
                                  </p:stCondLst>
                                  <p:childTnLst>
                                    <p:set>
                                      <p:cBhvr>
                                        <p:cTn id="210" dur="1" fill="hold">
                                          <p:stCondLst>
                                            <p:cond delay="0"/>
                                          </p:stCondLst>
                                        </p:cTn>
                                        <p:tgtEl>
                                          <p:spTgt spid="173"/>
                                        </p:tgtEl>
                                        <p:attrNameLst>
                                          <p:attrName>style.visibility</p:attrName>
                                        </p:attrNameLst>
                                      </p:cBhvr>
                                      <p:to>
                                        <p:strVal val="visible"/>
                                      </p:to>
                                    </p:set>
                                    <p:animEffect transition="in" filter="wipe(up)">
                                      <p:cBhvr>
                                        <p:cTn id="211" dur="500"/>
                                        <p:tgtEl>
                                          <p:spTgt spid="173"/>
                                        </p:tgtEl>
                                      </p:cBhvr>
                                    </p:animEffect>
                                  </p:childTnLst>
                                </p:cTn>
                              </p:par>
                            </p:childTnLst>
                          </p:cTn>
                        </p:par>
                      </p:childTnLst>
                    </p:cTn>
                  </p:par>
                  <p:par>
                    <p:cTn id="212" fill="hold">
                      <p:stCondLst>
                        <p:cond delay="indefinite"/>
                      </p:stCondLst>
                      <p:childTnLst>
                        <p:par>
                          <p:cTn id="213" fill="hold">
                            <p:stCondLst>
                              <p:cond delay="0"/>
                            </p:stCondLst>
                            <p:childTnLst>
                              <p:par>
                                <p:cTn id="214" presetID="7" presetClass="emph" presetSubtype="2" fill="hold" nodeType="clickEffect">
                                  <p:stCondLst>
                                    <p:cond delay="0"/>
                                  </p:stCondLst>
                                  <p:childTnLst>
                                    <p:animClr clrSpc="rgb" dir="cw">
                                      <p:cBhvr>
                                        <p:cTn id="215" dur="500" fill="hold"/>
                                        <p:tgtEl>
                                          <p:spTgt spid="15"/>
                                        </p:tgtEl>
                                        <p:attrNameLst>
                                          <p:attrName>stroke.color</p:attrName>
                                        </p:attrNameLst>
                                      </p:cBhvr>
                                      <p:to>
                                        <a:srgbClr val="F2F2F2"/>
                                      </p:to>
                                    </p:animClr>
                                    <p:set>
                                      <p:cBhvr>
                                        <p:cTn id="216" dur="500" fill="hold"/>
                                        <p:tgtEl>
                                          <p:spTgt spid="15"/>
                                        </p:tgtEl>
                                        <p:attrNameLst>
                                          <p:attrName>stroke.on</p:attrName>
                                        </p:attrNameLst>
                                      </p:cBhvr>
                                      <p:to>
                                        <p:strVal val="true"/>
                                      </p:to>
                                    </p:set>
                                  </p:childTnLst>
                                </p:cTn>
                              </p:par>
                              <p:par>
                                <p:cTn id="217" presetID="22" presetClass="entr" presetSubtype="8" fill="hold" nodeType="withEffect">
                                  <p:stCondLst>
                                    <p:cond delay="0"/>
                                  </p:stCondLst>
                                  <p:childTnLst>
                                    <p:set>
                                      <p:cBhvr>
                                        <p:cTn id="218" dur="1" fill="hold">
                                          <p:stCondLst>
                                            <p:cond delay="0"/>
                                          </p:stCondLst>
                                        </p:cTn>
                                        <p:tgtEl>
                                          <p:spTgt spid="13"/>
                                        </p:tgtEl>
                                        <p:attrNameLst>
                                          <p:attrName>style.visibility</p:attrName>
                                        </p:attrNameLst>
                                      </p:cBhvr>
                                      <p:to>
                                        <p:strVal val="visible"/>
                                      </p:to>
                                    </p:set>
                                    <p:animEffect transition="in" filter="wipe(left)">
                                      <p:cBhvr>
                                        <p:cTn id="219" dur="500"/>
                                        <p:tgtEl>
                                          <p:spTgt spid="13"/>
                                        </p:tgtEl>
                                      </p:cBhvr>
                                    </p:animEffect>
                                  </p:childTnLst>
                                </p:cTn>
                              </p:par>
                            </p:childTnLst>
                          </p:cTn>
                        </p:par>
                      </p:childTnLst>
                    </p:cTn>
                  </p:par>
                  <p:par>
                    <p:cTn id="220" fill="hold">
                      <p:stCondLst>
                        <p:cond delay="indefinite"/>
                      </p:stCondLst>
                      <p:childTnLst>
                        <p:par>
                          <p:cTn id="221" fill="hold">
                            <p:stCondLst>
                              <p:cond delay="0"/>
                            </p:stCondLst>
                            <p:childTnLst>
                              <p:par>
                                <p:cTn id="222" presetID="22" presetClass="entr" presetSubtype="1" fill="hold" grpId="0" nodeType="clickEffect">
                                  <p:stCondLst>
                                    <p:cond delay="0"/>
                                  </p:stCondLst>
                                  <p:childTnLst>
                                    <p:set>
                                      <p:cBhvr>
                                        <p:cTn id="223" dur="1" fill="hold">
                                          <p:stCondLst>
                                            <p:cond delay="0"/>
                                          </p:stCondLst>
                                        </p:cTn>
                                        <p:tgtEl>
                                          <p:spTgt spid="174"/>
                                        </p:tgtEl>
                                        <p:attrNameLst>
                                          <p:attrName>style.visibility</p:attrName>
                                        </p:attrNameLst>
                                      </p:cBhvr>
                                      <p:to>
                                        <p:strVal val="visible"/>
                                      </p:to>
                                    </p:set>
                                    <p:animEffect transition="in" filter="wipe(up)">
                                      <p:cBhvr>
                                        <p:cTn id="224" dur="500"/>
                                        <p:tgtEl>
                                          <p:spTgt spid="174"/>
                                        </p:tgtEl>
                                      </p:cBhvr>
                                    </p:animEffect>
                                  </p:childTnLst>
                                </p:cTn>
                              </p:par>
                            </p:childTnLst>
                          </p:cTn>
                        </p:par>
                      </p:childTnLst>
                    </p:cTn>
                  </p:par>
                  <p:par>
                    <p:cTn id="225" fill="hold">
                      <p:stCondLst>
                        <p:cond delay="indefinite"/>
                      </p:stCondLst>
                      <p:childTnLst>
                        <p:par>
                          <p:cTn id="226" fill="hold">
                            <p:stCondLst>
                              <p:cond delay="0"/>
                            </p:stCondLst>
                            <p:childTnLst>
                              <p:par>
                                <p:cTn id="227" presetID="7" presetClass="emph" presetSubtype="2" fill="hold" nodeType="clickEffect">
                                  <p:stCondLst>
                                    <p:cond delay="0"/>
                                  </p:stCondLst>
                                  <p:childTnLst>
                                    <p:animClr clrSpc="rgb" dir="cw">
                                      <p:cBhvr>
                                        <p:cTn id="228" dur="500" fill="hold"/>
                                        <p:tgtEl>
                                          <p:spTgt spid="13"/>
                                        </p:tgtEl>
                                        <p:attrNameLst>
                                          <p:attrName>stroke.color</p:attrName>
                                        </p:attrNameLst>
                                      </p:cBhvr>
                                      <p:to>
                                        <a:srgbClr val="F2F2F2"/>
                                      </p:to>
                                    </p:animClr>
                                    <p:set>
                                      <p:cBhvr>
                                        <p:cTn id="229" dur="500" fill="hold"/>
                                        <p:tgtEl>
                                          <p:spTgt spid="13"/>
                                        </p:tgtEl>
                                        <p:attrNameLst>
                                          <p:attrName>stroke.on</p:attrName>
                                        </p:attrNameLst>
                                      </p:cBhvr>
                                      <p:to>
                                        <p:strVal val="true"/>
                                      </p:to>
                                    </p:set>
                                  </p:childTnLst>
                                </p:cTn>
                              </p:par>
                            </p:childTnLst>
                          </p:cTn>
                        </p:par>
                        <p:par>
                          <p:cTn id="230" fill="hold">
                            <p:stCondLst>
                              <p:cond delay="500"/>
                            </p:stCondLst>
                            <p:childTnLst>
                              <p:par>
                                <p:cTn id="231" presetID="7" presetClass="emph" presetSubtype="2" fill="hold" nodeType="afterEffect">
                                  <p:stCondLst>
                                    <p:cond delay="0"/>
                                  </p:stCondLst>
                                  <p:childTnLst>
                                    <p:animClr clrSpc="rgb" dir="cw">
                                      <p:cBhvr>
                                        <p:cTn id="232" dur="500" fill="hold"/>
                                        <p:tgtEl>
                                          <p:spTgt spid="7"/>
                                        </p:tgtEl>
                                        <p:attrNameLst>
                                          <p:attrName>stroke.color</p:attrName>
                                        </p:attrNameLst>
                                      </p:cBhvr>
                                      <p:to>
                                        <a:srgbClr val="ED9D9F"/>
                                      </p:to>
                                    </p:animClr>
                                    <p:set>
                                      <p:cBhvr>
                                        <p:cTn id="233" dur="500" fill="hold"/>
                                        <p:tgtEl>
                                          <p:spTgt spid="7"/>
                                        </p:tgtEl>
                                        <p:attrNameLst>
                                          <p:attrName>stroke.on</p:attrName>
                                        </p:attrNameLst>
                                      </p:cBhvr>
                                      <p:to>
                                        <p:strVal val="true"/>
                                      </p:to>
                                    </p:set>
                                  </p:childTnLst>
                                </p:cTn>
                              </p:par>
                            </p:childTnLst>
                          </p:cTn>
                        </p:par>
                      </p:childTnLst>
                    </p:cTn>
                  </p:par>
                  <p:par>
                    <p:cTn id="234" fill="hold">
                      <p:stCondLst>
                        <p:cond delay="indefinite"/>
                      </p:stCondLst>
                      <p:childTnLst>
                        <p:par>
                          <p:cTn id="235" fill="hold">
                            <p:stCondLst>
                              <p:cond delay="0"/>
                            </p:stCondLst>
                            <p:childTnLst>
                              <p:par>
                                <p:cTn id="236" presetID="22" presetClass="entr" presetSubtype="1" fill="hold" grpId="0" nodeType="clickEffect">
                                  <p:stCondLst>
                                    <p:cond delay="0"/>
                                  </p:stCondLst>
                                  <p:childTnLst>
                                    <p:set>
                                      <p:cBhvr>
                                        <p:cTn id="237" dur="1" fill="hold">
                                          <p:stCondLst>
                                            <p:cond delay="0"/>
                                          </p:stCondLst>
                                        </p:cTn>
                                        <p:tgtEl>
                                          <p:spTgt spid="175"/>
                                        </p:tgtEl>
                                        <p:attrNameLst>
                                          <p:attrName>style.visibility</p:attrName>
                                        </p:attrNameLst>
                                      </p:cBhvr>
                                      <p:to>
                                        <p:strVal val="visible"/>
                                      </p:to>
                                    </p:set>
                                    <p:animEffect transition="in" filter="wipe(up)">
                                      <p:cBhvr>
                                        <p:cTn id="238" dur="500"/>
                                        <p:tgtEl>
                                          <p:spTgt spid="175"/>
                                        </p:tgtEl>
                                      </p:cBhvr>
                                    </p:animEffect>
                                  </p:childTnLst>
                                </p:cTn>
                              </p:par>
                            </p:childTnLst>
                          </p:cTn>
                        </p:par>
                      </p:childTnLst>
                    </p:cTn>
                  </p:par>
                  <p:par>
                    <p:cTn id="239" fill="hold">
                      <p:stCondLst>
                        <p:cond delay="indefinite"/>
                      </p:stCondLst>
                      <p:childTnLst>
                        <p:par>
                          <p:cTn id="240" fill="hold">
                            <p:stCondLst>
                              <p:cond delay="0"/>
                            </p:stCondLst>
                            <p:childTnLst>
                              <p:par>
                                <p:cTn id="241" presetID="7" presetClass="emph" presetSubtype="2" fill="hold" nodeType="clickEffect">
                                  <p:stCondLst>
                                    <p:cond delay="0"/>
                                  </p:stCondLst>
                                  <p:childTnLst>
                                    <p:animClr clrSpc="rgb" dir="cw">
                                      <p:cBhvr>
                                        <p:cTn id="242" dur="500" fill="hold"/>
                                        <p:tgtEl>
                                          <p:spTgt spid="7"/>
                                        </p:tgtEl>
                                        <p:attrNameLst>
                                          <p:attrName>stroke.color</p:attrName>
                                        </p:attrNameLst>
                                      </p:cBhvr>
                                      <p:to>
                                        <a:srgbClr val="F2F2F2"/>
                                      </p:to>
                                    </p:animClr>
                                    <p:set>
                                      <p:cBhvr>
                                        <p:cTn id="243" dur="500" fill="hold"/>
                                        <p:tgtEl>
                                          <p:spTgt spid="7"/>
                                        </p:tgtEl>
                                        <p:attrNameLst>
                                          <p:attrName>stroke.on</p:attrName>
                                        </p:attrNameLst>
                                      </p:cBhvr>
                                      <p:to>
                                        <p:strVal val="true"/>
                                      </p:to>
                                    </p:set>
                                  </p:childTnLst>
                                </p:cTn>
                              </p:par>
                            </p:childTnLst>
                          </p:cTn>
                        </p:par>
                        <p:par>
                          <p:cTn id="244" fill="hold">
                            <p:stCondLst>
                              <p:cond delay="500"/>
                            </p:stCondLst>
                            <p:childTnLst>
                              <p:par>
                                <p:cTn id="245" presetID="7" presetClass="emph" presetSubtype="2" fill="hold" nodeType="afterEffect">
                                  <p:stCondLst>
                                    <p:cond delay="0"/>
                                  </p:stCondLst>
                                  <p:childTnLst>
                                    <p:animClr clrSpc="rgb" dir="cw">
                                      <p:cBhvr>
                                        <p:cTn id="246" dur="500" fill="hold"/>
                                        <p:tgtEl>
                                          <p:spTgt spid="15"/>
                                        </p:tgtEl>
                                        <p:attrNameLst>
                                          <p:attrName>stroke.color</p:attrName>
                                        </p:attrNameLst>
                                      </p:cBhvr>
                                      <p:to>
                                        <a:srgbClr val="ED9D9F"/>
                                      </p:to>
                                    </p:animClr>
                                    <p:set>
                                      <p:cBhvr>
                                        <p:cTn id="247" dur="500" fill="hold"/>
                                        <p:tgtEl>
                                          <p:spTgt spid="15"/>
                                        </p:tgtEl>
                                        <p:attrNameLst>
                                          <p:attrName>stroke.on</p:attrName>
                                        </p:attrNameLst>
                                      </p:cBhvr>
                                      <p:to>
                                        <p:strVal val="true"/>
                                      </p:to>
                                    </p:set>
                                  </p:childTnLst>
                                </p:cTn>
                              </p:par>
                            </p:childTnLst>
                          </p:cTn>
                        </p:par>
                      </p:childTnLst>
                    </p:cTn>
                  </p:par>
                  <p:par>
                    <p:cTn id="248" fill="hold">
                      <p:stCondLst>
                        <p:cond delay="indefinite"/>
                      </p:stCondLst>
                      <p:childTnLst>
                        <p:par>
                          <p:cTn id="249" fill="hold">
                            <p:stCondLst>
                              <p:cond delay="0"/>
                            </p:stCondLst>
                            <p:childTnLst>
                              <p:par>
                                <p:cTn id="250" presetID="22" presetClass="entr" presetSubtype="1" fill="hold" grpId="0" nodeType="clickEffect">
                                  <p:stCondLst>
                                    <p:cond delay="0"/>
                                  </p:stCondLst>
                                  <p:childTnLst>
                                    <p:set>
                                      <p:cBhvr>
                                        <p:cTn id="251" dur="1" fill="hold">
                                          <p:stCondLst>
                                            <p:cond delay="0"/>
                                          </p:stCondLst>
                                        </p:cTn>
                                        <p:tgtEl>
                                          <p:spTgt spid="176"/>
                                        </p:tgtEl>
                                        <p:attrNameLst>
                                          <p:attrName>style.visibility</p:attrName>
                                        </p:attrNameLst>
                                      </p:cBhvr>
                                      <p:to>
                                        <p:strVal val="visible"/>
                                      </p:to>
                                    </p:set>
                                    <p:animEffect transition="in" filter="wipe(up)">
                                      <p:cBhvr>
                                        <p:cTn id="252" dur="500"/>
                                        <p:tgtEl>
                                          <p:spTgt spid="176"/>
                                        </p:tgtEl>
                                      </p:cBhvr>
                                    </p:animEffect>
                                  </p:childTnLst>
                                </p:cTn>
                              </p:par>
                            </p:childTnLst>
                          </p:cTn>
                        </p:par>
                      </p:childTnLst>
                    </p:cTn>
                  </p:par>
                  <p:par>
                    <p:cTn id="253" fill="hold">
                      <p:stCondLst>
                        <p:cond delay="indefinite"/>
                      </p:stCondLst>
                      <p:childTnLst>
                        <p:par>
                          <p:cTn id="254" fill="hold">
                            <p:stCondLst>
                              <p:cond delay="0"/>
                            </p:stCondLst>
                            <p:childTnLst>
                              <p:par>
                                <p:cTn id="255" presetID="7" presetClass="emph" presetSubtype="2" fill="hold" nodeType="clickEffect">
                                  <p:stCondLst>
                                    <p:cond delay="0"/>
                                  </p:stCondLst>
                                  <p:childTnLst>
                                    <p:animClr clrSpc="rgb" dir="cw">
                                      <p:cBhvr>
                                        <p:cTn id="256" dur="500" fill="hold"/>
                                        <p:tgtEl>
                                          <p:spTgt spid="15"/>
                                        </p:tgtEl>
                                        <p:attrNameLst>
                                          <p:attrName>stroke.color</p:attrName>
                                        </p:attrNameLst>
                                      </p:cBhvr>
                                      <p:to>
                                        <a:srgbClr val="F2F2F2"/>
                                      </p:to>
                                    </p:animClr>
                                    <p:set>
                                      <p:cBhvr>
                                        <p:cTn id="257" dur="500" fill="hold"/>
                                        <p:tgtEl>
                                          <p:spTgt spid="15"/>
                                        </p:tgtEl>
                                        <p:attrNameLst>
                                          <p:attrName>stroke.on</p:attrName>
                                        </p:attrNameLst>
                                      </p:cBhvr>
                                      <p:to>
                                        <p:strVal val="true"/>
                                      </p:to>
                                    </p:set>
                                  </p:childTnLst>
                                </p:cTn>
                              </p:par>
                              <p:par>
                                <p:cTn id="258" presetID="7" presetClass="emph" presetSubtype="2" fill="hold" nodeType="withEffect">
                                  <p:stCondLst>
                                    <p:cond delay="0"/>
                                  </p:stCondLst>
                                  <p:childTnLst>
                                    <p:animClr clrSpc="rgb" dir="cw">
                                      <p:cBhvr>
                                        <p:cTn id="259" dur="500" fill="hold"/>
                                        <p:tgtEl>
                                          <p:spTgt spid="15"/>
                                        </p:tgtEl>
                                        <p:attrNameLst>
                                          <p:attrName>stroke.color</p:attrName>
                                        </p:attrNameLst>
                                      </p:cBhvr>
                                      <p:to>
                                        <a:srgbClr val="D7C0E2"/>
                                      </p:to>
                                    </p:animClr>
                                    <p:set>
                                      <p:cBhvr>
                                        <p:cTn id="260" dur="500" fill="hold"/>
                                        <p:tgtEl>
                                          <p:spTgt spid="15"/>
                                        </p:tgtEl>
                                        <p:attrNameLst>
                                          <p:attrName>stroke.on</p:attrName>
                                        </p:attrNameLst>
                                      </p:cBhvr>
                                      <p:to>
                                        <p:strVal val="true"/>
                                      </p:to>
                                    </p:set>
                                  </p:childTnLst>
                                </p:cTn>
                              </p:par>
                            </p:childTnLst>
                          </p:cTn>
                        </p:par>
                      </p:childTnLst>
                    </p:cTn>
                  </p:par>
                  <p:par>
                    <p:cTn id="261" fill="hold">
                      <p:stCondLst>
                        <p:cond delay="indefinite"/>
                      </p:stCondLst>
                      <p:childTnLst>
                        <p:par>
                          <p:cTn id="262" fill="hold">
                            <p:stCondLst>
                              <p:cond delay="0"/>
                            </p:stCondLst>
                            <p:childTnLst>
                              <p:par>
                                <p:cTn id="263" presetID="22" presetClass="entr" presetSubtype="1" fill="hold" grpId="0" nodeType="clickEffect">
                                  <p:stCondLst>
                                    <p:cond delay="0"/>
                                  </p:stCondLst>
                                  <p:childTnLst>
                                    <p:set>
                                      <p:cBhvr>
                                        <p:cTn id="264" dur="1" fill="hold">
                                          <p:stCondLst>
                                            <p:cond delay="0"/>
                                          </p:stCondLst>
                                        </p:cTn>
                                        <p:tgtEl>
                                          <p:spTgt spid="177"/>
                                        </p:tgtEl>
                                        <p:attrNameLst>
                                          <p:attrName>style.visibility</p:attrName>
                                        </p:attrNameLst>
                                      </p:cBhvr>
                                      <p:to>
                                        <p:strVal val="visible"/>
                                      </p:to>
                                    </p:set>
                                    <p:animEffect transition="in" filter="wipe(up)">
                                      <p:cBhvr>
                                        <p:cTn id="265" dur="500"/>
                                        <p:tgtEl>
                                          <p:spTgt spid="177"/>
                                        </p:tgtEl>
                                      </p:cBhvr>
                                    </p:animEffect>
                                  </p:childTnLst>
                                </p:cTn>
                              </p:par>
                            </p:childTnLst>
                          </p:cTn>
                        </p:par>
                      </p:childTnLst>
                    </p:cTn>
                  </p:par>
                  <p:par>
                    <p:cTn id="266" fill="hold">
                      <p:stCondLst>
                        <p:cond delay="indefinite"/>
                      </p:stCondLst>
                      <p:childTnLst>
                        <p:par>
                          <p:cTn id="267" fill="hold">
                            <p:stCondLst>
                              <p:cond delay="0"/>
                            </p:stCondLst>
                            <p:childTnLst>
                              <p:par>
                                <p:cTn id="268" presetID="22" presetClass="entr" presetSubtype="1" fill="hold" grpId="0" nodeType="clickEffect">
                                  <p:stCondLst>
                                    <p:cond delay="0"/>
                                  </p:stCondLst>
                                  <p:childTnLst>
                                    <p:set>
                                      <p:cBhvr>
                                        <p:cTn id="269" dur="1" fill="hold">
                                          <p:stCondLst>
                                            <p:cond delay="0"/>
                                          </p:stCondLst>
                                        </p:cTn>
                                        <p:tgtEl>
                                          <p:spTgt spid="3">
                                            <p:bg/>
                                          </p:spTgt>
                                        </p:tgtEl>
                                        <p:attrNameLst>
                                          <p:attrName>style.visibility</p:attrName>
                                        </p:attrNameLst>
                                      </p:cBhvr>
                                      <p:to>
                                        <p:strVal val="visible"/>
                                      </p:to>
                                    </p:set>
                                    <p:animEffect transition="in" filter="wipe(up)">
                                      <p:cBhvr>
                                        <p:cTn id="270" dur="500"/>
                                        <p:tgtEl>
                                          <p:spTgt spid="3">
                                            <p:bg/>
                                          </p:spTgt>
                                        </p:tgtEl>
                                      </p:cBhvr>
                                    </p:animEffect>
                                  </p:childTnLst>
                                </p:cTn>
                              </p:par>
                            </p:childTnLst>
                          </p:cTn>
                        </p:par>
                      </p:childTnLst>
                    </p:cTn>
                  </p:par>
                  <p:par>
                    <p:cTn id="271" fill="hold">
                      <p:stCondLst>
                        <p:cond delay="indefinite"/>
                      </p:stCondLst>
                      <p:childTnLst>
                        <p:par>
                          <p:cTn id="272" fill="hold">
                            <p:stCondLst>
                              <p:cond delay="0"/>
                            </p:stCondLst>
                            <p:childTnLst>
                              <p:par>
                                <p:cTn id="273" presetID="22" presetClass="entr" presetSubtype="1" fill="hold" grpId="0" nodeType="clickEffect">
                                  <p:stCondLst>
                                    <p:cond delay="0"/>
                                  </p:stCondLst>
                                  <p:childTnLst>
                                    <p:set>
                                      <p:cBhvr>
                                        <p:cTn id="274" dur="1" fill="hold">
                                          <p:stCondLst>
                                            <p:cond delay="0"/>
                                          </p:stCondLst>
                                        </p:cTn>
                                        <p:tgtEl>
                                          <p:spTgt spid="3">
                                            <p:txEl>
                                              <p:pRg st="0" end="0"/>
                                            </p:txEl>
                                          </p:spTgt>
                                        </p:tgtEl>
                                        <p:attrNameLst>
                                          <p:attrName>style.visibility</p:attrName>
                                        </p:attrNameLst>
                                      </p:cBhvr>
                                      <p:to>
                                        <p:strVal val="visible"/>
                                      </p:to>
                                    </p:set>
                                    <p:animEffect transition="in" filter="wipe(up)">
                                      <p:cBhvr>
                                        <p:cTn id="275" dur="500"/>
                                        <p:tgtEl>
                                          <p:spTgt spid="3">
                                            <p:txEl>
                                              <p:pRg st="0" end="0"/>
                                            </p:txEl>
                                          </p:spTgt>
                                        </p:tgtEl>
                                      </p:cBhvr>
                                    </p:animEffect>
                                  </p:childTnLst>
                                </p:cTn>
                              </p:par>
                            </p:childTnLst>
                          </p:cTn>
                        </p:par>
                        <p:par>
                          <p:cTn id="276" fill="hold">
                            <p:stCondLst>
                              <p:cond delay="500"/>
                            </p:stCondLst>
                            <p:childTnLst>
                              <p:par>
                                <p:cTn id="277" presetID="22" presetClass="entr" presetSubtype="1" fill="hold" nodeType="afterEffect">
                                  <p:stCondLst>
                                    <p:cond delay="0"/>
                                  </p:stCondLst>
                                  <p:childTnLst>
                                    <p:set>
                                      <p:cBhvr>
                                        <p:cTn id="278" dur="1" fill="hold">
                                          <p:stCondLst>
                                            <p:cond delay="0"/>
                                          </p:stCondLst>
                                        </p:cTn>
                                        <p:tgtEl>
                                          <p:spTgt spid="77"/>
                                        </p:tgtEl>
                                        <p:attrNameLst>
                                          <p:attrName>style.visibility</p:attrName>
                                        </p:attrNameLst>
                                      </p:cBhvr>
                                      <p:to>
                                        <p:strVal val="visible"/>
                                      </p:to>
                                    </p:set>
                                    <p:animEffect transition="in" filter="wipe(up)">
                                      <p:cBhvr>
                                        <p:cTn id="279" dur="500"/>
                                        <p:tgtEl>
                                          <p:spTgt spid="77"/>
                                        </p:tgtEl>
                                      </p:cBhvr>
                                    </p:animEffect>
                                  </p:childTnLst>
                                </p:cTn>
                              </p:par>
                            </p:childTnLst>
                          </p:cTn>
                        </p:par>
                        <p:par>
                          <p:cTn id="280" fill="hold">
                            <p:stCondLst>
                              <p:cond delay="1000"/>
                            </p:stCondLst>
                            <p:childTnLst>
                              <p:par>
                                <p:cTn id="281" presetID="22" presetClass="entr" presetSubtype="1" fill="hold" nodeType="afterEffect">
                                  <p:stCondLst>
                                    <p:cond delay="0"/>
                                  </p:stCondLst>
                                  <p:childTnLst>
                                    <p:set>
                                      <p:cBhvr>
                                        <p:cTn id="282" dur="1" fill="hold">
                                          <p:stCondLst>
                                            <p:cond delay="0"/>
                                          </p:stCondLst>
                                        </p:cTn>
                                        <p:tgtEl>
                                          <p:spTgt spid="26"/>
                                        </p:tgtEl>
                                        <p:attrNameLst>
                                          <p:attrName>style.visibility</p:attrName>
                                        </p:attrNameLst>
                                      </p:cBhvr>
                                      <p:to>
                                        <p:strVal val="visible"/>
                                      </p:to>
                                    </p:set>
                                    <p:animEffect transition="in" filter="wipe(up)">
                                      <p:cBhvr>
                                        <p:cTn id="283" dur="1000"/>
                                        <p:tgtEl>
                                          <p:spTgt spid="26"/>
                                        </p:tgtEl>
                                      </p:cBhvr>
                                    </p:animEffect>
                                  </p:childTnLst>
                                </p:cTn>
                              </p:par>
                            </p:childTnLst>
                          </p:cTn>
                        </p:par>
                      </p:childTnLst>
                    </p:cTn>
                  </p:par>
                  <p:par>
                    <p:cTn id="284" fill="hold">
                      <p:stCondLst>
                        <p:cond delay="indefinite"/>
                      </p:stCondLst>
                      <p:childTnLst>
                        <p:par>
                          <p:cTn id="285" fill="hold">
                            <p:stCondLst>
                              <p:cond delay="0"/>
                            </p:stCondLst>
                            <p:childTnLst>
                              <p:par>
                                <p:cTn id="286" presetID="7" presetClass="emph" presetSubtype="2" fill="hold" nodeType="clickEffect">
                                  <p:stCondLst>
                                    <p:cond delay="0"/>
                                  </p:stCondLst>
                                  <p:childTnLst>
                                    <p:animClr clrSpc="rgb" dir="cw">
                                      <p:cBhvr>
                                        <p:cTn id="287" dur="500" fill="hold"/>
                                        <p:tgtEl>
                                          <p:spTgt spid="15"/>
                                        </p:tgtEl>
                                        <p:attrNameLst>
                                          <p:attrName>stroke.color</p:attrName>
                                        </p:attrNameLst>
                                      </p:cBhvr>
                                      <p:to>
                                        <a:srgbClr val="F2F2F2"/>
                                      </p:to>
                                    </p:animClr>
                                    <p:set>
                                      <p:cBhvr>
                                        <p:cTn id="288" dur="500" fill="hold"/>
                                        <p:tgtEl>
                                          <p:spTgt spid="15"/>
                                        </p:tgtEl>
                                        <p:attrNameLst>
                                          <p:attrName>stroke.on</p:attrName>
                                        </p:attrNameLst>
                                      </p:cBhvr>
                                      <p:to>
                                        <p:strVal val="true"/>
                                      </p:to>
                                    </p:set>
                                  </p:childTnLst>
                                </p:cTn>
                              </p:par>
                              <p:par>
                                <p:cTn id="289" presetID="7" presetClass="emph" presetSubtype="2" fill="hold" nodeType="withEffect">
                                  <p:stCondLst>
                                    <p:cond delay="0"/>
                                  </p:stCondLst>
                                  <p:childTnLst>
                                    <p:animClr clrSpc="rgb" dir="cw">
                                      <p:cBhvr>
                                        <p:cTn id="290" dur="500" fill="hold"/>
                                        <p:tgtEl>
                                          <p:spTgt spid="13"/>
                                        </p:tgtEl>
                                        <p:attrNameLst>
                                          <p:attrName>stroke.color</p:attrName>
                                        </p:attrNameLst>
                                      </p:cBhvr>
                                      <p:to>
                                        <a:srgbClr val="DEEBF6"/>
                                      </p:to>
                                    </p:animClr>
                                    <p:set>
                                      <p:cBhvr>
                                        <p:cTn id="291" dur="500" fill="hold"/>
                                        <p:tgtEl>
                                          <p:spTgt spid="13"/>
                                        </p:tgtEl>
                                        <p:attrNameLst>
                                          <p:attrName>stroke.on</p:attrName>
                                        </p:attrNameLst>
                                      </p:cBhvr>
                                      <p:to>
                                        <p:strVal val="true"/>
                                      </p:to>
                                    </p:set>
                                  </p:childTnLst>
                                </p:cTn>
                              </p:par>
                            </p:childTnLst>
                          </p:cTn>
                        </p:par>
                      </p:childTnLst>
                    </p:cTn>
                  </p:par>
                  <p:par>
                    <p:cTn id="292" fill="hold">
                      <p:stCondLst>
                        <p:cond delay="indefinite"/>
                      </p:stCondLst>
                      <p:childTnLst>
                        <p:par>
                          <p:cTn id="293" fill="hold">
                            <p:stCondLst>
                              <p:cond delay="0"/>
                            </p:stCondLst>
                            <p:childTnLst>
                              <p:par>
                                <p:cTn id="294" presetID="22" presetClass="entr" presetSubtype="1" fill="hold" grpId="0" nodeType="clickEffect">
                                  <p:stCondLst>
                                    <p:cond delay="0"/>
                                  </p:stCondLst>
                                  <p:childTnLst>
                                    <p:set>
                                      <p:cBhvr>
                                        <p:cTn id="295" dur="1" fill="hold">
                                          <p:stCondLst>
                                            <p:cond delay="0"/>
                                          </p:stCondLst>
                                        </p:cTn>
                                        <p:tgtEl>
                                          <p:spTgt spid="178"/>
                                        </p:tgtEl>
                                        <p:attrNameLst>
                                          <p:attrName>style.visibility</p:attrName>
                                        </p:attrNameLst>
                                      </p:cBhvr>
                                      <p:to>
                                        <p:strVal val="visible"/>
                                      </p:to>
                                    </p:set>
                                    <p:animEffect transition="in" filter="wipe(up)">
                                      <p:cBhvr>
                                        <p:cTn id="296" dur="500"/>
                                        <p:tgtEl>
                                          <p:spTgt spid="178"/>
                                        </p:tgtEl>
                                      </p:cBhvr>
                                    </p:animEffect>
                                  </p:childTnLst>
                                </p:cTn>
                              </p:par>
                            </p:childTnLst>
                          </p:cTn>
                        </p:par>
                      </p:childTnLst>
                    </p:cTn>
                  </p:par>
                  <p:par>
                    <p:cTn id="297" fill="hold">
                      <p:stCondLst>
                        <p:cond delay="indefinite"/>
                      </p:stCondLst>
                      <p:childTnLst>
                        <p:par>
                          <p:cTn id="298" fill="hold">
                            <p:stCondLst>
                              <p:cond delay="0"/>
                            </p:stCondLst>
                            <p:childTnLst>
                              <p:par>
                                <p:cTn id="299" presetID="7" presetClass="emph" presetSubtype="2" fill="hold" nodeType="clickEffect">
                                  <p:stCondLst>
                                    <p:cond delay="0"/>
                                  </p:stCondLst>
                                  <p:childTnLst>
                                    <p:animClr clrSpc="rgb" dir="cw">
                                      <p:cBhvr>
                                        <p:cTn id="300" dur="500" fill="hold"/>
                                        <p:tgtEl>
                                          <p:spTgt spid="13"/>
                                        </p:tgtEl>
                                        <p:attrNameLst>
                                          <p:attrName>stroke.color</p:attrName>
                                        </p:attrNameLst>
                                      </p:cBhvr>
                                      <p:to>
                                        <a:srgbClr val="F2F2F2"/>
                                      </p:to>
                                    </p:animClr>
                                    <p:set>
                                      <p:cBhvr>
                                        <p:cTn id="301" dur="500" fill="hold"/>
                                        <p:tgtEl>
                                          <p:spTgt spid="13"/>
                                        </p:tgtEl>
                                        <p:attrNameLst>
                                          <p:attrName>stroke.on</p:attrName>
                                        </p:attrNameLst>
                                      </p:cBhvr>
                                      <p:to>
                                        <p:strVal val="true"/>
                                      </p:to>
                                    </p:set>
                                  </p:childTnLst>
                                </p:cTn>
                              </p:par>
                            </p:childTnLst>
                          </p:cTn>
                        </p:par>
                        <p:par>
                          <p:cTn id="302" fill="hold">
                            <p:stCondLst>
                              <p:cond delay="500"/>
                            </p:stCondLst>
                            <p:childTnLst>
                              <p:par>
                                <p:cTn id="303" presetID="7" presetClass="emph" presetSubtype="2" fill="hold" nodeType="afterEffect">
                                  <p:stCondLst>
                                    <p:cond delay="0"/>
                                  </p:stCondLst>
                                  <p:childTnLst>
                                    <p:animClr clrSpc="rgb" dir="cw">
                                      <p:cBhvr>
                                        <p:cTn id="304" dur="500" fill="hold"/>
                                        <p:tgtEl>
                                          <p:spTgt spid="7"/>
                                        </p:tgtEl>
                                        <p:attrNameLst>
                                          <p:attrName>stroke.color</p:attrName>
                                        </p:attrNameLst>
                                      </p:cBhvr>
                                      <p:to>
                                        <a:srgbClr val="DACFE3"/>
                                      </p:to>
                                    </p:animClr>
                                    <p:set>
                                      <p:cBhvr>
                                        <p:cTn id="305" dur="500" fill="hold"/>
                                        <p:tgtEl>
                                          <p:spTgt spid="7"/>
                                        </p:tgtEl>
                                        <p:attrNameLst>
                                          <p:attrName>stroke.on</p:attrName>
                                        </p:attrNameLst>
                                      </p:cBhvr>
                                      <p:to>
                                        <p:strVal val="true"/>
                                      </p:to>
                                    </p:set>
                                  </p:childTnLst>
                                </p:cTn>
                              </p:par>
                            </p:childTnLst>
                          </p:cTn>
                        </p:par>
                      </p:childTnLst>
                    </p:cTn>
                  </p:par>
                  <p:par>
                    <p:cTn id="306" fill="hold">
                      <p:stCondLst>
                        <p:cond delay="indefinite"/>
                      </p:stCondLst>
                      <p:childTnLst>
                        <p:par>
                          <p:cTn id="307" fill="hold">
                            <p:stCondLst>
                              <p:cond delay="0"/>
                            </p:stCondLst>
                            <p:childTnLst>
                              <p:par>
                                <p:cTn id="308" presetID="22" presetClass="entr" presetSubtype="1" fill="hold" grpId="0" nodeType="clickEffect">
                                  <p:stCondLst>
                                    <p:cond delay="0"/>
                                  </p:stCondLst>
                                  <p:childTnLst>
                                    <p:set>
                                      <p:cBhvr>
                                        <p:cTn id="309" dur="1" fill="hold">
                                          <p:stCondLst>
                                            <p:cond delay="0"/>
                                          </p:stCondLst>
                                        </p:cTn>
                                        <p:tgtEl>
                                          <p:spTgt spid="179"/>
                                        </p:tgtEl>
                                        <p:attrNameLst>
                                          <p:attrName>style.visibility</p:attrName>
                                        </p:attrNameLst>
                                      </p:cBhvr>
                                      <p:to>
                                        <p:strVal val="visible"/>
                                      </p:to>
                                    </p:set>
                                    <p:animEffect transition="in" filter="wipe(up)">
                                      <p:cBhvr>
                                        <p:cTn id="310" dur="500"/>
                                        <p:tgtEl>
                                          <p:spTgt spid="179"/>
                                        </p:tgtEl>
                                      </p:cBhvr>
                                    </p:animEffect>
                                  </p:childTnLst>
                                </p:cTn>
                              </p:par>
                              <p:par>
                                <p:cTn id="311" presetID="10" presetClass="entr" presetSubtype="0" fill="hold" grpId="0" nodeType="withEffect">
                                  <p:stCondLst>
                                    <p:cond delay="0"/>
                                  </p:stCondLst>
                                  <p:childTnLst>
                                    <p:set>
                                      <p:cBhvr>
                                        <p:cTn id="312" dur="1" fill="hold">
                                          <p:stCondLst>
                                            <p:cond delay="0"/>
                                          </p:stCondLst>
                                        </p:cTn>
                                        <p:tgtEl>
                                          <p:spTgt spid="157"/>
                                        </p:tgtEl>
                                        <p:attrNameLst>
                                          <p:attrName>style.visibility</p:attrName>
                                        </p:attrNameLst>
                                      </p:cBhvr>
                                      <p:to>
                                        <p:strVal val="visible"/>
                                      </p:to>
                                    </p:set>
                                    <p:animEffect transition="in" filter="fade">
                                      <p:cBhvr>
                                        <p:cTn id="313" dur="500"/>
                                        <p:tgtEl>
                                          <p:spTgt spid="157"/>
                                        </p:tgtEl>
                                      </p:cBhvr>
                                    </p:animEffect>
                                  </p:childTnLst>
                                </p:cTn>
                              </p:par>
                              <p:par>
                                <p:cTn id="314" presetID="22" presetClass="entr" presetSubtype="1" fill="hold" nodeType="withEffect">
                                  <p:stCondLst>
                                    <p:cond delay="0"/>
                                  </p:stCondLst>
                                  <p:childTnLst>
                                    <p:set>
                                      <p:cBhvr>
                                        <p:cTn id="315" dur="1" fill="hold">
                                          <p:stCondLst>
                                            <p:cond delay="0"/>
                                          </p:stCondLst>
                                        </p:cTn>
                                        <p:tgtEl>
                                          <p:spTgt spid="79"/>
                                        </p:tgtEl>
                                        <p:attrNameLst>
                                          <p:attrName>style.visibility</p:attrName>
                                        </p:attrNameLst>
                                      </p:cBhvr>
                                      <p:to>
                                        <p:strVal val="visible"/>
                                      </p:to>
                                    </p:set>
                                    <p:animEffect transition="in" filter="wipe(up)">
                                      <p:cBhvr>
                                        <p:cTn id="316" dur="1000"/>
                                        <p:tgtEl>
                                          <p:spTgt spid="79"/>
                                        </p:tgtEl>
                                      </p:cBhvr>
                                    </p:animEffect>
                                  </p:childTnLst>
                                </p:cTn>
                              </p:par>
                            </p:childTnLst>
                          </p:cTn>
                        </p:par>
                      </p:childTnLst>
                    </p:cTn>
                  </p:par>
                  <p:par>
                    <p:cTn id="317" fill="hold">
                      <p:stCondLst>
                        <p:cond delay="indefinite"/>
                      </p:stCondLst>
                      <p:childTnLst>
                        <p:par>
                          <p:cTn id="318" fill="hold">
                            <p:stCondLst>
                              <p:cond delay="0"/>
                            </p:stCondLst>
                            <p:childTnLst>
                              <p:par>
                                <p:cTn id="319" presetID="7" presetClass="emph" presetSubtype="2" fill="hold" nodeType="clickEffect">
                                  <p:stCondLst>
                                    <p:cond delay="0"/>
                                  </p:stCondLst>
                                  <p:childTnLst>
                                    <p:animClr clrSpc="rgb" dir="cw">
                                      <p:cBhvr>
                                        <p:cTn id="320" dur="500" fill="hold"/>
                                        <p:tgtEl>
                                          <p:spTgt spid="7"/>
                                        </p:tgtEl>
                                        <p:attrNameLst>
                                          <p:attrName>stroke.color</p:attrName>
                                        </p:attrNameLst>
                                      </p:cBhvr>
                                      <p:to>
                                        <a:srgbClr val="F2F2F2"/>
                                      </p:to>
                                    </p:animClr>
                                    <p:set>
                                      <p:cBhvr>
                                        <p:cTn id="321" dur="500" fill="hold"/>
                                        <p:tgtEl>
                                          <p:spTgt spid="7"/>
                                        </p:tgtEl>
                                        <p:attrNameLst>
                                          <p:attrName>stroke.on</p:attrName>
                                        </p:attrNameLst>
                                      </p:cBhvr>
                                      <p:to>
                                        <p:strVal val="true"/>
                                      </p:to>
                                    </p:set>
                                  </p:childTnLst>
                                </p:cTn>
                              </p:par>
                              <p:par>
                                <p:cTn id="322" presetID="7" presetClass="emph" presetSubtype="2" fill="hold" nodeType="withEffect">
                                  <p:stCondLst>
                                    <p:cond delay="0"/>
                                  </p:stCondLst>
                                  <p:childTnLst>
                                    <p:animClr clrSpc="rgb" dir="cw">
                                      <p:cBhvr>
                                        <p:cTn id="323" dur="500" fill="hold"/>
                                        <p:tgtEl>
                                          <p:spTgt spid="9"/>
                                        </p:tgtEl>
                                        <p:attrNameLst>
                                          <p:attrName>stroke.color</p:attrName>
                                        </p:attrNameLst>
                                      </p:cBhvr>
                                      <p:to>
                                        <a:srgbClr val="DACFE3"/>
                                      </p:to>
                                    </p:animClr>
                                    <p:set>
                                      <p:cBhvr>
                                        <p:cTn id="324" dur="500" fill="hold"/>
                                        <p:tgtEl>
                                          <p:spTgt spid="9"/>
                                        </p:tgtEl>
                                        <p:attrNameLst>
                                          <p:attrName>stroke.on</p:attrName>
                                        </p:attrNameLst>
                                      </p:cBhvr>
                                      <p:to>
                                        <p:strVal val="true"/>
                                      </p:to>
                                    </p:set>
                                  </p:childTnLst>
                                </p:cTn>
                              </p:par>
                            </p:childTnLst>
                          </p:cTn>
                        </p:par>
                      </p:childTnLst>
                    </p:cTn>
                  </p:par>
                  <p:par>
                    <p:cTn id="325" fill="hold">
                      <p:stCondLst>
                        <p:cond delay="indefinite"/>
                      </p:stCondLst>
                      <p:childTnLst>
                        <p:par>
                          <p:cTn id="326" fill="hold">
                            <p:stCondLst>
                              <p:cond delay="0"/>
                            </p:stCondLst>
                            <p:childTnLst>
                              <p:par>
                                <p:cTn id="327" presetID="22" presetClass="entr" presetSubtype="1" fill="hold" grpId="0" nodeType="clickEffect">
                                  <p:stCondLst>
                                    <p:cond delay="0"/>
                                  </p:stCondLst>
                                  <p:childTnLst>
                                    <p:set>
                                      <p:cBhvr>
                                        <p:cTn id="328" dur="1" fill="hold">
                                          <p:stCondLst>
                                            <p:cond delay="0"/>
                                          </p:stCondLst>
                                        </p:cTn>
                                        <p:tgtEl>
                                          <p:spTgt spid="180"/>
                                        </p:tgtEl>
                                        <p:attrNameLst>
                                          <p:attrName>style.visibility</p:attrName>
                                        </p:attrNameLst>
                                      </p:cBhvr>
                                      <p:to>
                                        <p:strVal val="visible"/>
                                      </p:to>
                                    </p:set>
                                    <p:animEffect transition="in" filter="wipe(up)">
                                      <p:cBhvr>
                                        <p:cTn id="329" dur="500"/>
                                        <p:tgtEl>
                                          <p:spTgt spid="180"/>
                                        </p:tgtEl>
                                      </p:cBhvr>
                                    </p:animEffect>
                                  </p:childTnLst>
                                </p:cTn>
                              </p:par>
                            </p:childTnLst>
                          </p:cTn>
                        </p:par>
                      </p:childTnLst>
                    </p:cTn>
                  </p:par>
                  <p:par>
                    <p:cTn id="330" fill="hold">
                      <p:stCondLst>
                        <p:cond delay="indefinite"/>
                      </p:stCondLst>
                      <p:childTnLst>
                        <p:par>
                          <p:cTn id="331" fill="hold">
                            <p:stCondLst>
                              <p:cond delay="0"/>
                            </p:stCondLst>
                            <p:childTnLst>
                              <p:par>
                                <p:cTn id="332" presetID="7" presetClass="emph" presetSubtype="2" fill="hold" nodeType="clickEffect">
                                  <p:stCondLst>
                                    <p:cond delay="0"/>
                                  </p:stCondLst>
                                  <p:childTnLst>
                                    <p:animClr clrSpc="rgb" dir="cw">
                                      <p:cBhvr>
                                        <p:cTn id="333" dur="500" fill="hold"/>
                                        <p:tgtEl>
                                          <p:spTgt spid="9"/>
                                        </p:tgtEl>
                                        <p:attrNameLst>
                                          <p:attrName>stroke.color</p:attrName>
                                        </p:attrNameLst>
                                      </p:cBhvr>
                                      <p:to>
                                        <a:srgbClr val="F2F2F2"/>
                                      </p:to>
                                    </p:animClr>
                                    <p:set>
                                      <p:cBhvr>
                                        <p:cTn id="334" dur="500" fill="hold"/>
                                        <p:tgtEl>
                                          <p:spTgt spid="9"/>
                                        </p:tgtEl>
                                        <p:attrNameLst>
                                          <p:attrName>stroke.on</p:attrName>
                                        </p:attrNameLst>
                                      </p:cBhvr>
                                      <p:to>
                                        <p:strVal val="true"/>
                                      </p:to>
                                    </p:set>
                                  </p:childTnLst>
                                </p:cTn>
                              </p:par>
                            </p:childTnLst>
                          </p:cTn>
                        </p:par>
                      </p:childTnLst>
                    </p:cTn>
                  </p:par>
                  <p:par>
                    <p:cTn id="335" fill="hold">
                      <p:stCondLst>
                        <p:cond delay="indefinite"/>
                      </p:stCondLst>
                      <p:childTnLst>
                        <p:par>
                          <p:cTn id="336" fill="hold">
                            <p:stCondLst>
                              <p:cond delay="0"/>
                            </p:stCondLst>
                            <p:childTnLst>
                              <p:par>
                                <p:cTn id="337" presetID="22" presetClass="entr" presetSubtype="1" fill="hold" nodeType="clickEffect">
                                  <p:stCondLst>
                                    <p:cond delay="0"/>
                                  </p:stCondLst>
                                  <p:childTnLst>
                                    <p:set>
                                      <p:cBhvr>
                                        <p:cTn id="338" dur="1" fill="hold">
                                          <p:stCondLst>
                                            <p:cond delay="0"/>
                                          </p:stCondLst>
                                        </p:cTn>
                                        <p:tgtEl>
                                          <p:spTgt spid="150"/>
                                        </p:tgtEl>
                                        <p:attrNameLst>
                                          <p:attrName>style.visibility</p:attrName>
                                        </p:attrNameLst>
                                      </p:cBhvr>
                                      <p:to>
                                        <p:strVal val="visible"/>
                                      </p:to>
                                    </p:set>
                                    <p:animEffect transition="in" filter="wipe(up)">
                                      <p:cBhvr>
                                        <p:cTn id="339" dur="1000"/>
                                        <p:tgtEl>
                                          <p:spTgt spid="150"/>
                                        </p:tgtEl>
                                      </p:cBhvr>
                                    </p:animEffect>
                                  </p:childTnLst>
                                </p:cTn>
                              </p:par>
                              <p:par>
                                <p:cTn id="340" presetID="7" presetClass="emph" presetSubtype="2" fill="hold" nodeType="withEffect">
                                  <p:stCondLst>
                                    <p:cond delay="0"/>
                                  </p:stCondLst>
                                  <p:childTnLst>
                                    <p:animClr clrSpc="rgb" dir="cw">
                                      <p:cBhvr>
                                        <p:cTn id="341" dur="500" fill="hold"/>
                                        <p:tgtEl>
                                          <p:spTgt spid="11"/>
                                        </p:tgtEl>
                                        <p:attrNameLst>
                                          <p:attrName>stroke.color</p:attrName>
                                        </p:attrNameLst>
                                      </p:cBhvr>
                                      <p:to>
                                        <a:srgbClr val="DACFE3"/>
                                      </p:to>
                                    </p:animClr>
                                    <p:set>
                                      <p:cBhvr>
                                        <p:cTn id="342" dur="500" fill="hold"/>
                                        <p:tgtEl>
                                          <p:spTgt spid="11"/>
                                        </p:tgtEl>
                                        <p:attrNameLst>
                                          <p:attrName>stroke.on</p:attrName>
                                        </p:attrNameLst>
                                      </p:cBhvr>
                                      <p:to>
                                        <p:strVal val="true"/>
                                      </p:to>
                                    </p:set>
                                  </p:childTnLst>
                                </p:cTn>
                              </p:par>
                            </p:childTnLst>
                          </p:cTn>
                        </p:par>
                      </p:childTnLst>
                    </p:cTn>
                  </p:par>
                  <p:par>
                    <p:cTn id="343" fill="hold">
                      <p:stCondLst>
                        <p:cond delay="indefinite"/>
                      </p:stCondLst>
                      <p:childTnLst>
                        <p:par>
                          <p:cTn id="344" fill="hold">
                            <p:stCondLst>
                              <p:cond delay="0"/>
                            </p:stCondLst>
                            <p:childTnLst>
                              <p:par>
                                <p:cTn id="345" presetID="22" presetClass="entr" presetSubtype="1" fill="hold" grpId="0" nodeType="clickEffect">
                                  <p:stCondLst>
                                    <p:cond delay="0"/>
                                  </p:stCondLst>
                                  <p:childTnLst>
                                    <p:set>
                                      <p:cBhvr>
                                        <p:cTn id="346" dur="1" fill="hold">
                                          <p:stCondLst>
                                            <p:cond delay="0"/>
                                          </p:stCondLst>
                                        </p:cTn>
                                        <p:tgtEl>
                                          <p:spTgt spid="181"/>
                                        </p:tgtEl>
                                        <p:attrNameLst>
                                          <p:attrName>style.visibility</p:attrName>
                                        </p:attrNameLst>
                                      </p:cBhvr>
                                      <p:to>
                                        <p:strVal val="visible"/>
                                      </p:to>
                                    </p:set>
                                    <p:animEffect transition="in" filter="wipe(up)">
                                      <p:cBhvr>
                                        <p:cTn id="347" dur="500"/>
                                        <p:tgtEl>
                                          <p:spTgt spid="181"/>
                                        </p:tgtEl>
                                      </p:cBhvr>
                                    </p:animEffect>
                                  </p:childTnLst>
                                </p:cTn>
                              </p:par>
                            </p:childTnLst>
                          </p:cTn>
                        </p:par>
                      </p:childTnLst>
                    </p:cTn>
                  </p:par>
                  <p:par>
                    <p:cTn id="348" fill="hold">
                      <p:stCondLst>
                        <p:cond delay="indefinite"/>
                      </p:stCondLst>
                      <p:childTnLst>
                        <p:par>
                          <p:cTn id="349" fill="hold">
                            <p:stCondLst>
                              <p:cond delay="0"/>
                            </p:stCondLst>
                            <p:childTnLst>
                              <p:par>
                                <p:cTn id="350" presetID="7" presetClass="emph" presetSubtype="2" fill="hold" nodeType="clickEffect">
                                  <p:stCondLst>
                                    <p:cond delay="0"/>
                                  </p:stCondLst>
                                  <p:childTnLst>
                                    <p:animClr clrSpc="rgb" dir="cw">
                                      <p:cBhvr>
                                        <p:cTn id="351" dur="500" fill="hold"/>
                                        <p:tgtEl>
                                          <p:spTgt spid="11"/>
                                        </p:tgtEl>
                                        <p:attrNameLst>
                                          <p:attrName>stroke.color</p:attrName>
                                        </p:attrNameLst>
                                      </p:cBhvr>
                                      <p:to>
                                        <a:srgbClr val="F2F2F2"/>
                                      </p:to>
                                    </p:animClr>
                                    <p:set>
                                      <p:cBhvr>
                                        <p:cTn id="352" dur="500" fill="hold"/>
                                        <p:tgtEl>
                                          <p:spTgt spid="11"/>
                                        </p:tgtEl>
                                        <p:attrNameLst>
                                          <p:attrName>stroke.on</p:attrName>
                                        </p:attrNameLst>
                                      </p:cBhvr>
                                      <p:to>
                                        <p:strVal val="true"/>
                                      </p:to>
                                    </p:set>
                                  </p:childTnLst>
                                </p:cTn>
                              </p:par>
                              <p:par>
                                <p:cTn id="353" presetID="7" presetClass="emph" presetSubtype="2" fill="hold" nodeType="withEffect">
                                  <p:stCondLst>
                                    <p:cond delay="0"/>
                                  </p:stCondLst>
                                  <p:childTnLst>
                                    <p:animClr clrSpc="rgb" dir="cw">
                                      <p:cBhvr>
                                        <p:cTn id="354" dur="500" fill="hold"/>
                                        <p:tgtEl>
                                          <p:spTgt spid="7"/>
                                        </p:tgtEl>
                                        <p:attrNameLst>
                                          <p:attrName>stroke.color</p:attrName>
                                        </p:attrNameLst>
                                      </p:cBhvr>
                                      <p:to>
                                        <a:srgbClr val="ED9D9F"/>
                                      </p:to>
                                    </p:animClr>
                                    <p:set>
                                      <p:cBhvr>
                                        <p:cTn id="355" dur="500" fill="hold"/>
                                        <p:tgtEl>
                                          <p:spTgt spid="7"/>
                                        </p:tgtEl>
                                        <p:attrNameLst>
                                          <p:attrName>stroke.on</p:attrName>
                                        </p:attrNameLst>
                                      </p:cBhvr>
                                      <p:to>
                                        <p:strVal val="true"/>
                                      </p:to>
                                    </p:set>
                                  </p:childTnLst>
                                </p:cTn>
                              </p:par>
                            </p:childTnLst>
                          </p:cTn>
                        </p:par>
                      </p:childTnLst>
                    </p:cTn>
                  </p:par>
                  <p:par>
                    <p:cTn id="356" fill="hold">
                      <p:stCondLst>
                        <p:cond delay="indefinite"/>
                      </p:stCondLst>
                      <p:childTnLst>
                        <p:par>
                          <p:cTn id="357" fill="hold">
                            <p:stCondLst>
                              <p:cond delay="0"/>
                            </p:stCondLst>
                            <p:childTnLst>
                              <p:par>
                                <p:cTn id="358" presetID="22" presetClass="entr" presetSubtype="1" fill="hold" grpId="0" nodeType="clickEffect">
                                  <p:stCondLst>
                                    <p:cond delay="0"/>
                                  </p:stCondLst>
                                  <p:childTnLst>
                                    <p:set>
                                      <p:cBhvr>
                                        <p:cTn id="359" dur="1" fill="hold">
                                          <p:stCondLst>
                                            <p:cond delay="0"/>
                                          </p:stCondLst>
                                        </p:cTn>
                                        <p:tgtEl>
                                          <p:spTgt spid="182"/>
                                        </p:tgtEl>
                                        <p:attrNameLst>
                                          <p:attrName>style.visibility</p:attrName>
                                        </p:attrNameLst>
                                      </p:cBhvr>
                                      <p:to>
                                        <p:strVal val="visible"/>
                                      </p:to>
                                    </p:set>
                                    <p:animEffect transition="in" filter="wipe(up)">
                                      <p:cBhvr>
                                        <p:cTn id="360" dur="500"/>
                                        <p:tgtEl>
                                          <p:spTgt spid="182"/>
                                        </p:tgtEl>
                                      </p:cBhvr>
                                    </p:animEffect>
                                  </p:childTnLst>
                                </p:cTn>
                              </p:par>
                            </p:childTnLst>
                          </p:cTn>
                        </p:par>
                      </p:childTnLst>
                    </p:cTn>
                  </p:par>
                  <p:par>
                    <p:cTn id="361" fill="hold">
                      <p:stCondLst>
                        <p:cond delay="indefinite"/>
                      </p:stCondLst>
                      <p:childTnLst>
                        <p:par>
                          <p:cTn id="362" fill="hold">
                            <p:stCondLst>
                              <p:cond delay="0"/>
                            </p:stCondLst>
                            <p:childTnLst>
                              <p:par>
                                <p:cTn id="363" presetID="7" presetClass="emph" presetSubtype="2" fill="hold" nodeType="clickEffect">
                                  <p:stCondLst>
                                    <p:cond delay="0"/>
                                  </p:stCondLst>
                                  <p:childTnLst>
                                    <p:animClr clrSpc="rgb" dir="cw">
                                      <p:cBhvr>
                                        <p:cTn id="364" dur="500" fill="hold"/>
                                        <p:tgtEl>
                                          <p:spTgt spid="7"/>
                                        </p:tgtEl>
                                        <p:attrNameLst>
                                          <p:attrName>stroke.color</p:attrName>
                                        </p:attrNameLst>
                                      </p:cBhvr>
                                      <p:to>
                                        <a:srgbClr val="F2F2F2"/>
                                      </p:to>
                                    </p:animClr>
                                    <p:set>
                                      <p:cBhvr>
                                        <p:cTn id="365" dur="500" fill="hold"/>
                                        <p:tgtEl>
                                          <p:spTgt spid="7"/>
                                        </p:tgtEl>
                                        <p:attrNameLst>
                                          <p:attrName>stroke.on</p:attrName>
                                        </p:attrNameLst>
                                      </p:cBhvr>
                                      <p:to>
                                        <p:strVal val="true"/>
                                      </p:to>
                                    </p:set>
                                  </p:childTnLst>
                                </p:cTn>
                              </p:par>
                              <p:par>
                                <p:cTn id="366" presetID="7" presetClass="emph" presetSubtype="2" fill="hold" nodeType="withEffect">
                                  <p:stCondLst>
                                    <p:cond delay="0"/>
                                  </p:stCondLst>
                                  <p:childTnLst>
                                    <p:animClr clrSpc="rgb" dir="cw">
                                      <p:cBhvr>
                                        <p:cTn id="367" dur="500" fill="hold"/>
                                        <p:tgtEl>
                                          <p:spTgt spid="15"/>
                                        </p:tgtEl>
                                        <p:attrNameLst>
                                          <p:attrName>stroke.color</p:attrName>
                                        </p:attrNameLst>
                                      </p:cBhvr>
                                      <p:to>
                                        <a:srgbClr val="ED9D9F"/>
                                      </p:to>
                                    </p:animClr>
                                    <p:set>
                                      <p:cBhvr>
                                        <p:cTn id="368" dur="500" fill="hold"/>
                                        <p:tgtEl>
                                          <p:spTgt spid="15"/>
                                        </p:tgtEl>
                                        <p:attrNameLst>
                                          <p:attrName>stroke.on</p:attrName>
                                        </p:attrNameLst>
                                      </p:cBhvr>
                                      <p:to>
                                        <p:strVal val="true"/>
                                      </p:to>
                                    </p:set>
                                  </p:childTnLst>
                                </p:cTn>
                              </p:par>
                            </p:childTnLst>
                          </p:cTn>
                        </p:par>
                      </p:childTnLst>
                    </p:cTn>
                  </p:par>
                  <p:par>
                    <p:cTn id="369" fill="hold">
                      <p:stCondLst>
                        <p:cond delay="indefinite"/>
                      </p:stCondLst>
                      <p:childTnLst>
                        <p:par>
                          <p:cTn id="370" fill="hold">
                            <p:stCondLst>
                              <p:cond delay="0"/>
                            </p:stCondLst>
                            <p:childTnLst>
                              <p:par>
                                <p:cTn id="371" presetID="22" presetClass="entr" presetSubtype="1" fill="hold" grpId="0" nodeType="clickEffect">
                                  <p:stCondLst>
                                    <p:cond delay="0"/>
                                  </p:stCondLst>
                                  <p:childTnLst>
                                    <p:set>
                                      <p:cBhvr>
                                        <p:cTn id="372" dur="1" fill="hold">
                                          <p:stCondLst>
                                            <p:cond delay="0"/>
                                          </p:stCondLst>
                                        </p:cTn>
                                        <p:tgtEl>
                                          <p:spTgt spid="183"/>
                                        </p:tgtEl>
                                        <p:attrNameLst>
                                          <p:attrName>style.visibility</p:attrName>
                                        </p:attrNameLst>
                                      </p:cBhvr>
                                      <p:to>
                                        <p:strVal val="visible"/>
                                      </p:to>
                                    </p:set>
                                    <p:animEffect transition="in" filter="wipe(up)">
                                      <p:cBhvr>
                                        <p:cTn id="373" dur="500"/>
                                        <p:tgtEl>
                                          <p:spTgt spid="183"/>
                                        </p:tgtEl>
                                      </p:cBhvr>
                                    </p:animEffect>
                                  </p:childTnLst>
                                </p:cTn>
                              </p:par>
                              <p:par>
                                <p:cTn id="374" presetID="7" presetClass="emph" presetSubtype="2" fill="hold" nodeType="withEffect">
                                  <p:stCondLst>
                                    <p:cond delay="0"/>
                                  </p:stCondLst>
                                  <p:childTnLst>
                                    <p:animClr clrSpc="rgb" dir="cw">
                                      <p:cBhvr>
                                        <p:cTn id="375" dur="500" fill="hold"/>
                                        <p:tgtEl>
                                          <p:spTgt spid="15"/>
                                        </p:tgtEl>
                                        <p:attrNameLst>
                                          <p:attrName>stroke.color</p:attrName>
                                        </p:attrNameLst>
                                      </p:cBhvr>
                                      <p:to>
                                        <a:srgbClr val="F2F2F2"/>
                                      </p:to>
                                    </p:animClr>
                                    <p:set>
                                      <p:cBhvr>
                                        <p:cTn id="376" dur="500" fill="hold"/>
                                        <p:tgtEl>
                                          <p:spTgt spid="15"/>
                                        </p:tgtEl>
                                        <p:attrNameLst>
                                          <p:attrName>stroke.on</p:attrName>
                                        </p:attrNameLst>
                                      </p:cBhvr>
                                      <p:to>
                                        <p:strVal val="true"/>
                                      </p:to>
                                    </p:set>
                                  </p:childTnLst>
                                </p:cTn>
                              </p:par>
                              <p:par>
                                <p:cTn id="377" presetID="7" presetClass="emph" presetSubtype="2" fill="hold" nodeType="withEffect">
                                  <p:stCondLst>
                                    <p:cond delay="0"/>
                                  </p:stCondLst>
                                  <p:childTnLst>
                                    <p:animClr clrSpc="rgb" dir="cw">
                                      <p:cBhvr>
                                        <p:cTn id="378" dur="500" fill="hold"/>
                                        <p:tgtEl>
                                          <p:spTgt spid="13"/>
                                        </p:tgtEl>
                                        <p:attrNameLst>
                                          <p:attrName>stroke.color</p:attrName>
                                        </p:attrNameLst>
                                      </p:cBhvr>
                                      <p:to>
                                        <a:srgbClr val="DACFE3"/>
                                      </p:to>
                                    </p:animClr>
                                    <p:set>
                                      <p:cBhvr>
                                        <p:cTn id="379" dur="500" fill="hold"/>
                                        <p:tgtEl>
                                          <p:spTgt spid="13"/>
                                        </p:tgtEl>
                                        <p:attrNameLst>
                                          <p:attrName>stroke.on</p:attrName>
                                        </p:attrNameLst>
                                      </p:cBhvr>
                                      <p:to>
                                        <p:strVal val="true"/>
                                      </p:to>
                                    </p:set>
                                  </p:childTnLst>
                                </p:cTn>
                              </p:par>
                            </p:childTnLst>
                          </p:cTn>
                        </p:par>
                      </p:childTnLst>
                    </p:cTn>
                  </p:par>
                  <p:par>
                    <p:cTn id="380" fill="hold">
                      <p:stCondLst>
                        <p:cond delay="indefinite"/>
                      </p:stCondLst>
                      <p:childTnLst>
                        <p:par>
                          <p:cTn id="381" fill="hold">
                            <p:stCondLst>
                              <p:cond delay="0"/>
                            </p:stCondLst>
                            <p:childTnLst>
                              <p:par>
                                <p:cTn id="382" presetID="22" presetClass="entr" presetSubtype="1" fill="hold" grpId="0" nodeType="clickEffect">
                                  <p:stCondLst>
                                    <p:cond delay="0"/>
                                  </p:stCondLst>
                                  <p:childTnLst>
                                    <p:set>
                                      <p:cBhvr>
                                        <p:cTn id="383" dur="1" fill="hold">
                                          <p:stCondLst>
                                            <p:cond delay="0"/>
                                          </p:stCondLst>
                                        </p:cTn>
                                        <p:tgtEl>
                                          <p:spTgt spid="184"/>
                                        </p:tgtEl>
                                        <p:attrNameLst>
                                          <p:attrName>style.visibility</p:attrName>
                                        </p:attrNameLst>
                                      </p:cBhvr>
                                      <p:to>
                                        <p:strVal val="visible"/>
                                      </p:to>
                                    </p:set>
                                    <p:animEffect transition="in" filter="wipe(up)">
                                      <p:cBhvr>
                                        <p:cTn id="384" dur="500"/>
                                        <p:tgtEl>
                                          <p:spTgt spid="184"/>
                                        </p:tgtEl>
                                      </p:cBhvr>
                                    </p:animEffect>
                                  </p:childTnLst>
                                </p:cTn>
                              </p:par>
                            </p:childTnLst>
                          </p:cTn>
                        </p:par>
                      </p:childTnLst>
                    </p:cTn>
                  </p:par>
                  <p:par>
                    <p:cTn id="385" fill="hold">
                      <p:stCondLst>
                        <p:cond delay="indefinite"/>
                      </p:stCondLst>
                      <p:childTnLst>
                        <p:par>
                          <p:cTn id="386" fill="hold">
                            <p:stCondLst>
                              <p:cond delay="0"/>
                            </p:stCondLst>
                            <p:childTnLst>
                              <p:par>
                                <p:cTn id="387" presetID="7" presetClass="emph" presetSubtype="2" fill="hold" nodeType="clickEffect">
                                  <p:stCondLst>
                                    <p:cond delay="0"/>
                                  </p:stCondLst>
                                  <p:childTnLst>
                                    <p:animClr clrSpc="rgb" dir="cw">
                                      <p:cBhvr>
                                        <p:cTn id="388" dur="500" fill="hold"/>
                                        <p:tgtEl>
                                          <p:spTgt spid="13"/>
                                        </p:tgtEl>
                                        <p:attrNameLst>
                                          <p:attrName>stroke.color</p:attrName>
                                        </p:attrNameLst>
                                      </p:cBhvr>
                                      <p:to>
                                        <a:srgbClr val="F2F2F2"/>
                                      </p:to>
                                    </p:animClr>
                                    <p:set>
                                      <p:cBhvr>
                                        <p:cTn id="389" dur="500" fill="hold"/>
                                        <p:tgtEl>
                                          <p:spTgt spid="13"/>
                                        </p:tgtEl>
                                        <p:attrNameLst>
                                          <p:attrName>stroke.on</p:attrName>
                                        </p:attrNameLst>
                                      </p:cBhvr>
                                      <p:to>
                                        <p:strVal val="true"/>
                                      </p:to>
                                    </p:set>
                                  </p:childTnLst>
                                </p:cTn>
                              </p:par>
                              <p:par>
                                <p:cTn id="390" presetID="7" presetClass="emph" presetSubtype="2" fill="hold" nodeType="withEffect">
                                  <p:stCondLst>
                                    <p:cond delay="0"/>
                                  </p:stCondLst>
                                  <p:childTnLst>
                                    <p:animClr clrSpc="rgb" dir="cw">
                                      <p:cBhvr>
                                        <p:cTn id="391" dur="500" fill="hold"/>
                                        <p:tgtEl>
                                          <p:spTgt spid="7"/>
                                        </p:tgtEl>
                                        <p:attrNameLst>
                                          <p:attrName>stroke.color</p:attrName>
                                        </p:attrNameLst>
                                      </p:cBhvr>
                                      <p:to>
                                        <a:srgbClr val="ED9D9F"/>
                                      </p:to>
                                    </p:animClr>
                                    <p:set>
                                      <p:cBhvr>
                                        <p:cTn id="392" dur="500" fill="hold"/>
                                        <p:tgtEl>
                                          <p:spTgt spid="7"/>
                                        </p:tgtEl>
                                        <p:attrNameLst>
                                          <p:attrName>stroke.on</p:attrName>
                                        </p:attrNameLst>
                                      </p:cBhvr>
                                      <p:to>
                                        <p:strVal val="true"/>
                                      </p:to>
                                    </p:set>
                                  </p:childTnLst>
                                </p:cTn>
                              </p:par>
                            </p:childTnLst>
                          </p:cTn>
                        </p:par>
                      </p:childTnLst>
                    </p:cTn>
                  </p:par>
                  <p:par>
                    <p:cTn id="393" fill="hold">
                      <p:stCondLst>
                        <p:cond delay="indefinite"/>
                      </p:stCondLst>
                      <p:childTnLst>
                        <p:par>
                          <p:cTn id="394" fill="hold">
                            <p:stCondLst>
                              <p:cond delay="0"/>
                            </p:stCondLst>
                            <p:childTnLst>
                              <p:par>
                                <p:cTn id="395" presetID="22" presetClass="entr" presetSubtype="1" fill="hold" grpId="0" nodeType="clickEffect">
                                  <p:stCondLst>
                                    <p:cond delay="0"/>
                                  </p:stCondLst>
                                  <p:childTnLst>
                                    <p:set>
                                      <p:cBhvr>
                                        <p:cTn id="396" dur="1" fill="hold">
                                          <p:stCondLst>
                                            <p:cond delay="0"/>
                                          </p:stCondLst>
                                        </p:cTn>
                                        <p:tgtEl>
                                          <p:spTgt spid="185"/>
                                        </p:tgtEl>
                                        <p:attrNameLst>
                                          <p:attrName>style.visibility</p:attrName>
                                        </p:attrNameLst>
                                      </p:cBhvr>
                                      <p:to>
                                        <p:strVal val="visible"/>
                                      </p:to>
                                    </p:set>
                                    <p:animEffect transition="in" filter="wipe(up)">
                                      <p:cBhvr>
                                        <p:cTn id="397" dur="500"/>
                                        <p:tgtEl>
                                          <p:spTgt spid="185"/>
                                        </p:tgtEl>
                                      </p:cBhvr>
                                    </p:animEffect>
                                  </p:childTnLst>
                                </p:cTn>
                              </p:par>
                            </p:childTnLst>
                          </p:cTn>
                        </p:par>
                      </p:childTnLst>
                    </p:cTn>
                  </p:par>
                  <p:par>
                    <p:cTn id="398" fill="hold">
                      <p:stCondLst>
                        <p:cond delay="indefinite"/>
                      </p:stCondLst>
                      <p:childTnLst>
                        <p:par>
                          <p:cTn id="399" fill="hold">
                            <p:stCondLst>
                              <p:cond delay="0"/>
                            </p:stCondLst>
                            <p:childTnLst>
                              <p:par>
                                <p:cTn id="400" presetID="7" presetClass="emph" presetSubtype="2" fill="hold" nodeType="clickEffect">
                                  <p:stCondLst>
                                    <p:cond delay="0"/>
                                  </p:stCondLst>
                                  <p:childTnLst>
                                    <p:animClr clrSpc="rgb" dir="cw">
                                      <p:cBhvr>
                                        <p:cTn id="401" dur="500" fill="hold"/>
                                        <p:tgtEl>
                                          <p:spTgt spid="7"/>
                                        </p:tgtEl>
                                        <p:attrNameLst>
                                          <p:attrName>stroke.color</p:attrName>
                                        </p:attrNameLst>
                                      </p:cBhvr>
                                      <p:to>
                                        <a:srgbClr val="F2F2F2"/>
                                      </p:to>
                                    </p:animClr>
                                    <p:set>
                                      <p:cBhvr>
                                        <p:cTn id="402" dur="500" fill="hold"/>
                                        <p:tgtEl>
                                          <p:spTgt spid="7"/>
                                        </p:tgtEl>
                                        <p:attrNameLst>
                                          <p:attrName>stroke.on</p:attrName>
                                        </p:attrNameLst>
                                      </p:cBhvr>
                                      <p:to>
                                        <p:strVal val="true"/>
                                      </p:to>
                                    </p:set>
                                  </p:childTnLst>
                                </p:cTn>
                              </p:par>
                              <p:par>
                                <p:cTn id="403" presetID="7" presetClass="emph" presetSubtype="2" fill="hold" nodeType="withEffect">
                                  <p:stCondLst>
                                    <p:cond delay="0"/>
                                  </p:stCondLst>
                                  <p:childTnLst>
                                    <p:animClr clrSpc="rgb" dir="cw">
                                      <p:cBhvr>
                                        <p:cTn id="404" dur="500" fill="hold"/>
                                        <p:tgtEl>
                                          <p:spTgt spid="15"/>
                                        </p:tgtEl>
                                        <p:attrNameLst>
                                          <p:attrName>stroke.color</p:attrName>
                                        </p:attrNameLst>
                                      </p:cBhvr>
                                      <p:to>
                                        <a:srgbClr val="ED9D9F"/>
                                      </p:to>
                                    </p:animClr>
                                    <p:set>
                                      <p:cBhvr>
                                        <p:cTn id="405" dur="500" fill="hold"/>
                                        <p:tgtEl>
                                          <p:spTgt spid="15"/>
                                        </p:tgtEl>
                                        <p:attrNameLst>
                                          <p:attrName>stroke.on</p:attrName>
                                        </p:attrNameLst>
                                      </p:cBhvr>
                                      <p:to>
                                        <p:strVal val="true"/>
                                      </p:to>
                                    </p:set>
                                  </p:childTnLst>
                                </p:cTn>
                              </p:par>
                            </p:childTnLst>
                          </p:cTn>
                        </p:par>
                      </p:childTnLst>
                    </p:cTn>
                  </p:par>
                  <p:par>
                    <p:cTn id="406" fill="hold">
                      <p:stCondLst>
                        <p:cond delay="indefinite"/>
                      </p:stCondLst>
                      <p:childTnLst>
                        <p:par>
                          <p:cTn id="407" fill="hold">
                            <p:stCondLst>
                              <p:cond delay="0"/>
                            </p:stCondLst>
                            <p:childTnLst>
                              <p:par>
                                <p:cTn id="408" presetID="22" presetClass="entr" presetSubtype="1" fill="hold" grpId="0" nodeType="clickEffect">
                                  <p:stCondLst>
                                    <p:cond delay="0"/>
                                  </p:stCondLst>
                                  <p:childTnLst>
                                    <p:set>
                                      <p:cBhvr>
                                        <p:cTn id="409" dur="1" fill="hold">
                                          <p:stCondLst>
                                            <p:cond delay="0"/>
                                          </p:stCondLst>
                                        </p:cTn>
                                        <p:tgtEl>
                                          <p:spTgt spid="186"/>
                                        </p:tgtEl>
                                        <p:attrNameLst>
                                          <p:attrName>style.visibility</p:attrName>
                                        </p:attrNameLst>
                                      </p:cBhvr>
                                      <p:to>
                                        <p:strVal val="visible"/>
                                      </p:to>
                                    </p:set>
                                    <p:animEffect transition="in" filter="wipe(up)">
                                      <p:cBhvr>
                                        <p:cTn id="410" dur="500"/>
                                        <p:tgtEl>
                                          <p:spTgt spid="186"/>
                                        </p:tgtEl>
                                      </p:cBhvr>
                                    </p:animEffect>
                                  </p:childTnLst>
                                </p:cTn>
                              </p:par>
                            </p:childTnLst>
                          </p:cTn>
                        </p:par>
                      </p:childTnLst>
                    </p:cTn>
                  </p:par>
                  <p:par>
                    <p:cTn id="411" fill="hold">
                      <p:stCondLst>
                        <p:cond delay="indefinite"/>
                      </p:stCondLst>
                      <p:childTnLst>
                        <p:par>
                          <p:cTn id="412" fill="hold">
                            <p:stCondLst>
                              <p:cond delay="0"/>
                            </p:stCondLst>
                            <p:childTnLst>
                              <p:par>
                                <p:cTn id="413" presetID="7" presetClass="emph" presetSubtype="2" fill="hold" nodeType="clickEffect">
                                  <p:stCondLst>
                                    <p:cond delay="0"/>
                                  </p:stCondLst>
                                  <p:childTnLst>
                                    <p:animClr clrSpc="rgb" dir="cw">
                                      <p:cBhvr>
                                        <p:cTn id="414" dur="500" fill="hold"/>
                                        <p:tgtEl>
                                          <p:spTgt spid="15"/>
                                        </p:tgtEl>
                                        <p:attrNameLst>
                                          <p:attrName>stroke.color</p:attrName>
                                        </p:attrNameLst>
                                      </p:cBhvr>
                                      <p:to>
                                        <a:srgbClr val="F2F2F2"/>
                                      </p:to>
                                    </p:animClr>
                                    <p:set>
                                      <p:cBhvr>
                                        <p:cTn id="415" dur="500" fill="hold"/>
                                        <p:tgtEl>
                                          <p:spTgt spid="15"/>
                                        </p:tgtEl>
                                        <p:attrNameLst>
                                          <p:attrName>stroke.on</p:attrName>
                                        </p:attrNameLst>
                                      </p:cBhvr>
                                      <p:to>
                                        <p:strVal val="true"/>
                                      </p:to>
                                    </p:set>
                                  </p:childTnLst>
                                </p:cTn>
                              </p:par>
                              <p:par>
                                <p:cTn id="416" presetID="7" presetClass="emph" presetSubtype="2" fill="hold" nodeType="withEffect">
                                  <p:stCondLst>
                                    <p:cond delay="0"/>
                                  </p:stCondLst>
                                  <p:childTnLst>
                                    <p:animClr clrSpc="rgb" dir="cw">
                                      <p:cBhvr>
                                        <p:cTn id="417" dur="500" fill="hold"/>
                                        <p:tgtEl>
                                          <p:spTgt spid="15"/>
                                        </p:tgtEl>
                                        <p:attrNameLst>
                                          <p:attrName>stroke.color</p:attrName>
                                        </p:attrNameLst>
                                      </p:cBhvr>
                                      <p:to>
                                        <a:srgbClr val="DACFE3"/>
                                      </p:to>
                                    </p:animClr>
                                    <p:set>
                                      <p:cBhvr>
                                        <p:cTn id="418" dur="500" fill="hold"/>
                                        <p:tgtEl>
                                          <p:spTgt spid="15"/>
                                        </p:tgtEl>
                                        <p:attrNameLst>
                                          <p:attrName>stroke.on</p:attrName>
                                        </p:attrNameLst>
                                      </p:cBhvr>
                                      <p:to>
                                        <p:strVal val="true"/>
                                      </p:to>
                                    </p:set>
                                  </p:childTnLst>
                                </p:cTn>
                              </p:par>
                            </p:childTnLst>
                          </p:cTn>
                        </p:par>
                      </p:childTnLst>
                    </p:cTn>
                  </p:par>
                  <p:par>
                    <p:cTn id="419" fill="hold">
                      <p:stCondLst>
                        <p:cond delay="indefinite"/>
                      </p:stCondLst>
                      <p:childTnLst>
                        <p:par>
                          <p:cTn id="420" fill="hold">
                            <p:stCondLst>
                              <p:cond delay="0"/>
                            </p:stCondLst>
                            <p:childTnLst>
                              <p:par>
                                <p:cTn id="421" presetID="22" presetClass="entr" presetSubtype="1" fill="hold" grpId="0" nodeType="clickEffect">
                                  <p:stCondLst>
                                    <p:cond delay="0"/>
                                  </p:stCondLst>
                                  <p:childTnLst>
                                    <p:set>
                                      <p:cBhvr>
                                        <p:cTn id="422" dur="1" fill="hold">
                                          <p:stCondLst>
                                            <p:cond delay="0"/>
                                          </p:stCondLst>
                                        </p:cTn>
                                        <p:tgtEl>
                                          <p:spTgt spid="187"/>
                                        </p:tgtEl>
                                        <p:attrNameLst>
                                          <p:attrName>style.visibility</p:attrName>
                                        </p:attrNameLst>
                                      </p:cBhvr>
                                      <p:to>
                                        <p:strVal val="visible"/>
                                      </p:to>
                                    </p:set>
                                    <p:animEffect transition="in" filter="wipe(up)">
                                      <p:cBhvr>
                                        <p:cTn id="423" dur="500"/>
                                        <p:tgtEl>
                                          <p:spTgt spid="187"/>
                                        </p:tgtEl>
                                      </p:cBhvr>
                                    </p:animEffect>
                                  </p:childTnLst>
                                </p:cTn>
                              </p:par>
                            </p:childTnLst>
                          </p:cTn>
                        </p:par>
                      </p:childTnLst>
                    </p:cTn>
                  </p:par>
                  <p:par>
                    <p:cTn id="424" fill="hold">
                      <p:stCondLst>
                        <p:cond delay="indefinite"/>
                      </p:stCondLst>
                      <p:childTnLst>
                        <p:par>
                          <p:cTn id="425" fill="hold">
                            <p:stCondLst>
                              <p:cond delay="0"/>
                            </p:stCondLst>
                            <p:childTnLst>
                              <p:par>
                                <p:cTn id="426" presetID="7" presetClass="emph" presetSubtype="2" fill="hold" nodeType="clickEffect">
                                  <p:stCondLst>
                                    <p:cond delay="0"/>
                                  </p:stCondLst>
                                  <p:childTnLst>
                                    <p:animClr clrSpc="rgb" dir="cw">
                                      <p:cBhvr>
                                        <p:cTn id="427" dur="500" fill="hold"/>
                                        <p:tgtEl>
                                          <p:spTgt spid="15"/>
                                        </p:tgtEl>
                                        <p:attrNameLst>
                                          <p:attrName>stroke.color</p:attrName>
                                        </p:attrNameLst>
                                      </p:cBhvr>
                                      <p:to>
                                        <a:srgbClr val="F2F2F2"/>
                                      </p:to>
                                    </p:animClr>
                                    <p:set>
                                      <p:cBhvr>
                                        <p:cTn id="428" dur="500" fill="hold"/>
                                        <p:tgtEl>
                                          <p:spTgt spid="15"/>
                                        </p:tgtEl>
                                        <p:attrNameLst>
                                          <p:attrName>stroke.on</p:attrName>
                                        </p:attrNameLst>
                                      </p:cBhvr>
                                      <p:to>
                                        <p:strVal val="true"/>
                                      </p:to>
                                    </p:set>
                                  </p:childTnLst>
                                </p:cTn>
                              </p:par>
                            </p:childTnLst>
                          </p:cTn>
                        </p:par>
                        <p:par>
                          <p:cTn id="429" fill="hold">
                            <p:stCondLst>
                              <p:cond delay="500"/>
                            </p:stCondLst>
                            <p:childTnLst>
                              <p:par>
                                <p:cTn id="430" presetID="7" presetClass="emph" presetSubtype="2" fill="hold" nodeType="afterEffect">
                                  <p:stCondLst>
                                    <p:cond delay="0"/>
                                  </p:stCondLst>
                                  <p:childTnLst>
                                    <p:animClr clrSpc="rgb" dir="cw">
                                      <p:cBhvr>
                                        <p:cTn id="431" dur="500" fill="hold"/>
                                        <p:tgtEl>
                                          <p:spTgt spid="15"/>
                                        </p:tgtEl>
                                        <p:attrNameLst>
                                          <p:attrName>stroke.color</p:attrName>
                                        </p:attrNameLst>
                                      </p:cBhvr>
                                      <p:to>
                                        <a:srgbClr val="DEEBF6"/>
                                      </p:to>
                                    </p:animClr>
                                    <p:set>
                                      <p:cBhvr>
                                        <p:cTn id="432" dur="500" fill="hold"/>
                                        <p:tgtEl>
                                          <p:spTgt spid="15"/>
                                        </p:tgtEl>
                                        <p:attrNameLst>
                                          <p:attrName>stroke.on</p:attrName>
                                        </p:attrNameLst>
                                      </p:cBhvr>
                                      <p:to>
                                        <p:strVal val="true"/>
                                      </p:to>
                                    </p:set>
                                  </p:childTnLst>
                                </p:cTn>
                              </p:par>
                            </p:childTnLst>
                          </p:cTn>
                        </p:par>
                      </p:childTnLst>
                    </p:cTn>
                  </p:par>
                  <p:par>
                    <p:cTn id="433" fill="hold">
                      <p:stCondLst>
                        <p:cond delay="indefinite"/>
                      </p:stCondLst>
                      <p:childTnLst>
                        <p:par>
                          <p:cTn id="434" fill="hold">
                            <p:stCondLst>
                              <p:cond delay="0"/>
                            </p:stCondLst>
                            <p:childTnLst>
                              <p:par>
                                <p:cTn id="435" presetID="22" presetClass="entr" presetSubtype="8" fill="hold" grpId="0" nodeType="clickEffect">
                                  <p:stCondLst>
                                    <p:cond delay="0"/>
                                  </p:stCondLst>
                                  <p:childTnLst>
                                    <p:set>
                                      <p:cBhvr>
                                        <p:cTn id="436" dur="1" fill="hold">
                                          <p:stCondLst>
                                            <p:cond delay="0"/>
                                          </p:stCondLst>
                                        </p:cTn>
                                        <p:tgtEl>
                                          <p:spTgt spid="91">
                                            <p:bg/>
                                          </p:spTgt>
                                        </p:tgtEl>
                                        <p:attrNameLst>
                                          <p:attrName>style.visibility</p:attrName>
                                        </p:attrNameLst>
                                      </p:cBhvr>
                                      <p:to>
                                        <p:strVal val="visible"/>
                                      </p:to>
                                    </p:set>
                                    <p:animEffect transition="in" filter="wipe(left)">
                                      <p:cBhvr>
                                        <p:cTn id="437" dur="500"/>
                                        <p:tgtEl>
                                          <p:spTgt spid="91">
                                            <p:bg/>
                                          </p:spTgt>
                                        </p:tgtEl>
                                      </p:cBhvr>
                                    </p:animEffect>
                                  </p:childTnLst>
                                </p:cTn>
                              </p:par>
                              <p:par>
                                <p:cTn id="438" presetID="22" presetClass="entr" presetSubtype="8" fill="hold" grpId="0" nodeType="withEffect">
                                  <p:stCondLst>
                                    <p:cond delay="0"/>
                                  </p:stCondLst>
                                  <p:childTnLst>
                                    <p:set>
                                      <p:cBhvr>
                                        <p:cTn id="439" dur="1" fill="hold">
                                          <p:stCondLst>
                                            <p:cond delay="0"/>
                                          </p:stCondLst>
                                        </p:cTn>
                                        <p:tgtEl>
                                          <p:spTgt spid="91">
                                            <p:txEl>
                                              <p:pRg st="0" end="0"/>
                                            </p:txEl>
                                          </p:spTgt>
                                        </p:tgtEl>
                                        <p:attrNameLst>
                                          <p:attrName>style.visibility</p:attrName>
                                        </p:attrNameLst>
                                      </p:cBhvr>
                                      <p:to>
                                        <p:strVal val="visible"/>
                                      </p:to>
                                    </p:set>
                                    <p:animEffect transition="in" filter="wipe(left)">
                                      <p:cBhvr>
                                        <p:cTn id="440" dur="500"/>
                                        <p:tgtEl>
                                          <p:spTgt spid="91">
                                            <p:txEl>
                                              <p:pRg st="0" end="0"/>
                                            </p:txEl>
                                          </p:spTgt>
                                        </p:tgtEl>
                                      </p:cBhvr>
                                    </p:animEffect>
                                  </p:childTnLst>
                                </p:cTn>
                              </p:par>
                            </p:childTnLst>
                          </p:cTn>
                        </p:par>
                        <p:par>
                          <p:cTn id="441" fill="hold">
                            <p:stCondLst>
                              <p:cond delay="500"/>
                            </p:stCondLst>
                            <p:childTnLst>
                              <p:par>
                                <p:cTn id="442" presetID="22" presetClass="entr" presetSubtype="1" fill="hold" nodeType="afterEffect">
                                  <p:stCondLst>
                                    <p:cond delay="0"/>
                                  </p:stCondLst>
                                  <p:childTnLst>
                                    <p:set>
                                      <p:cBhvr>
                                        <p:cTn id="443" dur="1" fill="hold">
                                          <p:stCondLst>
                                            <p:cond delay="0"/>
                                          </p:stCondLst>
                                        </p:cTn>
                                        <p:tgtEl>
                                          <p:spTgt spid="82"/>
                                        </p:tgtEl>
                                        <p:attrNameLst>
                                          <p:attrName>style.visibility</p:attrName>
                                        </p:attrNameLst>
                                      </p:cBhvr>
                                      <p:to>
                                        <p:strVal val="visible"/>
                                      </p:to>
                                    </p:set>
                                    <p:animEffect transition="in" filter="wipe(up)">
                                      <p:cBhvr>
                                        <p:cTn id="444" dur="500"/>
                                        <p:tgtEl>
                                          <p:spTgt spid="82"/>
                                        </p:tgtEl>
                                      </p:cBhvr>
                                    </p:animEffect>
                                  </p:childTnLst>
                                </p:cTn>
                              </p:par>
                              <p:par>
                                <p:cTn id="445" presetID="22" presetClass="entr" presetSubtype="1" fill="hold" nodeType="withEffect">
                                  <p:stCondLst>
                                    <p:cond delay="0"/>
                                  </p:stCondLst>
                                  <p:childTnLst>
                                    <p:set>
                                      <p:cBhvr>
                                        <p:cTn id="446" dur="1" fill="hold">
                                          <p:stCondLst>
                                            <p:cond delay="0"/>
                                          </p:stCondLst>
                                        </p:cTn>
                                        <p:tgtEl>
                                          <p:spTgt spid="154"/>
                                        </p:tgtEl>
                                        <p:attrNameLst>
                                          <p:attrName>style.visibility</p:attrName>
                                        </p:attrNameLst>
                                      </p:cBhvr>
                                      <p:to>
                                        <p:strVal val="visible"/>
                                      </p:to>
                                    </p:set>
                                    <p:animEffect transition="in" filter="wipe(up)">
                                      <p:cBhvr>
                                        <p:cTn id="447" dur="1000"/>
                                        <p:tgtEl>
                                          <p:spTgt spid="154"/>
                                        </p:tgtEl>
                                      </p:cBhvr>
                                    </p:animEffect>
                                  </p:childTnLst>
                                </p:cTn>
                              </p:par>
                            </p:childTnLst>
                          </p:cTn>
                        </p:par>
                      </p:childTnLst>
                    </p:cTn>
                  </p:par>
                  <p:par>
                    <p:cTn id="448" fill="hold">
                      <p:stCondLst>
                        <p:cond delay="indefinite"/>
                      </p:stCondLst>
                      <p:childTnLst>
                        <p:par>
                          <p:cTn id="449" fill="hold">
                            <p:stCondLst>
                              <p:cond delay="0"/>
                            </p:stCondLst>
                            <p:childTnLst>
                              <p:par>
                                <p:cTn id="450" presetID="22" presetClass="entr" presetSubtype="1" fill="hold" grpId="0" nodeType="clickEffect">
                                  <p:stCondLst>
                                    <p:cond delay="0"/>
                                  </p:stCondLst>
                                  <p:childTnLst>
                                    <p:set>
                                      <p:cBhvr>
                                        <p:cTn id="451" dur="1" fill="hold">
                                          <p:stCondLst>
                                            <p:cond delay="0"/>
                                          </p:stCondLst>
                                        </p:cTn>
                                        <p:tgtEl>
                                          <p:spTgt spid="188"/>
                                        </p:tgtEl>
                                        <p:attrNameLst>
                                          <p:attrName>style.visibility</p:attrName>
                                        </p:attrNameLst>
                                      </p:cBhvr>
                                      <p:to>
                                        <p:strVal val="visible"/>
                                      </p:to>
                                    </p:set>
                                    <p:animEffect transition="in" filter="wipe(up)">
                                      <p:cBhvr>
                                        <p:cTn id="452" dur="500"/>
                                        <p:tgtEl>
                                          <p:spTgt spid="188"/>
                                        </p:tgtEl>
                                      </p:cBhvr>
                                    </p:animEffect>
                                  </p:childTnLst>
                                </p:cTn>
                              </p:par>
                            </p:childTnLst>
                          </p:cTn>
                        </p:par>
                        <p:par>
                          <p:cTn id="453" fill="hold">
                            <p:stCondLst>
                              <p:cond delay="500"/>
                            </p:stCondLst>
                            <p:childTnLst>
                              <p:par>
                                <p:cTn id="454" presetID="10" presetClass="entr" presetSubtype="0" fill="hold" grpId="0" nodeType="afterEffect">
                                  <p:stCondLst>
                                    <p:cond delay="0"/>
                                  </p:stCondLst>
                                  <p:childTnLst>
                                    <p:set>
                                      <p:cBhvr>
                                        <p:cTn id="455" dur="1" fill="hold">
                                          <p:stCondLst>
                                            <p:cond delay="0"/>
                                          </p:stCondLst>
                                        </p:cTn>
                                        <p:tgtEl>
                                          <p:spTgt spid="194"/>
                                        </p:tgtEl>
                                        <p:attrNameLst>
                                          <p:attrName>style.visibility</p:attrName>
                                        </p:attrNameLst>
                                      </p:cBhvr>
                                      <p:to>
                                        <p:strVal val="visible"/>
                                      </p:to>
                                    </p:set>
                                    <p:animEffect transition="in" filter="fade">
                                      <p:cBhvr>
                                        <p:cTn id="456" dur="500"/>
                                        <p:tgtEl>
                                          <p:spTgt spid="194"/>
                                        </p:tgtEl>
                                      </p:cBhvr>
                                    </p:animEffect>
                                  </p:childTnLst>
                                </p:cTn>
                              </p:par>
                            </p:childTnLst>
                          </p:cTn>
                        </p:par>
                        <p:par>
                          <p:cTn id="457" fill="hold">
                            <p:stCondLst>
                              <p:cond delay="1000"/>
                            </p:stCondLst>
                            <p:childTnLst>
                              <p:par>
                                <p:cTn id="458" presetID="10" presetClass="entr" presetSubtype="0" fill="hold" grpId="0" nodeType="afterEffect">
                                  <p:stCondLst>
                                    <p:cond delay="0"/>
                                  </p:stCondLst>
                                  <p:childTnLst>
                                    <p:set>
                                      <p:cBhvr>
                                        <p:cTn id="459" dur="1" fill="hold">
                                          <p:stCondLst>
                                            <p:cond delay="0"/>
                                          </p:stCondLst>
                                        </p:cTn>
                                        <p:tgtEl>
                                          <p:spTgt spid="195"/>
                                        </p:tgtEl>
                                        <p:attrNameLst>
                                          <p:attrName>style.visibility</p:attrName>
                                        </p:attrNameLst>
                                      </p:cBhvr>
                                      <p:to>
                                        <p:strVal val="visible"/>
                                      </p:to>
                                    </p:set>
                                    <p:animEffect transition="in" filter="fade">
                                      <p:cBhvr>
                                        <p:cTn id="460" dur="500"/>
                                        <p:tgtEl>
                                          <p:spTgt spid="195"/>
                                        </p:tgtEl>
                                      </p:cBhvr>
                                    </p:animEffect>
                                  </p:childTnLst>
                                </p:cTn>
                              </p:par>
                            </p:childTnLst>
                          </p:cTn>
                        </p:par>
                        <p:par>
                          <p:cTn id="461" fill="hold">
                            <p:stCondLst>
                              <p:cond delay="1500"/>
                            </p:stCondLst>
                            <p:childTnLst>
                              <p:par>
                                <p:cTn id="462" presetID="22" presetClass="entr" presetSubtype="1" fill="hold" nodeType="afterEffect">
                                  <p:stCondLst>
                                    <p:cond delay="0"/>
                                  </p:stCondLst>
                                  <p:childTnLst>
                                    <p:set>
                                      <p:cBhvr>
                                        <p:cTn id="463" dur="1" fill="hold">
                                          <p:stCondLst>
                                            <p:cond delay="0"/>
                                          </p:stCondLst>
                                        </p:cTn>
                                        <p:tgtEl>
                                          <p:spTgt spid="8"/>
                                        </p:tgtEl>
                                        <p:attrNameLst>
                                          <p:attrName>style.visibility</p:attrName>
                                        </p:attrNameLst>
                                      </p:cBhvr>
                                      <p:to>
                                        <p:strVal val="visible"/>
                                      </p:to>
                                    </p:set>
                                    <p:animEffect transition="in" filter="wipe(up)">
                                      <p:cBhvr>
                                        <p:cTn id="464" dur="500"/>
                                        <p:tgtEl>
                                          <p:spTgt spid="8"/>
                                        </p:tgtEl>
                                      </p:cBhvr>
                                    </p:animEffect>
                                  </p:childTnLst>
                                </p:cTn>
                              </p:par>
                            </p:childTnLst>
                          </p:cTn>
                        </p:par>
                        <p:par>
                          <p:cTn id="465" fill="hold">
                            <p:stCondLst>
                              <p:cond delay="2000"/>
                            </p:stCondLst>
                            <p:childTnLst>
                              <p:par>
                                <p:cTn id="466" presetID="22" presetClass="entr" presetSubtype="1" fill="hold" nodeType="afterEffect">
                                  <p:stCondLst>
                                    <p:cond delay="0"/>
                                  </p:stCondLst>
                                  <p:childTnLst>
                                    <p:set>
                                      <p:cBhvr>
                                        <p:cTn id="467" dur="1" fill="hold">
                                          <p:stCondLst>
                                            <p:cond delay="0"/>
                                          </p:stCondLst>
                                        </p:cTn>
                                        <p:tgtEl>
                                          <p:spTgt spid="139"/>
                                        </p:tgtEl>
                                        <p:attrNameLst>
                                          <p:attrName>style.visibility</p:attrName>
                                        </p:attrNameLst>
                                      </p:cBhvr>
                                      <p:to>
                                        <p:strVal val="visible"/>
                                      </p:to>
                                    </p:set>
                                    <p:animEffect transition="in" filter="wipe(up)">
                                      <p:cBhvr>
                                        <p:cTn id="468" dur="1000"/>
                                        <p:tgtEl>
                                          <p:spTgt spid="139"/>
                                        </p:tgtEl>
                                      </p:cBhvr>
                                    </p:animEffect>
                                  </p:childTnLst>
                                </p:cTn>
                              </p:par>
                            </p:childTnLst>
                          </p:cTn>
                        </p:par>
                      </p:childTnLst>
                    </p:cTn>
                  </p:par>
                  <p:par>
                    <p:cTn id="469" fill="hold">
                      <p:stCondLst>
                        <p:cond delay="indefinite"/>
                      </p:stCondLst>
                      <p:childTnLst>
                        <p:par>
                          <p:cTn id="470" fill="hold">
                            <p:stCondLst>
                              <p:cond delay="0"/>
                            </p:stCondLst>
                            <p:childTnLst>
                              <p:par>
                                <p:cTn id="471" presetID="7" presetClass="emph" presetSubtype="2" fill="hold" nodeType="clickEffect">
                                  <p:stCondLst>
                                    <p:cond delay="0"/>
                                  </p:stCondLst>
                                  <p:childTnLst>
                                    <p:animClr clrSpc="rgb" dir="cw">
                                      <p:cBhvr>
                                        <p:cTn id="472" dur="500" fill="hold"/>
                                        <p:tgtEl>
                                          <p:spTgt spid="13"/>
                                        </p:tgtEl>
                                        <p:attrNameLst>
                                          <p:attrName>stroke.color</p:attrName>
                                        </p:attrNameLst>
                                      </p:cBhvr>
                                      <p:to>
                                        <a:srgbClr val="FEE599"/>
                                      </p:to>
                                    </p:animClr>
                                    <p:set>
                                      <p:cBhvr>
                                        <p:cTn id="473" dur="500" fill="hold"/>
                                        <p:tgtEl>
                                          <p:spTgt spid="13"/>
                                        </p:tgtEl>
                                        <p:attrNameLst>
                                          <p:attrName>stroke.on</p:attrName>
                                        </p:attrNameLst>
                                      </p:cBhvr>
                                      <p:to>
                                        <p:strVal val="true"/>
                                      </p:to>
                                    </p:set>
                                  </p:childTnLst>
                                </p:cTn>
                              </p:par>
                            </p:childTnLst>
                          </p:cTn>
                        </p:par>
                      </p:childTnLst>
                    </p:cTn>
                  </p:par>
                  <p:par>
                    <p:cTn id="474" fill="hold">
                      <p:stCondLst>
                        <p:cond delay="indefinite"/>
                      </p:stCondLst>
                      <p:childTnLst>
                        <p:par>
                          <p:cTn id="475" fill="hold">
                            <p:stCondLst>
                              <p:cond delay="0"/>
                            </p:stCondLst>
                            <p:childTnLst>
                              <p:par>
                                <p:cTn id="476" presetID="22" presetClass="entr" presetSubtype="1" fill="hold" grpId="0" nodeType="clickEffect">
                                  <p:stCondLst>
                                    <p:cond delay="0"/>
                                  </p:stCondLst>
                                  <p:childTnLst>
                                    <p:set>
                                      <p:cBhvr>
                                        <p:cTn id="477" dur="1" fill="hold">
                                          <p:stCondLst>
                                            <p:cond delay="0"/>
                                          </p:stCondLst>
                                        </p:cTn>
                                        <p:tgtEl>
                                          <p:spTgt spid="191"/>
                                        </p:tgtEl>
                                        <p:attrNameLst>
                                          <p:attrName>style.visibility</p:attrName>
                                        </p:attrNameLst>
                                      </p:cBhvr>
                                      <p:to>
                                        <p:strVal val="visible"/>
                                      </p:to>
                                    </p:set>
                                    <p:animEffect transition="in" filter="wipe(up)">
                                      <p:cBhvr>
                                        <p:cTn id="478" dur="500"/>
                                        <p:tgtEl>
                                          <p:spTgt spid="191"/>
                                        </p:tgtEl>
                                      </p:cBhvr>
                                    </p:animEffect>
                                  </p:childTnLst>
                                </p:cTn>
                              </p:par>
                            </p:childTnLst>
                          </p:cTn>
                        </p:par>
                      </p:childTnLst>
                    </p:cTn>
                  </p:par>
                  <p:par>
                    <p:cTn id="479" fill="hold">
                      <p:stCondLst>
                        <p:cond delay="indefinite"/>
                      </p:stCondLst>
                      <p:childTnLst>
                        <p:par>
                          <p:cTn id="480" fill="hold">
                            <p:stCondLst>
                              <p:cond delay="0"/>
                            </p:stCondLst>
                            <p:childTnLst>
                              <p:par>
                                <p:cTn id="481" presetID="10" presetClass="entr" presetSubtype="0" fill="hold" grpId="0" nodeType="clickEffect">
                                  <p:stCondLst>
                                    <p:cond delay="0"/>
                                  </p:stCondLst>
                                  <p:childTnLst>
                                    <p:set>
                                      <p:cBhvr>
                                        <p:cTn id="482" dur="1" fill="hold">
                                          <p:stCondLst>
                                            <p:cond delay="0"/>
                                          </p:stCondLst>
                                        </p:cTn>
                                        <p:tgtEl>
                                          <p:spTgt spid="144"/>
                                        </p:tgtEl>
                                        <p:attrNameLst>
                                          <p:attrName>style.visibility</p:attrName>
                                        </p:attrNameLst>
                                      </p:cBhvr>
                                      <p:to>
                                        <p:strVal val="visible"/>
                                      </p:to>
                                    </p:set>
                                    <p:animEffect transition="in" filter="fade">
                                      <p:cBhvr>
                                        <p:cTn id="483" dur="1000"/>
                                        <p:tgtEl>
                                          <p:spTgt spid="144"/>
                                        </p:tgtEl>
                                      </p:cBhvr>
                                    </p:animEffect>
                                  </p:childTnLst>
                                </p:cTn>
                              </p:par>
                              <p:par>
                                <p:cTn id="484" presetID="22" presetClass="entr" presetSubtype="1" fill="hold" nodeType="withEffect">
                                  <p:stCondLst>
                                    <p:cond delay="0"/>
                                  </p:stCondLst>
                                  <p:childTnLst>
                                    <p:set>
                                      <p:cBhvr>
                                        <p:cTn id="485" dur="1" fill="hold">
                                          <p:stCondLst>
                                            <p:cond delay="0"/>
                                          </p:stCondLst>
                                        </p:cTn>
                                        <p:tgtEl>
                                          <p:spTgt spid="147"/>
                                        </p:tgtEl>
                                        <p:attrNameLst>
                                          <p:attrName>style.visibility</p:attrName>
                                        </p:attrNameLst>
                                      </p:cBhvr>
                                      <p:to>
                                        <p:strVal val="visible"/>
                                      </p:to>
                                    </p:set>
                                    <p:animEffect transition="in" filter="wipe(up)">
                                      <p:cBhvr>
                                        <p:cTn id="486" dur="1000"/>
                                        <p:tgtEl>
                                          <p:spTgt spid="147"/>
                                        </p:tgtEl>
                                      </p:cBhvr>
                                    </p:animEffect>
                                  </p:childTnLst>
                                </p:cTn>
                              </p:par>
                            </p:childTnLst>
                          </p:cTn>
                        </p:par>
                        <p:par>
                          <p:cTn id="487" fill="hold">
                            <p:stCondLst>
                              <p:cond delay="1000"/>
                            </p:stCondLst>
                            <p:childTnLst>
                              <p:par>
                                <p:cTn id="488" presetID="22" presetClass="entr" presetSubtype="1" fill="hold" nodeType="afterEffect">
                                  <p:stCondLst>
                                    <p:cond delay="0"/>
                                  </p:stCondLst>
                                  <p:childTnLst>
                                    <p:set>
                                      <p:cBhvr>
                                        <p:cTn id="489" dur="1" fill="hold">
                                          <p:stCondLst>
                                            <p:cond delay="0"/>
                                          </p:stCondLst>
                                        </p:cTn>
                                        <p:tgtEl>
                                          <p:spTgt spid="130"/>
                                        </p:tgtEl>
                                        <p:attrNameLst>
                                          <p:attrName>style.visibility</p:attrName>
                                        </p:attrNameLst>
                                      </p:cBhvr>
                                      <p:to>
                                        <p:strVal val="visible"/>
                                      </p:to>
                                    </p:set>
                                    <p:animEffect transition="in" filter="wipe(up)">
                                      <p:cBhvr>
                                        <p:cTn id="490" dur="1000"/>
                                        <p:tgtEl>
                                          <p:spTgt spid="130"/>
                                        </p:tgtEl>
                                      </p:cBhvr>
                                    </p:animEffect>
                                  </p:childTnLst>
                                </p:cTn>
                              </p:par>
                            </p:childTnLst>
                          </p:cTn>
                        </p:par>
                        <p:par>
                          <p:cTn id="491" fill="hold">
                            <p:stCondLst>
                              <p:cond delay="2000"/>
                            </p:stCondLst>
                            <p:childTnLst>
                              <p:par>
                                <p:cTn id="492" presetID="10" presetClass="entr" presetSubtype="0" fill="hold" grpId="0" nodeType="afterEffect">
                                  <p:stCondLst>
                                    <p:cond delay="0"/>
                                  </p:stCondLst>
                                  <p:childTnLst>
                                    <p:set>
                                      <p:cBhvr>
                                        <p:cTn id="493" dur="1" fill="hold">
                                          <p:stCondLst>
                                            <p:cond delay="0"/>
                                          </p:stCondLst>
                                        </p:cTn>
                                        <p:tgtEl>
                                          <p:spTgt spid="197"/>
                                        </p:tgtEl>
                                        <p:attrNameLst>
                                          <p:attrName>style.visibility</p:attrName>
                                        </p:attrNameLst>
                                      </p:cBhvr>
                                      <p:to>
                                        <p:strVal val="visible"/>
                                      </p:to>
                                    </p:set>
                                    <p:animEffect transition="in" filter="fade">
                                      <p:cBhvr>
                                        <p:cTn id="494" dur="500"/>
                                        <p:tgtEl>
                                          <p:spTgt spid="197"/>
                                        </p:tgtEl>
                                      </p:cBhvr>
                                    </p:animEffect>
                                  </p:childTnLst>
                                </p:cTn>
                              </p:par>
                            </p:childTnLst>
                          </p:cTn>
                        </p:par>
                        <p:par>
                          <p:cTn id="495" fill="hold">
                            <p:stCondLst>
                              <p:cond delay="2500"/>
                            </p:stCondLst>
                            <p:childTnLst>
                              <p:par>
                                <p:cTn id="496" presetID="10" presetClass="entr" presetSubtype="0" fill="hold" grpId="0" nodeType="afterEffect">
                                  <p:stCondLst>
                                    <p:cond delay="0"/>
                                  </p:stCondLst>
                                  <p:childTnLst>
                                    <p:set>
                                      <p:cBhvr>
                                        <p:cTn id="497" dur="1" fill="hold">
                                          <p:stCondLst>
                                            <p:cond delay="0"/>
                                          </p:stCondLst>
                                        </p:cTn>
                                        <p:tgtEl>
                                          <p:spTgt spid="199"/>
                                        </p:tgtEl>
                                        <p:attrNameLst>
                                          <p:attrName>style.visibility</p:attrName>
                                        </p:attrNameLst>
                                      </p:cBhvr>
                                      <p:to>
                                        <p:strVal val="visible"/>
                                      </p:to>
                                    </p:set>
                                    <p:animEffect transition="in" filter="fade">
                                      <p:cBhvr>
                                        <p:cTn id="498" dur="500"/>
                                        <p:tgtEl>
                                          <p:spTgt spid="199"/>
                                        </p:tgtEl>
                                      </p:cBhvr>
                                    </p:animEffect>
                                  </p:childTnLst>
                                </p:cTn>
                              </p:par>
                            </p:childTnLst>
                          </p:cTn>
                        </p:par>
                        <p:par>
                          <p:cTn id="499" fill="hold">
                            <p:stCondLst>
                              <p:cond delay="3000"/>
                            </p:stCondLst>
                            <p:childTnLst>
                              <p:par>
                                <p:cTn id="500" presetID="22" presetClass="entr" presetSubtype="1" fill="hold" nodeType="afterEffect">
                                  <p:stCondLst>
                                    <p:cond delay="0"/>
                                  </p:stCondLst>
                                  <p:childTnLst>
                                    <p:set>
                                      <p:cBhvr>
                                        <p:cTn id="501" dur="1" fill="hold">
                                          <p:stCondLst>
                                            <p:cond delay="0"/>
                                          </p:stCondLst>
                                        </p:cTn>
                                        <p:tgtEl>
                                          <p:spTgt spid="156"/>
                                        </p:tgtEl>
                                        <p:attrNameLst>
                                          <p:attrName>style.visibility</p:attrName>
                                        </p:attrNameLst>
                                      </p:cBhvr>
                                      <p:to>
                                        <p:strVal val="visible"/>
                                      </p:to>
                                    </p:set>
                                    <p:animEffect transition="in" filter="wipe(up)">
                                      <p:cBhvr>
                                        <p:cTn id="502" dur="500"/>
                                        <p:tgtEl>
                                          <p:spTgt spid="156"/>
                                        </p:tgtEl>
                                      </p:cBhvr>
                                    </p:animEffect>
                                  </p:childTnLst>
                                </p:cTn>
                              </p:par>
                            </p:childTnLst>
                          </p:cTn>
                        </p:par>
                      </p:childTnLst>
                    </p:cTn>
                  </p:par>
                  <p:par>
                    <p:cTn id="503" fill="hold">
                      <p:stCondLst>
                        <p:cond delay="indefinite"/>
                      </p:stCondLst>
                      <p:childTnLst>
                        <p:par>
                          <p:cTn id="504" fill="hold">
                            <p:stCondLst>
                              <p:cond delay="0"/>
                            </p:stCondLst>
                            <p:childTnLst>
                              <p:par>
                                <p:cTn id="505" presetID="1" presetClass="emph" presetSubtype="2" fill="hold" nodeType="clickEffect">
                                  <p:stCondLst>
                                    <p:cond delay="0"/>
                                  </p:stCondLst>
                                  <p:childTnLst>
                                    <p:animClr clrSpc="rgb" dir="cw">
                                      <p:cBhvr>
                                        <p:cTn id="506" dur="500" fill="hold"/>
                                        <p:tgtEl>
                                          <p:spTgt spid="15"/>
                                        </p:tgtEl>
                                        <p:attrNameLst>
                                          <p:attrName>fillcolor</p:attrName>
                                        </p:attrNameLst>
                                      </p:cBhvr>
                                      <p:to>
                                        <a:srgbClr val="95DCF7"/>
                                      </p:to>
                                    </p:animClr>
                                    <p:set>
                                      <p:cBhvr>
                                        <p:cTn id="507" dur="500" fill="hold"/>
                                        <p:tgtEl>
                                          <p:spTgt spid="15"/>
                                        </p:tgtEl>
                                        <p:attrNameLst>
                                          <p:attrName>fill.type</p:attrName>
                                        </p:attrNameLst>
                                      </p:cBhvr>
                                      <p:to>
                                        <p:strVal val="solid"/>
                                      </p:to>
                                    </p:set>
                                    <p:set>
                                      <p:cBhvr>
                                        <p:cTn id="508" dur="500" fill="hold"/>
                                        <p:tgtEl>
                                          <p:spTgt spid="15"/>
                                        </p:tgtEl>
                                        <p:attrNameLst>
                                          <p:attrName>fill.on</p:attrName>
                                        </p:attrNameLst>
                                      </p:cBhvr>
                                      <p:to>
                                        <p:strVal val="true"/>
                                      </p:to>
                                    </p:set>
                                  </p:childTnLst>
                                </p:cTn>
                              </p:par>
                            </p:childTnLst>
                          </p:cTn>
                        </p:par>
                        <p:par>
                          <p:cTn id="509" fill="hold">
                            <p:stCondLst>
                              <p:cond delay="500"/>
                            </p:stCondLst>
                            <p:childTnLst>
                              <p:par>
                                <p:cTn id="510" presetID="22" presetClass="entr" presetSubtype="1" fill="hold" nodeType="afterEffect">
                                  <p:stCondLst>
                                    <p:cond delay="0"/>
                                  </p:stCondLst>
                                  <p:childTnLst>
                                    <p:set>
                                      <p:cBhvr>
                                        <p:cTn id="511" dur="1" fill="hold">
                                          <p:stCondLst>
                                            <p:cond delay="0"/>
                                          </p:stCondLst>
                                        </p:cTn>
                                        <p:tgtEl>
                                          <p:spTgt spid="145"/>
                                        </p:tgtEl>
                                        <p:attrNameLst>
                                          <p:attrName>style.visibility</p:attrName>
                                        </p:attrNameLst>
                                      </p:cBhvr>
                                      <p:to>
                                        <p:strVal val="visible"/>
                                      </p:to>
                                    </p:set>
                                    <p:animEffect transition="in" filter="wipe(up)">
                                      <p:cBhvr>
                                        <p:cTn id="512" dur="1000"/>
                                        <p:tgtEl>
                                          <p:spTgt spid="145"/>
                                        </p:tgtEl>
                                      </p:cBhvr>
                                    </p:animEffect>
                                  </p:childTnLst>
                                </p:cTn>
                              </p:par>
                            </p:childTnLst>
                          </p:cTn>
                        </p:par>
                      </p:childTnLst>
                    </p:cTn>
                  </p:par>
                  <p:par>
                    <p:cTn id="513" fill="hold">
                      <p:stCondLst>
                        <p:cond delay="indefinite"/>
                      </p:stCondLst>
                      <p:childTnLst>
                        <p:par>
                          <p:cTn id="514" fill="hold">
                            <p:stCondLst>
                              <p:cond delay="0"/>
                            </p:stCondLst>
                            <p:childTnLst>
                              <p:par>
                                <p:cTn id="515" presetID="22" presetClass="entr" presetSubtype="1" fill="hold" grpId="0" nodeType="clickEffect">
                                  <p:stCondLst>
                                    <p:cond delay="0"/>
                                  </p:stCondLst>
                                  <p:childTnLst>
                                    <p:set>
                                      <p:cBhvr>
                                        <p:cTn id="516" dur="1" fill="hold">
                                          <p:stCondLst>
                                            <p:cond delay="0"/>
                                          </p:stCondLst>
                                        </p:cTn>
                                        <p:tgtEl>
                                          <p:spTgt spid="189"/>
                                        </p:tgtEl>
                                        <p:attrNameLst>
                                          <p:attrName>style.visibility</p:attrName>
                                        </p:attrNameLst>
                                      </p:cBhvr>
                                      <p:to>
                                        <p:strVal val="visible"/>
                                      </p:to>
                                    </p:set>
                                    <p:animEffect transition="in" filter="wipe(up)">
                                      <p:cBhvr>
                                        <p:cTn id="517" dur="500"/>
                                        <p:tgtEl>
                                          <p:spTgt spid="189"/>
                                        </p:tgtEl>
                                      </p:cBhvr>
                                    </p:animEffect>
                                  </p:childTnLst>
                                </p:cTn>
                              </p:par>
                            </p:childTnLst>
                          </p:cTn>
                        </p:par>
                      </p:childTnLst>
                    </p:cTn>
                  </p:par>
                  <p:par>
                    <p:cTn id="518" fill="hold">
                      <p:stCondLst>
                        <p:cond delay="indefinite"/>
                      </p:stCondLst>
                      <p:childTnLst>
                        <p:par>
                          <p:cTn id="519" fill="hold">
                            <p:stCondLst>
                              <p:cond delay="0"/>
                            </p:stCondLst>
                            <p:childTnLst>
                              <p:par>
                                <p:cTn id="520" presetID="1" presetClass="emph" presetSubtype="2" fill="hold" nodeType="clickEffect">
                                  <p:stCondLst>
                                    <p:cond delay="0"/>
                                  </p:stCondLst>
                                  <p:childTnLst>
                                    <p:animClr clrSpc="rgb" dir="cw">
                                      <p:cBhvr>
                                        <p:cTn id="521" dur="500" fill="hold"/>
                                        <p:tgtEl>
                                          <p:spTgt spid="15"/>
                                        </p:tgtEl>
                                        <p:attrNameLst>
                                          <p:attrName>fillcolor</p:attrName>
                                        </p:attrNameLst>
                                      </p:cBhvr>
                                      <p:to>
                                        <a:srgbClr val="F2F2F2"/>
                                      </p:to>
                                    </p:animClr>
                                    <p:set>
                                      <p:cBhvr>
                                        <p:cTn id="522" dur="500" fill="hold"/>
                                        <p:tgtEl>
                                          <p:spTgt spid="15"/>
                                        </p:tgtEl>
                                        <p:attrNameLst>
                                          <p:attrName>fill.type</p:attrName>
                                        </p:attrNameLst>
                                      </p:cBhvr>
                                      <p:to>
                                        <p:strVal val="solid"/>
                                      </p:to>
                                    </p:set>
                                    <p:set>
                                      <p:cBhvr>
                                        <p:cTn id="523" dur="500" fill="hold"/>
                                        <p:tgtEl>
                                          <p:spTgt spid="15"/>
                                        </p:tgtEl>
                                        <p:attrNameLst>
                                          <p:attrName>fill.on</p:attrName>
                                        </p:attrNameLst>
                                      </p:cBhvr>
                                      <p:to>
                                        <p:strVal val="true"/>
                                      </p:to>
                                    </p:set>
                                  </p:childTnLst>
                                </p:cTn>
                              </p:par>
                            </p:childTnLst>
                          </p:cTn>
                        </p:par>
                        <p:par>
                          <p:cTn id="524" fill="hold">
                            <p:stCondLst>
                              <p:cond delay="500"/>
                            </p:stCondLst>
                            <p:childTnLst>
                              <p:par>
                                <p:cTn id="525" presetID="22" presetClass="entr" presetSubtype="1" fill="hold" grpId="0" nodeType="afterEffect">
                                  <p:stCondLst>
                                    <p:cond delay="0"/>
                                  </p:stCondLst>
                                  <p:childTnLst>
                                    <p:set>
                                      <p:cBhvr>
                                        <p:cTn id="526" dur="1" fill="hold">
                                          <p:stCondLst>
                                            <p:cond delay="0"/>
                                          </p:stCondLst>
                                        </p:cTn>
                                        <p:tgtEl>
                                          <p:spTgt spid="60"/>
                                        </p:tgtEl>
                                        <p:attrNameLst>
                                          <p:attrName>style.visibility</p:attrName>
                                        </p:attrNameLst>
                                      </p:cBhvr>
                                      <p:to>
                                        <p:strVal val="visible"/>
                                      </p:to>
                                    </p:set>
                                    <p:animEffect transition="in" filter="wipe(up)">
                                      <p:cBhvr>
                                        <p:cTn id="527" dur="500"/>
                                        <p:tgtEl>
                                          <p:spTgt spid="60"/>
                                        </p:tgtEl>
                                      </p:cBhvr>
                                    </p:animEffect>
                                  </p:childTnLst>
                                </p:cTn>
                              </p:par>
                            </p:childTnLst>
                          </p:cTn>
                        </p:par>
                        <p:par>
                          <p:cTn id="528" fill="hold">
                            <p:stCondLst>
                              <p:cond delay="1000"/>
                            </p:stCondLst>
                            <p:childTnLst>
                              <p:par>
                                <p:cTn id="529" presetID="22" presetClass="entr" presetSubtype="2" fill="hold" nodeType="afterEffect">
                                  <p:stCondLst>
                                    <p:cond delay="0"/>
                                  </p:stCondLst>
                                  <p:childTnLst>
                                    <p:set>
                                      <p:cBhvr>
                                        <p:cTn id="530" dur="1" fill="hold">
                                          <p:stCondLst>
                                            <p:cond delay="0"/>
                                          </p:stCondLst>
                                        </p:cTn>
                                        <p:tgtEl>
                                          <p:spTgt spid="92"/>
                                        </p:tgtEl>
                                        <p:attrNameLst>
                                          <p:attrName>style.visibility</p:attrName>
                                        </p:attrNameLst>
                                      </p:cBhvr>
                                      <p:to>
                                        <p:strVal val="visible"/>
                                      </p:to>
                                    </p:set>
                                    <p:animEffect transition="in" filter="wipe(right)">
                                      <p:cBhvr>
                                        <p:cTn id="531" dur="500"/>
                                        <p:tgtEl>
                                          <p:spTgt spid="92"/>
                                        </p:tgtEl>
                                      </p:cBhvr>
                                    </p:animEffect>
                                  </p:childTnLst>
                                </p:cTn>
                              </p:par>
                            </p:childTnLst>
                          </p:cTn>
                        </p:par>
                        <p:par>
                          <p:cTn id="532" fill="hold">
                            <p:stCondLst>
                              <p:cond delay="1500"/>
                            </p:stCondLst>
                            <p:childTnLst>
                              <p:par>
                                <p:cTn id="533" presetID="22" presetClass="entr" presetSubtype="1" fill="hold" nodeType="afterEffect">
                                  <p:stCondLst>
                                    <p:cond delay="0"/>
                                  </p:stCondLst>
                                  <p:childTnLst>
                                    <p:set>
                                      <p:cBhvr>
                                        <p:cTn id="534" dur="1" fill="hold">
                                          <p:stCondLst>
                                            <p:cond delay="0"/>
                                          </p:stCondLst>
                                        </p:cTn>
                                        <p:tgtEl>
                                          <p:spTgt spid="98"/>
                                        </p:tgtEl>
                                        <p:attrNameLst>
                                          <p:attrName>style.visibility</p:attrName>
                                        </p:attrNameLst>
                                      </p:cBhvr>
                                      <p:to>
                                        <p:strVal val="visible"/>
                                      </p:to>
                                    </p:set>
                                    <p:animEffect transition="in" filter="wipe(up)">
                                      <p:cBhvr>
                                        <p:cTn id="535" dur="10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uiExpand="1" build="allAtOnce"/>
      <p:bldP spid="132" grpId="0" animBg="1"/>
      <p:bldP spid="140" grpId="0" animBg="1"/>
      <p:bldP spid="157" grpId="0" animBg="1"/>
      <p:bldP spid="3" grpId="0" uiExpand="1" build="p" animBg="1"/>
      <p:bldP spid="91" grpId="0" uiExpand="1" build="p" animBg="1"/>
      <p:bldP spid="144" grpId="0" animBg="1"/>
      <p:bldP spid="60" grpId="0" animBg="1"/>
      <p:bldP spid="162" grpId="0" animBg="1"/>
      <p:bldP spid="163" grpId="0" animBg="1"/>
      <p:bldP spid="164" grpId="0" animBg="1"/>
      <p:bldP spid="165" grpId="0" uiExpand="1" animBg="1"/>
      <p:bldP spid="166" grpId="0" uiExpand="1" animBg="1"/>
      <p:bldP spid="167" grpId="0" uiExpand="1" animBg="1"/>
      <p:bldP spid="168" grpId="0" uiExpand="1"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91" grpId="0" animBg="1"/>
      <p:bldP spid="194" grpId="0" animBg="1"/>
      <p:bldP spid="195" grpId="0" animBg="1"/>
      <p:bldP spid="197" grpId="0" animBg="1"/>
      <p:bldP spid="199" grpId="0" animBg="1"/>
      <p:bldP spid="42" grpId="0" uiExpand="1" build="p"/>
      <p:bldP spid="18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 name="组合 147">
            <a:extLst>
              <a:ext uri="{FF2B5EF4-FFF2-40B4-BE49-F238E27FC236}">
                <a16:creationId xmlns:a16="http://schemas.microsoft.com/office/drawing/2014/main" id="{FBBE5925-0FD5-4C55-9751-8FD889E601FD}"/>
              </a:ext>
            </a:extLst>
          </p:cNvPr>
          <p:cNvGrpSpPr/>
          <p:nvPr/>
        </p:nvGrpSpPr>
        <p:grpSpPr>
          <a:xfrm>
            <a:off x="8355248" y="4081330"/>
            <a:ext cx="2905383" cy="1973009"/>
            <a:chOff x="8194189" y="3779994"/>
            <a:chExt cx="2905383" cy="1973009"/>
          </a:xfrm>
        </p:grpSpPr>
        <p:grpSp>
          <p:nvGrpSpPr>
            <p:cNvPr id="146" name="组合 145">
              <a:extLst>
                <a:ext uri="{FF2B5EF4-FFF2-40B4-BE49-F238E27FC236}">
                  <a16:creationId xmlns:a16="http://schemas.microsoft.com/office/drawing/2014/main" id="{699C0882-688C-49D8-88F6-A2C9F143CC39}"/>
                </a:ext>
              </a:extLst>
            </p:cNvPr>
            <p:cNvGrpSpPr/>
            <p:nvPr/>
          </p:nvGrpSpPr>
          <p:grpSpPr>
            <a:xfrm>
              <a:off x="8194189" y="3779994"/>
              <a:ext cx="2905383" cy="1973009"/>
              <a:chOff x="8194189" y="3779994"/>
              <a:chExt cx="2905383" cy="1973009"/>
            </a:xfrm>
          </p:grpSpPr>
          <p:sp>
            <p:nvSpPr>
              <p:cNvPr id="11" name="Line 33">
                <a:extLst>
                  <a:ext uri="{FF2B5EF4-FFF2-40B4-BE49-F238E27FC236}">
                    <a16:creationId xmlns:a16="http://schemas.microsoft.com/office/drawing/2014/main" id="{1C621326-7FCA-44CF-90A1-70018FA724B8}"/>
                  </a:ext>
                </a:extLst>
              </p:cNvPr>
              <p:cNvSpPr>
                <a:spLocks noChangeShapeType="1"/>
              </p:cNvSpPr>
              <p:nvPr/>
            </p:nvSpPr>
            <p:spPr bwMode="auto">
              <a:xfrm flipH="1">
                <a:off x="8592763" y="5041181"/>
                <a:ext cx="249506" cy="397690"/>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nvGrpSpPr>
              <p:cNvPr id="35" name="组合 34">
                <a:extLst>
                  <a:ext uri="{FF2B5EF4-FFF2-40B4-BE49-F238E27FC236}">
                    <a16:creationId xmlns:a16="http://schemas.microsoft.com/office/drawing/2014/main" id="{BB236BF8-3F92-4AAA-9029-1873FEF71BE9}"/>
                  </a:ext>
                </a:extLst>
              </p:cNvPr>
              <p:cNvGrpSpPr/>
              <p:nvPr/>
            </p:nvGrpSpPr>
            <p:grpSpPr>
              <a:xfrm>
                <a:off x="10325970" y="4883822"/>
                <a:ext cx="773602" cy="310101"/>
                <a:chOff x="10116681" y="1809846"/>
                <a:chExt cx="773602" cy="310101"/>
              </a:xfrm>
            </p:grpSpPr>
            <p:sp>
              <p:nvSpPr>
                <p:cNvPr id="36" name="Text Box 28">
                  <a:extLst>
                    <a:ext uri="{FF2B5EF4-FFF2-40B4-BE49-F238E27FC236}">
                      <a16:creationId xmlns:a16="http://schemas.microsoft.com/office/drawing/2014/main" id="{7E9097D8-C25B-4ABD-B3EB-F593210FEAF4}"/>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c</a:t>
                  </a:r>
                  <a:endParaRPr lang="en-US" altLang="zh-CN" sz="2400" dirty="0">
                    <a:solidFill>
                      <a:srgbClr val="C00000"/>
                    </a:solidFill>
                  </a:endParaRPr>
                </a:p>
              </p:txBody>
            </p:sp>
            <p:sp>
              <p:nvSpPr>
                <p:cNvPr id="37" name="Text Box 28">
                  <a:extLst>
                    <a:ext uri="{FF2B5EF4-FFF2-40B4-BE49-F238E27FC236}">
                      <a16:creationId xmlns:a16="http://schemas.microsoft.com/office/drawing/2014/main" id="{7DBF4638-590E-44DE-AB88-B61E1C9869BC}"/>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8" name="Text Box 28">
                  <a:extLst>
                    <a:ext uri="{FF2B5EF4-FFF2-40B4-BE49-F238E27FC236}">
                      <a16:creationId xmlns:a16="http://schemas.microsoft.com/office/drawing/2014/main" id="{F7E267C2-45CA-4879-BA77-59599119C91E}"/>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9" name="Text Box 28">
                  <a:extLst>
                    <a:ext uri="{FF2B5EF4-FFF2-40B4-BE49-F238E27FC236}">
                      <a16:creationId xmlns:a16="http://schemas.microsoft.com/office/drawing/2014/main" id="{79C53F0F-B3CC-4CA8-A581-31FF6838FE22}"/>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0" name="Text Box 28">
                  <a:extLst>
                    <a:ext uri="{FF2B5EF4-FFF2-40B4-BE49-F238E27FC236}">
                      <a16:creationId xmlns:a16="http://schemas.microsoft.com/office/drawing/2014/main" id="{2D81C446-DAE3-4E36-9BE8-C166B83866DF}"/>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1" name="矩形 40">
                  <a:extLst>
                    <a:ext uri="{FF2B5EF4-FFF2-40B4-BE49-F238E27FC236}">
                      <a16:creationId xmlns:a16="http://schemas.microsoft.com/office/drawing/2014/main" id="{CC17B87F-A675-4747-BD73-AAA09098A9F1}"/>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42" name="组合 41">
                <a:extLst>
                  <a:ext uri="{FF2B5EF4-FFF2-40B4-BE49-F238E27FC236}">
                    <a16:creationId xmlns:a16="http://schemas.microsoft.com/office/drawing/2014/main" id="{415C71CA-8D12-4BF6-83D9-4E1E55E280DC}"/>
                  </a:ext>
                </a:extLst>
              </p:cNvPr>
              <p:cNvGrpSpPr/>
              <p:nvPr/>
            </p:nvGrpSpPr>
            <p:grpSpPr>
              <a:xfrm>
                <a:off x="9550824" y="4305159"/>
                <a:ext cx="773602" cy="310101"/>
                <a:chOff x="10116681" y="1809846"/>
                <a:chExt cx="773602" cy="310101"/>
              </a:xfrm>
            </p:grpSpPr>
            <p:sp>
              <p:nvSpPr>
                <p:cNvPr id="43" name="Text Box 28">
                  <a:extLst>
                    <a:ext uri="{FF2B5EF4-FFF2-40B4-BE49-F238E27FC236}">
                      <a16:creationId xmlns:a16="http://schemas.microsoft.com/office/drawing/2014/main" id="{F2872FE4-A79F-4FF6-978A-F8629D605BAE}"/>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a:t>
                  </a:r>
                  <a:endParaRPr lang="en-US" altLang="zh-CN" sz="2400" dirty="0">
                    <a:solidFill>
                      <a:srgbClr val="C00000"/>
                    </a:solidFill>
                  </a:endParaRPr>
                </a:p>
              </p:txBody>
            </p:sp>
            <p:sp>
              <p:nvSpPr>
                <p:cNvPr id="44" name="Text Box 28">
                  <a:extLst>
                    <a:ext uri="{FF2B5EF4-FFF2-40B4-BE49-F238E27FC236}">
                      <a16:creationId xmlns:a16="http://schemas.microsoft.com/office/drawing/2014/main" id="{D69CA494-1F9A-485D-8DDF-D75D159BE91A}"/>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5" name="Text Box 28">
                  <a:extLst>
                    <a:ext uri="{FF2B5EF4-FFF2-40B4-BE49-F238E27FC236}">
                      <a16:creationId xmlns:a16="http://schemas.microsoft.com/office/drawing/2014/main" id="{7C837CE0-AE8D-489D-B48B-D861DFC1AEAD}"/>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6" name="Text Box 28">
                  <a:extLst>
                    <a:ext uri="{FF2B5EF4-FFF2-40B4-BE49-F238E27FC236}">
                      <a16:creationId xmlns:a16="http://schemas.microsoft.com/office/drawing/2014/main" id="{27BF21EC-9479-4035-8D87-89E04D23673E}"/>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7" name="Text Box 28">
                  <a:extLst>
                    <a:ext uri="{FF2B5EF4-FFF2-40B4-BE49-F238E27FC236}">
                      <a16:creationId xmlns:a16="http://schemas.microsoft.com/office/drawing/2014/main" id="{75E7B7A9-64FD-477C-AAFA-EEE6DE9556D7}"/>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8" name="矩形 47">
                  <a:extLst>
                    <a:ext uri="{FF2B5EF4-FFF2-40B4-BE49-F238E27FC236}">
                      <a16:creationId xmlns:a16="http://schemas.microsoft.com/office/drawing/2014/main" id="{734AFF24-6048-467D-B8F8-6CB7F4118C27}"/>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49" name="组合 48">
                <a:extLst>
                  <a:ext uri="{FF2B5EF4-FFF2-40B4-BE49-F238E27FC236}">
                    <a16:creationId xmlns:a16="http://schemas.microsoft.com/office/drawing/2014/main" id="{CB1F4B87-F4D3-489E-9E97-16CBE5CF786B}"/>
                  </a:ext>
                </a:extLst>
              </p:cNvPr>
              <p:cNvGrpSpPr/>
              <p:nvPr/>
            </p:nvGrpSpPr>
            <p:grpSpPr>
              <a:xfrm>
                <a:off x="8765481" y="4879675"/>
                <a:ext cx="773602" cy="310101"/>
                <a:chOff x="10116681" y="1809846"/>
                <a:chExt cx="773602" cy="310101"/>
              </a:xfrm>
            </p:grpSpPr>
            <p:sp>
              <p:nvSpPr>
                <p:cNvPr id="50" name="Text Box 28">
                  <a:extLst>
                    <a:ext uri="{FF2B5EF4-FFF2-40B4-BE49-F238E27FC236}">
                      <a16:creationId xmlns:a16="http://schemas.microsoft.com/office/drawing/2014/main" id="{8BA54203-6331-43F4-9E1C-D04532263CB1}"/>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p>
                  <a:pPr algn="ctr">
                    <a:lnSpc>
                      <a:spcPct val="80000"/>
                    </a:lnSpc>
                  </a:pPr>
                  <a:r>
                    <a:rPr lang="en-US" altLang="zh-CN" sz="2400" b="1" dirty="0">
                      <a:solidFill>
                        <a:srgbClr val="C00000"/>
                      </a:solidFill>
                    </a:rPr>
                    <a:t>*</a:t>
                  </a:r>
                  <a:endParaRPr lang="en-US" altLang="zh-CN" sz="2400" dirty="0">
                    <a:solidFill>
                      <a:srgbClr val="C00000"/>
                    </a:solidFill>
                  </a:endParaRPr>
                </a:p>
              </p:txBody>
            </p:sp>
            <p:sp>
              <p:nvSpPr>
                <p:cNvPr id="51" name="Text Box 28">
                  <a:extLst>
                    <a:ext uri="{FF2B5EF4-FFF2-40B4-BE49-F238E27FC236}">
                      <a16:creationId xmlns:a16="http://schemas.microsoft.com/office/drawing/2014/main" id="{022C4292-698B-4BEA-B58A-B771B2827816}"/>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2" name="Text Box 28">
                  <a:extLst>
                    <a:ext uri="{FF2B5EF4-FFF2-40B4-BE49-F238E27FC236}">
                      <a16:creationId xmlns:a16="http://schemas.microsoft.com/office/drawing/2014/main" id="{9CD86887-E978-44D2-BD5A-F0FF6BBB261B}"/>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3" name="Text Box 28">
                  <a:extLst>
                    <a:ext uri="{FF2B5EF4-FFF2-40B4-BE49-F238E27FC236}">
                      <a16:creationId xmlns:a16="http://schemas.microsoft.com/office/drawing/2014/main" id="{98B99CD6-4197-4D3A-9D17-55E0347A933F}"/>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4" name="Text Box 28">
                  <a:extLst>
                    <a:ext uri="{FF2B5EF4-FFF2-40B4-BE49-F238E27FC236}">
                      <a16:creationId xmlns:a16="http://schemas.microsoft.com/office/drawing/2014/main" id="{D3779F0D-65F5-40F0-9DCE-3F30D88C98A6}"/>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5" name="矩形 54">
                  <a:extLst>
                    <a:ext uri="{FF2B5EF4-FFF2-40B4-BE49-F238E27FC236}">
                      <a16:creationId xmlns:a16="http://schemas.microsoft.com/office/drawing/2014/main" id="{C35149DB-BFB3-4D02-B555-84F5DB15DA56}"/>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sp>
            <p:nvSpPr>
              <p:cNvPr id="56" name="Line 36">
                <a:extLst>
                  <a:ext uri="{FF2B5EF4-FFF2-40B4-BE49-F238E27FC236}">
                    <a16:creationId xmlns:a16="http://schemas.microsoft.com/office/drawing/2014/main" id="{B8EC10AB-A72B-4E62-9684-C7B441FC4BC1}"/>
                  </a:ext>
                </a:extLst>
              </p:cNvPr>
              <p:cNvSpPr>
                <a:spLocks noChangeShapeType="1"/>
              </p:cNvSpPr>
              <p:nvPr/>
            </p:nvSpPr>
            <p:spPr bwMode="auto">
              <a:xfrm>
                <a:off x="10261079" y="4466405"/>
                <a:ext cx="471752" cy="41963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57" name="Line 31">
                <a:extLst>
                  <a:ext uri="{FF2B5EF4-FFF2-40B4-BE49-F238E27FC236}">
                    <a16:creationId xmlns:a16="http://schemas.microsoft.com/office/drawing/2014/main" id="{2E7BC37D-F875-4026-86AB-1077818D5948}"/>
                  </a:ext>
                </a:extLst>
              </p:cNvPr>
              <p:cNvSpPr>
                <a:spLocks noChangeShapeType="1"/>
              </p:cNvSpPr>
              <p:nvPr/>
            </p:nvSpPr>
            <p:spPr bwMode="auto">
              <a:xfrm flipH="1">
                <a:off x="9138770" y="4466489"/>
                <a:ext cx="486814" cy="417733"/>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58" name="Line 54">
                <a:extLst>
                  <a:ext uri="{FF2B5EF4-FFF2-40B4-BE49-F238E27FC236}">
                    <a16:creationId xmlns:a16="http://schemas.microsoft.com/office/drawing/2014/main" id="{3B1DC850-2A8B-475C-9308-C6AF623426C5}"/>
                  </a:ext>
                </a:extLst>
              </p:cNvPr>
              <p:cNvSpPr>
                <a:spLocks noChangeShapeType="1"/>
              </p:cNvSpPr>
              <p:nvPr/>
            </p:nvSpPr>
            <p:spPr bwMode="auto">
              <a:xfrm>
                <a:off x="9471238" y="5041850"/>
                <a:ext cx="286143" cy="39574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nvGrpSpPr>
              <p:cNvPr id="59" name="组合 58">
                <a:extLst>
                  <a:ext uri="{FF2B5EF4-FFF2-40B4-BE49-F238E27FC236}">
                    <a16:creationId xmlns:a16="http://schemas.microsoft.com/office/drawing/2014/main" id="{664013F8-670C-428F-99F2-CC1C271A69E0}"/>
                  </a:ext>
                </a:extLst>
              </p:cNvPr>
              <p:cNvGrpSpPr/>
              <p:nvPr/>
            </p:nvGrpSpPr>
            <p:grpSpPr>
              <a:xfrm>
                <a:off x="8194189" y="5442902"/>
                <a:ext cx="773602" cy="310101"/>
                <a:chOff x="10116681" y="1809846"/>
                <a:chExt cx="773602" cy="310101"/>
              </a:xfrm>
            </p:grpSpPr>
            <p:sp>
              <p:nvSpPr>
                <p:cNvPr id="60" name="Text Box 28">
                  <a:extLst>
                    <a:ext uri="{FF2B5EF4-FFF2-40B4-BE49-F238E27FC236}">
                      <a16:creationId xmlns:a16="http://schemas.microsoft.com/office/drawing/2014/main" id="{0653DBB6-7D6E-4C1C-BD51-A6FBEC76EA5A}"/>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a</a:t>
                  </a:r>
                  <a:endParaRPr lang="en-US" altLang="zh-CN" sz="2400" dirty="0">
                    <a:solidFill>
                      <a:srgbClr val="C00000"/>
                    </a:solidFill>
                  </a:endParaRPr>
                </a:p>
              </p:txBody>
            </p:sp>
            <p:sp>
              <p:nvSpPr>
                <p:cNvPr id="61" name="Text Box 28">
                  <a:extLst>
                    <a:ext uri="{FF2B5EF4-FFF2-40B4-BE49-F238E27FC236}">
                      <a16:creationId xmlns:a16="http://schemas.microsoft.com/office/drawing/2014/main" id="{207372E4-3A52-4954-A092-A19708008B59}"/>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2" name="Text Box 28">
                  <a:extLst>
                    <a:ext uri="{FF2B5EF4-FFF2-40B4-BE49-F238E27FC236}">
                      <a16:creationId xmlns:a16="http://schemas.microsoft.com/office/drawing/2014/main" id="{04A517D2-509B-4140-B8CD-BB7025706EE6}"/>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3" name="Text Box 28">
                  <a:extLst>
                    <a:ext uri="{FF2B5EF4-FFF2-40B4-BE49-F238E27FC236}">
                      <a16:creationId xmlns:a16="http://schemas.microsoft.com/office/drawing/2014/main" id="{36D87A3A-1E5B-4351-99BF-1EF948859AA3}"/>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4" name="Text Box 28">
                  <a:extLst>
                    <a:ext uri="{FF2B5EF4-FFF2-40B4-BE49-F238E27FC236}">
                      <a16:creationId xmlns:a16="http://schemas.microsoft.com/office/drawing/2014/main" id="{F961B8DB-93F9-427C-AE1F-4B06626D9DA7}"/>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5" name="矩形 64">
                  <a:extLst>
                    <a:ext uri="{FF2B5EF4-FFF2-40B4-BE49-F238E27FC236}">
                      <a16:creationId xmlns:a16="http://schemas.microsoft.com/office/drawing/2014/main" id="{B2325C5F-88D3-4FE9-AAAF-1EAE41B60C5F}"/>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66" name="组合 65">
                <a:extLst>
                  <a:ext uri="{FF2B5EF4-FFF2-40B4-BE49-F238E27FC236}">
                    <a16:creationId xmlns:a16="http://schemas.microsoft.com/office/drawing/2014/main" id="{22F32E31-2DE8-4C43-9698-657BF9EC8646}"/>
                  </a:ext>
                </a:extLst>
              </p:cNvPr>
              <p:cNvGrpSpPr/>
              <p:nvPr/>
            </p:nvGrpSpPr>
            <p:grpSpPr>
              <a:xfrm>
                <a:off x="9358464" y="5441895"/>
                <a:ext cx="773602" cy="310101"/>
                <a:chOff x="10116681" y="1809846"/>
                <a:chExt cx="773602" cy="310101"/>
              </a:xfrm>
            </p:grpSpPr>
            <p:sp>
              <p:nvSpPr>
                <p:cNvPr id="67" name="Text Box 28">
                  <a:extLst>
                    <a:ext uri="{FF2B5EF4-FFF2-40B4-BE49-F238E27FC236}">
                      <a16:creationId xmlns:a16="http://schemas.microsoft.com/office/drawing/2014/main" id="{401925FB-1644-402D-A405-FA3083431901}"/>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b</a:t>
                  </a:r>
                </a:p>
              </p:txBody>
            </p:sp>
            <p:sp>
              <p:nvSpPr>
                <p:cNvPr id="68" name="Text Box 28">
                  <a:extLst>
                    <a:ext uri="{FF2B5EF4-FFF2-40B4-BE49-F238E27FC236}">
                      <a16:creationId xmlns:a16="http://schemas.microsoft.com/office/drawing/2014/main" id="{7C3384CF-A508-4B14-B346-3F5D7A491560}"/>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9" name="Text Box 28">
                  <a:extLst>
                    <a:ext uri="{FF2B5EF4-FFF2-40B4-BE49-F238E27FC236}">
                      <a16:creationId xmlns:a16="http://schemas.microsoft.com/office/drawing/2014/main" id="{F9951C63-6337-4CC4-82BC-56835EDB6BC4}"/>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0" name="Text Box 28">
                  <a:extLst>
                    <a:ext uri="{FF2B5EF4-FFF2-40B4-BE49-F238E27FC236}">
                      <a16:creationId xmlns:a16="http://schemas.microsoft.com/office/drawing/2014/main" id="{06AC61F4-E01A-4BD4-BC27-9BEEF31A7835}"/>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1" name="Text Box 28">
                  <a:extLst>
                    <a:ext uri="{FF2B5EF4-FFF2-40B4-BE49-F238E27FC236}">
                      <a16:creationId xmlns:a16="http://schemas.microsoft.com/office/drawing/2014/main" id="{AB6730C8-A624-4387-A3F3-35125C25AF57}"/>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2" name="矩形 71">
                  <a:extLst>
                    <a:ext uri="{FF2B5EF4-FFF2-40B4-BE49-F238E27FC236}">
                      <a16:creationId xmlns:a16="http://schemas.microsoft.com/office/drawing/2014/main" id="{47E1E31E-8567-4730-9CA3-EFDE8AF063FB}"/>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95" name="组合 94">
                <a:extLst>
                  <a:ext uri="{FF2B5EF4-FFF2-40B4-BE49-F238E27FC236}">
                    <a16:creationId xmlns:a16="http://schemas.microsoft.com/office/drawing/2014/main" id="{5995D1CB-C049-4526-A8B1-7434D6FCA40E}"/>
                  </a:ext>
                </a:extLst>
              </p:cNvPr>
              <p:cNvGrpSpPr/>
              <p:nvPr/>
            </p:nvGrpSpPr>
            <p:grpSpPr>
              <a:xfrm>
                <a:off x="9125846" y="3779994"/>
                <a:ext cx="445686" cy="527963"/>
                <a:chOff x="9515829" y="28724"/>
                <a:chExt cx="445686" cy="527963"/>
              </a:xfrm>
            </p:grpSpPr>
            <p:sp>
              <p:nvSpPr>
                <p:cNvPr id="96" name="Text Box 21">
                  <a:extLst>
                    <a:ext uri="{FF2B5EF4-FFF2-40B4-BE49-F238E27FC236}">
                      <a16:creationId xmlns:a16="http://schemas.microsoft.com/office/drawing/2014/main" id="{EB031049-209C-44DA-8F0A-C95A1BB5C7A8}"/>
                    </a:ext>
                  </a:extLst>
                </p:cNvPr>
                <p:cNvSpPr txBox="1">
                  <a:spLocks noChangeArrowheads="1"/>
                </p:cNvSpPr>
                <p:nvPr/>
              </p:nvSpPr>
              <p:spPr bwMode="auto">
                <a:xfrm>
                  <a:off x="9515829" y="28724"/>
                  <a:ext cx="369259"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err="1">
                      <a:solidFill>
                        <a:srgbClr val="000099"/>
                      </a:solidFill>
                    </a:rPr>
                    <a:t>bt</a:t>
                  </a:r>
                  <a:endParaRPr lang="en-US" altLang="zh-CN" sz="2400" dirty="0">
                    <a:solidFill>
                      <a:srgbClr val="000099"/>
                    </a:solidFill>
                  </a:endParaRPr>
                </a:p>
              </p:txBody>
            </p:sp>
            <p:cxnSp>
              <p:nvCxnSpPr>
                <p:cNvPr id="97" name="直接箭头连接符 96">
                  <a:extLst>
                    <a:ext uri="{FF2B5EF4-FFF2-40B4-BE49-F238E27FC236}">
                      <a16:creationId xmlns:a16="http://schemas.microsoft.com/office/drawing/2014/main" id="{3D1CE756-D1DB-405D-80B9-20091C884FEA}"/>
                    </a:ext>
                  </a:extLst>
                </p:cNvPr>
                <p:cNvCxnSpPr>
                  <a:cxnSpLocks/>
                </p:cNvCxnSpPr>
                <p:nvPr/>
              </p:nvCxnSpPr>
              <p:spPr>
                <a:xfrm>
                  <a:off x="9711338" y="382596"/>
                  <a:ext cx="250177" cy="174091"/>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sp>
          <p:nvSpPr>
            <p:cNvPr id="88" name="Text Box 60">
              <a:extLst>
                <a:ext uri="{FF2B5EF4-FFF2-40B4-BE49-F238E27FC236}">
                  <a16:creationId xmlns:a16="http://schemas.microsoft.com/office/drawing/2014/main" id="{8231F814-C30C-48A2-9BD6-CF66ACA0D075}"/>
                </a:ext>
              </a:extLst>
            </p:cNvPr>
            <p:cNvSpPr txBox="1">
              <a:spLocks noChangeArrowheads="1"/>
            </p:cNvSpPr>
            <p:nvPr/>
          </p:nvSpPr>
          <p:spPr bwMode="auto">
            <a:xfrm>
              <a:off x="9698407" y="4347177"/>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89" name="Text Box 60">
              <a:extLst>
                <a:ext uri="{FF2B5EF4-FFF2-40B4-BE49-F238E27FC236}">
                  <a16:creationId xmlns:a16="http://schemas.microsoft.com/office/drawing/2014/main" id="{97A5D337-9239-41BD-893C-4DFB547C9FF2}"/>
                </a:ext>
              </a:extLst>
            </p:cNvPr>
            <p:cNvSpPr txBox="1">
              <a:spLocks noChangeArrowheads="1"/>
            </p:cNvSpPr>
            <p:nvPr/>
          </p:nvSpPr>
          <p:spPr bwMode="auto">
            <a:xfrm>
              <a:off x="10052614" y="4345060"/>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0" name="Text Box 60">
              <a:extLst>
                <a:ext uri="{FF2B5EF4-FFF2-40B4-BE49-F238E27FC236}">
                  <a16:creationId xmlns:a16="http://schemas.microsoft.com/office/drawing/2014/main" id="{1E4FCB37-F800-4F6C-9CDB-2D53937DEF6E}"/>
                </a:ext>
              </a:extLst>
            </p:cNvPr>
            <p:cNvSpPr txBox="1">
              <a:spLocks noChangeArrowheads="1"/>
            </p:cNvSpPr>
            <p:nvPr/>
          </p:nvSpPr>
          <p:spPr bwMode="auto">
            <a:xfrm>
              <a:off x="9269453" y="4910928"/>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1" name="Text Box 60">
              <a:extLst>
                <a:ext uri="{FF2B5EF4-FFF2-40B4-BE49-F238E27FC236}">
                  <a16:creationId xmlns:a16="http://schemas.microsoft.com/office/drawing/2014/main" id="{D772562C-2EC0-4884-9054-036B4DE77AC3}"/>
                </a:ext>
              </a:extLst>
            </p:cNvPr>
            <p:cNvSpPr txBox="1">
              <a:spLocks noChangeArrowheads="1"/>
            </p:cNvSpPr>
            <p:nvPr/>
          </p:nvSpPr>
          <p:spPr bwMode="auto">
            <a:xfrm>
              <a:off x="8913461" y="4913991"/>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grpSp>
      <p:grpSp>
        <p:nvGrpSpPr>
          <p:cNvPr id="145" name="组合 144">
            <a:extLst>
              <a:ext uri="{FF2B5EF4-FFF2-40B4-BE49-F238E27FC236}">
                <a16:creationId xmlns:a16="http://schemas.microsoft.com/office/drawing/2014/main" id="{C1E4BDB7-5FE5-4363-A6DD-70C302B61E59}"/>
              </a:ext>
            </a:extLst>
          </p:cNvPr>
          <p:cNvGrpSpPr/>
          <p:nvPr/>
        </p:nvGrpSpPr>
        <p:grpSpPr>
          <a:xfrm>
            <a:off x="9364684" y="3350962"/>
            <a:ext cx="1120801" cy="877299"/>
            <a:chOff x="9203625" y="3049626"/>
            <a:chExt cx="1120801" cy="877299"/>
          </a:xfrm>
        </p:grpSpPr>
        <p:grpSp>
          <p:nvGrpSpPr>
            <p:cNvPr id="73" name="组合 72">
              <a:extLst>
                <a:ext uri="{FF2B5EF4-FFF2-40B4-BE49-F238E27FC236}">
                  <a16:creationId xmlns:a16="http://schemas.microsoft.com/office/drawing/2014/main" id="{2231D844-E828-4B85-B057-D64AEB0E811B}"/>
                </a:ext>
              </a:extLst>
            </p:cNvPr>
            <p:cNvGrpSpPr/>
            <p:nvPr/>
          </p:nvGrpSpPr>
          <p:grpSpPr>
            <a:xfrm>
              <a:off x="9550824" y="3616824"/>
              <a:ext cx="773602" cy="310101"/>
              <a:chOff x="10116681" y="1809846"/>
              <a:chExt cx="773602" cy="310101"/>
            </a:xfrm>
          </p:grpSpPr>
          <p:sp>
            <p:nvSpPr>
              <p:cNvPr id="74" name="Text Box 28">
                <a:extLst>
                  <a:ext uri="{FF2B5EF4-FFF2-40B4-BE49-F238E27FC236}">
                    <a16:creationId xmlns:a16="http://schemas.microsoft.com/office/drawing/2014/main" id="{9AEBCB1A-724D-46BC-A1C6-7C8294194449}"/>
                  </a:ext>
                </a:extLst>
              </p:cNvPr>
              <p:cNvSpPr txBox="1">
                <a:spLocks noChangeArrowheads="1"/>
              </p:cNvSpPr>
              <p:nvPr/>
            </p:nvSpPr>
            <p:spPr bwMode="auto">
              <a:xfrm>
                <a:off x="10409945" y="1812034"/>
                <a:ext cx="195512" cy="303855"/>
              </a:xfrm>
              <a:prstGeom prst="rect">
                <a:avLst/>
              </a:prstGeom>
              <a:pattFill prst="wdUpDiag">
                <a:fgClr>
                  <a:schemeClr val="accent6">
                    <a:lumMod val="75000"/>
                  </a:schemeClr>
                </a:fgClr>
                <a:bgClr>
                  <a:schemeClr val="bg1"/>
                </a:bgClr>
              </a:patt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5" name="Text Box 28">
                <a:extLst>
                  <a:ext uri="{FF2B5EF4-FFF2-40B4-BE49-F238E27FC236}">
                    <a16:creationId xmlns:a16="http://schemas.microsoft.com/office/drawing/2014/main" id="{5DBB705C-65DC-45C4-B5C6-F73F9FE8BEED}"/>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6" name="Text Box 28">
                <a:extLst>
                  <a:ext uri="{FF2B5EF4-FFF2-40B4-BE49-F238E27FC236}">
                    <a16:creationId xmlns:a16="http://schemas.microsoft.com/office/drawing/2014/main" id="{B50F818A-622F-4CBA-B48C-79781284098B}"/>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7" name="Text Box 28">
                <a:extLst>
                  <a:ext uri="{FF2B5EF4-FFF2-40B4-BE49-F238E27FC236}">
                    <a16:creationId xmlns:a16="http://schemas.microsoft.com/office/drawing/2014/main" id="{C5370DC7-A6EB-4E31-92F1-9858DFCBB262}"/>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8" name="Text Box 28">
                <a:extLst>
                  <a:ext uri="{FF2B5EF4-FFF2-40B4-BE49-F238E27FC236}">
                    <a16:creationId xmlns:a16="http://schemas.microsoft.com/office/drawing/2014/main" id="{506649C8-4A12-44A3-B792-8C6A19F96342}"/>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79" name="矩形 78">
                <a:extLst>
                  <a:ext uri="{FF2B5EF4-FFF2-40B4-BE49-F238E27FC236}">
                    <a16:creationId xmlns:a16="http://schemas.microsoft.com/office/drawing/2014/main" id="{7A633312-F5B0-4A03-8F00-5BFD22210A45}"/>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92" name="组合 91">
              <a:extLst>
                <a:ext uri="{FF2B5EF4-FFF2-40B4-BE49-F238E27FC236}">
                  <a16:creationId xmlns:a16="http://schemas.microsoft.com/office/drawing/2014/main" id="{475B95A1-7996-4C63-A6A0-825E61DD5C88}"/>
                </a:ext>
              </a:extLst>
            </p:cNvPr>
            <p:cNvGrpSpPr/>
            <p:nvPr/>
          </p:nvGrpSpPr>
          <p:grpSpPr>
            <a:xfrm>
              <a:off x="9203625" y="3049626"/>
              <a:ext cx="743851" cy="574392"/>
              <a:chOff x="9406825" y="76135"/>
              <a:chExt cx="743851" cy="574392"/>
            </a:xfrm>
          </p:grpSpPr>
          <p:sp>
            <p:nvSpPr>
              <p:cNvPr id="93" name="Text Box 21">
                <a:extLst>
                  <a:ext uri="{FF2B5EF4-FFF2-40B4-BE49-F238E27FC236}">
                    <a16:creationId xmlns:a16="http://schemas.microsoft.com/office/drawing/2014/main" id="{BD0D9428-F886-4D2E-AAC2-B75EB6CF9705}"/>
                  </a:ext>
                </a:extLst>
              </p:cNvPr>
              <p:cNvSpPr txBox="1">
                <a:spLocks noChangeArrowheads="1"/>
              </p:cNvSpPr>
              <p:nvPr/>
            </p:nvSpPr>
            <p:spPr bwMode="auto">
              <a:xfrm>
                <a:off x="9406825" y="76135"/>
                <a:ext cx="587267"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err="1">
                    <a:solidFill>
                      <a:srgbClr val="000099"/>
                    </a:solidFill>
                  </a:rPr>
                  <a:t>thrt</a:t>
                </a:r>
                <a:endParaRPr lang="en-US" altLang="zh-CN" sz="2400" dirty="0">
                  <a:solidFill>
                    <a:srgbClr val="000099"/>
                  </a:solidFill>
                </a:endParaRPr>
              </a:p>
            </p:txBody>
          </p:sp>
          <p:cxnSp>
            <p:nvCxnSpPr>
              <p:cNvPr id="94" name="直接箭头连接符 93">
                <a:extLst>
                  <a:ext uri="{FF2B5EF4-FFF2-40B4-BE49-F238E27FC236}">
                    <a16:creationId xmlns:a16="http://schemas.microsoft.com/office/drawing/2014/main" id="{68D5E1CF-C26F-4E0F-8B11-DFA62F7D1E9F}"/>
                  </a:ext>
                </a:extLst>
              </p:cNvPr>
              <p:cNvCxnSpPr>
                <a:cxnSpLocks/>
              </p:cNvCxnSpPr>
              <p:nvPr/>
            </p:nvCxnSpPr>
            <p:spPr>
              <a:xfrm>
                <a:off x="9836792" y="383753"/>
                <a:ext cx="313884" cy="266774"/>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sp>
        <p:nvSpPr>
          <p:cNvPr id="4" name="Text Box 39">
            <a:extLst>
              <a:ext uri="{FF2B5EF4-FFF2-40B4-BE49-F238E27FC236}">
                <a16:creationId xmlns:a16="http://schemas.microsoft.com/office/drawing/2014/main" id="{C861DEBA-E41F-4727-90B0-3D2ED66DEE0F}"/>
              </a:ext>
            </a:extLst>
          </p:cNvPr>
          <p:cNvSpPr txBox="1">
            <a:spLocks noChangeArrowheads="1"/>
          </p:cNvSpPr>
          <p:nvPr/>
        </p:nvSpPr>
        <p:spPr bwMode="auto">
          <a:xfrm>
            <a:off x="463069" y="2049602"/>
            <a:ext cx="6688661" cy="4496167"/>
          </a:xfrm>
          <a:prstGeom prst="rect">
            <a:avLst/>
          </a:prstGeom>
          <a:solidFill>
            <a:schemeClr val="bg2"/>
          </a:solidFill>
          <a:ln>
            <a:noFill/>
          </a:ln>
          <a:effectLst/>
        </p:spPr>
        <p:txBody>
          <a:bodyPr wrap="square">
            <a:spAutoFit/>
          </a:bodyPr>
          <a:lstStyle/>
          <a:p>
            <a:pPr algn="just">
              <a:lnSpc>
                <a:spcPct val="114000"/>
              </a:lnSpc>
            </a:pPr>
            <a:r>
              <a:rPr lang="zh-CN" altLang="en-US" b="1" dirty="0">
                <a:solidFill>
                  <a:srgbClr val="C00000"/>
                </a:solidFill>
                <a:effectLst>
                  <a:outerShdw blurRad="38100" dist="38100" dir="2700000" algn="tl">
                    <a:srgbClr val="000000">
                      <a:alpha val="43137"/>
                    </a:srgbClr>
                  </a:outerShdw>
                </a:effectLst>
                <a:latin typeface="+mn-ea"/>
              </a:rPr>
              <a:t>何谓二叉线索树？</a:t>
            </a:r>
            <a:endParaRPr lang="en-US" altLang="zh-CN" b="1" dirty="0">
              <a:solidFill>
                <a:srgbClr val="C00000"/>
              </a:solidFill>
              <a:effectLst>
                <a:outerShdw blurRad="38100" dist="38100" dir="2700000" algn="tl">
                  <a:srgbClr val="000000">
                    <a:alpha val="43137"/>
                  </a:srgbClr>
                </a:outerShdw>
              </a:effectLst>
              <a:latin typeface="+mn-ea"/>
            </a:endParaRPr>
          </a:p>
          <a:p>
            <a:pPr algn="just">
              <a:lnSpc>
                <a:spcPct val="114000"/>
              </a:lnSpc>
            </a:pPr>
            <a:r>
              <a:rPr lang="zh-CN" altLang="en-US" b="1" dirty="0">
                <a:latin typeface="+mn-ea"/>
              </a:rPr>
              <a:t>例如，图</a:t>
            </a:r>
            <a:r>
              <a:rPr lang="en-US" altLang="zh-CN" b="1" dirty="0">
                <a:latin typeface="+mn-ea"/>
              </a:rPr>
              <a:t>6.10</a:t>
            </a:r>
            <a:r>
              <a:rPr lang="zh-CN" altLang="en-US" b="1" dirty="0">
                <a:latin typeface="+mn-ea"/>
              </a:rPr>
              <a:t>的二叉树、二叉链表及中序序列。</a:t>
            </a:r>
          </a:p>
          <a:p>
            <a:pPr algn="just">
              <a:lnSpc>
                <a:spcPct val="114000"/>
              </a:lnSpc>
            </a:pPr>
            <a:r>
              <a:rPr lang="zh-CN" altLang="en-US" b="1" dirty="0">
                <a:latin typeface="+mn-ea"/>
              </a:rPr>
              <a:t>中序</a:t>
            </a:r>
            <a:r>
              <a:rPr lang="zh-CN" altLang="en-US" b="1" dirty="0">
                <a:solidFill>
                  <a:srgbClr val="041ABC"/>
                </a:solidFill>
                <a:effectLst>
                  <a:outerShdw blurRad="38100" dist="38100" dir="2700000" algn="tl">
                    <a:srgbClr val="000000">
                      <a:alpha val="43137"/>
                    </a:srgbClr>
                  </a:outerShdw>
                </a:effectLst>
                <a:latin typeface="+mn-ea"/>
              </a:rPr>
              <a:t>线索化</a:t>
            </a:r>
            <a:r>
              <a:rPr lang="zh-CN" altLang="en-US" b="1" dirty="0">
                <a:latin typeface="+mn-ea"/>
              </a:rPr>
              <a:t>，就是将二叉链表结点的空指针域，改为中序</a:t>
            </a:r>
            <a:r>
              <a:rPr lang="zh-CN" altLang="en-US" b="1" dirty="0">
                <a:solidFill>
                  <a:srgbClr val="041ABC"/>
                </a:solidFill>
                <a:effectLst>
                  <a:outerShdw blurRad="38100" dist="38100" dir="2700000" algn="tl">
                    <a:srgbClr val="000000">
                      <a:alpha val="43137"/>
                    </a:srgbClr>
                  </a:outerShdw>
                </a:effectLst>
                <a:latin typeface="+mn-ea"/>
              </a:rPr>
              <a:t>线索</a:t>
            </a:r>
            <a:r>
              <a:rPr lang="zh-CN" altLang="en-US" b="1" dirty="0">
                <a:latin typeface="+mn-ea"/>
              </a:rPr>
              <a:t>：</a:t>
            </a:r>
            <a:endParaRPr lang="en-US" altLang="zh-CN" b="1" dirty="0">
              <a:latin typeface="+mn-ea"/>
            </a:endParaRPr>
          </a:p>
          <a:p>
            <a:pPr algn="just">
              <a:lnSpc>
                <a:spcPct val="114000"/>
              </a:lnSpc>
            </a:pPr>
            <a:r>
              <a:rPr lang="zh-CN" altLang="en-US" b="1" dirty="0">
                <a:latin typeface="+mn-ea"/>
              </a:rPr>
              <a:t>左链为</a:t>
            </a:r>
            <a:r>
              <a:rPr lang="zh-CN" altLang="en-US" b="1" dirty="0">
                <a:solidFill>
                  <a:srgbClr val="041ABC"/>
                </a:solidFill>
                <a:effectLst>
                  <a:outerShdw blurRad="38100" dist="38100" dir="2700000" algn="tl">
                    <a:srgbClr val="000000">
                      <a:alpha val="43137"/>
                    </a:srgbClr>
                  </a:outerShdw>
                </a:effectLst>
                <a:latin typeface="+mn-ea"/>
              </a:rPr>
              <a:t>向前线索</a:t>
            </a:r>
            <a:r>
              <a:rPr lang="zh-CN" altLang="en-US" b="1" dirty="0">
                <a:latin typeface="+mn-ea"/>
              </a:rPr>
              <a:t>，指向在中序序列中的前驱；</a:t>
            </a:r>
            <a:r>
              <a:rPr lang="en-US" altLang="zh-CN" b="1" dirty="0">
                <a:latin typeface="+mn-ea"/>
              </a:rPr>
              <a:t>(</a:t>
            </a:r>
            <a:r>
              <a:rPr lang="zh-CN" altLang="en-US" b="1" dirty="0">
                <a:latin typeface="+mn-ea"/>
              </a:rPr>
              <a:t>例如结点</a:t>
            </a:r>
            <a:r>
              <a:rPr lang="en-US" altLang="zh-CN" b="1" dirty="0">
                <a:latin typeface="+mn-ea"/>
              </a:rPr>
              <a:t>b</a:t>
            </a:r>
            <a:r>
              <a:rPr lang="zh-CN" altLang="en-US" b="1" dirty="0">
                <a:latin typeface="+mn-ea"/>
              </a:rPr>
              <a:t>的左链</a:t>
            </a:r>
            <a:r>
              <a:rPr lang="en-US" altLang="zh-CN" b="1" dirty="0">
                <a:latin typeface="+mn-ea"/>
              </a:rPr>
              <a:t>)</a:t>
            </a:r>
          </a:p>
          <a:p>
            <a:pPr algn="just">
              <a:lnSpc>
                <a:spcPct val="114000"/>
              </a:lnSpc>
            </a:pPr>
            <a:r>
              <a:rPr lang="zh-CN" altLang="en-US" b="1" dirty="0">
                <a:latin typeface="+mn-ea"/>
              </a:rPr>
              <a:t>右链为</a:t>
            </a:r>
            <a:r>
              <a:rPr lang="zh-CN" altLang="en-US" b="1" dirty="0">
                <a:solidFill>
                  <a:srgbClr val="041ABC"/>
                </a:solidFill>
                <a:effectLst>
                  <a:outerShdw blurRad="38100" dist="38100" dir="2700000" algn="tl">
                    <a:srgbClr val="000000">
                      <a:alpha val="43137"/>
                    </a:srgbClr>
                  </a:outerShdw>
                </a:effectLst>
                <a:latin typeface="+mn-ea"/>
              </a:rPr>
              <a:t>向后线索</a:t>
            </a:r>
            <a:r>
              <a:rPr lang="zh-CN" altLang="en-US" b="1" dirty="0">
                <a:latin typeface="+mn-ea"/>
              </a:rPr>
              <a:t>，指向在中序序列中的后继。</a:t>
            </a:r>
            <a:r>
              <a:rPr lang="en-US" altLang="zh-CN" b="1" dirty="0">
                <a:latin typeface="+mn-ea"/>
              </a:rPr>
              <a:t>(</a:t>
            </a:r>
            <a:r>
              <a:rPr lang="zh-CN" altLang="en-US" b="1" dirty="0">
                <a:latin typeface="+mn-ea"/>
              </a:rPr>
              <a:t>例如结点</a:t>
            </a:r>
            <a:r>
              <a:rPr lang="en-US" altLang="zh-CN" b="1" dirty="0">
                <a:latin typeface="+mn-ea"/>
              </a:rPr>
              <a:t>a</a:t>
            </a:r>
            <a:r>
              <a:rPr lang="zh-CN" altLang="en-US" b="1" dirty="0">
                <a:latin typeface="+mn-ea"/>
              </a:rPr>
              <a:t>的右链</a:t>
            </a:r>
            <a:r>
              <a:rPr lang="en-US" altLang="zh-CN" b="1" dirty="0">
                <a:latin typeface="+mn-ea"/>
              </a:rPr>
              <a:t>)</a:t>
            </a:r>
          </a:p>
          <a:p>
            <a:pPr algn="just">
              <a:lnSpc>
                <a:spcPct val="114000"/>
              </a:lnSpc>
            </a:pPr>
            <a:r>
              <a:rPr lang="zh-CN" altLang="en-US" b="1" dirty="0">
                <a:latin typeface="+mn-ea"/>
              </a:rPr>
              <a:t>为了区分结点左、右链域是指针还是线索，在结点增设左、右标记域，用</a:t>
            </a:r>
            <a:r>
              <a:rPr lang="en-US" altLang="zh-CN" b="1" dirty="0">
                <a:latin typeface="+mn-ea"/>
              </a:rPr>
              <a:t>0</a:t>
            </a:r>
            <a:r>
              <a:rPr lang="zh-CN" altLang="en-US" b="1" dirty="0">
                <a:latin typeface="+mn-ea"/>
              </a:rPr>
              <a:t>和</a:t>
            </a:r>
            <a:r>
              <a:rPr lang="en-US" altLang="zh-CN" b="1" dirty="0">
                <a:latin typeface="+mn-ea"/>
              </a:rPr>
              <a:t>1</a:t>
            </a:r>
            <a:r>
              <a:rPr lang="zh-CN" altLang="en-US" b="1" dirty="0">
                <a:latin typeface="+mn-ea"/>
              </a:rPr>
              <a:t>予以区分。</a:t>
            </a:r>
            <a:endParaRPr lang="en-US" altLang="zh-CN" b="1" dirty="0">
              <a:latin typeface="+mn-ea"/>
            </a:endParaRPr>
          </a:p>
          <a:p>
            <a:pPr algn="just">
              <a:lnSpc>
                <a:spcPct val="114000"/>
              </a:lnSpc>
            </a:pPr>
            <a:r>
              <a:rPr lang="zh-CN" altLang="en-US" b="1" dirty="0">
                <a:latin typeface="+mn-ea"/>
              </a:rPr>
              <a:t>增设了一个</a:t>
            </a:r>
            <a:r>
              <a:rPr lang="zh-CN" altLang="en-US" b="1" dirty="0">
                <a:solidFill>
                  <a:srgbClr val="041ABC"/>
                </a:solidFill>
                <a:effectLst>
                  <a:outerShdw blurRad="38100" dist="38100" dir="2700000" algn="tl">
                    <a:srgbClr val="000000">
                      <a:alpha val="43137"/>
                    </a:srgbClr>
                  </a:outerShdw>
                </a:effectLst>
                <a:latin typeface="+mn-ea"/>
              </a:rPr>
              <a:t>头结点</a:t>
            </a:r>
            <a:r>
              <a:rPr lang="zh-CN" altLang="en-US" b="1" dirty="0">
                <a:latin typeface="+mn-ea"/>
              </a:rPr>
              <a:t>，左链指向根结点，右链为线索，指向最后访问的结点。头结点可视为最先且最后访问的结点。</a:t>
            </a:r>
            <a:endParaRPr lang="en-US" altLang="zh-CN" b="1" dirty="0">
              <a:latin typeface="+mn-ea"/>
            </a:endParaRPr>
          </a:p>
          <a:p>
            <a:pPr algn="just">
              <a:lnSpc>
                <a:spcPct val="114000"/>
              </a:lnSpc>
            </a:pPr>
            <a:r>
              <a:rPr lang="zh-CN" altLang="en-US" b="1" dirty="0">
                <a:latin typeface="+mn-ea"/>
              </a:rPr>
              <a:t>请看二叉链表的中序线索化概要演示。</a:t>
            </a:r>
            <a:endParaRPr lang="en-US" altLang="zh-CN" b="1" dirty="0">
              <a:latin typeface="+mn-ea"/>
            </a:endParaRPr>
          </a:p>
          <a:p>
            <a:pPr algn="just">
              <a:lnSpc>
                <a:spcPct val="114000"/>
              </a:lnSpc>
            </a:pPr>
            <a:r>
              <a:rPr lang="zh-CN" altLang="en-US" b="1" dirty="0">
                <a:latin typeface="+mn-ea"/>
              </a:rPr>
              <a:t>（详细讲演请看</a:t>
            </a:r>
            <a:r>
              <a:rPr lang="zh-CN" altLang="en-US" b="1" dirty="0">
                <a:solidFill>
                  <a:srgbClr val="C00000"/>
                </a:solidFill>
                <a:effectLst>
                  <a:outerShdw blurRad="38100" dist="38100" dir="2700000" algn="tl">
                    <a:srgbClr val="000000">
                      <a:alpha val="43137"/>
                    </a:srgbClr>
                  </a:outerShdw>
                </a:effectLst>
                <a:latin typeface="+mn-ea"/>
              </a:rPr>
              <a:t>算法</a:t>
            </a:r>
            <a:r>
              <a:rPr lang="en-US" altLang="zh-CN" b="1" dirty="0">
                <a:solidFill>
                  <a:srgbClr val="C00000"/>
                </a:solidFill>
                <a:effectLst>
                  <a:outerShdw blurRad="38100" dist="38100" dir="2700000" algn="tl">
                    <a:srgbClr val="000000">
                      <a:alpha val="43137"/>
                    </a:srgbClr>
                  </a:outerShdw>
                </a:effectLst>
                <a:latin typeface="+mn-ea"/>
              </a:rPr>
              <a:t>6.9</a:t>
            </a:r>
            <a:r>
              <a:rPr lang="zh-CN" altLang="en-US" b="1" dirty="0">
                <a:latin typeface="+mn-ea"/>
              </a:rPr>
              <a:t>和</a:t>
            </a:r>
            <a:r>
              <a:rPr lang="en-US" altLang="zh-CN" b="1" dirty="0">
                <a:solidFill>
                  <a:srgbClr val="C00000"/>
                </a:solidFill>
                <a:effectLst>
                  <a:outerShdw blurRad="38100" dist="38100" dir="2700000" algn="tl">
                    <a:srgbClr val="000000">
                      <a:alpha val="43137"/>
                    </a:srgbClr>
                  </a:outerShdw>
                </a:effectLst>
                <a:latin typeface="+mn-ea"/>
              </a:rPr>
              <a:t>6.10</a:t>
            </a:r>
            <a:r>
              <a:rPr lang="zh-CN" altLang="en-US" b="1" dirty="0">
                <a:latin typeface="+mn-ea"/>
              </a:rPr>
              <a:t>）</a:t>
            </a:r>
            <a:endParaRPr lang="en-US" altLang="zh-CN" b="1" dirty="0">
              <a:latin typeface="+mn-ea"/>
            </a:endParaRPr>
          </a:p>
          <a:p>
            <a:pPr algn="just">
              <a:lnSpc>
                <a:spcPct val="114000"/>
              </a:lnSpc>
            </a:pPr>
            <a:r>
              <a:rPr lang="zh-CN" altLang="en-US" b="1" dirty="0">
                <a:latin typeface="+mn-ea"/>
              </a:rPr>
              <a:t>二叉链表的中序线索化，支持对其进行无栈中序遍历，以及各种基于中序遍历框架的应用算法开发。</a:t>
            </a:r>
            <a:endParaRPr lang="en-US" altLang="zh-CN" b="1" dirty="0">
              <a:latin typeface="+mn-ea"/>
            </a:endParaRPr>
          </a:p>
          <a:p>
            <a:pPr algn="just">
              <a:lnSpc>
                <a:spcPct val="114000"/>
              </a:lnSpc>
            </a:pPr>
            <a:r>
              <a:rPr lang="zh-CN" altLang="en-US" b="1" dirty="0">
                <a:latin typeface="+mn-ea"/>
              </a:rPr>
              <a:t>还可以进行先序或后序线索化，分别支持先序或后序遍历及应用。</a:t>
            </a:r>
            <a:endParaRPr lang="en-US" altLang="zh-CN" b="1" dirty="0">
              <a:latin typeface="+mn-ea"/>
            </a:endParaRPr>
          </a:p>
        </p:txBody>
      </p:sp>
      <p:sp>
        <p:nvSpPr>
          <p:cNvPr id="10" name="文本框 9">
            <a:extLst>
              <a:ext uri="{FF2B5EF4-FFF2-40B4-BE49-F238E27FC236}">
                <a16:creationId xmlns:a16="http://schemas.microsoft.com/office/drawing/2014/main" id="{F7E00378-C9FD-45E5-9A4F-16199114AA87}"/>
              </a:ext>
            </a:extLst>
          </p:cNvPr>
          <p:cNvSpPr txBox="1"/>
          <p:nvPr/>
        </p:nvSpPr>
        <p:spPr>
          <a:xfrm>
            <a:off x="7297721" y="1888423"/>
            <a:ext cx="2182199" cy="400110"/>
          </a:xfrm>
          <a:prstGeom prst="rect">
            <a:avLst/>
          </a:prstGeom>
          <a:noFill/>
        </p:spPr>
        <p:txBody>
          <a:bodyPr wrap="square" rtlCol="0">
            <a:spAutoFit/>
          </a:bodyPr>
          <a:lstStyle/>
          <a:p>
            <a:r>
              <a:rPr lang="zh-CN" altLang="en-US" b="1" dirty="0">
                <a:latin typeface="+mj-ea"/>
                <a:ea typeface="+mj-ea"/>
              </a:rPr>
              <a:t>中序序列</a:t>
            </a:r>
            <a:r>
              <a:rPr lang="zh-CN" altLang="en-US" b="1" dirty="0"/>
              <a:t>：</a:t>
            </a:r>
            <a:r>
              <a:rPr lang="en-US" altLang="zh-CN" sz="2000" b="1" dirty="0">
                <a:solidFill>
                  <a:srgbClr val="C00000"/>
                </a:solidFill>
              </a:rPr>
              <a:t>a * b - c</a:t>
            </a:r>
            <a:endParaRPr lang="zh-CN" altLang="en-US" sz="2000" b="1" dirty="0">
              <a:solidFill>
                <a:srgbClr val="C00000"/>
              </a:solidFill>
            </a:endParaRPr>
          </a:p>
        </p:txBody>
      </p:sp>
      <p:sp>
        <p:nvSpPr>
          <p:cNvPr id="14" name="矩形: 圆角 13">
            <a:extLst>
              <a:ext uri="{FF2B5EF4-FFF2-40B4-BE49-F238E27FC236}">
                <a16:creationId xmlns:a16="http://schemas.microsoft.com/office/drawing/2014/main" id="{FDDAD83A-D78C-42D3-A2C8-2F9FF1EF5273}"/>
              </a:ext>
            </a:extLst>
          </p:cNvPr>
          <p:cNvSpPr/>
          <p:nvPr/>
        </p:nvSpPr>
        <p:spPr>
          <a:xfrm>
            <a:off x="568006" y="1115688"/>
            <a:ext cx="4092318" cy="59836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6.8  </a:t>
            </a:r>
            <a:r>
              <a:rPr lang="zh-CN" altLang="en-US" sz="2200" b="1" dirty="0">
                <a:solidFill>
                  <a:srgbClr val="002060"/>
                </a:solidFill>
                <a:effectLst>
                  <a:outerShdw blurRad="38100" dist="38100" dir="2700000" algn="tl">
                    <a:srgbClr val="000000">
                      <a:alpha val="43137"/>
                    </a:srgbClr>
                  </a:outerShdw>
                </a:effectLst>
              </a:rPr>
              <a:t>中序遍历二叉线索树</a:t>
            </a:r>
          </a:p>
        </p:txBody>
      </p:sp>
      <p:grpSp>
        <p:nvGrpSpPr>
          <p:cNvPr id="15" name="组合 14">
            <a:extLst>
              <a:ext uri="{FF2B5EF4-FFF2-40B4-BE49-F238E27FC236}">
                <a16:creationId xmlns:a16="http://schemas.microsoft.com/office/drawing/2014/main" id="{BCFD3B45-597D-4418-9738-12FD0B122644}"/>
              </a:ext>
            </a:extLst>
          </p:cNvPr>
          <p:cNvGrpSpPr/>
          <p:nvPr/>
        </p:nvGrpSpPr>
        <p:grpSpPr>
          <a:xfrm>
            <a:off x="7458684" y="480887"/>
            <a:ext cx="1810450" cy="1314341"/>
            <a:chOff x="8792830" y="4127480"/>
            <a:chExt cx="1810450" cy="1314341"/>
          </a:xfrm>
        </p:grpSpPr>
        <p:sp>
          <p:nvSpPr>
            <p:cNvPr id="16" name="直接连接符 278657">
              <a:extLst>
                <a:ext uri="{FF2B5EF4-FFF2-40B4-BE49-F238E27FC236}">
                  <a16:creationId xmlns:a16="http://schemas.microsoft.com/office/drawing/2014/main" id="{6DBC73BE-E418-4559-BC3B-CCDC01D204A3}"/>
                </a:ext>
              </a:extLst>
            </p:cNvPr>
            <p:cNvSpPr>
              <a:spLocks noChangeShapeType="1"/>
            </p:cNvSpPr>
            <p:nvPr/>
          </p:nvSpPr>
          <p:spPr bwMode="auto">
            <a:xfrm flipH="1">
              <a:off x="9474397" y="4378577"/>
              <a:ext cx="381001" cy="2637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17" name="直接连接符 278657">
              <a:extLst>
                <a:ext uri="{FF2B5EF4-FFF2-40B4-BE49-F238E27FC236}">
                  <a16:creationId xmlns:a16="http://schemas.microsoft.com/office/drawing/2014/main" id="{5F09515C-E3AB-452A-BE65-6A93F62576D1}"/>
                </a:ext>
              </a:extLst>
            </p:cNvPr>
            <p:cNvSpPr>
              <a:spLocks noChangeShapeType="1"/>
            </p:cNvSpPr>
            <p:nvPr/>
          </p:nvSpPr>
          <p:spPr bwMode="auto">
            <a:xfrm flipH="1" flipV="1">
              <a:off x="9892086" y="4328158"/>
              <a:ext cx="519215" cy="4040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grpSp>
          <p:nvGrpSpPr>
            <p:cNvPr id="18" name="组合 17">
              <a:extLst>
                <a:ext uri="{FF2B5EF4-FFF2-40B4-BE49-F238E27FC236}">
                  <a16:creationId xmlns:a16="http://schemas.microsoft.com/office/drawing/2014/main" id="{8DDB66CC-B5F7-42D0-8FCB-D59FC5811E5E}"/>
                </a:ext>
              </a:extLst>
            </p:cNvPr>
            <p:cNvGrpSpPr/>
            <p:nvPr/>
          </p:nvGrpSpPr>
          <p:grpSpPr>
            <a:xfrm>
              <a:off x="9681059" y="4127480"/>
              <a:ext cx="408780" cy="381001"/>
              <a:chOff x="2879793" y="1041760"/>
              <a:chExt cx="408780" cy="381001"/>
            </a:xfrm>
          </p:grpSpPr>
          <p:sp>
            <p:nvSpPr>
              <p:cNvPr id="33" name="椭圆 278653">
                <a:extLst>
                  <a:ext uri="{FF2B5EF4-FFF2-40B4-BE49-F238E27FC236}">
                    <a16:creationId xmlns:a16="http://schemas.microsoft.com/office/drawing/2014/main" id="{0D3440B5-1EEB-4928-BCD2-B3D2922B90EA}"/>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34" name="矩形 278659">
                <a:extLst>
                  <a:ext uri="{FF2B5EF4-FFF2-40B4-BE49-F238E27FC236}">
                    <a16:creationId xmlns:a16="http://schemas.microsoft.com/office/drawing/2014/main" id="{AF617D61-2655-4793-9F83-D272B4FC7415}"/>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a:t>
                </a:r>
              </a:p>
            </p:txBody>
          </p:sp>
        </p:grpSp>
        <p:grpSp>
          <p:nvGrpSpPr>
            <p:cNvPr id="19" name="组合 18">
              <a:extLst>
                <a:ext uri="{FF2B5EF4-FFF2-40B4-BE49-F238E27FC236}">
                  <a16:creationId xmlns:a16="http://schemas.microsoft.com/office/drawing/2014/main" id="{F3FFD079-247D-4787-8CD4-6F3AA45EC494}"/>
                </a:ext>
              </a:extLst>
            </p:cNvPr>
            <p:cNvGrpSpPr/>
            <p:nvPr/>
          </p:nvGrpSpPr>
          <p:grpSpPr>
            <a:xfrm>
              <a:off x="10194500" y="4554197"/>
              <a:ext cx="408780" cy="381001"/>
              <a:chOff x="2879793" y="1041760"/>
              <a:chExt cx="408780" cy="381001"/>
            </a:xfrm>
          </p:grpSpPr>
          <p:sp>
            <p:nvSpPr>
              <p:cNvPr id="31" name="椭圆 278653">
                <a:extLst>
                  <a:ext uri="{FF2B5EF4-FFF2-40B4-BE49-F238E27FC236}">
                    <a16:creationId xmlns:a16="http://schemas.microsoft.com/office/drawing/2014/main" id="{2D5FC1F8-6902-4BAC-8901-2E7A1B494D59}"/>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32" name="矩形 278659">
                <a:extLst>
                  <a:ext uri="{FF2B5EF4-FFF2-40B4-BE49-F238E27FC236}">
                    <a16:creationId xmlns:a16="http://schemas.microsoft.com/office/drawing/2014/main" id="{FA1EA8E9-5C3D-4109-A57F-1D416CBE9148}"/>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c</a:t>
                </a:r>
              </a:p>
            </p:txBody>
          </p:sp>
        </p:grpSp>
        <p:sp>
          <p:nvSpPr>
            <p:cNvPr id="20" name="直接连接符 278657">
              <a:extLst>
                <a:ext uri="{FF2B5EF4-FFF2-40B4-BE49-F238E27FC236}">
                  <a16:creationId xmlns:a16="http://schemas.microsoft.com/office/drawing/2014/main" id="{4F5A30D6-D4C1-452A-A67C-DD1A33CA74AD}"/>
                </a:ext>
              </a:extLst>
            </p:cNvPr>
            <p:cNvSpPr>
              <a:spLocks noChangeShapeType="1"/>
            </p:cNvSpPr>
            <p:nvPr/>
          </p:nvSpPr>
          <p:spPr bwMode="auto">
            <a:xfrm flipH="1">
              <a:off x="8953179" y="4810237"/>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21" name="直接连接符 278658">
              <a:extLst>
                <a:ext uri="{FF2B5EF4-FFF2-40B4-BE49-F238E27FC236}">
                  <a16:creationId xmlns:a16="http://schemas.microsoft.com/office/drawing/2014/main" id="{532963B3-5FE1-46BE-B5E1-D8304195D6EF}"/>
                </a:ext>
              </a:extLst>
            </p:cNvPr>
            <p:cNvSpPr>
              <a:spLocks noChangeShapeType="1"/>
            </p:cNvSpPr>
            <p:nvPr/>
          </p:nvSpPr>
          <p:spPr bwMode="auto">
            <a:xfrm>
              <a:off x="9442646" y="4802507"/>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grpSp>
          <p:nvGrpSpPr>
            <p:cNvPr id="22" name="组合 21">
              <a:extLst>
                <a:ext uri="{FF2B5EF4-FFF2-40B4-BE49-F238E27FC236}">
                  <a16:creationId xmlns:a16="http://schemas.microsoft.com/office/drawing/2014/main" id="{781E9C94-81A0-4963-AB47-D42974FB032D}"/>
                </a:ext>
              </a:extLst>
            </p:cNvPr>
            <p:cNvGrpSpPr/>
            <p:nvPr/>
          </p:nvGrpSpPr>
          <p:grpSpPr>
            <a:xfrm>
              <a:off x="9155435" y="4554197"/>
              <a:ext cx="408780" cy="381001"/>
              <a:chOff x="2879793" y="1041760"/>
              <a:chExt cx="408780" cy="381001"/>
            </a:xfrm>
          </p:grpSpPr>
          <p:sp>
            <p:nvSpPr>
              <p:cNvPr id="29" name="椭圆 278653">
                <a:extLst>
                  <a:ext uri="{FF2B5EF4-FFF2-40B4-BE49-F238E27FC236}">
                    <a16:creationId xmlns:a16="http://schemas.microsoft.com/office/drawing/2014/main" id="{19BF5B1D-0E83-46DD-8EEB-D814988B7BCB}"/>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30" name="矩形 278659">
                <a:extLst>
                  <a:ext uri="{FF2B5EF4-FFF2-40B4-BE49-F238E27FC236}">
                    <a16:creationId xmlns:a16="http://schemas.microsoft.com/office/drawing/2014/main" id="{7D3573CC-C2A3-4A01-9C1D-20147318D740}"/>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a:t>
                </a:r>
              </a:p>
            </p:txBody>
          </p:sp>
        </p:grpSp>
        <p:grpSp>
          <p:nvGrpSpPr>
            <p:cNvPr id="23" name="组合 22">
              <a:extLst>
                <a:ext uri="{FF2B5EF4-FFF2-40B4-BE49-F238E27FC236}">
                  <a16:creationId xmlns:a16="http://schemas.microsoft.com/office/drawing/2014/main" id="{51F5BD5A-76E7-4331-9A91-862EECEEB6A6}"/>
                </a:ext>
              </a:extLst>
            </p:cNvPr>
            <p:cNvGrpSpPr/>
            <p:nvPr/>
          </p:nvGrpSpPr>
          <p:grpSpPr>
            <a:xfrm>
              <a:off x="8792830" y="5056496"/>
              <a:ext cx="408780" cy="381001"/>
              <a:chOff x="2879793" y="1041760"/>
              <a:chExt cx="408780" cy="381001"/>
            </a:xfrm>
          </p:grpSpPr>
          <p:sp>
            <p:nvSpPr>
              <p:cNvPr id="27" name="椭圆 278653">
                <a:extLst>
                  <a:ext uri="{FF2B5EF4-FFF2-40B4-BE49-F238E27FC236}">
                    <a16:creationId xmlns:a16="http://schemas.microsoft.com/office/drawing/2014/main" id="{FCA91586-B58A-40E3-A268-F7CAB5097D11}"/>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28" name="矩形 278659">
                <a:extLst>
                  <a:ext uri="{FF2B5EF4-FFF2-40B4-BE49-F238E27FC236}">
                    <a16:creationId xmlns:a16="http://schemas.microsoft.com/office/drawing/2014/main" id="{404BB1B4-53EC-46A3-98C2-C2DAC79BFD83}"/>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a</a:t>
                </a:r>
              </a:p>
            </p:txBody>
          </p:sp>
        </p:grpSp>
        <p:grpSp>
          <p:nvGrpSpPr>
            <p:cNvPr id="24" name="组合 23">
              <a:extLst>
                <a:ext uri="{FF2B5EF4-FFF2-40B4-BE49-F238E27FC236}">
                  <a16:creationId xmlns:a16="http://schemas.microsoft.com/office/drawing/2014/main" id="{6B985C0E-C946-4D79-BC97-CD8832E43B4F}"/>
                </a:ext>
              </a:extLst>
            </p:cNvPr>
            <p:cNvGrpSpPr/>
            <p:nvPr/>
          </p:nvGrpSpPr>
          <p:grpSpPr>
            <a:xfrm>
              <a:off x="9536978" y="5060820"/>
              <a:ext cx="408780" cy="381001"/>
              <a:chOff x="2879793" y="1041760"/>
              <a:chExt cx="408780" cy="381001"/>
            </a:xfrm>
          </p:grpSpPr>
          <p:sp>
            <p:nvSpPr>
              <p:cNvPr id="25" name="椭圆 278653">
                <a:extLst>
                  <a:ext uri="{FF2B5EF4-FFF2-40B4-BE49-F238E27FC236}">
                    <a16:creationId xmlns:a16="http://schemas.microsoft.com/office/drawing/2014/main" id="{B93F1A50-CDD1-40CC-9D6E-D2BA264179F8}"/>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endParaRPr>
              </a:p>
            </p:txBody>
          </p:sp>
          <p:sp>
            <p:nvSpPr>
              <p:cNvPr id="26" name="矩形 278659">
                <a:extLst>
                  <a:ext uri="{FF2B5EF4-FFF2-40B4-BE49-F238E27FC236}">
                    <a16:creationId xmlns:a16="http://schemas.microsoft.com/office/drawing/2014/main" id="{531683CE-A2E1-4970-906D-21489532A04B}"/>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b</a:t>
                </a:r>
              </a:p>
            </p:txBody>
          </p:sp>
        </p:grpSp>
      </p:grpSp>
      <p:sp>
        <p:nvSpPr>
          <p:cNvPr id="80" name="Text Box 60">
            <a:extLst>
              <a:ext uri="{FF2B5EF4-FFF2-40B4-BE49-F238E27FC236}">
                <a16:creationId xmlns:a16="http://schemas.microsoft.com/office/drawing/2014/main" id="{5079A73E-1A64-4400-838B-E07EFDDBC9C2}"/>
              </a:ext>
            </a:extLst>
          </p:cNvPr>
          <p:cNvSpPr txBox="1">
            <a:spLocks noChangeArrowheads="1"/>
          </p:cNvSpPr>
          <p:nvPr/>
        </p:nvSpPr>
        <p:spPr bwMode="auto">
          <a:xfrm>
            <a:off x="9861585" y="3956902"/>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81" name="Text Box 60">
            <a:extLst>
              <a:ext uri="{FF2B5EF4-FFF2-40B4-BE49-F238E27FC236}">
                <a16:creationId xmlns:a16="http://schemas.microsoft.com/office/drawing/2014/main" id="{F32C9647-D5D9-47F2-BC79-176C4F1B384C}"/>
              </a:ext>
            </a:extLst>
          </p:cNvPr>
          <p:cNvSpPr txBox="1">
            <a:spLocks noChangeArrowheads="1"/>
          </p:cNvSpPr>
          <p:nvPr/>
        </p:nvSpPr>
        <p:spPr bwMode="auto">
          <a:xfrm>
            <a:off x="10210024" y="3937849"/>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82" name="Text Box 60">
            <a:extLst>
              <a:ext uri="{FF2B5EF4-FFF2-40B4-BE49-F238E27FC236}">
                <a16:creationId xmlns:a16="http://schemas.microsoft.com/office/drawing/2014/main" id="{31722B46-C96F-4D39-9E3A-C8BF951FDEF7}"/>
              </a:ext>
            </a:extLst>
          </p:cNvPr>
          <p:cNvSpPr txBox="1">
            <a:spLocks noChangeArrowheads="1"/>
          </p:cNvSpPr>
          <p:nvPr/>
        </p:nvSpPr>
        <p:spPr bwMode="auto">
          <a:xfrm>
            <a:off x="10991001" y="5202621"/>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83" name="Text Box 60">
            <a:extLst>
              <a:ext uri="{FF2B5EF4-FFF2-40B4-BE49-F238E27FC236}">
                <a16:creationId xmlns:a16="http://schemas.microsoft.com/office/drawing/2014/main" id="{24639160-924D-46F9-8D96-52E82A0538E4}"/>
              </a:ext>
            </a:extLst>
          </p:cNvPr>
          <p:cNvSpPr txBox="1">
            <a:spLocks noChangeArrowheads="1"/>
          </p:cNvSpPr>
          <p:nvPr/>
        </p:nvSpPr>
        <p:spPr bwMode="auto">
          <a:xfrm>
            <a:off x="10634928" y="5201255"/>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84" name="Text Box 60">
            <a:extLst>
              <a:ext uri="{FF2B5EF4-FFF2-40B4-BE49-F238E27FC236}">
                <a16:creationId xmlns:a16="http://schemas.microsoft.com/office/drawing/2014/main" id="{C436A44E-FAEC-4156-A7FC-3A19469EDE37}"/>
              </a:ext>
            </a:extLst>
          </p:cNvPr>
          <p:cNvSpPr txBox="1">
            <a:spLocks noChangeArrowheads="1"/>
          </p:cNvSpPr>
          <p:nvPr/>
        </p:nvSpPr>
        <p:spPr bwMode="auto">
          <a:xfrm>
            <a:off x="10023495" y="5758560"/>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85" name="Text Box 60">
            <a:extLst>
              <a:ext uri="{FF2B5EF4-FFF2-40B4-BE49-F238E27FC236}">
                <a16:creationId xmlns:a16="http://schemas.microsoft.com/office/drawing/2014/main" id="{33B4F29A-7CFC-404A-80EF-06FDDA49B201}"/>
              </a:ext>
            </a:extLst>
          </p:cNvPr>
          <p:cNvSpPr txBox="1">
            <a:spLocks noChangeArrowheads="1"/>
          </p:cNvSpPr>
          <p:nvPr/>
        </p:nvSpPr>
        <p:spPr bwMode="auto">
          <a:xfrm>
            <a:off x="9672841" y="5757622"/>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86" name="Text Box 60">
            <a:extLst>
              <a:ext uri="{FF2B5EF4-FFF2-40B4-BE49-F238E27FC236}">
                <a16:creationId xmlns:a16="http://schemas.microsoft.com/office/drawing/2014/main" id="{BF944F0D-1E0C-4F56-A41B-FE2C618E46F1}"/>
              </a:ext>
            </a:extLst>
          </p:cNvPr>
          <p:cNvSpPr txBox="1">
            <a:spLocks noChangeArrowheads="1"/>
          </p:cNvSpPr>
          <p:nvPr/>
        </p:nvSpPr>
        <p:spPr bwMode="auto">
          <a:xfrm>
            <a:off x="8859220" y="5761983"/>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87" name="Text Box 60">
            <a:extLst>
              <a:ext uri="{FF2B5EF4-FFF2-40B4-BE49-F238E27FC236}">
                <a16:creationId xmlns:a16="http://schemas.microsoft.com/office/drawing/2014/main" id="{F51CFA56-C76B-4B0F-8A28-BC334979125F}"/>
              </a:ext>
            </a:extLst>
          </p:cNvPr>
          <p:cNvSpPr txBox="1">
            <a:spLocks noChangeArrowheads="1"/>
          </p:cNvSpPr>
          <p:nvPr/>
        </p:nvSpPr>
        <p:spPr bwMode="auto">
          <a:xfrm>
            <a:off x="8507139" y="5759600"/>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98" name="任意多边形: 形状 97">
            <a:extLst>
              <a:ext uri="{FF2B5EF4-FFF2-40B4-BE49-F238E27FC236}">
                <a16:creationId xmlns:a16="http://schemas.microsoft.com/office/drawing/2014/main" id="{0F8AE7CD-2342-4FBA-842F-B800E8064A0E}"/>
              </a:ext>
            </a:extLst>
          </p:cNvPr>
          <p:cNvSpPr/>
          <p:nvPr/>
        </p:nvSpPr>
        <p:spPr>
          <a:xfrm>
            <a:off x="8109170" y="4040214"/>
            <a:ext cx="1602289" cy="2198826"/>
          </a:xfrm>
          <a:custGeom>
            <a:avLst/>
            <a:gdLst>
              <a:gd name="connsiteX0" fmla="*/ 322129 w 1602289"/>
              <a:gd name="connsiteY0" fmla="*/ 1855893 h 2198826"/>
              <a:gd name="connsiteX1" fmla="*/ 322129 w 1602289"/>
              <a:gd name="connsiteY1" fmla="*/ 2065866 h 2198826"/>
              <a:gd name="connsiteX2" fmla="*/ 193436 w 1602289"/>
              <a:gd name="connsiteY2" fmla="*/ 2194560 h 2198826"/>
              <a:gd name="connsiteX3" fmla="*/ 37649 w 1602289"/>
              <a:gd name="connsiteY3" fmla="*/ 2106506 h 2198826"/>
              <a:gd name="connsiteX4" fmla="*/ 51196 w 1602289"/>
              <a:gd name="connsiteY4" fmla="*/ 1551093 h 2198826"/>
              <a:gd name="connsiteX5" fmla="*/ 586289 w 1602289"/>
              <a:gd name="connsiteY5" fmla="*/ 731520 h 2198826"/>
              <a:gd name="connsiteX6" fmla="*/ 965596 w 1602289"/>
              <a:gd name="connsiteY6" fmla="*/ 243840 h 2198826"/>
              <a:gd name="connsiteX7" fmla="*/ 1155249 w 1602289"/>
              <a:gd name="connsiteY7" fmla="*/ 47413 h 2198826"/>
              <a:gd name="connsiteX8" fmla="*/ 1602289 w 1602289"/>
              <a:gd name="connsiteY8" fmla="*/ 0 h 219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2289" h="2198826">
                <a:moveTo>
                  <a:pt x="322129" y="1855893"/>
                </a:moveTo>
                <a:cubicBezTo>
                  <a:pt x="332853" y="1932657"/>
                  <a:pt x="343578" y="2009422"/>
                  <a:pt x="322129" y="2065866"/>
                </a:cubicBezTo>
                <a:cubicBezTo>
                  <a:pt x="300680" y="2122310"/>
                  <a:pt x="240849" y="2187787"/>
                  <a:pt x="193436" y="2194560"/>
                </a:cubicBezTo>
                <a:cubicBezTo>
                  <a:pt x="146023" y="2201333"/>
                  <a:pt x="61356" y="2213750"/>
                  <a:pt x="37649" y="2106506"/>
                </a:cubicBezTo>
                <a:cubicBezTo>
                  <a:pt x="13942" y="1999262"/>
                  <a:pt x="-40244" y="1780257"/>
                  <a:pt x="51196" y="1551093"/>
                </a:cubicBezTo>
                <a:cubicBezTo>
                  <a:pt x="142636" y="1321929"/>
                  <a:pt x="433889" y="949395"/>
                  <a:pt x="586289" y="731520"/>
                </a:cubicBezTo>
                <a:cubicBezTo>
                  <a:pt x="738689" y="513645"/>
                  <a:pt x="870769" y="357858"/>
                  <a:pt x="965596" y="243840"/>
                </a:cubicBezTo>
                <a:cubicBezTo>
                  <a:pt x="1060423" y="129822"/>
                  <a:pt x="1049134" y="88053"/>
                  <a:pt x="1155249" y="47413"/>
                </a:cubicBezTo>
                <a:cubicBezTo>
                  <a:pt x="1261364" y="6773"/>
                  <a:pt x="1431826" y="3386"/>
                  <a:pt x="1602289"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任意多边形: 形状 98">
            <a:extLst>
              <a:ext uri="{FF2B5EF4-FFF2-40B4-BE49-F238E27FC236}">
                <a16:creationId xmlns:a16="http://schemas.microsoft.com/office/drawing/2014/main" id="{2C630B99-7030-4A52-8990-C5AF34D7DCE5}"/>
              </a:ext>
            </a:extLst>
          </p:cNvPr>
          <p:cNvSpPr/>
          <p:nvPr/>
        </p:nvSpPr>
        <p:spPr>
          <a:xfrm>
            <a:off x="9046008" y="5489707"/>
            <a:ext cx="220762" cy="775234"/>
          </a:xfrm>
          <a:custGeom>
            <a:avLst/>
            <a:gdLst>
              <a:gd name="connsiteX0" fmla="*/ 15211 w 220762"/>
              <a:gd name="connsiteY0" fmla="*/ 419947 h 775234"/>
              <a:gd name="connsiteX1" fmla="*/ 8438 w 220762"/>
              <a:gd name="connsiteY1" fmla="*/ 636693 h 775234"/>
              <a:gd name="connsiteX2" fmla="*/ 116811 w 220762"/>
              <a:gd name="connsiteY2" fmla="*/ 772160 h 775234"/>
              <a:gd name="connsiteX3" fmla="*/ 211638 w 220762"/>
              <a:gd name="connsiteY3" fmla="*/ 663787 h 775234"/>
              <a:gd name="connsiteX4" fmla="*/ 211638 w 220762"/>
              <a:gd name="connsiteY4" fmla="*/ 0 h 775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762" h="775234">
                <a:moveTo>
                  <a:pt x="15211" y="419947"/>
                </a:moveTo>
                <a:cubicBezTo>
                  <a:pt x="3358" y="498969"/>
                  <a:pt x="-8495" y="577991"/>
                  <a:pt x="8438" y="636693"/>
                </a:cubicBezTo>
                <a:cubicBezTo>
                  <a:pt x="25371" y="695395"/>
                  <a:pt x="82944" y="767644"/>
                  <a:pt x="116811" y="772160"/>
                </a:cubicBezTo>
                <a:cubicBezTo>
                  <a:pt x="150678" y="776676"/>
                  <a:pt x="195833" y="792480"/>
                  <a:pt x="211638" y="663787"/>
                </a:cubicBezTo>
                <a:cubicBezTo>
                  <a:pt x="227443" y="535094"/>
                  <a:pt x="219540" y="267547"/>
                  <a:pt x="211638"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任意多边形: 形状 99">
            <a:extLst>
              <a:ext uri="{FF2B5EF4-FFF2-40B4-BE49-F238E27FC236}">
                <a16:creationId xmlns:a16="http://schemas.microsoft.com/office/drawing/2014/main" id="{A1C97A8B-23FD-449E-80CC-39CCFF125536}"/>
              </a:ext>
            </a:extLst>
          </p:cNvPr>
          <p:cNvSpPr/>
          <p:nvPr/>
        </p:nvSpPr>
        <p:spPr>
          <a:xfrm>
            <a:off x="9393112" y="5496480"/>
            <a:ext cx="202292" cy="768560"/>
          </a:xfrm>
          <a:custGeom>
            <a:avLst/>
            <a:gdLst>
              <a:gd name="connsiteX0" fmla="*/ 196427 w 202292"/>
              <a:gd name="connsiteY0" fmla="*/ 406400 h 768560"/>
              <a:gd name="connsiteX1" fmla="*/ 196427 w 202292"/>
              <a:gd name="connsiteY1" fmla="*/ 609600 h 768560"/>
              <a:gd name="connsiteX2" fmla="*/ 135467 w 202292"/>
              <a:gd name="connsiteY2" fmla="*/ 758614 h 768560"/>
              <a:gd name="connsiteX3" fmla="*/ 40640 w 202292"/>
              <a:gd name="connsiteY3" fmla="*/ 670560 h 768560"/>
              <a:gd name="connsiteX4" fmla="*/ 0 w 202292"/>
              <a:gd name="connsiteY4" fmla="*/ 0 h 768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292" h="768560">
                <a:moveTo>
                  <a:pt x="196427" y="406400"/>
                </a:moveTo>
                <a:cubicBezTo>
                  <a:pt x="201507" y="478649"/>
                  <a:pt x="206587" y="550898"/>
                  <a:pt x="196427" y="609600"/>
                </a:cubicBezTo>
                <a:cubicBezTo>
                  <a:pt x="186267" y="668302"/>
                  <a:pt x="161431" y="748454"/>
                  <a:pt x="135467" y="758614"/>
                </a:cubicBezTo>
                <a:cubicBezTo>
                  <a:pt x="109503" y="768774"/>
                  <a:pt x="63218" y="796995"/>
                  <a:pt x="40640" y="670560"/>
                </a:cubicBezTo>
                <a:cubicBezTo>
                  <a:pt x="18062" y="544125"/>
                  <a:pt x="9031" y="272062"/>
                  <a:pt x="0"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a:extLst>
              <a:ext uri="{FF2B5EF4-FFF2-40B4-BE49-F238E27FC236}">
                <a16:creationId xmlns:a16="http://schemas.microsoft.com/office/drawing/2014/main" id="{81782CBE-C5EE-49D0-97D7-053872C79786}"/>
              </a:ext>
            </a:extLst>
          </p:cNvPr>
          <p:cNvSpPr/>
          <p:nvPr/>
        </p:nvSpPr>
        <p:spPr>
          <a:xfrm>
            <a:off x="9948526" y="4913974"/>
            <a:ext cx="518884" cy="1341306"/>
          </a:xfrm>
          <a:custGeom>
            <a:avLst/>
            <a:gdLst>
              <a:gd name="connsiteX0" fmla="*/ 277706 w 518884"/>
              <a:gd name="connsiteY0" fmla="*/ 988906 h 1341306"/>
              <a:gd name="connsiteX1" fmla="*/ 277706 w 518884"/>
              <a:gd name="connsiteY1" fmla="*/ 1198880 h 1341306"/>
              <a:gd name="connsiteX2" fmla="*/ 399626 w 518884"/>
              <a:gd name="connsiteY2" fmla="*/ 1341120 h 1341306"/>
              <a:gd name="connsiteX3" fmla="*/ 501226 w 518884"/>
              <a:gd name="connsiteY3" fmla="*/ 1219200 h 1341306"/>
              <a:gd name="connsiteX4" fmla="*/ 501226 w 518884"/>
              <a:gd name="connsiteY4" fmla="*/ 846666 h 1341306"/>
              <a:gd name="connsiteX5" fmla="*/ 325120 w 518884"/>
              <a:gd name="connsiteY5" fmla="*/ 643466 h 1341306"/>
              <a:gd name="connsiteX6" fmla="*/ 67733 w 518884"/>
              <a:gd name="connsiteY6" fmla="*/ 365760 h 1341306"/>
              <a:gd name="connsiteX7" fmla="*/ 0 w 518884"/>
              <a:gd name="connsiteY7" fmla="*/ 0 h 134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8884" h="1341306">
                <a:moveTo>
                  <a:pt x="277706" y="988906"/>
                </a:moveTo>
                <a:cubicBezTo>
                  <a:pt x="267546" y="1064542"/>
                  <a:pt x="257386" y="1140178"/>
                  <a:pt x="277706" y="1198880"/>
                </a:cubicBezTo>
                <a:cubicBezTo>
                  <a:pt x="298026" y="1257582"/>
                  <a:pt x="362373" y="1337733"/>
                  <a:pt x="399626" y="1341120"/>
                </a:cubicBezTo>
                <a:cubicBezTo>
                  <a:pt x="436879" y="1344507"/>
                  <a:pt x="484293" y="1301609"/>
                  <a:pt x="501226" y="1219200"/>
                </a:cubicBezTo>
                <a:cubicBezTo>
                  <a:pt x="518159" y="1136791"/>
                  <a:pt x="530577" y="942622"/>
                  <a:pt x="501226" y="846666"/>
                </a:cubicBezTo>
                <a:cubicBezTo>
                  <a:pt x="471875" y="750710"/>
                  <a:pt x="325120" y="643466"/>
                  <a:pt x="325120" y="643466"/>
                </a:cubicBezTo>
                <a:cubicBezTo>
                  <a:pt x="252871" y="563315"/>
                  <a:pt x="121920" y="473004"/>
                  <a:pt x="67733" y="365760"/>
                </a:cubicBezTo>
                <a:cubicBezTo>
                  <a:pt x="13546" y="258516"/>
                  <a:pt x="6773" y="129258"/>
                  <a:pt x="0"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任意多边形: 形状 101">
            <a:extLst>
              <a:ext uri="{FF2B5EF4-FFF2-40B4-BE49-F238E27FC236}">
                <a16:creationId xmlns:a16="http://schemas.microsoft.com/office/drawing/2014/main" id="{70403993-359B-409A-BE9A-5B392B940D2F}"/>
              </a:ext>
            </a:extLst>
          </p:cNvPr>
          <p:cNvSpPr/>
          <p:nvPr/>
        </p:nvSpPr>
        <p:spPr>
          <a:xfrm>
            <a:off x="10233006" y="4920747"/>
            <a:ext cx="339693" cy="687771"/>
          </a:xfrm>
          <a:custGeom>
            <a:avLst/>
            <a:gdLst>
              <a:gd name="connsiteX0" fmla="*/ 325120 w 339693"/>
              <a:gd name="connsiteY0" fmla="*/ 440267 h 687771"/>
              <a:gd name="connsiteX1" fmla="*/ 331893 w 339693"/>
              <a:gd name="connsiteY1" fmla="*/ 643467 h 687771"/>
              <a:gd name="connsiteX2" fmla="*/ 230293 w 339693"/>
              <a:gd name="connsiteY2" fmla="*/ 684107 h 687771"/>
              <a:gd name="connsiteX3" fmla="*/ 135466 w 339693"/>
              <a:gd name="connsiteY3" fmla="*/ 582507 h 687771"/>
              <a:gd name="connsiteX4" fmla="*/ 33866 w 339693"/>
              <a:gd name="connsiteY4" fmla="*/ 413173 h 687771"/>
              <a:gd name="connsiteX5" fmla="*/ 0 w 339693"/>
              <a:gd name="connsiteY5" fmla="*/ 0 h 68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693" h="687771">
                <a:moveTo>
                  <a:pt x="325120" y="440267"/>
                </a:moveTo>
                <a:cubicBezTo>
                  <a:pt x="336409" y="521547"/>
                  <a:pt x="347698" y="602827"/>
                  <a:pt x="331893" y="643467"/>
                </a:cubicBezTo>
                <a:cubicBezTo>
                  <a:pt x="316088" y="684107"/>
                  <a:pt x="263031" y="694267"/>
                  <a:pt x="230293" y="684107"/>
                </a:cubicBezTo>
                <a:cubicBezTo>
                  <a:pt x="197555" y="673947"/>
                  <a:pt x="168204" y="627663"/>
                  <a:pt x="135466" y="582507"/>
                </a:cubicBezTo>
                <a:cubicBezTo>
                  <a:pt x="102728" y="537351"/>
                  <a:pt x="56444" y="510258"/>
                  <a:pt x="33866" y="413173"/>
                </a:cubicBezTo>
                <a:cubicBezTo>
                  <a:pt x="11288" y="316088"/>
                  <a:pt x="5644" y="158044"/>
                  <a:pt x="0"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任意多边形: 形状 102">
            <a:extLst>
              <a:ext uri="{FF2B5EF4-FFF2-40B4-BE49-F238E27FC236}">
                <a16:creationId xmlns:a16="http://schemas.microsoft.com/office/drawing/2014/main" id="{734FE605-279D-4BA2-B61E-DF9658472AB2}"/>
              </a:ext>
            </a:extLst>
          </p:cNvPr>
          <p:cNvSpPr/>
          <p:nvPr/>
        </p:nvSpPr>
        <p:spPr>
          <a:xfrm>
            <a:off x="10497166" y="4019894"/>
            <a:ext cx="957803" cy="1657305"/>
          </a:xfrm>
          <a:custGeom>
            <a:avLst/>
            <a:gdLst>
              <a:gd name="connsiteX0" fmla="*/ 697653 w 957803"/>
              <a:gd name="connsiteY0" fmla="*/ 1327573 h 1657305"/>
              <a:gd name="connsiteX1" fmla="*/ 690880 w 957803"/>
              <a:gd name="connsiteY1" fmla="*/ 1544320 h 1657305"/>
              <a:gd name="connsiteX2" fmla="*/ 792480 w 957803"/>
              <a:gd name="connsiteY2" fmla="*/ 1652693 h 1657305"/>
              <a:gd name="connsiteX3" fmla="*/ 934720 w 957803"/>
              <a:gd name="connsiteY3" fmla="*/ 1591733 h 1657305"/>
              <a:gd name="connsiteX4" fmla="*/ 948266 w 957803"/>
              <a:gd name="connsiteY4" fmla="*/ 1198880 h 1657305"/>
              <a:gd name="connsiteX5" fmla="*/ 839893 w 957803"/>
              <a:gd name="connsiteY5" fmla="*/ 1002453 h 1657305"/>
              <a:gd name="connsiteX6" fmla="*/ 541866 w 957803"/>
              <a:gd name="connsiteY6" fmla="*/ 799253 h 1657305"/>
              <a:gd name="connsiteX7" fmla="*/ 284480 w 957803"/>
              <a:gd name="connsiteY7" fmla="*/ 264160 h 1657305"/>
              <a:gd name="connsiteX8" fmla="*/ 0 w 957803"/>
              <a:gd name="connsiteY8" fmla="*/ 0 h 165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7803" h="1657305">
                <a:moveTo>
                  <a:pt x="697653" y="1327573"/>
                </a:moveTo>
                <a:cubicBezTo>
                  <a:pt x="686364" y="1408853"/>
                  <a:pt x="675076" y="1490133"/>
                  <a:pt x="690880" y="1544320"/>
                </a:cubicBezTo>
                <a:cubicBezTo>
                  <a:pt x="706684" y="1598507"/>
                  <a:pt x="751840" y="1644791"/>
                  <a:pt x="792480" y="1652693"/>
                </a:cubicBezTo>
                <a:cubicBezTo>
                  <a:pt x="833120" y="1660595"/>
                  <a:pt x="908756" y="1667368"/>
                  <a:pt x="934720" y="1591733"/>
                </a:cubicBezTo>
                <a:cubicBezTo>
                  <a:pt x="960684" y="1516098"/>
                  <a:pt x="964071" y="1297093"/>
                  <a:pt x="948266" y="1198880"/>
                </a:cubicBezTo>
                <a:cubicBezTo>
                  <a:pt x="932461" y="1100667"/>
                  <a:pt x="907626" y="1069057"/>
                  <a:pt x="839893" y="1002453"/>
                </a:cubicBezTo>
                <a:cubicBezTo>
                  <a:pt x="772160" y="935848"/>
                  <a:pt x="634435" y="922302"/>
                  <a:pt x="541866" y="799253"/>
                </a:cubicBezTo>
                <a:cubicBezTo>
                  <a:pt x="449297" y="676204"/>
                  <a:pt x="374791" y="397369"/>
                  <a:pt x="284480" y="264160"/>
                </a:cubicBezTo>
                <a:cubicBezTo>
                  <a:pt x="194169" y="130951"/>
                  <a:pt x="97084" y="65475"/>
                  <a:pt x="0"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任意多边形: 形状 103">
            <a:extLst>
              <a:ext uri="{FF2B5EF4-FFF2-40B4-BE49-F238E27FC236}">
                <a16:creationId xmlns:a16="http://schemas.microsoft.com/office/drawing/2014/main" id="{E233BF27-DAB2-4F13-8F64-58FAB5A4603E}"/>
              </a:ext>
            </a:extLst>
          </p:cNvPr>
          <p:cNvSpPr/>
          <p:nvPr/>
        </p:nvSpPr>
        <p:spPr>
          <a:xfrm>
            <a:off x="10405917" y="4087627"/>
            <a:ext cx="694075" cy="1083733"/>
          </a:xfrm>
          <a:custGeom>
            <a:avLst/>
            <a:gdLst>
              <a:gd name="connsiteX0" fmla="*/ 9969 w 694075"/>
              <a:gd name="connsiteY0" fmla="*/ 0 h 1083733"/>
              <a:gd name="connsiteX1" fmla="*/ 16742 w 694075"/>
              <a:gd name="connsiteY1" fmla="*/ 257387 h 1083733"/>
              <a:gd name="connsiteX2" fmla="*/ 165755 w 694075"/>
              <a:gd name="connsiteY2" fmla="*/ 433493 h 1083733"/>
              <a:gd name="connsiteX3" fmla="*/ 416369 w 694075"/>
              <a:gd name="connsiteY3" fmla="*/ 670560 h 1083733"/>
              <a:gd name="connsiteX4" fmla="*/ 694075 w 694075"/>
              <a:gd name="connsiteY4" fmla="*/ 1083733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075" h="1083733">
                <a:moveTo>
                  <a:pt x="9969" y="0"/>
                </a:moveTo>
                <a:cubicBezTo>
                  <a:pt x="373" y="92569"/>
                  <a:pt x="-9222" y="185138"/>
                  <a:pt x="16742" y="257387"/>
                </a:cubicBezTo>
                <a:cubicBezTo>
                  <a:pt x="42706" y="329636"/>
                  <a:pt x="99151" y="364631"/>
                  <a:pt x="165755" y="433493"/>
                </a:cubicBezTo>
                <a:cubicBezTo>
                  <a:pt x="232360" y="502355"/>
                  <a:pt x="328316" y="562187"/>
                  <a:pt x="416369" y="670560"/>
                </a:cubicBezTo>
                <a:cubicBezTo>
                  <a:pt x="504422" y="778933"/>
                  <a:pt x="599248" y="931333"/>
                  <a:pt x="694075" y="1083733"/>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Line 31">
            <a:extLst>
              <a:ext uri="{FF2B5EF4-FFF2-40B4-BE49-F238E27FC236}">
                <a16:creationId xmlns:a16="http://schemas.microsoft.com/office/drawing/2014/main" id="{82A6747F-CC76-42BC-BEA1-388B2F09760E}"/>
              </a:ext>
            </a:extLst>
          </p:cNvPr>
          <p:cNvSpPr>
            <a:spLocks noChangeShapeType="1"/>
          </p:cNvSpPr>
          <p:nvPr/>
        </p:nvSpPr>
        <p:spPr bwMode="auto">
          <a:xfrm>
            <a:off x="9784800" y="4087628"/>
            <a:ext cx="290017" cy="511394"/>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nvGrpSpPr>
          <p:cNvPr id="147" name="组合 146">
            <a:extLst>
              <a:ext uri="{FF2B5EF4-FFF2-40B4-BE49-F238E27FC236}">
                <a16:creationId xmlns:a16="http://schemas.microsoft.com/office/drawing/2014/main" id="{DB771979-76D5-410B-A489-622664ECB3B5}"/>
              </a:ext>
            </a:extLst>
          </p:cNvPr>
          <p:cNvGrpSpPr/>
          <p:nvPr/>
        </p:nvGrpSpPr>
        <p:grpSpPr>
          <a:xfrm>
            <a:off x="9261754" y="632423"/>
            <a:ext cx="2525977" cy="2260602"/>
            <a:chOff x="9100695" y="331087"/>
            <a:chExt cx="2525977" cy="2260602"/>
          </a:xfrm>
        </p:grpSpPr>
        <p:grpSp>
          <p:nvGrpSpPr>
            <p:cNvPr id="106" name="Group 46">
              <a:extLst>
                <a:ext uri="{FF2B5EF4-FFF2-40B4-BE49-F238E27FC236}">
                  <a16:creationId xmlns:a16="http://schemas.microsoft.com/office/drawing/2014/main" id="{8D2E3CDD-E0C2-4D82-A618-32D005570038}"/>
                </a:ext>
              </a:extLst>
            </p:cNvPr>
            <p:cNvGrpSpPr>
              <a:grpSpLocks/>
            </p:cNvGrpSpPr>
            <p:nvPr/>
          </p:nvGrpSpPr>
          <p:grpSpPr bwMode="auto">
            <a:xfrm>
              <a:off x="10335126" y="331087"/>
              <a:ext cx="1077397" cy="951841"/>
              <a:chOff x="2400" y="916"/>
              <a:chExt cx="1036" cy="911"/>
            </a:xfrm>
          </p:grpSpPr>
          <p:sp>
            <p:nvSpPr>
              <p:cNvPr id="107" name="Text Box 17">
                <a:extLst>
                  <a:ext uri="{FF2B5EF4-FFF2-40B4-BE49-F238E27FC236}">
                    <a16:creationId xmlns:a16="http://schemas.microsoft.com/office/drawing/2014/main" id="{D940AFC2-9196-4433-88A8-EFFE2AAB20DC}"/>
                  </a:ext>
                </a:extLst>
              </p:cNvPr>
              <p:cNvSpPr txBox="1">
                <a:spLocks noChangeArrowheads="1"/>
              </p:cNvSpPr>
              <p:nvPr/>
            </p:nvSpPr>
            <p:spPr bwMode="auto">
              <a:xfrm>
                <a:off x="2400" y="1474"/>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t" anchorCtr="0">
                <a:spAutoFit/>
              </a:bodyPr>
              <a:lstStyle/>
              <a:p>
                <a:pPr algn="ctr"/>
                <a:r>
                  <a:rPr lang="en-US" altLang="zh-CN" sz="2400" b="1" dirty="0">
                    <a:solidFill>
                      <a:srgbClr val="C00000"/>
                    </a:solidFill>
                  </a:rPr>
                  <a:t>-</a:t>
                </a:r>
                <a:endParaRPr lang="en-US" altLang="zh-CN" sz="2400" dirty="0">
                  <a:solidFill>
                    <a:srgbClr val="C00000"/>
                  </a:solidFill>
                </a:endParaRPr>
              </a:p>
            </p:txBody>
          </p:sp>
          <p:sp>
            <p:nvSpPr>
              <p:cNvPr id="108" name="Line 18">
                <a:extLst>
                  <a:ext uri="{FF2B5EF4-FFF2-40B4-BE49-F238E27FC236}">
                    <a16:creationId xmlns:a16="http://schemas.microsoft.com/office/drawing/2014/main" id="{D2912A9E-32A5-45CA-8A5C-BA6264D52B9A}"/>
                  </a:ext>
                </a:extLst>
              </p:cNvPr>
              <p:cNvSpPr>
                <a:spLocks noChangeShapeType="1"/>
              </p:cNvSpPr>
              <p:nvPr/>
            </p:nvSpPr>
            <p:spPr bwMode="auto">
              <a:xfrm flipH="1">
                <a:off x="2610" y="1474"/>
                <a:ext cx="0" cy="347"/>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09" name="Line 19">
                <a:extLst>
                  <a:ext uri="{FF2B5EF4-FFF2-40B4-BE49-F238E27FC236}">
                    <a16:creationId xmlns:a16="http://schemas.microsoft.com/office/drawing/2014/main" id="{3CB5B3AC-BE73-4017-8E4D-F3174F3F6EC5}"/>
                  </a:ext>
                </a:extLst>
              </p:cNvPr>
              <p:cNvSpPr>
                <a:spLocks noChangeShapeType="1"/>
              </p:cNvSpPr>
              <p:nvPr/>
            </p:nvSpPr>
            <p:spPr bwMode="auto">
              <a:xfrm flipH="1">
                <a:off x="2875" y="1478"/>
                <a:ext cx="0" cy="34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10" name="Text Box 21">
                <a:extLst>
                  <a:ext uri="{FF2B5EF4-FFF2-40B4-BE49-F238E27FC236}">
                    <a16:creationId xmlns:a16="http://schemas.microsoft.com/office/drawing/2014/main" id="{A45335B6-CCD4-43B7-8C08-25C740A15B4F}"/>
                  </a:ext>
                </a:extLst>
              </p:cNvPr>
              <p:cNvSpPr txBox="1">
                <a:spLocks noChangeArrowheads="1"/>
              </p:cNvSpPr>
              <p:nvPr/>
            </p:nvSpPr>
            <p:spPr bwMode="auto">
              <a:xfrm>
                <a:off x="3095" y="916"/>
                <a:ext cx="341" cy="44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400" b="1" dirty="0">
                    <a:solidFill>
                      <a:srgbClr val="000099"/>
                    </a:solidFill>
                  </a:rPr>
                  <a:t>T</a:t>
                </a:r>
                <a:endParaRPr lang="en-US" altLang="zh-CN" sz="2400" dirty="0">
                  <a:solidFill>
                    <a:srgbClr val="000099"/>
                  </a:solidFill>
                </a:endParaRPr>
              </a:p>
            </p:txBody>
          </p:sp>
          <p:sp>
            <p:nvSpPr>
              <p:cNvPr id="111" name="Freeform 44">
                <a:extLst>
                  <a:ext uri="{FF2B5EF4-FFF2-40B4-BE49-F238E27FC236}">
                    <a16:creationId xmlns:a16="http://schemas.microsoft.com/office/drawing/2014/main" id="{D0E82CC5-ACED-4FB6-B2AF-278AA931F32A}"/>
                  </a:ext>
                </a:extLst>
              </p:cNvPr>
              <p:cNvSpPr>
                <a:spLocks/>
              </p:cNvSpPr>
              <p:nvPr/>
            </p:nvSpPr>
            <p:spPr bwMode="auto">
              <a:xfrm>
                <a:off x="2766" y="1164"/>
                <a:ext cx="456" cy="314"/>
              </a:xfrm>
              <a:custGeom>
                <a:avLst/>
                <a:gdLst>
                  <a:gd name="T0" fmla="*/ 720 w 720"/>
                  <a:gd name="T1" fmla="*/ 0 h 384"/>
                  <a:gd name="T2" fmla="*/ 144 w 720"/>
                  <a:gd name="T3" fmla="*/ 192 h 384"/>
                  <a:gd name="T4" fmla="*/ 480 w 720"/>
                  <a:gd name="T5" fmla="*/ 240 h 384"/>
                  <a:gd name="T6" fmla="*/ 0 w 720"/>
                  <a:gd name="T7" fmla="*/ 384 h 384"/>
                </a:gdLst>
                <a:ahLst/>
                <a:cxnLst>
                  <a:cxn ang="0">
                    <a:pos x="T0" y="T1"/>
                  </a:cxn>
                  <a:cxn ang="0">
                    <a:pos x="T2" y="T3"/>
                  </a:cxn>
                  <a:cxn ang="0">
                    <a:pos x="T4" y="T5"/>
                  </a:cxn>
                  <a:cxn ang="0">
                    <a:pos x="T6" y="T7"/>
                  </a:cxn>
                </a:cxnLst>
                <a:rect l="0" t="0" r="r" b="b"/>
                <a:pathLst>
                  <a:path w="720" h="384">
                    <a:moveTo>
                      <a:pt x="720" y="0"/>
                    </a:moveTo>
                    <a:cubicBezTo>
                      <a:pt x="452" y="76"/>
                      <a:pt x="184" y="152"/>
                      <a:pt x="144" y="192"/>
                    </a:cubicBezTo>
                    <a:cubicBezTo>
                      <a:pt x="104" y="232"/>
                      <a:pt x="504" y="208"/>
                      <a:pt x="480" y="240"/>
                    </a:cubicBezTo>
                    <a:cubicBezTo>
                      <a:pt x="456" y="272"/>
                      <a:pt x="228" y="328"/>
                      <a:pt x="0" y="384"/>
                    </a:cubicBezTo>
                  </a:path>
                </a:pathLst>
              </a:custGeom>
              <a:noFill/>
              <a:ln w="19050">
                <a:solidFill>
                  <a:srgbClr val="0070C0"/>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endParaRPr lang="zh-CN" altLang="en-US" sz="2400"/>
              </a:p>
            </p:txBody>
          </p:sp>
        </p:grpSp>
        <p:grpSp>
          <p:nvGrpSpPr>
            <p:cNvPr id="112" name="Group 62">
              <a:extLst>
                <a:ext uri="{FF2B5EF4-FFF2-40B4-BE49-F238E27FC236}">
                  <a16:creationId xmlns:a16="http://schemas.microsoft.com/office/drawing/2014/main" id="{D583B7F6-6963-4659-BEA9-AD253A5BEB94}"/>
                </a:ext>
              </a:extLst>
            </p:cNvPr>
            <p:cNvGrpSpPr>
              <a:grpSpLocks/>
            </p:cNvGrpSpPr>
            <p:nvPr/>
          </p:nvGrpSpPr>
          <p:grpSpPr bwMode="auto">
            <a:xfrm>
              <a:off x="9674708" y="1102797"/>
              <a:ext cx="781366" cy="850674"/>
              <a:chOff x="816" y="1613"/>
              <a:chExt cx="731" cy="785"/>
            </a:xfrm>
          </p:grpSpPr>
          <p:sp>
            <p:nvSpPr>
              <p:cNvPr id="113" name="Text Box 22">
                <a:extLst>
                  <a:ext uri="{FF2B5EF4-FFF2-40B4-BE49-F238E27FC236}">
                    <a16:creationId xmlns:a16="http://schemas.microsoft.com/office/drawing/2014/main" id="{8A82B7AD-4125-4D54-B8F7-529006ACE643}"/>
                  </a:ext>
                </a:extLst>
              </p:cNvPr>
              <p:cNvSpPr txBox="1">
                <a:spLocks noChangeArrowheads="1"/>
              </p:cNvSpPr>
              <p:nvPr/>
            </p:nvSpPr>
            <p:spPr bwMode="auto">
              <a:xfrm>
                <a:off x="816" y="2057"/>
                <a:ext cx="682" cy="341"/>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spAutoFit/>
              </a:bodyPr>
              <a:lstStyle/>
              <a:p>
                <a:pPr algn="ctr"/>
                <a:r>
                  <a:rPr lang="en-US" altLang="zh-CN" sz="2400" b="1" dirty="0">
                    <a:solidFill>
                      <a:srgbClr val="C00000"/>
                    </a:solidFill>
                  </a:rPr>
                  <a:t>*</a:t>
                </a:r>
                <a:endParaRPr lang="en-US" altLang="zh-CN" sz="2400" dirty="0">
                  <a:solidFill>
                    <a:srgbClr val="C00000"/>
                  </a:solidFill>
                </a:endParaRPr>
              </a:p>
            </p:txBody>
          </p:sp>
          <p:sp>
            <p:nvSpPr>
              <p:cNvPr id="114" name="Line 23">
                <a:extLst>
                  <a:ext uri="{FF2B5EF4-FFF2-40B4-BE49-F238E27FC236}">
                    <a16:creationId xmlns:a16="http://schemas.microsoft.com/office/drawing/2014/main" id="{1628EBF7-EBE0-4FB9-BBC0-C897A2E9D913}"/>
                  </a:ext>
                </a:extLst>
              </p:cNvPr>
              <p:cNvSpPr>
                <a:spLocks noChangeShapeType="1"/>
              </p:cNvSpPr>
              <p:nvPr/>
            </p:nvSpPr>
            <p:spPr bwMode="auto">
              <a:xfrm flipH="1">
                <a:off x="1019" y="2070"/>
                <a:ext cx="0" cy="314"/>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15" name="Line 24">
                <a:extLst>
                  <a:ext uri="{FF2B5EF4-FFF2-40B4-BE49-F238E27FC236}">
                    <a16:creationId xmlns:a16="http://schemas.microsoft.com/office/drawing/2014/main" id="{45E2C29B-9B5E-4B91-B5C9-FB72F0464D86}"/>
                  </a:ext>
                </a:extLst>
              </p:cNvPr>
              <p:cNvSpPr>
                <a:spLocks noChangeShapeType="1"/>
              </p:cNvSpPr>
              <p:nvPr/>
            </p:nvSpPr>
            <p:spPr bwMode="auto">
              <a:xfrm flipH="1">
                <a:off x="1294" y="2072"/>
                <a:ext cx="0" cy="312"/>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16" name="Line 31">
                <a:extLst>
                  <a:ext uri="{FF2B5EF4-FFF2-40B4-BE49-F238E27FC236}">
                    <a16:creationId xmlns:a16="http://schemas.microsoft.com/office/drawing/2014/main" id="{1B5D1F63-513A-47B0-8555-596AAE05C672}"/>
                  </a:ext>
                </a:extLst>
              </p:cNvPr>
              <p:cNvSpPr>
                <a:spLocks noChangeShapeType="1"/>
              </p:cNvSpPr>
              <p:nvPr/>
            </p:nvSpPr>
            <p:spPr bwMode="auto">
              <a:xfrm flipH="1">
                <a:off x="1203" y="1613"/>
                <a:ext cx="344" cy="45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grpSp>
          <p:nvGrpSpPr>
            <p:cNvPr id="117" name="Group 63">
              <a:extLst>
                <a:ext uri="{FF2B5EF4-FFF2-40B4-BE49-F238E27FC236}">
                  <a16:creationId xmlns:a16="http://schemas.microsoft.com/office/drawing/2014/main" id="{604E65A7-A843-49F9-864F-3E7D477B420D}"/>
                </a:ext>
              </a:extLst>
            </p:cNvPr>
            <p:cNvGrpSpPr>
              <a:grpSpLocks/>
            </p:cNvGrpSpPr>
            <p:nvPr/>
          </p:nvGrpSpPr>
          <p:grpSpPr bwMode="auto">
            <a:xfrm>
              <a:off x="9100695" y="1804568"/>
              <a:ext cx="709252" cy="756457"/>
              <a:chOff x="1480" y="2312"/>
              <a:chExt cx="682" cy="724"/>
            </a:xfrm>
          </p:grpSpPr>
          <p:sp>
            <p:nvSpPr>
              <p:cNvPr id="118" name="Text Box 25">
                <a:extLst>
                  <a:ext uri="{FF2B5EF4-FFF2-40B4-BE49-F238E27FC236}">
                    <a16:creationId xmlns:a16="http://schemas.microsoft.com/office/drawing/2014/main" id="{D78BFC28-BEEB-48DF-830F-A02E666B99E5}"/>
                  </a:ext>
                </a:extLst>
              </p:cNvPr>
              <p:cNvSpPr txBox="1">
                <a:spLocks noChangeArrowheads="1"/>
              </p:cNvSpPr>
              <p:nvPr/>
            </p:nvSpPr>
            <p:spPr bwMode="auto">
              <a:xfrm>
                <a:off x="1480" y="2681"/>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t" anchorCtr="0">
                <a:spAutoFit/>
              </a:bodyPr>
              <a:lstStyle/>
              <a:p>
                <a:pPr algn="ctr"/>
                <a:r>
                  <a:rPr lang="en-US" altLang="zh-CN" sz="2400" b="1" dirty="0">
                    <a:solidFill>
                      <a:srgbClr val="C00000"/>
                    </a:solidFill>
                  </a:rPr>
                  <a:t>a</a:t>
                </a:r>
                <a:endParaRPr lang="en-US" altLang="zh-CN" sz="2400" dirty="0">
                  <a:solidFill>
                    <a:srgbClr val="C00000"/>
                  </a:solidFill>
                </a:endParaRPr>
              </a:p>
            </p:txBody>
          </p:sp>
          <p:sp>
            <p:nvSpPr>
              <p:cNvPr id="119" name="Line 26">
                <a:extLst>
                  <a:ext uri="{FF2B5EF4-FFF2-40B4-BE49-F238E27FC236}">
                    <a16:creationId xmlns:a16="http://schemas.microsoft.com/office/drawing/2014/main" id="{0057F6A4-45AD-4799-9B3F-F856306DDE3D}"/>
                  </a:ext>
                </a:extLst>
              </p:cNvPr>
              <p:cNvSpPr>
                <a:spLocks noChangeShapeType="1"/>
              </p:cNvSpPr>
              <p:nvPr/>
            </p:nvSpPr>
            <p:spPr bwMode="auto">
              <a:xfrm flipH="1">
                <a:off x="1675" y="2683"/>
                <a:ext cx="0" cy="35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20" name="Line 27">
                <a:extLst>
                  <a:ext uri="{FF2B5EF4-FFF2-40B4-BE49-F238E27FC236}">
                    <a16:creationId xmlns:a16="http://schemas.microsoft.com/office/drawing/2014/main" id="{0C90A836-2788-440D-BE30-5BAC086C7842}"/>
                  </a:ext>
                </a:extLst>
              </p:cNvPr>
              <p:cNvSpPr>
                <a:spLocks noChangeShapeType="1"/>
              </p:cNvSpPr>
              <p:nvPr/>
            </p:nvSpPr>
            <p:spPr bwMode="auto">
              <a:xfrm flipH="1">
                <a:off x="1956" y="2688"/>
                <a:ext cx="2" cy="348"/>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21" name="Line 33">
                <a:extLst>
                  <a:ext uri="{FF2B5EF4-FFF2-40B4-BE49-F238E27FC236}">
                    <a16:creationId xmlns:a16="http://schemas.microsoft.com/office/drawing/2014/main" id="{86CA028A-69B1-4D25-BDDC-CD047CD6669F}"/>
                  </a:ext>
                </a:extLst>
              </p:cNvPr>
              <p:cNvSpPr>
                <a:spLocks noChangeShapeType="1"/>
              </p:cNvSpPr>
              <p:nvPr/>
            </p:nvSpPr>
            <p:spPr bwMode="auto">
              <a:xfrm flipH="1">
                <a:off x="1804" y="2312"/>
                <a:ext cx="339" cy="376"/>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grpSp>
          <p:nvGrpSpPr>
            <p:cNvPr id="122" name="Group 65">
              <a:extLst>
                <a:ext uri="{FF2B5EF4-FFF2-40B4-BE49-F238E27FC236}">
                  <a16:creationId xmlns:a16="http://schemas.microsoft.com/office/drawing/2014/main" id="{E5CA2BB4-7BC9-4A2B-9A2F-6841DC6E32E5}"/>
                </a:ext>
              </a:extLst>
            </p:cNvPr>
            <p:cNvGrpSpPr>
              <a:grpSpLocks/>
            </p:cNvGrpSpPr>
            <p:nvPr/>
          </p:nvGrpSpPr>
          <p:grpSpPr bwMode="auto">
            <a:xfrm>
              <a:off x="10917420" y="1105184"/>
              <a:ext cx="709252" cy="841089"/>
              <a:chOff x="3079" y="1598"/>
              <a:chExt cx="682" cy="805"/>
            </a:xfrm>
          </p:grpSpPr>
          <p:sp>
            <p:nvSpPr>
              <p:cNvPr id="123" name="Text Box 28">
                <a:extLst>
                  <a:ext uri="{FF2B5EF4-FFF2-40B4-BE49-F238E27FC236}">
                    <a16:creationId xmlns:a16="http://schemas.microsoft.com/office/drawing/2014/main" id="{87BC2C19-3FF5-4815-859A-A015170BEBB9}"/>
                  </a:ext>
                </a:extLst>
              </p:cNvPr>
              <p:cNvSpPr txBox="1">
                <a:spLocks noChangeArrowheads="1"/>
              </p:cNvSpPr>
              <p:nvPr/>
            </p:nvSpPr>
            <p:spPr bwMode="auto">
              <a:xfrm>
                <a:off x="3079" y="2050"/>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spAutoFit/>
              </a:bodyPr>
              <a:lstStyle/>
              <a:p>
                <a:pPr algn="ctr"/>
                <a:r>
                  <a:rPr lang="en-US" altLang="zh-CN" sz="2400" b="1" dirty="0">
                    <a:solidFill>
                      <a:srgbClr val="C00000"/>
                    </a:solidFill>
                  </a:rPr>
                  <a:t>c</a:t>
                </a:r>
                <a:endParaRPr lang="en-US" altLang="zh-CN" sz="2400" dirty="0">
                  <a:solidFill>
                    <a:srgbClr val="C00000"/>
                  </a:solidFill>
                </a:endParaRPr>
              </a:p>
            </p:txBody>
          </p:sp>
          <p:sp>
            <p:nvSpPr>
              <p:cNvPr id="124" name="Line 29">
                <a:extLst>
                  <a:ext uri="{FF2B5EF4-FFF2-40B4-BE49-F238E27FC236}">
                    <a16:creationId xmlns:a16="http://schemas.microsoft.com/office/drawing/2014/main" id="{337619A3-DB8E-4A25-9598-468C936F442D}"/>
                  </a:ext>
                </a:extLst>
              </p:cNvPr>
              <p:cNvSpPr>
                <a:spLocks noChangeShapeType="1"/>
              </p:cNvSpPr>
              <p:nvPr/>
            </p:nvSpPr>
            <p:spPr bwMode="auto">
              <a:xfrm>
                <a:off x="3304" y="2065"/>
                <a:ext cx="1" cy="338"/>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25" name="Line 30">
                <a:extLst>
                  <a:ext uri="{FF2B5EF4-FFF2-40B4-BE49-F238E27FC236}">
                    <a16:creationId xmlns:a16="http://schemas.microsoft.com/office/drawing/2014/main" id="{D902DBDE-693A-4D01-91EF-EA7568401FF9}"/>
                  </a:ext>
                </a:extLst>
              </p:cNvPr>
              <p:cNvSpPr>
                <a:spLocks noChangeShapeType="1"/>
              </p:cNvSpPr>
              <p:nvPr/>
            </p:nvSpPr>
            <p:spPr bwMode="auto">
              <a:xfrm flipH="1">
                <a:off x="3561" y="2065"/>
                <a:ext cx="3" cy="330"/>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26" name="Line 36">
                <a:extLst>
                  <a:ext uri="{FF2B5EF4-FFF2-40B4-BE49-F238E27FC236}">
                    <a16:creationId xmlns:a16="http://schemas.microsoft.com/office/drawing/2014/main" id="{37761725-1DCD-49F3-9413-8B0018127C81}"/>
                  </a:ext>
                </a:extLst>
              </p:cNvPr>
              <p:cNvSpPr>
                <a:spLocks noChangeShapeType="1"/>
              </p:cNvSpPr>
              <p:nvPr/>
            </p:nvSpPr>
            <p:spPr bwMode="auto">
              <a:xfrm>
                <a:off x="3120" y="1598"/>
                <a:ext cx="285" cy="458"/>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sp>
          <p:nvSpPr>
            <p:cNvPr id="127" name="Text Box 37">
              <a:extLst>
                <a:ext uri="{FF2B5EF4-FFF2-40B4-BE49-F238E27FC236}">
                  <a16:creationId xmlns:a16="http://schemas.microsoft.com/office/drawing/2014/main" id="{EBCB7C6B-BDDC-4A17-8D31-E89E7AE79797}"/>
                </a:ext>
              </a:extLst>
            </p:cNvPr>
            <p:cNvSpPr txBox="1">
              <a:spLocks noChangeArrowheads="1"/>
            </p:cNvSpPr>
            <p:nvPr/>
          </p:nvSpPr>
          <p:spPr bwMode="auto">
            <a:xfrm>
              <a:off x="10937371" y="1656377"/>
              <a:ext cx="196581" cy="30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t>^</a:t>
              </a:r>
            </a:p>
          </p:txBody>
        </p:sp>
        <p:grpSp>
          <p:nvGrpSpPr>
            <p:cNvPr id="128" name="Group 64">
              <a:extLst>
                <a:ext uri="{FF2B5EF4-FFF2-40B4-BE49-F238E27FC236}">
                  <a16:creationId xmlns:a16="http://schemas.microsoft.com/office/drawing/2014/main" id="{9E1E9C28-E080-4DD5-9C6B-912453DCF394}"/>
                </a:ext>
              </a:extLst>
            </p:cNvPr>
            <p:cNvGrpSpPr>
              <a:grpSpLocks/>
            </p:cNvGrpSpPr>
            <p:nvPr/>
          </p:nvGrpSpPr>
          <p:grpSpPr bwMode="auto">
            <a:xfrm>
              <a:off x="10251680" y="1804567"/>
              <a:ext cx="709252" cy="744964"/>
              <a:chOff x="1109" y="2893"/>
              <a:chExt cx="682" cy="713"/>
            </a:xfrm>
          </p:grpSpPr>
          <p:sp>
            <p:nvSpPr>
              <p:cNvPr id="129" name="Text Box 51">
                <a:extLst>
                  <a:ext uri="{FF2B5EF4-FFF2-40B4-BE49-F238E27FC236}">
                    <a16:creationId xmlns:a16="http://schemas.microsoft.com/office/drawing/2014/main" id="{1344EF82-E114-4D6D-8840-D9EA5B8B1466}"/>
                  </a:ext>
                </a:extLst>
              </p:cNvPr>
              <p:cNvSpPr txBox="1">
                <a:spLocks noChangeArrowheads="1"/>
              </p:cNvSpPr>
              <p:nvPr/>
            </p:nvSpPr>
            <p:spPr bwMode="auto">
              <a:xfrm>
                <a:off x="1109" y="3253"/>
                <a:ext cx="682" cy="353"/>
              </a:xfrm>
              <a:prstGeom prst="rect">
                <a:avLst/>
              </a:prstGeom>
              <a:solidFill>
                <a:srgbClr val="CAF2CE">
                  <a:alpha val="50000"/>
                </a:srgbClr>
              </a:solidFill>
              <a:ln w="19050"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spAutoFit/>
              </a:bodyPr>
              <a:lstStyle/>
              <a:p>
                <a:pPr algn="ctr"/>
                <a:r>
                  <a:rPr lang="en-US" altLang="zh-CN" sz="2400" b="1" dirty="0">
                    <a:solidFill>
                      <a:srgbClr val="C00000"/>
                    </a:solidFill>
                  </a:rPr>
                  <a:t>b</a:t>
                </a:r>
                <a:endParaRPr lang="en-US" altLang="zh-CN" sz="2400" dirty="0">
                  <a:solidFill>
                    <a:srgbClr val="C00000"/>
                  </a:solidFill>
                </a:endParaRPr>
              </a:p>
            </p:txBody>
          </p:sp>
          <p:sp>
            <p:nvSpPr>
              <p:cNvPr id="130" name="Line 52">
                <a:extLst>
                  <a:ext uri="{FF2B5EF4-FFF2-40B4-BE49-F238E27FC236}">
                    <a16:creationId xmlns:a16="http://schemas.microsoft.com/office/drawing/2014/main" id="{57E27C55-DE14-4BF8-84DA-2232362DB0EE}"/>
                  </a:ext>
                </a:extLst>
              </p:cNvPr>
              <p:cNvSpPr>
                <a:spLocks noChangeShapeType="1"/>
              </p:cNvSpPr>
              <p:nvPr/>
            </p:nvSpPr>
            <p:spPr bwMode="auto">
              <a:xfrm flipH="1">
                <a:off x="1310" y="3253"/>
                <a:ext cx="0" cy="35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31" name="Line 53">
                <a:extLst>
                  <a:ext uri="{FF2B5EF4-FFF2-40B4-BE49-F238E27FC236}">
                    <a16:creationId xmlns:a16="http://schemas.microsoft.com/office/drawing/2014/main" id="{936B1179-0306-4EBE-A8A8-9952786A2F83}"/>
                  </a:ext>
                </a:extLst>
              </p:cNvPr>
              <p:cNvSpPr>
                <a:spLocks noChangeShapeType="1"/>
              </p:cNvSpPr>
              <p:nvPr/>
            </p:nvSpPr>
            <p:spPr bwMode="auto">
              <a:xfrm flipH="1">
                <a:off x="1575" y="3253"/>
                <a:ext cx="0" cy="353"/>
              </a:xfrm>
              <a:prstGeom prst="line">
                <a:avLst/>
              </a:prstGeom>
              <a:noFill/>
              <a:ln w="19050" cap="sq">
                <a:solidFill>
                  <a:srgbClr val="0070C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32" name="Line 54">
                <a:extLst>
                  <a:ext uri="{FF2B5EF4-FFF2-40B4-BE49-F238E27FC236}">
                    <a16:creationId xmlns:a16="http://schemas.microsoft.com/office/drawing/2014/main" id="{20499B70-5A58-4C06-AE5E-5136F4D06B1D}"/>
                  </a:ext>
                </a:extLst>
              </p:cNvPr>
              <p:cNvSpPr>
                <a:spLocks noChangeShapeType="1"/>
              </p:cNvSpPr>
              <p:nvPr/>
            </p:nvSpPr>
            <p:spPr bwMode="auto">
              <a:xfrm>
                <a:off x="1165" y="2893"/>
                <a:ext cx="289" cy="380"/>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sp>
          <p:nvSpPr>
            <p:cNvPr id="133" name="Text Box 32">
              <a:extLst>
                <a:ext uri="{FF2B5EF4-FFF2-40B4-BE49-F238E27FC236}">
                  <a16:creationId xmlns:a16="http://schemas.microsoft.com/office/drawing/2014/main" id="{CCA85E93-179A-4469-8BEF-CE64D2D25C82}"/>
                </a:ext>
              </a:extLst>
            </p:cNvPr>
            <p:cNvSpPr txBox="1">
              <a:spLocks noChangeArrowheads="1"/>
            </p:cNvSpPr>
            <p:nvPr/>
          </p:nvSpPr>
          <p:spPr bwMode="auto">
            <a:xfrm>
              <a:off x="9105973" y="2287888"/>
              <a:ext cx="196581" cy="30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t>^</a:t>
              </a:r>
            </a:p>
          </p:txBody>
        </p:sp>
        <p:sp>
          <p:nvSpPr>
            <p:cNvPr id="134" name="Text Box 60">
              <a:extLst>
                <a:ext uri="{FF2B5EF4-FFF2-40B4-BE49-F238E27FC236}">
                  <a16:creationId xmlns:a16="http://schemas.microsoft.com/office/drawing/2014/main" id="{5BD4B2F1-386D-4EC5-B4FD-129D9ADB5E0D}"/>
                </a:ext>
              </a:extLst>
            </p:cNvPr>
            <p:cNvSpPr txBox="1">
              <a:spLocks noChangeArrowheads="1"/>
            </p:cNvSpPr>
            <p:nvPr/>
          </p:nvSpPr>
          <p:spPr bwMode="auto">
            <a:xfrm>
              <a:off x="11427413" y="1665073"/>
              <a:ext cx="196581" cy="30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t>^</a:t>
              </a:r>
            </a:p>
          </p:txBody>
        </p:sp>
        <p:sp>
          <p:nvSpPr>
            <p:cNvPr id="135" name="Text Box 34">
              <a:extLst>
                <a:ext uri="{FF2B5EF4-FFF2-40B4-BE49-F238E27FC236}">
                  <a16:creationId xmlns:a16="http://schemas.microsoft.com/office/drawing/2014/main" id="{5CE9B545-3293-4414-9E4F-A63EBB050078}"/>
                </a:ext>
              </a:extLst>
            </p:cNvPr>
            <p:cNvSpPr txBox="1">
              <a:spLocks noChangeArrowheads="1"/>
            </p:cNvSpPr>
            <p:nvPr/>
          </p:nvSpPr>
          <p:spPr bwMode="auto">
            <a:xfrm>
              <a:off x="9608884" y="2284764"/>
              <a:ext cx="196581" cy="30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p>
              <a:pPr algn="ctr">
                <a:lnSpc>
                  <a:spcPct val="80000"/>
                </a:lnSpc>
              </a:pPr>
              <a:r>
                <a:rPr lang="en-US" altLang="zh-CN" sz="2400" b="1" dirty="0">
                  <a:solidFill>
                    <a:srgbClr val="000099"/>
                  </a:solidFill>
                </a:rPr>
                <a:t>^</a:t>
              </a:r>
              <a:endParaRPr lang="en-US" altLang="zh-CN" sz="2400" dirty="0">
                <a:solidFill>
                  <a:srgbClr val="000099"/>
                </a:solidFill>
              </a:endParaRPr>
            </a:p>
          </p:txBody>
        </p:sp>
        <p:sp>
          <p:nvSpPr>
            <p:cNvPr id="136" name="Text Box 38">
              <a:extLst>
                <a:ext uri="{FF2B5EF4-FFF2-40B4-BE49-F238E27FC236}">
                  <a16:creationId xmlns:a16="http://schemas.microsoft.com/office/drawing/2014/main" id="{D83B4F31-A6FF-483E-85AE-D05792D77294}"/>
                </a:ext>
              </a:extLst>
            </p:cNvPr>
            <p:cNvSpPr txBox="1">
              <a:spLocks noChangeArrowheads="1"/>
            </p:cNvSpPr>
            <p:nvPr/>
          </p:nvSpPr>
          <p:spPr bwMode="auto">
            <a:xfrm>
              <a:off x="10262266" y="2267395"/>
              <a:ext cx="196581" cy="30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t>^</a:t>
              </a:r>
            </a:p>
          </p:txBody>
        </p:sp>
        <p:sp>
          <p:nvSpPr>
            <p:cNvPr id="137" name="Text Box 35">
              <a:extLst>
                <a:ext uri="{FF2B5EF4-FFF2-40B4-BE49-F238E27FC236}">
                  <a16:creationId xmlns:a16="http://schemas.microsoft.com/office/drawing/2014/main" id="{E452331E-761F-4549-913B-D4D5364E2EB6}"/>
                </a:ext>
              </a:extLst>
            </p:cNvPr>
            <p:cNvSpPr txBox="1">
              <a:spLocks noChangeArrowheads="1"/>
            </p:cNvSpPr>
            <p:nvPr/>
          </p:nvSpPr>
          <p:spPr bwMode="auto">
            <a:xfrm>
              <a:off x="10757494" y="2266034"/>
              <a:ext cx="196581" cy="30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ctr">
              <a:spAutoFit/>
            </a:bodyPr>
            <a:lstStyle>
              <a:defPPr>
                <a:defRPr lang="zh-CN"/>
              </a:defPPr>
              <a:lvl1pPr algn="ctr">
                <a:lnSpc>
                  <a:spcPct val="80000"/>
                </a:lnSpc>
                <a:defRPr sz="2400" b="1">
                  <a:solidFill>
                    <a:srgbClr val="000099"/>
                  </a:solidFill>
                </a:defRPr>
              </a:lvl1pPr>
            </a:lstStyle>
            <a:p>
              <a:r>
                <a:rPr lang="en-US" altLang="zh-CN" dirty="0"/>
                <a:t>^</a:t>
              </a:r>
            </a:p>
          </p:txBody>
        </p:sp>
      </p:grpSp>
      <p:sp>
        <p:nvSpPr>
          <p:cNvPr id="138" name="任意多边形: 形状 137">
            <a:extLst>
              <a:ext uri="{FF2B5EF4-FFF2-40B4-BE49-F238E27FC236}">
                <a16:creationId xmlns:a16="http://schemas.microsoft.com/office/drawing/2014/main" id="{FE8510B5-FD1C-43F3-978D-24159D3E7229}"/>
              </a:ext>
            </a:extLst>
          </p:cNvPr>
          <p:cNvSpPr/>
          <p:nvPr/>
        </p:nvSpPr>
        <p:spPr>
          <a:xfrm>
            <a:off x="10304234" y="2242179"/>
            <a:ext cx="229417" cy="765623"/>
          </a:xfrm>
          <a:custGeom>
            <a:avLst/>
            <a:gdLst>
              <a:gd name="connsiteX0" fmla="*/ 216746 w 229417"/>
              <a:gd name="connsiteY0" fmla="*/ 474134 h 765623"/>
              <a:gd name="connsiteX1" fmla="*/ 223520 w 229417"/>
              <a:gd name="connsiteY1" fmla="*/ 697654 h 765623"/>
              <a:gd name="connsiteX2" fmla="*/ 142240 w 229417"/>
              <a:gd name="connsiteY2" fmla="*/ 765387 h 765623"/>
              <a:gd name="connsiteX3" fmla="*/ 40640 w 229417"/>
              <a:gd name="connsiteY3" fmla="*/ 717974 h 765623"/>
              <a:gd name="connsiteX4" fmla="*/ 20320 w 229417"/>
              <a:gd name="connsiteY4" fmla="*/ 663787 h 765623"/>
              <a:gd name="connsiteX5" fmla="*/ 13546 w 229417"/>
              <a:gd name="connsiteY5" fmla="*/ 575734 h 765623"/>
              <a:gd name="connsiteX6" fmla="*/ 0 w 229417"/>
              <a:gd name="connsiteY6" fmla="*/ 0 h 765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417" h="765623">
                <a:moveTo>
                  <a:pt x="216746" y="474134"/>
                </a:moveTo>
                <a:cubicBezTo>
                  <a:pt x="226342" y="561623"/>
                  <a:pt x="235938" y="649112"/>
                  <a:pt x="223520" y="697654"/>
                </a:cubicBezTo>
                <a:cubicBezTo>
                  <a:pt x="211102" y="746196"/>
                  <a:pt x="172720" y="762000"/>
                  <a:pt x="142240" y="765387"/>
                </a:cubicBezTo>
                <a:cubicBezTo>
                  <a:pt x="111760" y="768774"/>
                  <a:pt x="60960" y="734907"/>
                  <a:pt x="40640" y="717974"/>
                </a:cubicBezTo>
                <a:cubicBezTo>
                  <a:pt x="20320" y="701041"/>
                  <a:pt x="24836" y="687494"/>
                  <a:pt x="20320" y="663787"/>
                </a:cubicBezTo>
                <a:cubicBezTo>
                  <a:pt x="15804" y="640080"/>
                  <a:pt x="16933" y="686365"/>
                  <a:pt x="13546" y="575734"/>
                </a:cubicBezTo>
                <a:cubicBezTo>
                  <a:pt x="10159" y="465103"/>
                  <a:pt x="5079" y="232551"/>
                  <a:pt x="0"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 Box 60">
            <a:extLst>
              <a:ext uri="{FF2B5EF4-FFF2-40B4-BE49-F238E27FC236}">
                <a16:creationId xmlns:a16="http://schemas.microsoft.com/office/drawing/2014/main" id="{FCF644C8-8061-4F8C-8D66-F0A18645B66C}"/>
              </a:ext>
            </a:extLst>
          </p:cNvPr>
          <p:cNvSpPr txBox="1">
            <a:spLocks noChangeArrowheads="1"/>
          </p:cNvSpPr>
          <p:nvPr/>
        </p:nvSpPr>
        <p:spPr bwMode="auto">
          <a:xfrm>
            <a:off x="8336415" y="5802479"/>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139" name="Text Box 60">
            <a:extLst>
              <a:ext uri="{FF2B5EF4-FFF2-40B4-BE49-F238E27FC236}">
                <a16:creationId xmlns:a16="http://schemas.microsoft.com/office/drawing/2014/main" id="{3206A9ED-96FE-4919-971E-908460BDC2F9}"/>
              </a:ext>
            </a:extLst>
          </p:cNvPr>
          <p:cNvSpPr txBox="1">
            <a:spLocks noChangeArrowheads="1"/>
          </p:cNvSpPr>
          <p:nvPr/>
        </p:nvSpPr>
        <p:spPr bwMode="auto">
          <a:xfrm>
            <a:off x="8972729" y="5818361"/>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140" name="Text Box 60">
            <a:extLst>
              <a:ext uri="{FF2B5EF4-FFF2-40B4-BE49-F238E27FC236}">
                <a16:creationId xmlns:a16="http://schemas.microsoft.com/office/drawing/2014/main" id="{26D8FB91-B212-4E03-924B-1DF1EDDF4ECE}"/>
              </a:ext>
            </a:extLst>
          </p:cNvPr>
          <p:cNvSpPr txBox="1">
            <a:spLocks noChangeArrowheads="1"/>
          </p:cNvSpPr>
          <p:nvPr/>
        </p:nvSpPr>
        <p:spPr bwMode="auto">
          <a:xfrm>
            <a:off x="9497602" y="5811032"/>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141" name="Text Box 60">
            <a:extLst>
              <a:ext uri="{FF2B5EF4-FFF2-40B4-BE49-F238E27FC236}">
                <a16:creationId xmlns:a16="http://schemas.microsoft.com/office/drawing/2014/main" id="{DB60ABBA-4301-49B2-B317-9C83BC5B3BD2}"/>
              </a:ext>
            </a:extLst>
          </p:cNvPr>
          <p:cNvSpPr txBox="1">
            <a:spLocks noChangeArrowheads="1"/>
          </p:cNvSpPr>
          <p:nvPr/>
        </p:nvSpPr>
        <p:spPr bwMode="auto">
          <a:xfrm>
            <a:off x="10134992" y="5823599"/>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142" name="Text Box 60">
            <a:extLst>
              <a:ext uri="{FF2B5EF4-FFF2-40B4-BE49-F238E27FC236}">
                <a16:creationId xmlns:a16="http://schemas.microsoft.com/office/drawing/2014/main" id="{C291A757-D378-459F-B5F7-497E593BF8D6}"/>
              </a:ext>
            </a:extLst>
          </p:cNvPr>
          <p:cNvSpPr txBox="1">
            <a:spLocks noChangeArrowheads="1"/>
          </p:cNvSpPr>
          <p:nvPr/>
        </p:nvSpPr>
        <p:spPr bwMode="auto">
          <a:xfrm>
            <a:off x="10471224" y="5259486"/>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143" name="Text Box 60">
            <a:extLst>
              <a:ext uri="{FF2B5EF4-FFF2-40B4-BE49-F238E27FC236}">
                <a16:creationId xmlns:a16="http://schemas.microsoft.com/office/drawing/2014/main" id="{8F9EC16C-FCC7-4F6B-A5A9-7BA400610013}"/>
              </a:ext>
            </a:extLst>
          </p:cNvPr>
          <p:cNvSpPr txBox="1">
            <a:spLocks noChangeArrowheads="1"/>
          </p:cNvSpPr>
          <p:nvPr/>
        </p:nvSpPr>
        <p:spPr bwMode="auto">
          <a:xfrm>
            <a:off x="11110394" y="5262481"/>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144" name="任意多边形: 形状 143">
            <a:extLst>
              <a:ext uri="{FF2B5EF4-FFF2-40B4-BE49-F238E27FC236}">
                <a16:creationId xmlns:a16="http://schemas.microsoft.com/office/drawing/2014/main" id="{644F6412-91DC-4980-8367-4771189A3E0C}"/>
              </a:ext>
            </a:extLst>
          </p:cNvPr>
          <p:cNvSpPr/>
          <p:nvPr/>
        </p:nvSpPr>
        <p:spPr>
          <a:xfrm>
            <a:off x="9850102" y="2258925"/>
            <a:ext cx="279205" cy="746575"/>
          </a:xfrm>
          <a:custGeom>
            <a:avLst/>
            <a:gdLst>
              <a:gd name="connsiteX0" fmla="*/ 2309 w 279205"/>
              <a:gd name="connsiteY0" fmla="*/ 444321 h 746575"/>
              <a:gd name="connsiteX1" fmla="*/ 8749 w 279205"/>
              <a:gd name="connsiteY1" fmla="*/ 637504 h 746575"/>
              <a:gd name="connsiteX2" fmla="*/ 73143 w 279205"/>
              <a:gd name="connsiteY2" fmla="*/ 734096 h 746575"/>
              <a:gd name="connsiteX3" fmla="*/ 150416 w 279205"/>
              <a:gd name="connsiteY3" fmla="*/ 734096 h 746575"/>
              <a:gd name="connsiteX4" fmla="*/ 234129 w 279205"/>
              <a:gd name="connsiteY4" fmla="*/ 631065 h 746575"/>
              <a:gd name="connsiteX5" fmla="*/ 259887 w 279205"/>
              <a:gd name="connsiteY5" fmla="*/ 360608 h 746575"/>
              <a:gd name="connsiteX6" fmla="*/ 279205 w 279205"/>
              <a:gd name="connsiteY6" fmla="*/ 0 h 74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9205" h="746575">
                <a:moveTo>
                  <a:pt x="2309" y="444321"/>
                </a:moveTo>
                <a:cubicBezTo>
                  <a:pt x="-374" y="516764"/>
                  <a:pt x="-3057" y="589208"/>
                  <a:pt x="8749" y="637504"/>
                </a:cubicBezTo>
                <a:cubicBezTo>
                  <a:pt x="20555" y="685800"/>
                  <a:pt x="49532" y="717997"/>
                  <a:pt x="73143" y="734096"/>
                </a:cubicBezTo>
                <a:cubicBezTo>
                  <a:pt x="96754" y="750195"/>
                  <a:pt x="123585" y="751268"/>
                  <a:pt x="150416" y="734096"/>
                </a:cubicBezTo>
                <a:cubicBezTo>
                  <a:pt x="177247" y="716924"/>
                  <a:pt x="215884" y="693313"/>
                  <a:pt x="234129" y="631065"/>
                </a:cubicBezTo>
                <a:cubicBezTo>
                  <a:pt x="252374" y="568817"/>
                  <a:pt x="252374" y="465786"/>
                  <a:pt x="259887" y="360608"/>
                </a:cubicBezTo>
                <a:cubicBezTo>
                  <a:pt x="267400" y="255430"/>
                  <a:pt x="273302" y="127715"/>
                  <a:pt x="279205"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31D67F7-0782-0D57-9C44-4525DCC3C0FF}"/>
              </a:ext>
            </a:extLst>
          </p:cNvPr>
          <p:cNvSpPr txBox="1"/>
          <p:nvPr/>
        </p:nvSpPr>
        <p:spPr>
          <a:xfrm>
            <a:off x="1068964" y="255415"/>
            <a:ext cx="3097790" cy="461665"/>
          </a:xfrm>
          <a:prstGeom prst="rect">
            <a:avLst/>
          </a:prstGeom>
          <a:noFill/>
        </p:spPr>
        <p:txBody>
          <a:bodyPr wrap="square">
            <a:spAutoFit/>
          </a:bodyPr>
          <a:lstStyle/>
          <a:p>
            <a:pPr indent="267970" algn="just">
              <a:spcBef>
                <a:spcPts val="1300"/>
              </a:spcBef>
              <a:spcAft>
                <a:spcPts val="1300"/>
              </a:spcAft>
              <a:buNone/>
            </a:pPr>
            <a:r>
              <a:rPr lang="en-US" altLang="zh-CN" sz="2400" b="1" kern="100" dirty="0">
                <a:solidFill>
                  <a:srgbClr val="041ABC"/>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6.3.2  </a:t>
            </a:r>
            <a:r>
              <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线索二叉树</a:t>
            </a:r>
            <a:endPar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2" name="灯片编号占位符 1">
            <a:extLst>
              <a:ext uri="{FF2B5EF4-FFF2-40B4-BE49-F238E27FC236}">
                <a16:creationId xmlns:a16="http://schemas.microsoft.com/office/drawing/2014/main" id="{03E42F05-6599-4A9A-54AC-D94F19C465EC}"/>
              </a:ext>
            </a:extLst>
          </p:cNvPr>
          <p:cNvSpPr>
            <a:spLocks noGrp="1"/>
          </p:cNvSpPr>
          <p:nvPr/>
        </p:nvSpPr>
        <p:spPr>
          <a:xfrm>
            <a:off x="8960555" y="631622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20</a:t>
            </a:fld>
            <a:endParaRPr lang="zh-CN" altLang="en-US" dirty="0"/>
          </a:p>
        </p:txBody>
      </p:sp>
    </p:spTree>
    <p:extLst>
      <p:ext uri="{BB962C8B-B14F-4D97-AF65-F5344CB8AC3E}">
        <p14:creationId xmlns:p14="http://schemas.microsoft.com/office/powerpoint/2010/main" val="219828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up)">
                                      <p:cBhvr>
                                        <p:cTn id="7" dur="500"/>
                                        <p:tgtEl>
                                          <p:spTgt spid="4">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up)">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500"/>
                                        <p:tgtEl>
                                          <p:spTgt spid="15"/>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47"/>
                                        </p:tgtEl>
                                        <p:attrNameLst>
                                          <p:attrName>style.visibility</p:attrName>
                                        </p:attrNameLst>
                                      </p:cBhvr>
                                      <p:to>
                                        <p:strVal val="visible"/>
                                      </p:to>
                                    </p:set>
                                    <p:animEffect transition="in" filter="wipe(up)">
                                      <p:cBhvr>
                                        <p:cTn id="19" dur="500"/>
                                        <p:tgtEl>
                                          <p:spTgt spid="147"/>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wipe(up)">
                                      <p:cBhvr>
                                        <p:cTn id="28" dur="500"/>
                                        <p:tgtEl>
                                          <p:spTgt spid="4">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wipe(up)">
                                      <p:cBhvr>
                                        <p:cTn id="33" dur="500"/>
                                        <p:tgtEl>
                                          <p:spTgt spid="4">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4">
                                            <p:txEl>
                                              <p:pRg st="3" end="3"/>
                                            </p:txEl>
                                          </p:spTgt>
                                        </p:tgtEl>
                                        <p:attrNameLst>
                                          <p:attrName>style.visibility</p:attrName>
                                        </p:attrNameLst>
                                      </p:cBhvr>
                                      <p:to>
                                        <p:strVal val="visible"/>
                                      </p:to>
                                    </p:set>
                                    <p:animEffect transition="in" filter="wipe(up)">
                                      <p:cBhvr>
                                        <p:cTn id="38" dur="500"/>
                                        <p:tgtEl>
                                          <p:spTgt spid="4">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38"/>
                                        </p:tgtEl>
                                        <p:attrNameLst>
                                          <p:attrName>style.visibility</p:attrName>
                                        </p:attrNameLst>
                                      </p:cBhvr>
                                      <p:to>
                                        <p:strVal val="visible"/>
                                      </p:to>
                                    </p:set>
                                    <p:animEffect transition="in" filter="wipe(right)">
                                      <p:cBhvr>
                                        <p:cTn id="43" dur="1000"/>
                                        <p:tgtEl>
                                          <p:spTgt spid="13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4">
                                            <p:txEl>
                                              <p:pRg st="4" end="4"/>
                                            </p:txEl>
                                          </p:spTgt>
                                        </p:tgtEl>
                                        <p:attrNameLst>
                                          <p:attrName>style.visibility</p:attrName>
                                        </p:attrNameLst>
                                      </p:cBhvr>
                                      <p:to>
                                        <p:strVal val="visible"/>
                                      </p:to>
                                    </p:set>
                                    <p:animEffect transition="in" filter="wipe(up)">
                                      <p:cBhvr>
                                        <p:cTn id="48" dur="500"/>
                                        <p:tgtEl>
                                          <p:spTgt spid="4">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44"/>
                                        </p:tgtEl>
                                        <p:attrNameLst>
                                          <p:attrName>style.visibility</p:attrName>
                                        </p:attrNameLst>
                                      </p:cBhvr>
                                      <p:to>
                                        <p:strVal val="visible"/>
                                      </p:to>
                                    </p:set>
                                    <p:animEffect transition="in" filter="wipe(left)">
                                      <p:cBhvr>
                                        <p:cTn id="53" dur="1000"/>
                                        <p:tgtEl>
                                          <p:spTgt spid="14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4">
                                            <p:txEl>
                                              <p:pRg st="5" end="5"/>
                                            </p:txEl>
                                          </p:spTgt>
                                        </p:tgtEl>
                                        <p:attrNameLst>
                                          <p:attrName>style.visibility</p:attrName>
                                        </p:attrNameLst>
                                      </p:cBhvr>
                                      <p:to>
                                        <p:strVal val="visible"/>
                                      </p:to>
                                    </p:set>
                                    <p:animEffect transition="in" filter="wipe(up)">
                                      <p:cBhvr>
                                        <p:cTn id="58" dur="500"/>
                                        <p:tgtEl>
                                          <p:spTgt spid="4">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animEffect transition="in" filter="wipe(up)">
                                      <p:cBhvr>
                                        <p:cTn id="63" dur="500"/>
                                        <p:tgtEl>
                                          <p:spTgt spid="4">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4">
                                            <p:txEl>
                                              <p:pRg st="7" end="7"/>
                                            </p:txEl>
                                          </p:spTgt>
                                        </p:tgtEl>
                                        <p:attrNameLst>
                                          <p:attrName>style.visibility</p:attrName>
                                        </p:attrNameLst>
                                      </p:cBhvr>
                                      <p:to>
                                        <p:strVal val="visible"/>
                                      </p:to>
                                    </p:set>
                                    <p:animEffect transition="in" filter="wipe(up)">
                                      <p:cBhvr>
                                        <p:cTn id="68" dur="500"/>
                                        <p:tgtEl>
                                          <p:spTgt spid="4">
                                            <p:txEl>
                                              <p:pRg st="7" end="7"/>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4">
                                            <p:txEl>
                                              <p:pRg st="8" end="8"/>
                                            </p:txEl>
                                          </p:spTgt>
                                        </p:tgtEl>
                                        <p:attrNameLst>
                                          <p:attrName>style.visibility</p:attrName>
                                        </p:attrNameLst>
                                      </p:cBhvr>
                                      <p:to>
                                        <p:strVal val="visible"/>
                                      </p:to>
                                    </p:set>
                                    <p:animEffect transition="in" filter="wipe(up)">
                                      <p:cBhvr>
                                        <p:cTn id="73" dur="500"/>
                                        <p:tgtEl>
                                          <p:spTgt spid="4">
                                            <p:txEl>
                                              <p:pRg st="8" end="8"/>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148"/>
                                        </p:tgtEl>
                                        <p:attrNameLst>
                                          <p:attrName>style.visibility</p:attrName>
                                        </p:attrNameLst>
                                      </p:cBhvr>
                                      <p:to>
                                        <p:strVal val="visible"/>
                                      </p:to>
                                    </p:set>
                                    <p:animEffect transition="in" filter="wipe(up)">
                                      <p:cBhvr>
                                        <p:cTn id="78" dur="500"/>
                                        <p:tgtEl>
                                          <p:spTgt spid="148"/>
                                        </p:tgtEl>
                                      </p:cBhvr>
                                    </p:animEffect>
                                  </p:childTnLst>
                                </p:cTn>
                              </p:par>
                            </p:childTnLst>
                          </p:cTn>
                        </p:par>
                        <p:par>
                          <p:cTn id="79" fill="hold">
                            <p:stCondLst>
                              <p:cond delay="500"/>
                            </p:stCondLst>
                            <p:childTnLst>
                              <p:par>
                                <p:cTn id="80" presetID="1" presetClass="entr" presetSubtype="0" fill="hold" grpId="1" nodeType="afterEffect">
                                  <p:stCondLst>
                                    <p:cond delay="0"/>
                                  </p:stCondLst>
                                  <p:childTnLst>
                                    <p:set>
                                      <p:cBhvr>
                                        <p:cTn id="81" dur="1" fill="hold">
                                          <p:stCondLst>
                                            <p:cond delay="0"/>
                                          </p:stCondLst>
                                        </p:cTn>
                                        <p:tgtEl>
                                          <p:spTgt spid="13"/>
                                        </p:tgtEl>
                                        <p:attrNameLst>
                                          <p:attrName>style.visibility</p:attrName>
                                        </p:attrNameLst>
                                      </p:cBhvr>
                                      <p:to>
                                        <p:strVal val="visible"/>
                                      </p:to>
                                    </p:set>
                                  </p:childTnLst>
                                </p:cTn>
                              </p:par>
                              <p:par>
                                <p:cTn id="82" presetID="1" presetClass="entr" presetSubtype="0" fill="hold" grpId="1" nodeType="withEffect">
                                  <p:stCondLst>
                                    <p:cond delay="0"/>
                                  </p:stCondLst>
                                  <p:childTnLst>
                                    <p:set>
                                      <p:cBhvr>
                                        <p:cTn id="83" dur="1" fill="hold">
                                          <p:stCondLst>
                                            <p:cond delay="0"/>
                                          </p:stCondLst>
                                        </p:cTn>
                                        <p:tgtEl>
                                          <p:spTgt spid="139"/>
                                        </p:tgtEl>
                                        <p:attrNameLst>
                                          <p:attrName>style.visibility</p:attrName>
                                        </p:attrNameLst>
                                      </p:cBhvr>
                                      <p:to>
                                        <p:strVal val="visible"/>
                                      </p:to>
                                    </p:set>
                                  </p:childTnLst>
                                </p:cTn>
                              </p:par>
                              <p:par>
                                <p:cTn id="84" presetID="1" presetClass="entr" presetSubtype="0" fill="hold" grpId="1" nodeType="withEffect">
                                  <p:stCondLst>
                                    <p:cond delay="0"/>
                                  </p:stCondLst>
                                  <p:childTnLst>
                                    <p:set>
                                      <p:cBhvr>
                                        <p:cTn id="85" dur="1" fill="hold">
                                          <p:stCondLst>
                                            <p:cond delay="0"/>
                                          </p:stCondLst>
                                        </p:cTn>
                                        <p:tgtEl>
                                          <p:spTgt spid="141"/>
                                        </p:tgtEl>
                                        <p:attrNameLst>
                                          <p:attrName>style.visibility</p:attrName>
                                        </p:attrNameLst>
                                      </p:cBhvr>
                                      <p:to>
                                        <p:strVal val="visible"/>
                                      </p:to>
                                    </p:set>
                                  </p:childTnLst>
                                </p:cTn>
                              </p:par>
                              <p:par>
                                <p:cTn id="86" presetID="1" presetClass="entr" presetSubtype="0" fill="hold" grpId="1" nodeType="withEffect">
                                  <p:stCondLst>
                                    <p:cond delay="0"/>
                                  </p:stCondLst>
                                  <p:childTnLst>
                                    <p:set>
                                      <p:cBhvr>
                                        <p:cTn id="87" dur="1" fill="hold">
                                          <p:stCondLst>
                                            <p:cond delay="0"/>
                                          </p:stCondLst>
                                        </p:cTn>
                                        <p:tgtEl>
                                          <p:spTgt spid="142"/>
                                        </p:tgtEl>
                                        <p:attrNameLst>
                                          <p:attrName>style.visibility</p:attrName>
                                        </p:attrNameLst>
                                      </p:cBhvr>
                                      <p:to>
                                        <p:strVal val="visible"/>
                                      </p:to>
                                    </p:set>
                                  </p:childTnLst>
                                </p:cTn>
                              </p:par>
                              <p:par>
                                <p:cTn id="88" presetID="1" presetClass="entr" presetSubtype="0" fill="hold" grpId="1" nodeType="withEffect">
                                  <p:stCondLst>
                                    <p:cond delay="0"/>
                                  </p:stCondLst>
                                  <p:childTnLst>
                                    <p:set>
                                      <p:cBhvr>
                                        <p:cTn id="89" dur="1" fill="hold">
                                          <p:stCondLst>
                                            <p:cond delay="0"/>
                                          </p:stCondLst>
                                        </p:cTn>
                                        <p:tgtEl>
                                          <p:spTgt spid="143"/>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14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nodeType="clickEffect">
                                  <p:stCondLst>
                                    <p:cond delay="0"/>
                                  </p:stCondLst>
                                  <p:childTnLst>
                                    <p:set>
                                      <p:cBhvr>
                                        <p:cTn id="95" dur="1" fill="hold">
                                          <p:stCondLst>
                                            <p:cond delay="0"/>
                                          </p:stCondLst>
                                        </p:cTn>
                                        <p:tgtEl>
                                          <p:spTgt spid="145"/>
                                        </p:tgtEl>
                                        <p:attrNameLst>
                                          <p:attrName>style.visibility</p:attrName>
                                        </p:attrNameLst>
                                      </p:cBhvr>
                                      <p:to>
                                        <p:strVal val="visible"/>
                                      </p:to>
                                    </p:set>
                                    <p:animEffect transition="in" filter="wipe(up)">
                                      <p:cBhvr>
                                        <p:cTn id="96" dur="500"/>
                                        <p:tgtEl>
                                          <p:spTgt spid="145"/>
                                        </p:tgtEl>
                                      </p:cBhvr>
                                    </p:animEffect>
                                  </p:childTnLst>
                                </p:cTn>
                              </p:par>
                            </p:childTnLst>
                          </p:cTn>
                        </p:par>
                        <p:par>
                          <p:cTn id="97" fill="hold">
                            <p:stCondLst>
                              <p:cond delay="500"/>
                            </p:stCondLst>
                            <p:childTnLst>
                              <p:par>
                                <p:cTn id="98" presetID="22" presetClass="entr" presetSubtype="1" fill="hold" grpId="0" nodeType="afterEffect">
                                  <p:stCondLst>
                                    <p:cond delay="0"/>
                                  </p:stCondLst>
                                  <p:childTnLst>
                                    <p:set>
                                      <p:cBhvr>
                                        <p:cTn id="99" dur="1" fill="hold">
                                          <p:stCondLst>
                                            <p:cond delay="0"/>
                                          </p:stCondLst>
                                        </p:cTn>
                                        <p:tgtEl>
                                          <p:spTgt spid="105"/>
                                        </p:tgtEl>
                                        <p:attrNameLst>
                                          <p:attrName>style.visibility</p:attrName>
                                        </p:attrNameLst>
                                      </p:cBhvr>
                                      <p:to>
                                        <p:strVal val="visible"/>
                                      </p:to>
                                    </p:set>
                                    <p:animEffect transition="in" filter="wipe(up)">
                                      <p:cBhvr>
                                        <p:cTn id="100" dur="750"/>
                                        <p:tgtEl>
                                          <p:spTgt spid="10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80"/>
                                        </p:tgtEl>
                                        <p:attrNameLst>
                                          <p:attrName>style.visibility</p:attrName>
                                        </p:attrNameLst>
                                      </p:cBhvr>
                                      <p:to>
                                        <p:strVal val="visible"/>
                                      </p:to>
                                    </p:set>
                                    <p:animEffect transition="in" filter="fade">
                                      <p:cBhvr>
                                        <p:cTn id="103" dur="500"/>
                                        <p:tgtEl>
                                          <p:spTgt spid="80"/>
                                        </p:tgtEl>
                                      </p:cBhvr>
                                    </p:animEffect>
                                  </p:childTnLst>
                                </p:cTn>
                              </p:par>
                            </p:childTnLst>
                          </p:cTn>
                        </p:par>
                      </p:childTnLst>
                    </p:cTn>
                  </p:par>
                  <p:par>
                    <p:cTn id="104" fill="hold">
                      <p:stCondLst>
                        <p:cond delay="indefinite"/>
                      </p:stCondLst>
                      <p:childTnLst>
                        <p:par>
                          <p:cTn id="105" fill="hold">
                            <p:stCondLst>
                              <p:cond delay="0"/>
                            </p:stCondLst>
                            <p:childTnLst>
                              <p:par>
                                <p:cTn id="106" presetID="31" presetClass="entr" presetSubtype="0" fill="hold" grpId="0" nodeType="clickEffect">
                                  <p:stCondLst>
                                    <p:cond delay="0"/>
                                  </p:stCondLst>
                                  <p:childTnLst>
                                    <p:set>
                                      <p:cBhvr>
                                        <p:cTn id="107" dur="1" fill="hold">
                                          <p:stCondLst>
                                            <p:cond delay="0"/>
                                          </p:stCondLst>
                                        </p:cTn>
                                        <p:tgtEl>
                                          <p:spTgt spid="87"/>
                                        </p:tgtEl>
                                        <p:attrNameLst>
                                          <p:attrName>style.visibility</p:attrName>
                                        </p:attrNameLst>
                                      </p:cBhvr>
                                      <p:to>
                                        <p:strVal val="visible"/>
                                      </p:to>
                                    </p:set>
                                    <p:anim calcmode="lin" valueType="num">
                                      <p:cBhvr>
                                        <p:cTn id="108" dur="1000" fill="hold"/>
                                        <p:tgtEl>
                                          <p:spTgt spid="87"/>
                                        </p:tgtEl>
                                        <p:attrNameLst>
                                          <p:attrName>ppt_w</p:attrName>
                                        </p:attrNameLst>
                                      </p:cBhvr>
                                      <p:tavLst>
                                        <p:tav tm="0">
                                          <p:val>
                                            <p:fltVal val="0"/>
                                          </p:val>
                                        </p:tav>
                                        <p:tav tm="100000">
                                          <p:val>
                                            <p:strVal val="#ppt_w"/>
                                          </p:val>
                                        </p:tav>
                                      </p:tavLst>
                                    </p:anim>
                                    <p:anim calcmode="lin" valueType="num">
                                      <p:cBhvr>
                                        <p:cTn id="109" dur="1000" fill="hold"/>
                                        <p:tgtEl>
                                          <p:spTgt spid="87"/>
                                        </p:tgtEl>
                                        <p:attrNameLst>
                                          <p:attrName>ppt_h</p:attrName>
                                        </p:attrNameLst>
                                      </p:cBhvr>
                                      <p:tavLst>
                                        <p:tav tm="0">
                                          <p:val>
                                            <p:fltVal val="0"/>
                                          </p:val>
                                        </p:tav>
                                        <p:tav tm="100000">
                                          <p:val>
                                            <p:strVal val="#ppt_h"/>
                                          </p:val>
                                        </p:tav>
                                      </p:tavLst>
                                    </p:anim>
                                    <p:anim calcmode="lin" valueType="num">
                                      <p:cBhvr>
                                        <p:cTn id="110" dur="1000" fill="hold"/>
                                        <p:tgtEl>
                                          <p:spTgt spid="87"/>
                                        </p:tgtEl>
                                        <p:attrNameLst>
                                          <p:attrName>style.rotation</p:attrName>
                                        </p:attrNameLst>
                                      </p:cBhvr>
                                      <p:tavLst>
                                        <p:tav tm="0">
                                          <p:val>
                                            <p:fltVal val="90"/>
                                          </p:val>
                                        </p:tav>
                                        <p:tav tm="100000">
                                          <p:val>
                                            <p:fltVal val="0"/>
                                          </p:val>
                                        </p:tav>
                                      </p:tavLst>
                                    </p:anim>
                                    <p:animEffect transition="in" filter="fade">
                                      <p:cBhvr>
                                        <p:cTn id="111" dur="1000"/>
                                        <p:tgtEl>
                                          <p:spTgt spid="87"/>
                                        </p:tgtEl>
                                      </p:cBhvr>
                                    </p:animEffect>
                                  </p:childTnLst>
                                </p:cTn>
                              </p:par>
                            </p:childTnLst>
                          </p:cTn>
                        </p:par>
                        <p:par>
                          <p:cTn id="112" fill="hold">
                            <p:stCondLst>
                              <p:cond delay="1000"/>
                            </p:stCondLst>
                            <p:childTnLst>
                              <p:par>
                                <p:cTn id="113" presetID="10" presetClass="exit" presetSubtype="0" fill="hold" grpId="0" nodeType="afterEffect">
                                  <p:stCondLst>
                                    <p:cond delay="0"/>
                                  </p:stCondLst>
                                  <p:childTnLst>
                                    <p:animEffect transition="out" filter="fade">
                                      <p:cBhvr>
                                        <p:cTn id="114" dur="500"/>
                                        <p:tgtEl>
                                          <p:spTgt spid="13"/>
                                        </p:tgtEl>
                                      </p:cBhvr>
                                    </p:animEffect>
                                    <p:set>
                                      <p:cBhvr>
                                        <p:cTn id="115" dur="1" fill="hold">
                                          <p:stCondLst>
                                            <p:cond delay="499"/>
                                          </p:stCondLst>
                                        </p:cTn>
                                        <p:tgtEl>
                                          <p:spTgt spid="13"/>
                                        </p:tgtEl>
                                        <p:attrNameLst>
                                          <p:attrName>style.visibility</p:attrName>
                                        </p:attrNameLst>
                                      </p:cBhvr>
                                      <p:to>
                                        <p:strVal val="hidden"/>
                                      </p:to>
                                    </p:set>
                                  </p:childTnLst>
                                </p:cTn>
                              </p:par>
                              <p:par>
                                <p:cTn id="116" presetID="22" presetClass="entr" presetSubtype="4" fill="hold" grpId="0" nodeType="withEffect">
                                  <p:stCondLst>
                                    <p:cond delay="0"/>
                                  </p:stCondLst>
                                  <p:childTnLst>
                                    <p:set>
                                      <p:cBhvr>
                                        <p:cTn id="117" dur="1" fill="hold">
                                          <p:stCondLst>
                                            <p:cond delay="0"/>
                                          </p:stCondLst>
                                        </p:cTn>
                                        <p:tgtEl>
                                          <p:spTgt spid="98"/>
                                        </p:tgtEl>
                                        <p:attrNameLst>
                                          <p:attrName>style.visibility</p:attrName>
                                        </p:attrNameLst>
                                      </p:cBhvr>
                                      <p:to>
                                        <p:strVal val="visible"/>
                                      </p:to>
                                    </p:set>
                                    <p:animEffect transition="in" filter="wipe(down)">
                                      <p:cBhvr>
                                        <p:cTn id="118" dur="1000"/>
                                        <p:tgtEl>
                                          <p:spTgt spid="98"/>
                                        </p:tgtEl>
                                      </p:cBhvr>
                                    </p:animEffect>
                                  </p:childTnLst>
                                </p:cTn>
                              </p:par>
                            </p:childTnLst>
                          </p:cTn>
                        </p:par>
                      </p:childTnLst>
                    </p:cTn>
                  </p:par>
                  <p:par>
                    <p:cTn id="119" fill="hold">
                      <p:stCondLst>
                        <p:cond delay="indefinite"/>
                      </p:stCondLst>
                      <p:childTnLst>
                        <p:par>
                          <p:cTn id="120" fill="hold">
                            <p:stCondLst>
                              <p:cond delay="0"/>
                            </p:stCondLst>
                            <p:childTnLst>
                              <p:par>
                                <p:cTn id="121" presetID="31" presetClass="entr" presetSubtype="0" fill="hold" grpId="0" nodeType="clickEffect">
                                  <p:stCondLst>
                                    <p:cond delay="0"/>
                                  </p:stCondLst>
                                  <p:childTnLst>
                                    <p:set>
                                      <p:cBhvr>
                                        <p:cTn id="122" dur="1" fill="hold">
                                          <p:stCondLst>
                                            <p:cond delay="0"/>
                                          </p:stCondLst>
                                        </p:cTn>
                                        <p:tgtEl>
                                          <p:spTgt spid="85"/>
                                        </p:tgtEl>
                                        <p:attrNameLst>
                                          <p:attrName>style.visibility</p:attrName>
                                        </p:attrNameLst>
                                      </p:cBhvr>
                                      <p:to>
                                        <p:strVal val="visible"/>
                                      </p:to>
                                    </p:set>
                                    <p:anim calcmode="lin" valueType="num">
                                      <p:cBhvr>
                                        <p:cTn id="123" dur="1000" fill="hold"/>
                                        <p:tgtEl>
                                          <p:spTgt spid="85"/>
                                        </p:tgtEl>
                                        <p:attrNameLst>
                                          <p:attrName>ppt_w</p:attrName>
                                        </p:attrNameLst>
                                      </p:cBhvr>
                                      <p:tavLst>
                                        <p:tav tm="0">
                                          <p:val>
                                            <p:fltVal val="0"/>
                                          </p:val>
                                        </p:tav>
                                        <p:tav tm="100000">
                                          <p:val>
                                            <p:strVal val="#ppt_w"/>
                                          </p:val>
                                        </p:tav>
                                      </p:tavLst>
                                    </p:anim>
                                    <p:anim calcmode="lin" valueType="num">
                                      <p:cBhvr>
                                        <p:cTn id="124" dur="1000" fill="hold"/>
                                        <p:tgtEl>
                                          <p:spTgt spid="85"/>
                                        </p:tgtEl>
                                        <p:attrNameLst>
                                          <p:attrName>ppt_h</p:attrName>
                                        </p:attrNameLst>
                                      </p:cBhvr>
                                      <p:tavLst>
                                        <p:tav tm="0">
                                          <p:val>
                                            <p:fltVal val="0"/>
                                          </p:val>
                                        </p:tav>
                                        <p:tav tm="100000">
                                          <p:val>
                                            <p:strVal val="#ppt_h"/>
                                          </p:val>
                                        </p:tav>
                                      </p:tavLst>
                                    </p:anim>
                                    <p:anim calcmode="lin" valueType="num">
                                      <p:cBhvr>
                                        <p:cTn id="125" dur="1000" fill="hold"/>
                                        <p:tgtEl>
                                          <p:spTgt spid="85"/>
                                        </p:tgtEl>
                                        <p:attrNameLst>
                                          <p:attrName>style.rotation</p:attrName>
                                        </p:attrNameLst>
                                      </p:cBhvr>
                                      <p:tavLst>
                                        <p:tav tm="0">
                                          <p:val>
                                            <p:fltVal val="90"/>
                                          </p:val>
                                        </p:tav>
                                        <p:tav tm="100000">
                                          <p:val>
                                            <p:fltVal val="0"/>
                                          </p:val>
                                        </p:tav>
                                      </p:tavLst>
                                    </p:anim>
                                    <p:animEffect transition="in" filter="fade">
                                      <p:cBhvr>
                                        <p:cTn id="126" dur="1000"/>
                                        <p:tgtEl>
                                          <p:spTgt spid="85"/>
                                        </p:tgtEl>
                                      </p:cBhvr>
                                    </p:animEffect>
                                  </p:childTnLst>
                                </p:cTn>
                              </p:par>
                            </p:childTnLst>
                          </p:cTn>
                        </p:par>
                        <p:par>
                          <p:cTn id="127" fill="hold">
                            <p:stCondLst>
                              <p:cond delay="1000"/>
                            </p:stCondLst>
                            <p:childTnLst>
                              <p:par>
                                <p:cTn id="128" presetID="10" presetClass="exit" presetSubtype="0" fill="hold" grpId="1" nodeType="afterEffect">
                                  <p:stCondLst>
                                    <p:cond delay="0"/>
                                  </p:stCondLst>
                                  <p:childTnLst>
                                    <p:animEffect transition="out" filter="fade">
                                      <p:cBhvr>
                                        <p:cTn id="129" dur="500"/>
                                        <p:tgtEl>
                                          <p:spTgt spid="140"/>
                                        </p:tgtEl>
                                      </p:cBhvr>
                                    </p:animEffect>
                                    <p:set>
                                      <p:cBhvr>
                                        <p:cTn id="130" dur="1" fill="hold">
                                          <p:stCondLst>
                                            <p:cond delay="499"/>
                                          </p:stCondLst>
                                        </p:cTn>
                                        <p:tgtEl>
                                          <p:spTgt spid="140"/>
                                        </p:tgtEl>
                                        <p:attrNameLst>
                                          <p:attrName>style.visibility</p:attrName>
                                        </p:attrNameLst>
                                      </p:cBhvr>
                                      <p:to>
                                        <p:strVal val="hidden"/>
                                      </p:to>
                                    </p:set>
                                  </p:childTnLst>
                                </p:cTn>
                              </p:par>
                              <p:par>
                                <p:cTn id="131" presetID="22" presetClass="entr" presetSubtype="4" fill="hold" grpId="0" nodeType="withEffect">
                                  <p:stCondLst>
                                    <p:cond delay="0"/>
                                  </p:stCondLst>
                                  <p:childTnLst>
                                    <p:set>
                                      <p:cBhvr>
                                        <p:cTn id="132" dur="1" fill="hold">
                                          <p:stCondLst>
                                            <p:cond delay="0"/>
                                          </p:stCondLst>
                                        </p:cTn>
                                        <p:tgtEl>
                                          <p:spTgt spid="100"/>
                                        </p:tgtEl>
                                        <p:attrNameLst>
                                          <p:attrName>style.visibility</p:attrName>
                                        </p:attrNameLst>
                                      </p:cBhvr>
                                      <p:to>
                                        <p:strVal val="visible"/>
                                      </p:to>
                                    </p:set>
                                    <p:animEffect transition="in" filter="wipe(down)">
                                      <p:cBhvr>
                                        <p:cTn id="133" dur="1000"/>
                                        <p:tgtEl>
                                          <p:spTgt spid="100"/>
                                        </p:tgtEl>
                                      </p:cBhvr>
                                    </p:animEffect>
                                  </p:childTnLst>
                                </p:cTn>
                              </p:par>
                            </p:childTnLst>
                          </p:cTn>
                        </p:par>
                      </p:childTnLst>
                    </p:cTn>
                  </p:par>
                  <p:par>
                    <p:cTn id="134" fill="hold">
                      <p:stCondLst>
                        <p:cond delay="indefinite"/>
                      </p:stCondLst>
                      <p:childTnLst>
                        <p:par>
                          <p:cTn id="135" fill="hold">
                            <p:stCondLst>
                              <p:cond delay="0"/>
                            </p:stCondLst>
                            <p:childTnLst>
                              <p:par>
                                <p:cTn id="136" presetID="31" presetClass="entr" presetSubtype="0" fill="hold" grpId="0" nodeType="clickEffect">
                                  <p:stCondLst>
                                    <p:cond delay="0"/>
                                  </p:stCondLst>
                                  <p:childTnLst>
                                    <p:set>
                                      <p:cBhvr>
                                        <p:cTn id="137" dur="1" fill="hold">
                                          <p:stCondLst>
                                            <p:cond delay="0"/>
                                          </p:stCondLst>
                                        </p:cTn>
                                        <p:tgtEl>
                                          <p:spTgt spid="86"/>
                                        </p:tgtEl>
                                        <p:attrNameLst>
                                          <p:attrName>style.visibility</p:attrName>
                                        </p:attrNameLst>
                                      </p:cBhvr>
                                      <p:to>
                                        <p:strVal val="visible"/>
                                      </p:to>
                                    </p:set>
                                    <p:anim calcmode="lin" valueType="num">
                                      <p:cBhvr>
                                        <p:cTn id="138" dur="1000" fill="hold"/>
                                        <p:tgtEl>
                                          <p:spTgt spid="86"/>
                                        </p:tgtEl>
                                        <p:attrNameLst>
                                          <p:attrName>ppt_w</p:attrName>
                                        </p:attrNameLst>
                                      </p:cBhvr>
                                      <p:tavLst>
                                        <p:tav tm="0">
                                          <p:val>
                                            <p:fltVal val="0"/>
                                          </p:val>
                                        </p:tav>
                                        <p:tav tm="100000">
                                          <p:val>
                                            <p:strVal val="#ppt_w"/>
                                          </p:val>
                                        </p:tav>
                                      </p:tavLst>
                                    </p:anim>
                                    <p:anim calcmode="lin" valueType="num">
                                      <p:cBhvr>
                                        <p:cTn id="139" dur="1000" fill="hold"/>
                                        <p:tgtEl>
                                          <p:spTgt spid="86"/>
                                        </p:tgtEl>
                                        <p:attrNameLst>
                                          <p:attrName>ppt_h</p:attrName>
                                        </p:attrNameLst>
                                      </p:cBhvr>
                                      <p:tavLst>
                                        <p:tav tm="0">
                                          <p:val>
                                            <p:fltVal val="0"/>
                                          </p:val>
                                        </p:tav>
                                        <p:tav tm="100000">
                                          <p:val>
                                            <p:strVal val="#ppt_h"/>
                                          </p:val>
                                        </p:tav>
                                      </p:tavLst>
                                    </p:anim>
                                    <p:anim calcmode="lin" valueType="num">
                                      <p:cBhvr>
                                        <p:cTn id="140" dur="1000" fill="hold"/>
                                        <p:tgtEl>
                                          <p:spTgt spid="86"/>
                                        </p:tgtEl>
                                        <p:attrNameLst>
                                          <p:attrName>style.rotation</p:attrName>
                                        </p:attrNameLst>
                                      </p:cBhvr>
                                      <p:tavLst>
                                        <p:tav tm="0">
                                          <p:val>
                                            <p:fltVal val="90"/>
                                          </p:val>
                                        </p:tav>
                                        <p:tav tm="100000">
                                          <p:val>
                                            <p:fltVal val="0"/>
                                          </p:val>
                                        </p:tav>
                                      </p:tavLst>
                                    </p:anim>
                                    <p:animEffect transition="in" filter="fade">
                                      <p:cBhvr>
                                        <p:cTn id="141" dur="1000"/>
                                        <p:tgtEl>
                                          <p:spTgt spid="86"/>
                                        </p:tgtEl>
                                      </p:cBhvr>
                                    </p:animEffect>
                                  </p:childTnLst>
                                </p:cTn>
                              </p:par>
                            </p:childTnLst>
                          </p:cTn>
                        </p:par>
                        <p:par>
                          <p:cTn id="142" fill="hold">
                            <p:stCondLst>
                              <p:cond delay="1000"/>
                            </p:stCondLst>
                            <p:childTnLst>
                              <p:par>
                                <p:cTn id="143" presetID="10" presetClass="exit" presetSubtype="0" fill="hold" grpId="0" nodeType="afterEffect">
                                  <p:stCondLst>
                                    <p:cond delay="0"/>
                                  </p:stCondLst>
                                  <p:childTnLst>
                                    <p:animEffect transition="out" filter="fade">
                                      <p:cBhvr>
                                        <p:cTn id="144" dur="500"/>
                                        <p:tgtEl>
                                          <p:spTgt spid="139"/>
                                        </p:tgtEl>
                                      </p:cBhvr>
                                    </p:animEffect>
                                    <p:set>
                                      <p:cBhvr>
                                        <p:cTn id="145" dur="1" fill="hold">
                                          <p:stCondLst>
                                            <p:cond delay="499"/>
                                          </p:stCondLst>
                                        </p:cTn>
                                        <p:tgtEl>
                                          <p:spTgt spid="139"/>
                                        </p:tgtEl>
                                        <p:attrNameLst>
                                          <p:attrName>style.visibility</p:attrName>
                                        </p:attrNameLst>
                                      </p:cBhvr>
                                      <p:to>
                                        <p:strVal val="hidden"/>
                                      </p:to>
                                    </p:set>
                                  </p:childTnLst>
                                </p:cTn>
                              </p:par>
                              <p:par>
                                <p:cTn id="146" presetID="22" presetClass="entr" presetSubtype="4" fill="hold" grpId="0" nodeType="withEffect">
                                  <p:stCondLst>
                                    <p:cond delay="0"/>
                                  </p:stCondLst>
                                  <p:childTnLst>
                                    <p:set>
                                      <p:cBhvr>
                                        <p:cTn id="147" dur="1" fill="hold">
                                          <p:stCondLst>
                                            <p:cond delay="0"/>
                                          </p:stCondLst>
                                        </p:cTn>
                                        <p:tgtEl>
                                          <p:spTgt spid="99"/>
                                        </p:tgtEl>
                                        <p:attrNameLst>
                                          <p:attrName>style.visibility</p:attrName>
                                        </p:attrNameLst>
                                      </p:cBhvr>
                                      <p:to>
                                        <p:strVal val="visible"/>
                                      </p:to>
                                    </p:set>
                                    <p:animEffect transition="in" filter="wipe(down)">
                                      <p:cBhvr>
                                        <p:cTn id="148" dur="1000"/>
                                        <p:tgtEl>
                                          <p:spTgt spid="99"/>
                                        </p:tgtEl>
                                      </p:cBhvr>
                                    </p:animEffect>
                                  </p:childTnLst>
                                </p:cTn>
                              </p:par>
                            </p:childTnLst>
                          </p:cTn>
                        </p:par>
                      </p:childTnLst>
                    </p:cTn>
                  </p:par>
                  <p:par>
                    <p:cTn id="149" fill="hold">
                      <p:stCondLst>
                        <p:cond delay="indefinite"/>
                      </p:stCondLst>
                      <p:childTnLst>
                        <p:par>
                          <p:cTn id="150" fill="hold">
                            <p:stCondLst>
                              <p:cond delay="0"/>
                            </p:stCondLst>
                            <p:childTnLst>
                              <p:par>
                                <p:cTn id="151" presetID="31" presetClass="entr" presetSubtype="0" fill="hold" grpId="0" nodeType="clickEffect">
                                  <p:stCondLst>
                                    <p:cond delay="0"/>
                                  </p:stCondLst>
                                  <p:childTnLst>
                                    <p:set>
                                      <p:cBhvr>
                                        <p:cTn id="152" dur="1" fill="hold">
                                          <p:stCondLst>
                                            <p:cond delay="0"/>
                                          </p:stCondLst>
                                        </p:cTn>
                                        <p:tgtEl>
                                          <p:spTgt spid="84"/>
                                        </p:tgtEl>
                                        <p:attrNameLst>
                                          <p:attrName>style.visibility</p:attrName>
                                        </p:attrNameLst>
                                      </p:cBhvr>
                                      <p:to>
                                        <p:strVal val="visible"/>
                                      </p:to>
                                    </p:set>
                                    <p:anim calcmode="lin" valueType="num">
                                      <p:cBhvr>
                                        <p:cTn id="153" dur="1000" fill="hold"/>
                                        <p:tgtEl>
                                          <p:spTgt spid="84"/>
                                        </p:tgtEl>
                                        <p:attrNameLst>
                                          <p:attrName>ppt_w</p:attrName>
                                        </p:attrNameLst>
                                      </p:cBhvr>
                                      <p:tavLst>
                                        <p:tav tm="0">
                                          <p:val>
                                            <p:fltVal val="0"/>
                                          </p:val>
                                        </p:tav>
                                        <p:tav tm="100000">
                                          <p:val>
                                            <p:strVal val="#ppt_w"/>
                                          </p:val>
                                        </p:tav>
                                      </p:tavLst>
                                    </p:anim>
                                    <p:anim calcmode="lin" valueType="num">
                                      <p:cBhvr>
                                        <p:cTn id="154" dur="1000" fill="hold"/>
                                        <p:tgtEl>
                                          <p:spTgt spid="84"/>
                                        </p:tgtEl>
                                        <p:attrNameLst>
                                          <p:attrName>ppt_h</p:attrName>
                                        </p:attrNameLst>
                                      </p:cBhvr>
                                      <p:tavLst>
                                        <p:tav tm="0">
                                          <p:val>
                                            <p:fltVal val="0"/>
                                          </p:val>
                                        </p:tav>
                                        <p:tav tm="100000">
                                          <p:val>
                                            <p:strVal val="#ppt_h"/>
                                          </p:val>
                                        </p:tav>
                                      </p:tavLst>
                                    </p:anim>
                                    <p:anim calcmode="lin" valueType="num">
                                      <p:cBhvr>
                                        <p:cTn id="155" dur="1000" fill="hold"/>
                                        <p:tgtEl>
                                          <p:spTgt spid="84"/>
                                        </p:tgtEl>
                                        <p:attrNameLst>
                                          <p:attrName>style.rotation</p:attrName>
                                        </p:attrNameLst>
                                      </p:cBhvr>
                                      <p:tavLst>
                                        <p:tav tm="0">
                                          <p:val>
                                            <p:fltVal val="90"/>
                                          </p:val>
                                        </p:tav>
                                        <p:tav tm="100000">
                                          <p:val>
                                            <p:fltVal val="0"/>
                                          </p:val>
                                        </p:tav>
                                      </p:tavLst>
                                    </p:anim>
                                    <p:animEffect transition="in" filter="fade">
                                      <p:cBhvr>
                                        <p:cTn id="156" dur="1000"/>
                                        <p:tgtEl>
                                          <p:spTgt spid="84"/>
                                        </p:tgtEl>
                                      </p:cBhvr>
                                    </p:animEffect>
                                  </p:childTnLst>
                                </p:cTn>
                              </p:par>
                            </p:childTnLst>
                          </p:cTn>
                        </p:par>
                        <p:par>
                          <p:cTn id="157" fill="hold">
                            <p:stCondLst>
                              <p:cond delay="1000"/>
                            </p:stCondLst>
                            <p:childTnLst>
                              <p:par>
                                <p:cTn id="158" presetID="10" presetClass="exit" presetSubtype="0" fill="hold" grpId="0" nodeType="afterEffect">
                                  <p:stCondLst>
                                    <p:cond delay="0"/>
                                  </p:stCondLst>
                                  <p:childTnLst>
                                    <p:animEffect transition="out" filter="fade">
                                      <p:cBhvr>
                                        <p:cTn id="159" dur="500"/>
                                        <p:tgtEl>
                                          <p:spTgt spid="141"/>
                                        </p:tgtEl>
                                      </p:cBhvr>
                                    </p:animEffect>
                                    <p:set>
                                      <p:cBhvr>
                                        <p:cTn id="160" dur="1" fill="hold">
                                          <p:stCondLst>
                                            <p:cond delay="499"/>
                                          </p:stCondLst>
                                        </p:cTn>
                                        <p:tgtEl>
                                          <p:spTgt spid="141"/>
                                        </p:tgtEl>
                                        <p:attrNameLst>
                                          <p:attrName>style.visibility</p:attrName>
                                        </p:attrNameLst>
                                      </p:cBhvr>
                                      <p:to>
                                        <p:strVal val="hidden"/>
                                      </p:to>
                                    </p:set>
                                  </p:childTnLst>
                                </p:cTn>
                              </p:par>
                              <p:par>
                                <p:cTn id="161" presetID="22" presetClass="entr" presetSubtype="4" fill="hold" grpId="0" nodeType="withEffect">
                                  <p:stCondLst>
                                    <p:cond delay="0"/>
                                  </p:stCondLst>
                                  <p:childTnLst>
                                    <p:set>
                                      <p:cBhvr>
                                        <p:cTn id="162" dur="1" fill="hold">
                                          <p:stCondLst>
                                            <p:cond delay="0"/>
                                          </p:stCondLst>
                                        </p:cTn>
                                        <p:tgtEl>
                                          <p:spTgt spid="101"/>
                                        </p:tgtEl>
                                        <p:attrNameLst>
                                          <p:attrName>style.visibility</p:attrName>
                                        </p:attrNameLst>
                                      </p:cBhvr>
                                      <p:to>
                                        <p:strVal val="visible"/>
                                      </p:to>
                                    </p:set>
                                    <p:animEffect transition="in" filter="wipe(down)">
                                      <p:cBhvr>
                                        <p:cTn id="163" dur="1000"/>
                                        <p:tgtEl>
                                          <p:spTgt spid="101"/>
                                        </p:tgtEl>
                                      </p:cBhvr>
                                    </p:animEffect>
                                  </p:childTnLst>
                                </p:cTn>
                              </p:par>
                            </p:childTnLst>
                          </p:cTn>
                        </p:par>
                      </p:childTnLst>
                    </p:cTn>
                  </p:par>
                  <p:par>
                    <p:cTn id="164" fill="hold">
                      <p:stCondLst>
                        <p:cond delay="indefinite"/>
                      </p:stCondLst>
                      <p:childTnLst>
                        <p:par>
                          <p:cTn id="165" fill="hold">
                            <p:stCondLst>
                              <p:cond delay="0"/>
                            </p:stCondLst>
                            <p:childTnLst>
                              <p:par>
                                <p:cTn id="166" presetID="31" presetClass="entr" presetSubtype="0" fill="hold" grpId="0" nodeType="clickEffect">
                                  <p:stCondLst>
                                    <p:cond delay="0"/>
                                  </p:stCondLst>
                                  <p:childTnLst>
                                    <p:set>
                                      <p:cBhvr>
                                        <p:cTn id="167" dur="1" fill="hold">
                                          <p:stCondLst>
                                            <p:cond delay="0"/>
                                          </p:stCondLst>
                                        </p:cTn>
                                        <p:tgtEl>
                                          <p:spTgt spid="83"/>
                                        </p:tgtEl>
                                        <p:attrNameLst>
                                          <p:attrName>style.visibility</p:attrName>
                                        </p:attrNameLst>
                                      </p:cBhvr>
                                      <p:to>
                                        <p:strVal val="visible"/>
                                      </p:to>
                                    </p:set>
                                    <p:anim calcmode="lin" valueType="num">
                                      <p:cBhvr>
                                        <p:cTn id="168" dur="1000" fill="hold"/>
                                        <p:tgtEl>
                                          <p:spTgt spid="83"/>
                                        </p:tgtEl>
                                        <p:attrNameLst>
                                          <p:attrName>ppt_w</p:attrName>
                                        </p:attrNameLst>
                                      </p:cBhvr>
                                      <p:tavLst>
                                        <p:tav tm="0">
                                          <p:val>
                                            <p:fltVal val="0"/>
                                          </p:val>
                                        </p:tav>
                                        <p:tav tm="100000">
                                          <p:val>
                                            <p:strVal val="#ppt_w"/>
                                          </p:val>
                                        </p:tav>
                                      </p:tavLst>
                                    </p:anim>
                                    <p:anim calcmode="lin" valueType="num">
                                      <p:cBhvr>
                                        <p:cTn id="169" dur="1000" fill="hold"/>
                                        <p:tgtEl>
                                          <p:spTgt spid="83"/>
                                        </p:tgtEl>
                                        <p:attrNameLst>
                                          <p:attrName>ppt_h</p:attrName>
                                        </p:attrNameLst>
                                      </p:cBhvr>
                                      <p:tavLst>
                                        <p:tav tm="0">
                                          <p:val>
                                            <p:fltVal val="0"/>
                                          </p:val>
                                        </p:tav>
                                        <p:tav tm="100000">
                                          <p:val>
                                            <p:strVal val="#ppt_h"/>
                                          </p:val>
                                        </p:tav>
                                      </p:tavLst>
                                    </p:anim>
                                    <p:anim calcmode="lin" valueType="num">
                                      <p:cBhvr>
                                        <p:cTn id="170" dur="1000" fill="hold"/>
                                        <p:tgtEl>
                                          <p:spTgt spid="83"/>
                                        </p:tgtEl>
                                        <p:attrNameLst>
                                          <p:attrName>style.rotation</p:attrName>
                                        </p:attrNameLst>
                                      </p:cBhvr>
                                      <p:tavLst>
                                        <p:tav tm="0">
                                          <p:val>
                                            <p:fltVal val="90"/>
                                          </p:val>
                                        </p:tav>
                                        <p:tav tm="100000">
                                          <p:val>
                                            <p:fltVal val="0"/>
                                          </p:val>
                                        </p:tav>
                                      </p:tavLst>
                                    </p:anim>
                                    <p:animEffect transition="in" filter="fade">
                                      <p:cBhvr>
                                        <p:cTn id="171" dur="1000"/>
                                        <p:tgtEl>
                                          <p:spTgt spid="83"/>
                                        </p:tgtEl>
                                      </p:cBhvr>
                                    </p:animEffect>
                                  </p:childTnLst>
                                </p:cTn>
                              </p:par>
                            </p:childTnLst>
                          </p:cTn>
                        </p:par>
                        <p:par>
                          <p:cTn id="172" fill="hold">
                            <p:stCondLst>
                              <p:cond delay="1000"/>
                            </p:stCondLst>
                            <p:childTnLst>
                              <p:par>
                                <p:cTn id="173" presetID="10" presetClass="exit" presetSubtype="0" fill="hold" grpId="0" nodeType="afterEffect">
                                  <p:stCondLst>
                                    <p:cond delay="0"/>
                                  </p:stCondLst>
                                  <p:childTnLst>
                                    <p:animEffect transition="out" filter="fade">
                                      <p:cBhvr>
                                        <p:cTn id="174" dur="500"/>
                                        <p:tgtEl>
                                          <p:spTgt spid="142"/>
                                        </p:tgtEl>
                                      </p:cBhvr>
                                    </p:animEffect>
                                    <p:set>
                                      <p:cBhvr>
                                        <p:cTn id="175" dur="1" fill="hold">
                                          <p:stCondLst>
                                            <p:cond delay="499"/>
                                          </p:stCondLst>
                                        </p:cTn>
                                        <p:tgtEl>
                                          <p:spTgt spid="142"/>
                                        </p:tgtEl>
                                        <p:attrNameLst>
                                          <p:attrName>style.visibility</p:attrName>
                                        </p:attrNameLst>
                                      </p:cBhvr>
                                      <p:to>
                                        <p:strVal val="hidden"/>
                                      </p:to>
                                    </p:set>
                                  </p:childTnLst>
                                </p:cTn>
                              </p:par>
                              <p:par>
                                <p:cTn id="176" presetID="22" presetClass="entr" presetSubtype="4" fill="hold" grpId="0" nodeType="withEffect">
                                  <p:stCondLst>
                                    <p:cond delay="0"/>
                                  </p:stCondLst>
                                  <p:childTnLst>
                                    <p:set>
                                      <p:cBhvr>
                                        <p:cTn id="177" dur="1" fill="hold">
                                          <p:stCondLst>
                                            <p:cond delay="0"/>
                                          </p:stCondLst>
                                        </p:cTn>
                                        <p:tgtEl>
                                          <p:spTgt spid="102"/>
                                        </p:tgtEl>
                                        <p:attrNameLst>
                                          <p:attrName>style.visibility</p:attrName>
                                        </p:attrNameLst>
                                      </p:cBhvr>
                                      <p:to>
                                        <p:strVal val="visible"/>
                                      </p:to>
                                    </p:set>
                                    <p:animEffect transition="in" filter="wipe(down)">
                                      <p:cBhvr>
                                        <p:cTn id="178" dur="1000"/>
                                        <p:tgtEl>
                                          <p:spTgt spid="102"/>
                                        </p:tgtEl>
                                      </p:cBhvr>
                                    </p:animEffect>
                                  </p:childTnLst>
                                </p:cTn>
                              </p:par>
                            </p:childTnLst>
                          </p:cTn>
                        </p:par>
                      </p:childTnLst>
                    </p:cTn>
                  </p:par>
                  <p:par>
                    <p:cTn id="179" fill="hold">
                      <p:stCondLst>
                        <p:cond delay="indefinite"/>
                      </p:stCondLst>
                      <p:childTnLst>
                        <p:par>
                          <p:cTn id="180" fill="hold">
                            <p:stCondLst>
                              <p:cond delay="0"/>
                            </p:stCondLst>
                            <p:childTnLst>
                              <p:par>
                                <p:cTn id="181" presetID="31" presetClass="entr" presetSubtype="0" fill="hold" grpId="0" nodeType="clickEffect">
                                  <p:stCondLst>
                                    <p:cond delay="0"/>
                                  </p:stCondLst>
                                  <p:childTnLst>
                                    <p:set>
                                      <p:cBhvr>
                                        <p:cTn id="182" dur="1" fill="hold">
                                          <p:stCondLst>
                                            <p:cond delay="0"/>
                                          </p:stCondLst>
                                        </p:cTn>
                                        <p:tgtEl>
                                          <p:spTgt spid="82"/>
                                        </p:tgtEl>
                                        <p:attrNameLst>
                                          <p:attrName>style.visibility</p:attrName>
                                        </p:attrNameLst>
                                      </p:cBhvr>
                                      <p:to>
                                        <p:strVal val="visible"/>
                                      </p:to>
                                    </p:set>
                                    <p:anim calcmode="lin" valueType="num">
                                      <p:cBhvr>
                                        <p:cTn id="183" dur="1000" fill="hold"/>
                                        <p:tgtEl>
                                          <p:spTgt spid="82"/>
                                        </p:tgtEl>
                                        <p:attrNameLst>
                                          <p:attrName>ppt_w</p:attrName>
                                        </p:attrNameLst>
                                      </p:cBhvr>
                                      <p:tavLst>
                                        <p:tav tm="0">
                                          <p:val>
                                            <p:fltVal val="0"/>
                                          </p:val>
                                        </p:tav>
                                        <p:tav tm="100000">
                                          <p:val>
                                            <p:strVal val="#ppt_w"/>
                                          </p:val>
                                        </p:tav>
                                      </p:tavLst>
                                    </p:anim>
                                    <p:anim calcmode="lin" valueType="num">
                                      <p:cBhvr>
                                        <p:cTn id="184" dur="1000" fill="hold"/>
                                        <p:tgtEl>
                                          <p:spTgt spid="82"/>
                                        </p:tgtEl>
                                        <p:attrNameLst>
                                          <p:attrName>ppt_h</p:attrName>
                                        </p:attrNameLst>
                                      </p:cBhvr>
                                      <p:tavLst>
                                        <p:tav tm="0">
                                          <p:val>
                                            <p:fltVal val="0"/>
                                          </p:val>
                                        </p:tav>
                                        <p:tav tm="100000">
                                          <p:val>
                                            <p:strVal val="#ppt_h"/>
                                          </p:val>
                                        </p:tav>
                                      </p:tavLst>
                                    </p:anim>
                                    <p:anim calcmode="lin" valueType="num">
                                      <p:cBhvr>
                                        <p:cTn id="185" dur="1000" fill="hold"/>
                                        <p:tgtEl>
                                          <p:spTgt spid="82"/>
                                        </p:tgtEl>
                                        <p:attrNameLst>
                                          <p:attrName>style.rotation</p:attrName>
                                        </p:attrNameLst>
                                      </p:cBhvr>
                                      <p:tavLst>
                                        <p:tav tm="0">
                                          <p:val>
                                            <p:fltVal val="90"/>
                                          </p:val>
                                        </p:tav>
                                        <p:tav tm="100000">
                                          <p:val>
                                            <p:fltVal val="0"/>
                                          </p:val>
                                        </p:tav>
                                      </p:tavLst>
                                    </p:anim>
                                    <p:animEffect transition="in" filter="fade">
                                      <p:cBhvr>
                                        <p:cTn id="186" dur="1000"/>
                                        <p:tgtEl>
                                          <p:spTgt spid="82"/>
                                        </p:tgtEl>
                                      </p:cBhvr>
                                    </p:animEffect>
                                  </p:childTnLst>
                                </p:cTn>
                              </p:par>
                            </p:childTnLst>
                          </p:cTn>
                        </p:par>
                        <p:par>
                          <p:cTn id="187" fill="hold">
                            <p:stCondLst>
                              <p:cond delay="1000"/>
                            </p:stCondLst>
                            <p:childTnLst>
                              <p:par>
                                <p:cTn id="188" presetID="10" presetClass="exit" presetSubtype="0" fill="hold" grpId="0" nodeType="afterEffect">
                                  <p:stCondLst>
                                    <p:cond delay="0"/>
                                  </p:stCondLst>
                                  <p:childTnLst>
                                    <p:animEffect transition="out" filter="fade">
                                      <p:cBhvr>
                                        <p:cTn id="189" dur="500"/>
                                        <p:tgtEl>
                                          <p:spTgt spid="143"/>
                                        </p:tgtEl>
                                      </p:cBhvr>
                                    </p:animEffect>
                                    <p:set>
                                      <p:cBhvr>
                                        <p:cTn id="190" dur="1" fill="hold">
                                          <p:stCondLst>
                                            <p:cond delay="499"/>
                                          </p:stCondLst>
                                        </p:cTn>
                                        <p:tgtEl>
                                          <p:spTgt spid="143"/>
                                        </p:tgtEl>
                                        <p:attrNameLst>
                                          <p:attrName>style.visibility</p:attrName>
                                        </p:attrNameLst>
                                      </p:cBhvr>
                                      <p:to>
                                        <p:strVal val="hidden"/>
                                      </p:to>
                                    </p:set>
                                  </p:childTnLst>
                                </p:cTn>
                              </p:par>
                              <p:par>
                                <p:cTn id="191" presetID="22" presetClass="entr" presetSubtype="4" fill="hold" grpId="0" nodeType="withEffect">
                                  <p:stCondLst>
                                    <p:cond delay="0"/>
                                  </p:stCondLst>
                                  <p:childTnLst>
                                    <p:set>
                                      <p:cBhvr>
                                        <p:cTn id="192" dur="1" fill="hold">
                                          <p:stCondLst>
                                            <p:cond delay="0"/>
                                          </p:stCondLst>
                                        </p:cTn>
                                        <p:tgtEl>
                                          <p:spTgt spid="103"/>
                                        </p:tgtEl>
                                        <p:attrNameLst>
                                          <p:attrName>style.visibility</p:attrName>
                                        </p:attrNameLst>
                                      </p:cBhvr>
                                      <p:to>
                                        <p:strVal val="visible"/>
                                      </p:to>
                                    </p:set>
                                    <p:animEffect transition="in" filter="wipe(down)">
                                      <p:cBhvr>
                                        <p:cTn id="193" dur="1000"/>
                                        <p:tgtEl>
                                          <p:spTgt spid="103"/>
                                        </p:tgtEl>
                                      </p:cBhvr>
                                    </p:animEffect>
                                  </p:childTnLst>
                                </p:cTn>
                              </p:par>
                            </p:childTnLst>
                          </p:cTn>
                        </p:par>
                      </p:childTnLst>
                    </p:cTn>
                  </p:par>
                  <p:par>
                    <p:cTn id="194" fill="hold">
                      <p:stCondLst>
                        <p:cond delay="indefinite"/>
                      </p:stCondLst>
                      <p:childTnLst>
                        <p:par>
                          <p:cTn id="195" fill="hold">
                            <p:stCondLst>
                              <p:cond delay="0"/>
                            </p:stCondLst>
                            <p:childTnLst>
                              <p:par>
                                <p:cTn id="196" presetID="31" presetClass="entr" presetSubtype="0" fill="hold" grpId="0" nodeType="clickEffect">
                                  <p:stCondLst>
                                    <p:cond delay="0"/>
                                  </p:stCondLst>
                                  <p:childTnLst>
                                    <p:set>
                                      <p:cBhvr>
                                        <p:cTn id="197" dur="1" fill="hold">
                                          <p:stCondLst>
                                            <p:cond delay="0"/>
                                          </p:stCondLst>
                                        </p:cTn>
                                        <p:tgtEl>
                                          <p:spTgt spid="81"/>
                                        </p:tgtEl>
                                        <p:attrNameLst>
                                          <p:attrName>style.visibility</p:attrName>
                                        </p:attrNameLst>
                                      </p:cBhvr>
                                      <p:to>
                                        <p:strVal val="visible"/>
                                      </p:to>
                                    </p:set>
                                    <p:anim calcmode="lin" valueType="num">
                                      <p:cBhvr>
                                        <p:cTn id="198" dur="1000" fill="hold"/>
                                        <p:tgtEl>
                                          <p:spTgt spid="81"/>
                                        </p:tgtEl>
                                        <p:attrNameLst>
                                          <p:attrName>ppt_w</p:attrName>
                                        </p:attrNameLst>
                                      </p:cBhvr>
                                      <p:tavLst>
                                        <p:tav tm="0">
                                          <p:val>
                                            <p:fltVal val="0"/>
                                          </p:val>
                                        </p:tav>
                                        <p:tav tm="100000">
                                          <p:val>
                                            <p:strVal val="#ppt_w"/>
                                          </p:val>
                                        </p:tav>
                                      </p:tavLst>
                                    </p:anim>
                                    <p:anim calcmode="lin" valueType="num">
                                      <p:cBhvr>
                                        <p:cTn id="199" dur="1000" fill="hold"/>
                                        <p:tgtEl>
                                          <p:spTgt spid="81"/>
                                        </p:tgtEl>
                                        <p:attrNameLst>
                                          <p:attrName>ppt_h</p:attrName>
                                        </p:attrNameLst>
                                      </p:cBhvr>
                                      <p:tavLst>
                                        <p:tav tm="0">
                                          <p:val>
                                            <p:fltVal val="0"/>
                                          </p:val>
                                        </p:tav>
                                        <p:tav tm="100000">
                                          <p:val>
                                            <p:strVal val="#ppt_h"/>
                                          </p:val>
                                        </p:tav>
                                      </p:tavLst>
                                    </p:anim>
                                    <p:anim calcmode="lin" valueType="num">
                                      <p:cBhvr>
                                        <p:cTn id="200" dur="1000" fill="hold"/>
                                        <p:tgtEl>
                                          <p:spTgt spid="81"/>
                                        </p:tgtEl>
                                        <p:attrNameLst>
                                          <p:attrName>style.rotation</p:attrName>
                                        </p:attrNameLst>
                                      </p:cBhvr>
                                      <p:tavLst>
                                        <p:tav tm="0">
                                          <p:val>
                                            <p:fltVal val="90"/>
                                          </p:val>
                                        </p:tav>
                                        <p:tav tm="100000">
                                          <p:val>
                                            <p:fltVal val="0"/>
                                          </p:val>
                                        </p:tav>
                                      </p:tavLst>
                                    </p:anim>
                                    <p:animEffect transition="in" filter="fade">
                                      <p:cBhvr>
                                        <p:cTn id="201" dur="1000"/>
                                        <p:tgtEl>
                                          <p:spTgt spid="81"/>
                                        </p:tgtEl>
                                      </p:cBhvr>
                                    </p:animEffect>
                                  </p:childTnLst>
                                </p:cTn>
                              </p:par>
                            </p:childTnLst>
                          </p:cTn>
                        </p:par>
                        <p:par>
                          <p:cTn id="202" fill="hold">
                            <p:stCondLst>
                              <p:cond delay="1000"/>
                            </p:stCondLst>
                            <p:childTnLst>
                              <p:par>
                                <p:cTn id="203" presetID="22" presetClass="entr" presetSubtype="1" fill="hold" grpId="0" nodeType="afterEffect">
                                  <p:stCondLst>
                                    <p:cond delay="0"/>
                                  </p:stCondLst>
                                  <p:childTnLst>
                                    <p:set>
                                      <p:cBhvr>
                                        <p:cTn id="204" dur="1" fill="hold">
                                          <p:stCondLst>
                                            <p:cond delay="0"/>
                                          </p:stCondLst>
                                        </p:cTn>
                                        <p:tgtEl>
                                          <p:spTgt spid="104"/>
                                        </p:tgtEl>
                                        <p:attrNameLst>
                                          <p:attrName>style.visibility</p:attrName>
                                        </p:attrNameLst>
                                      </p:cBhvr>
                                      <p:to>
                                        <p:strVal val="visible"/>
                                      </p:to>
                                    </p:set>
                                    <p:animEffect transition="in" filter="wipe(up)">
                                      <p:cBhvr>
                                        <p:cTn id="205" dur="1000"/>
                                        <p:tgtEl>
                                          <p:spTgt spid="104"/>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1" fill="hold" grpId="0" nodeType="clickEffect">
                                  <p:stCondLst>
                                    <p:cond delay="0"/>
                                  </p:stCondLst>
                                  <p:childTnLst>
                                    <p:set>
                                      <p:cBhvr>
                                        <p:cTn id="209" dur="1" fill="hold">
                                          <p:stCondLst>
                                            <p:cond delay="0"/>
                                          </p:stCondLst>
                                        </p:cTn>
                                        <p:tgtEl>
                                          <p:spTgt spid="4">
                                            <p:txEl>
                                              <p:pRg st="9" end="9"/>
                                            </p:txEl>
                                          </p:spTgt>
                                        </p:tgtEl>
                                        <p:attrNameLst>
                                          <p:attrName>style.visibility</p:attrName>
                                        </p:attrNameLst>
                                      </p:cBhvr>
                                      <p:to>
                                        <p:strVal val="visible"/>
                                      </p:to>
                                    </p:set>
                                    <p:animEffect transition="in" filter="wipe(up)">
                                      <p:cBhvr>
                                        <p:cTn id="210" dur="500"/>
                                        <p:tgtEl>
                                          <p:spTgt spid="4">
                                            <p:txEl>
                                              <p:pRg st="9" end="9"/>
                                            </p:txEl>
                                          </p:spTgt>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ntr" presetSubtype="1" fill="hold" grpId="0" nodeType="clickEffect">
                                  <p:stCondLst>
                                    <p:cond delay="0"/>
                                  </p:stCondLst>
                                  <p:childTnLst>
                                    <p:set>
                                      <p:cBhvr>
                                        <p:cTn id="214" dur="1" fill="hold">
                                          <p:stCondLst>
                                            <p:cond delay="0"/>
                                          </p:stCondLst>
                                        </p:cTn>
                                        <p:tgtEl>
                                          <p:spTgt spid="4">
                                            <p:txEl>
                                              <p:pRg st="10" end="10"/>
                                            </p:txEl>
                                          </p:spTgt>
                                        </p:tgtEl>
                                        <p:attrNameLst>
                                          <p:attrName>style.visibility</p:attrName>
                                        </p:attrNameLst>
                                      </p:cBhvr>
                                      <p:to>
                                        <p:strVal val="visible"/>
                                      </p:to>
                                    </p:set>
                                    <p:animEffect transition="in" filter="wipe(up)">
                                      <p:cBhvr>
                                        <p:cTn id="215"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10" grpId="0"/>
      <p:bldP spid="80" grpId="0"/>
      <p:bldP spid="81" grpId="0"/>
      <p:bldP spid="82" grpId="0"/>
      <p:bldP spid="83" grpId="0"/>
      <p:bldP spid="84" grpId="0"/>
      <p:bldP spid="85" grpId="0"/>
      <p:bldP spid="86" grpId="0"/>
      <p:bldP spid="87" grpId="0"/>
      <p:bldP spid="98" grpId="0" animBg="1"/>
      <p:bldP spid="99" grpId="0" animBg="1"/>
      <p:bldP spid="100" grpId="0" animBg="1"/>
      <p:bldP spid="101" grpId="0" animBg="1"/>
      <p:bldP spid="102" grpId="0" animBg="1"/>
      <p:bldP spid="103" grpId="0" animBg="1"/>
      <p:bldP spid="104" grpId="0" animBg="1"/>
      <p:bldP spid="105" grpId="0" animBg="1"/>
      <p:bldP spid="138" grpId="0" animBg="1"/>
      <p:bldP spid="13" grpId="0"/>
      <p:bldP spid="13" grpId="1"/>
      <p:bldP spid="139" grpId="0"/>
      <p:bldP spid="139" grpId="1"/>
      <p:bldP spid="140" grpId="0"/>
      <p:bldP spid="140" grpId="1"/>
      <p:bldP spid="141" grpId="0"/>
      <p:bldP spid="141" grpId="1"/>
      <p:bldP spid="142" grpId="0"/>
      <p:bldP spid="142" grpId="1"/>
      <p:bldP spid="143" grpId="0"/>
      <p:bldP spid="143" grpId="1"/>
      <p:bldP spid="14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组合 131">
            <a:extLst>
              <a:ext uri="{FF2B5EF4-FFF2-40B4-BE49-F238E27FC236}">
                <a16:creationId xmlns:a16="http://schemas.microsoft.com/office/drawing/2014/main" id="{88795673-927E-4B7E-A79E-F6FA0D24C3AB}"/>
              </a:ext>
            </a:extLst>
          </p:cNvPr>
          <p:cNvGrpSpPr/>
          <p:nvPr/>
        </p:nvGrpSpPr>
        <p:grpSpPr>
          <a:xfrm>
            <a:off x="9754024" y="1308250"/>
            <a:ext cx="773602" cy="310101"/>
            <a:chOff x="10116681" y="1809846"/>
            <a:chExt cx="773602" cy="310101"/>
          </a:xfrm>
        </p:grpSpPr>
        <p:sp>
          <p:nvSpPr>
            <p:cNvPr id="133" name="Text Box 28">
              <a:extLst>
                <a:ext uri="{FF2B5EF4-FFF2-40B4-BE49-F238E27FC236}">
                  <a16:creationId xmlns:a16="http://schemas.microsoft.com/office/drawing/2014/main" id="{50D4569E-927E-4F71-A2A4-AC3DABA8B940}"/>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a:t>
              </a:r>
              <a:endParaRPr lang="en-US" altLang="zh-CN" sz="2400" dirty="0">
                <a:solidFill>
                  <a:srgbClr val="C00000"/>
                </a:solidFill>
              </a:endParaRPr>
            </a:p>
          </p:txBody>
        </p:sp>
        <p:sp>
          <p:nvSpPr>
            <p:cNvPr id="134" name="Text Box 28">
              <a:extLst>
                <a:ext uri="{FF2B5EF4-FFF2-40B4-BE49-F238E27FC236}">
                  <a16:creationId xmlns:a16="http://schemas.microsoft.com/office/drawing/2014/main" id="{C6EC7863-1F59-4581-BF46-EAABA46896DF}"/>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35" name="Text Box 28">
              <a:extLst>
                <a:ext uri="{FF2B5EF4-FFF2-40B4-BE49-F238E27FC236}">
                  <a16:creationId xmlns:a16="http://schemas.microsoft.com/office/drawing/2014/main" id="{C8B88BB3-BA8E-4FBC-8741-CEA77E0885BE}"/>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36" name="Text Box 28">
              <a:extLst>
                <a:ext uri="{FF2B5EF4-FFF2-40B4-BE49-F238E27FC236}">
                  <a16:creationId xmlns:a16="http://schemas.microsoft.com/office/drawing/2014/main" id="{C1111021-B73C-4C9D-91EC-DF5CC53BF3EC}"/>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37" name="Text Box 28">
              <a:extLst>
                <a:ext uri="{FF2B5EF4-FFF2-40B4-BE49-F238E27FC236}">
                  <a16:creationId xmlns:a16="http://schemas.microsoft.com/office/drawing/2014/main" id="{BE75011C-4103-4D76-ABCE-1E7188BDB664}"/>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38" name="矩形 137">
              <a:extLst>
                <a:ext uri="{FF2B5EF4-FFF2-40B4-BE49-F238E27FC236}">
                  <a16:creationId xmlns:a16="http://schemas.microsoft.com/office/drawing/2014/main" id="{CC993AFB-0494-486A-A1FF-14B1380EAAB0}"/>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42" name="组合 41">
            <a:extLst>
              <a:ext uri="{FF2B5EF4-FFF2-40B4-BE49-F238E27FC236}">
                <a16:creationId xmlns:a16="http://schemas.microsoft.com/office/drawing/2014/main" id="{3AA2489E-3521-4956-9697-02A73756DFDD}"/>
              </a:ext>
            </a:extLst>
          </p:cNvPr>
          <p:cNvGrpSpPr/>
          <p:nvPr/>
        </p:nvGrpSpPr>
        <p:grpSpPr>
          <a:xfrm>
            <a:off x="10529170" y="1886913"/>
            <a:ext cx="773602" cy="310101"/>
            <a:chOff x="10116681" y="1809846"/>
            <a:chExt cx="773602" cy="310101"/>
          </a:xfrm>
        </p:grpSpPr>
        <p:sp>
          <p:nvSpPr>
            <p:cNvPr id="27" name="Text Box 28">
              <a:extLst>
                <a:ext uri="{FF2B5EF4-FFF2-40B4-BE49-F238E27FC236}">
                  <a16:creationId xmlns:a16="http://schemas.microsoft.com/office/drawing/2014/main" id="{21FB7A40-3FD1-46AC-8F5A-9760DEE80F17}"/>
                </a:ext>
              </a:extLst>
            </p:cNvPr>
            <p:cNvSpPr txBox="1">
              <a:spLocks noChangeArrowheads="1"/>
            </p:cNvSpPr>
            <p:nvPr/>
          </p:nvSpPr>
          <p:spPr bwMode="auto">
            <a:xfrm>
              <a:off x="10403172"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c</a:t>
              </a:r>
              <a:endParaRPr lang="en-US" altLang="zh-CN" sz="2400" dirty="0">
                <a:solidFill>
                  <a:srgbClr val="C00000"/>
                </a:solidFill>
              </a:endParaRPr>
            </a:p>
          </p:txBody>
        </p:sp>
        <p:sp>
          <p:nvSpPr>
            <p:cNvPr id="72" name="Text Box 28">
              <a:extLst>
                <a:ext uri="{FF2B5EF4-FFF2-40B4-BE49-F238E27FC236}">
                  <a16:creationId xmlns:a16="http://schemas.microsoft.com/office/drawing/2014/main" id="{2BFF2885-7D71-47FE-B4F6-0128E8A3930E}"/>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98" name="Text Box 28">
              <a:extLst>
                <a:ext uri="{FF2B5EF4-FFF2-40B4-BE49-F238E27FC236}">
                  <a16:creationId xmlns:a16="http://schemas.microsoft.com/office/drawing/2014/main" id="{AA38ABD9-0457-4D18-BC34-1F023C41512F}"/>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99" name="Text Box 28">
              <a:extLst>
                <a:ext uri="{FF2B5EF4-FFF2-40B4-BE49-F238E27FC236}">
                  <a16:creationId xmlns:a16="http://schemas.microsoft.com/office/drawing/2014/main" id="{AECF4CCB-8C2D-4583-B082-9BCF7BCDB84D}"/>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00" name="Text Box 28">
              <a:extLst>
                <a:ext uri="{FF2B5EF4-FFF2-40B4-BE49-F238E27FC236}">
                  <a16:creationId xmlns:a16="http://schemas.microsoft.com/office/drawing/2014/main" id="{BD237706-A6C1-461A-910F-05E72D77147A}"/>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 name="矩形 3">
              <a:extLst>
                <a:ext uri="{FF2B5EF4-FFF2-40B4-BE49-F238E27FC236}">
                  <a16:creationId xmlns:a16="http://schemas.microsoft.com/office/drawing/2014/main" id="{02C1248B-F2C2-43E8-9184-61917D30ACF6}"/>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139" name="组合 138">
            <a:extLst>
              <a:ext uri="{FF2B5EF4-FFF2-40B4-BE49-F238E27FC236}">
                <a16:creationId xmlns:a16="http://schemas.microsoft.com/office/drawing/2014/main" id="{7FD3ADAC-C152-47A0-85AE-794D89DCE74C}"/>
              </a:ext>
            </a:extLst>
          </p:cNvPr>
          <p:cNvGrpSpPr/>
          <p:nvPr/>
        </p:nvGrpSpPr>
        <p:grpSpPr>
          <a:xfrm>
            <a:off x="8968681" y="1882766"/>
            <a:ext cx="773602" cy="310101"/>
            <a:chOff x="10116681" y="1809846"/>
            <a:chExt cx="773602" cy="310101"/>
          </a:xfrm>
        </p:grpSpPr>
        <p:sp>
          <p:nvSpPr>
            <p:cNvPr id="140" name="Text Box 28">
              <a:extLst>
                <a:ext uri="{FF2B5EF4-FFF2-40B4-BE49-F238E27FC236}">
                  <a16:creationId xmlns:a16="http://schemas.microsoft.com/office/drawing/2014/main" id="{5FEF538C-492A-48F0-9C0D-6CF0BA94BAF2}"/>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p>
              <a:pPr algn="ctr">
                <a:lnSpc>
                  <a:spcPct val="80000"/>
                </a:lnSpc>
              </a:pPr>
              <a:r>
                <a:rPr lang="en-US" altLang="zh-CN" sz="2400" b="1" dirty="0">
                  <a:solidFill>
                    <a:srgbClr val="C00000"/>
                  </a:solidFill>
                </a:rPr>
                <a:t>*</a:t>
              </a:r>
              <a:endParaRPr lang="en-US" altLang="zh-CN" sz="2400" dirty="0">
                <a:solidFill>
                  <a:srgbClr val="C00000"/>
                </a:solidFill>
              </a:endParaRPr>
            </a:p>
          </p:txBody>
        </p:sp>
        <p:sp>
          <p:nvSpPr>
            <p:cNvPr id="141" name="Text Box 28">
              <a:extLst>
                <a:ext uri="{FF2B5EF4-FFF2-40B4-BE49-F238E27FC236}">
                  <a16:creationId xmlns:a16="http://schemas.microsoft.com/office/drawing/2014/main" id="{D77475DB-5113-4C3B-9EAA-6A2468BF02BF}"/>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42" name="Text Box 28">
              <a:extLst>
                <a:ext uri="{FF2B5EF4-FFF2-40B4-BE49-F238E27FC236}">
                  <a16:creationId xmlns:a16="http://schemas.microsoft.com/office/drawing/2014/main" id="{78A59AE6-C6D0-46F1-A680-7C7EA532076F}"/>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43" name="Text Box 28">
              <a:extLst>
                <a:ext uri="{FF2B5EF4-FFF2-40B4-BE49-F238E27FC236}">
                  <a16:creationId xmlns:a16="http://schemas.microsoft.com/office/drawing/2014/main" id="{AA4F8870-8A7C-47B1-91DD-4137117C5E7B}"/>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44" name="Text Box 28">
              <a:extLst>
                <a:ext uri="{FF2B5EF4-FFF2-40B4-BE49-F238E27FC236}">
                  <a16:creationId xmlns:a16="http://schemas.microsoft.com/office/drawing/2014/main" id="{116D75D4-7363-487A-9F71-DDD64A48A5C5}"/>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45" name="矩形 144">
              <a:extLst>
                <a:ext uri="{FF2B5EF4-FFF2-40B4-BE49-F238E27FC236}">
                  <a16:creationId xmlns:a16="http://schemas.microsoft.com/office/drawing/2014/main" id="{931B61A4-B780-45F4-BE43-7B12F0B93AF9}"/>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153" name="组合 152">
            <a:extLst>
              <a:ext uri="{FF2B5EF4-FFF2-40B4-BE49-F238E27FC236}">
                <a16:creationId xmlns:a16="http://schemas.microsoft.com/office/drawing/2014/main" id="{5705B23E-7B05-479F-A8B7-2767FA119331}"/>
              </a:ext>
            </a:extLst>
          </p:cNvPr>
          <p:cNvGrpSpPr/>
          <p:nvPr/>
        </p:nvGrpSpPr>
        <p:grpSpPr>
          <a:xfrm>
            <a:off x="9561664" y="2444986"/>
            <a:ext cx="773602" cy="310101"/>
            <a:chOff x="10116681" y="1809846"/>
            <a:chExt cx="773602" cy="310101"/>
          </a:xfrm>
        </p:grpSpPr>
        <p:sp>
          <p:nvSpPr>
            <p:cNvPr id="154" name="Text Box 28">
              <a:extLst>
                <a:ext uri="{FF2B5EF4-FFF2-40B4-BE49-F238E27FC236}">
                  <a16:creationId xmlns:a16="http://schemas.microsoft.com/office/drawing/2014/main" id="{2FD9DFAB-2835-413D-8DB5-E79495CEABBA}"/>
                </a:ext>
              </a:extLst>
            </p:cNvPr>
            <p:cNvSpPr txBox="1">
              <a:spLocks noChangeArrowheads="1"/>
            </p:cNvSpPr>
            <p:nvPr/>
          </p:nvSpPr>
          <p:spPr bwMode="auto">
            <a:xfrm>
              <a:off x="10416718"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b</a:t>
              </a:r>
              <a:endParaRPr lang="en-US" altLang="zh-CN" sz="2400" dirty="0">
                <a:solidFill>
                  <a:srgbClr val="C00000"/>
                </a:solidFill>
              </a:endParaRPr>
            </a:p>
          </p:txBody>
        </p:sp>
        <p:sp>
          <p:nvSpPr>
            <p:cNvPr id="155" name="Text Box 28">
              <a:extLst>
                <a:ext uri="{FF2B5EF4-FFF2-40B4-BE49-F238E27FC236}">
                  <a16:creationId xmlns:a16="http://schemas.microsoft.com/office/drawing/2014/main" id="{03846DF7-66DD-4FBE-8950-5DF9FE51AE33}"/>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56" name="Text Box 28">
              <a:extLst>
                <a:ext uri="{FF2B5EF4-FFF2-40B4-BE49-F238E27FC236}">
                  <a16:creationId xmlns:a16="http://schemas.microsoft.com/office/drawing/2014/main" id="{E441A5C9-3308-47E0-8E7E-0B99100CD976}"/>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57" name="Text Box 28">
              <a:extLst>
                <a:ext uri="{FF2B5EF4-FFF2-40B4-BE49-F238E27FC236}">
                  <a16:creationId xmlns:a16="http://schemas.microsoft.com/office/drawing/2014/main" id="{9DC9D53B-FDC0-4735-85CC-3387AAE686C8}"/>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58" name="Text Box 28">
              <a:extLst>
                <a:ext uri="{FF2B5EF4-FFF2-40B4-BE49-F238E27FC236}">
                  <a16:creationId xmlns:a16="http://schemas.microsoft.com/office/drawing/2014/main" id="{DC6E900A-5234-4823-B05F-70EDA87690A8}"/>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59" name="矩形 158">
              <a:extLst>
                <a:ext uri="{FF2B5EF4-FFF2-40B4-BE49-F238E27FC236}">
                  <a16:creationId xmlns:a16="http://schemas.microsoft.com/office/drawing/2014/main" id="{A4762C39-E8C4-4819-9F68-090E314F09C1}"/>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146" name="组合 145">
            <a:extLst>
              <a:ext uri="{FF2B5EF4-FFF2-40B4-BE49-F238E27FC236}">
                <a16:creationId xmlns:a16="http://schemas.microsoft.com/office/drawing/2014/main" id="{51954F0F-52AE-416B-AC2A-85CEDFFFB85B}"/>
              </a:ext>
            </a:extLst>
          </p:cNvPr>
          <p:cNvGrpSpPr/>
          <p:nvPr/>
        </p:nvGrpSpPr>
        <p:grpSpPr>
          <a:xfrm>
            <a:off x="8397389" y="2441408"/>
            <a:ext cx="773602" cy="314686"/>
            <a:chOff x="10116681" y="1805261"/>
            <a:chExt cx="773602" cy="314686"/>
          </a:xfrm>
        </p:grpSpPr>
        <p:sp>
          <p:nvSpPr>
            <p:cNvPr id="147" name="Text Box 28">
              <a:extLst>
                <a:ext uri="{FF2B5EF4-FFF2-40B4-BE49-F238E27FC236}">
                  <a16:creationId xmlns:a16="http://schemas.microsoft.com/office/drawing/2014/main" id="{DB1B620A-CA7E-4042-91A5-161A24B38634}"/>
                </a:ext>
              </a:extLst>
            </p:cNvPr>
            <p:cNvSpPr txBox="1">
              <a:spLocks noChangeArrowheads="1"/>
            </p:cNvSpPr>
            <p:nvPr/>
          </p:nvSpPr>
          <p:spPr bwMode="auto">
            <a:xfrm>
              <a:off x="10416718" y="1805261"/>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a</a:t>
              </a:r>
              <a:endParaRPr lang="en-US" altLang="zh-CN" sz="2400" dirty="0">
                <a:solidFill>
                  <a:srgbClr val="C00000"/>
                </a:solidFill>
              </a:endParaRPr>
            </a:p>
          </p:txBody>
        </p:sp>
        <p:sp>
          <p:nvSpPr>
            <p:cNvPr id="148" name="Text Box 28">
              <a:extLst>
                <a:ext uri="{FF2B5EF4-FFF2-40B4-BE49-F238E27FC236}">
                  <a16:creationId xmlns:a16="http://schemas.microsoft.com/office/drawing/2014/main" id="{043D9A28-54FC-41A7-B46C-3947168BD1FD}"/>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49" name="Text Box 28">
              <a:extLst>
                <a:ext uri="{FF2B5EF4-FFF2-40B4-BE49-F238E27FC236}">
                  <a16:creationId xmlns:a16="http://schemas.microsoft.com/office/drawing/2014/main" id="{569610B7-2DD7-4621-8BAE-676CDDE4AD9D}"/>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50" name="Text Box 28">
              <a:extLst>
                <a:ext uri="{FF2B5EF4-FFF2-40B4-BE49-F238E27FC236}">
                  <a16:creationId xmlns:a16="http://schemas.microsoft.com/office/drawing/2014/main" id="{510A2177-C5B6-4777-A929-9FBF9D204C5A}"/>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51" name="Text Box 28">
              <a:extLst>
                <a:ext uri="{FF2B5EF4-FFF2-40B4-BE49-F238E27FC236}">
                  <a16:creationId xmlns:a16="http://schemas.microsoft.com/office/drawing/2014/main" id="{1EA5AEBA-D0CC-4B3B-BFEA-4B1697883507}"/>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52" name="矩形 151">
              <a:extLst>
                <a:ext uri="{FF2B5EF4-FFF2-40B4-BE49-F238E27FC236}">
                  <a16:creationId xmlns:a16="http://schemas.microsoft.com/office/drawing/2014/main" id="{B401B78B-A9AE-4066-9DCD-FCEFA6C4D007}"/>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sp>
        <p:nvSpPr>
          <p:cNvPr id="32" name="Text Box 39">
            <a:extLst>
              <a:ext uri="{FF2B5EF4-FFF2-40B4-BE49-F238E27FC236}">
                <a16:creationId xmlns:a16="http://schemas.microsoft.com/office/drawing/2014/main" id="{DCBAD5E2-96C4-4A08-93CE-96187F57AF0F}"/>
              </a:ext>
            </a:extLst>
          </p:cNvPr>
          <p:cNvSpPr txBox="1">
            <a:spLocks noChangeArrowheads="1"/>
          </p:cNvSpPr>
          <p:nvPr/>
        </p:nvSpPr>
        <p:spPr bwMode="auto">
          <a:xfrm>
            <a:off x="381267" y="1045080"/>
            <a:ext cx="5981769" cy="180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14000"/>
              </a:lnSpc>
            </a:pPr>
            <a:r>
              <a:rPr lang="zh-CN" altLang="en-US" sz="2000" b="1" dirty="0">
                <a:solidFill>
                  <a:srgbClr val="C00000"/>
                </a:solidFill>
                <a:effectLst>
                  <a:outerShdw blurRad="38100" dist="38100" dir="2700000" algn="tl">
                    <a:srgbClr val="000000">
                      <a:alpha val="43137"/>
                    </a:srgbClr>
                  </a:outerShdw>
                </a:effectLst>
                <a:latin typeface="+mn-ea"/>
              </a:rPr>
              <a:t>算法</a:t>
            </a:r>
            <a:r>
              <a:rPr lang="en-US" altLang="zh-CN" sz="2000" b="1" dirty="0">
                <a:solidFill>
                  <a:srgbClr val="C00000"/>
                </a:solidFill>
                <a:effectLst>
                  <a:outerShdw blurRad="38100" dist="38100" dir="2700000" algn="tl">
                    <a:srgbClr val="000000">
                      <a:alpha val="43137"/>
                    </a:srgbClr>
                  </a:outerShdw>
                </a:effectLst>
                <a:latin typeface="+mn-ea"/>
              </a:rPr>
              <a:t>6.8 </a:t>
            </a:r>
            <a:r>
              <a:rPr lang="zh-CN" altLang="en-US" sz="2000" b="1" dirty="0">
                <a:solidFill>
                  <a:srgbClr val="002060"/>
                </a:solidFill>
                <a:latin typeface="+mn-ea"/>
              </a:rPr>
              <a:t>基于一棵二叉树的中序线索化二叉链表，进行中序遍历。</a:t>
            </a:r>
            <a:endParaRPr lang="en-US" altLang="zh-CN" sz="2000" b="1" dirty="0">
              <a:solidFill>
                <a:srgbClr val="002060"/>
              </a:solidFill>
              <a:latin typeface="+mn-ea"/>
            </a:endParaRPr>
          </a:p>
          <a:p>
            <a:pPr algn="just">
              <a:lnSpc>
                <a:spcPct val="114000"/>
              </a:lnSpc>
            </a:pPr>
            <a:r>
              <a:rPr lang="zh-CN" altLang="en-US" sz="2000" b="1" dirty="0">
                <a:solidFill>
                  <a:srgbClr val="002060"/>
                </a:solidFill>
                <a:latin typeface="+mn-ea"/>
              </a:rPr>
              <a:t>可和用栈辅助的非递归中序遍历</a:t>
            </a:r>
            <a:r>
              <a:rPr lang="zh-CN" altLang="en-US" sz="2000" b="1" dirty="0">
                <a:solidFill>
                  <a:srgbClr val="C00000"/>
                </a:solidFill>
                <a:effectLst>
                  <a:outerShdw blurRad="38100" dist="38100" dir="2700000" algn="tl">
                    <a:srgbClr val="000000">
                      <a:alpha val="43137"/>
                    </a:srgbClr>
                  </a:outerShdw>
                </a:effectLst>
                <a:latin typeface="+mn-ea"/>
              </a:rPr>
              <a:t>算法</a:t>
            </a:r>
            <a:r>
              <a:rPr lang="en-US" altLang="zh-CN" sz="2000" b="1" dirty="0">
                <a:solidFill>
                  <a:srgbClr val="C00000"/>
                </a:solidFill>
                <a:effectLst>
                  <a:outerShdw blurRad="38100" dist="38100" dir="2700000" algn="tl">
                    <a:srgbClr val="000000">
                      <a:alpha val="43137"/>
                    </a:srgbClr>
                  </a:outerShdw>
                </a:effectLst>
                <a:latin typeface="+mn-ea"/>
              </a:rPr>
              <a:t>6.4</a:t>
            </a:r>
            <a:r>
              <a:rPr lang="zh-CN" altLang="en-US" sz="2000" b="1" dirty="0">
                <a:latin typeface="+mn-ea"/>
              </a:rPr>
              <a:t>和</a:t>
            </a:r>
            <a:r>
              <a:rPr lang="en-US" altLang="zh-CN" sz="2000" b="1" dirty="0">
                <a:solidFill>
                  <a:srgbClr val="C00000"/>
                </a:solidFill>
                <a:effectLst>
                  <a:outerShdw blurRad="38100" dist="38100" dir="2700000" algn="tl">
                    <a:srgbClr val="000000">
                      <a:alpha val="43137"/>
                    </a:srgbClr>
                  </a:outerShdw>
                </a:effectLst>
                <a:latin typeface="+mn-ea"/>
              </a:rPr>
              <a:t>6.5</a:t>
            </a:r>
            <a:r>
              <a:rPr lang="zh-CN" altLang="en-US" sz="2000" b="1" dirty="0">
                <a:solidFill>
                  <a:srgbClr val="002060"/>
                </a:solidFill>
                <a:latin typeface="+mn-ea"/>
              </a:rPr>
              <a:t>对比，</a:t>
            </a:r>
            <a:endParaRPr lang="en-US" altLang="zh-CN" sz="2000" b="1" dirty="0">
              <a:solidFill>
                <a:srgbClr val="002060"/>
              </a:solidFill>
              <a:latin typeface="+mn-ea"/>
            </a:endParaRPr>
          </a:p>
          <a:p>
            <a:pPr algn="just">
              <a:lnSpc>
                <a:spcPct val="114000"/>
              </a:lnSpc>
            </a:pPr>
            <a:r>
              <a:rPr lang="zh-CN" altLang="en-US" sz="2000" b="1" dirty="0">
                <a:solidFill>
                  <a:srgbClr val="C00000"/>
                </a:solidFill>
                <a:effectLst>
                  <a:outerShdw blurRad="38100" dist="38100" dir="2700000" algn="tl">
                    <a:srgbClr val="000000">
                      <a:alpha val="43137"/>
                    </a:srgbClr>
                  </a:outerShdw>
                </a:effectLst>
                <a:latin typeface="+mn-ea"/>
              </a:rPr>
              <a:t>算法</a:t>
            </a:r>
            <a:r>
              <a:rPr lang="en-US" altLang="zh-CN" sz="2000" b="1" dirty="0">
                <a:solidFill>
                  <a:srgbClr val="C00000"/>
                </a:solidFill>
                <a:effectLst>
                  <a:outerShdw blurRad="38100" dist="38100" dir="2700000" algn="tl">
                    <a:srgbClr val="000000">
                      <a:alpha val="43137"/>
                    </a:srgbClr>
                  </a:outerShdw>
                </a:effectLst>
                <a:latin typeface="+mn-ea"/>
              </a:rPr>
              <a:t>6.8</a:t>
            </a:r>
            <a:r>
              <a:rPr lang="zh-CN" altLang="en-US" sz="2000" b="1" dirty="0">
                <a:solidFill>
                  <a:srgbClr val="002060"/>
                </a:solidFill>
                <a:latin typeface="+mn-ea"/>
              </a:rPr>
              <a:t>利用中序后继线索（</a:t>
            </a:r>
            <a:r>
              <a:rPr lang="zh-CN" altLang="en-US" sz="2000" b="1" dirty="0">
                <a:solidFill>
                  <a:srgbClr val="C00000"/>
                </a:solidFill>
                <a:latin typeface="+mn-ea"/>
              </a:rPr>
              <a:t>棕红色虚线箭头</a:t>
            </a:r>
            <a:r>
              <a:rPr lang="zh-CN" altLang="en-US" sz="2000" b="1" dirty="0">
                <a:solidFill>
                  <a:srgbClr val="002060"/>
                </a:solidFill>
                <a:latin typeface="+mn-ea"/>
              </a:rPr>
              <a:t>），实现了无栈非递归中序遍历。</a:t>
            </a:r>
            <a:endParaRPr lang="en-US" altLang="zh-CN" sz="2000" b="1" dirty="0">
              <a:solidFill>
                <a:srgbClr val="002060"/>
              </a:solidFill>
              <a:latin typeface="+mn-ea"/>
            </a:endParaRPr>
          </a:p>
        </p:txBody>
      </p:sp>
      <p:sp>
        <p:nvSpPr>
          <p:cNvPr id="11" name="Text Box 13">
            <a:extLst>
              <a:ext uri="{FF2B5EF4-FFF2-40B4-BE49-F238E27FC236}">
                <a16:creationId xmlns:a16="http://schemas.microsoft.com/office/drawing/2014/main" id="{859C6507-5EFE-4B8C-B969-76BFAD1CA8CF}"/>
              </a:ext>
            </a:extLst>
          </p:cNvPr>
          <p:cNvSpPr txBox="1">
            <a:spLocks noChangeArrowheads="1"/>
          </p:cNvSpPr>
          <p:nvPr/>
        </p:nvSpPr>
        <p:spPr bwMode="auto">
          <a:xfrm>
            <a:off x="10064406" y="1244189"/>
            <a:ext cx="153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400" b="1" dirty="0">
                <a:solidFill>
                  <a:srgbClr val="C00000"/>
                </a:solidFill>
              </a:rPr>
              <a:t>-</a:t>
            </a:r>
            <a:endParaRPr lang="en-US" altLang="zh-CN" sz="2400" dirty="0">
              <a:solidFill>
                <a:srgbClr val="C00000"/>
              </a:solidFill>
            </a:endParaRPr>
          </a:p>
        </p:txBody>
      </p:sp>
      <p:sp>
        <p:nvSpPr>
          <p:cNvPr id="12" name="Text Box 14">
            <a:extLst>
              <a:ext uri="{FF2B5EF4-FFF2-40B4-BE49-F238E27FC236}">
                <a16:creationId xmlns:a16="http://schemas.microsoft.com/office/drawing/2014/main" id="{E92B066F-E376-40D8-94E9-28D2EA63E805}"/>
              </a:ext>
            </a:extLst>
          </p:cNvPr>
          <p:cNvSpPr txBox="1">
            <a:spLocks noChangeArrowheads="1"/>
          </p:cNvSpPr>
          <p:nvPr/>
        </p:nvSpPr>
        <p:spPr bwMode="auto">
          <a:xfrm>
            <a:off x="9285228" y="1811273"/>
            <a:ext cx="13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400" b="1" dirty="0">
                <a:solidFill>
                  <a:srgbClr val="C00000"/>
                </a:solidFill>
              </a:rPr>
              <a:t>*</a:t>
            </a:r>
            <a:endParaRPr lang="en-US" altLang="zh-CN" sz="2400" dirty="0">
              <a:solidFill>
                <a:srgbClr val="C00000"/>
              </a:solidFill>
            </a:endParaRPr>
          </a:p>
        </p:txBody>
      </p:sp>
      <p:sp>
        <p:nvSpPr>
          <p:cNvPr id="48" name="Text Box 67">
            <a:extLst>
              <a:ext uri="{FF2B5EF4-FFF2-40B4-BE49-F238E27FC236}">
                <a16:creationId xmlns:a16="http://schemas.microsoft.com/office/drawing/2014/main" id="{B6A01397-F2D7-4517-942E-0F60E4C83F27}"/>
              </a:ext>
            </a:extLst>
          </p:cNvPr>
          <p:cNvSpPr txBox="1">
            <a:spLocks noChangeArrowheads="1"/>
          </p:cNvSpPr>
          <p:nvPr/>
        </p:nvSpPr>
        <p:spPr bwMode="auto">
          <a:xfrm>
            <a:off x="10845717" y="1820319"/>
            <a:ext cx="1442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400" b="1" dirty="0">
                <a:solidFill>
                  <a:srgbClr val="C00000"/>
                </a:solidFill>
              </a:rPr>
              <a:t>c</a:t>
            </a:r>
            <a:endParaRPr lang="en-US" altLang="zh-CN" sz="2400" dirty="0">
              <a:solidFill>
                <a:srgbClr val="C00000"/>
              </a:solidFill>
            </a:endParaRPr>
          </a:p>
        </p:txBody>
      </p:sp>
      <p:sp>
        <p:nvSpPr>
          <p:cNvPr id="50" name="Rectangle 69">
            <a:extLst>
              <a:ext uri="{FF2B5EF4-FFF2-40B4-BE49-F238E27FC236}">
                <a16:creationId xmlns:a16="http://schemas.microsoft.com/office/drawing/2014/main" id="{579E17D5-84DA-4FBB-B230-183BDFB4E084}"/>
              </a:ext>
            </a:extLst>
          </p:cNvPr>
          <p:cNvSpPr>
            <a:spLocks noChangeArrowheads="1"/>
          </p:cNvSpPr>
          <p:nvPr/>
        </p:nvSpPr>
        <p:spPr bwMode="auto">
          <a:xfrm>
            <a:off x="8704676" y="2375823"/>
            <a:ext cx="160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400" b="1" dirty="0">
                <a:solidFill>
                  <a:srgbClr val="C00000"/>
                </a:solidFill>
                <a:ea typeface="楷体_GB2312" pitchFamily="49" charset="-122"/>
              </a:rPr>
              <a:t>a</a:t>
            </a:r>
          </a:p>
        </p:txBody>
      </p:sp>
      <p:sp>
        <p:nvSpPr>
          <p:cNvPr id="51" name="Rectangle 70">
            <a:extLst>
              <a:ext uri="{FF2B5EF4-FFF2-40B4-BE49-F238E27FC236}">
                <a16:creationId xmlns:a16="http://schemas.microsoft.com/office/drawing/2014/main" id="{F54AB58B-9FF5-45CD-BEF4-D86E8C41413A}"/>
              </a:ext>
            </a:extLst>
          </p:cNvPr>
          <p:cNvSpPr>
            <a:spLocks noChangeArrowheads="1"/>
          </p:cNvSpPr>
          <p:nvPr/>
        </p:nvSpPr>
        <p:spPr bwMode="auto">
          <a:xfrm>
            <a:off x="9861440" y="2382633"/>
            <a:ext cx="1859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400" b="1" dirty="0">
                <a:solidFill>
                  <a:srgbClr val="C00000"/>
                </a:solidFill>
                <a:ea typeface="楷体_GB2312" pitchFamily="49" charset="-122"/>
              </a:rPr>
              <a:t>b</a:t>
            </a:r>
          </a:p>
        </p:txBody>
      </p:sp>
      <p:sp>
        <p:nvSpPr>
          <p:cNvPr id="57" name="文本框 56">
            <a:extLst>
              <a:ext uri="{FF2B5EF4-FFF2-40B4-BE49-F238E27FC236}">
                <a16:creationId xmlns:a16="http://schemas.microsoft.com/office/drawing/2014/main" id="{9499040A-CF80-43D0-9756-52BDF6DB62E7}"/>
              </a:ext>
            </a:extLst>
          </p:cNvPr>
          <p:cNvSpPr txBox="1"/>
          <p:nvPr/>
        </p:nvSpPr>
        <p:spPr>
          <a:xfrm>
            <a:off x="6366541" y="199027"/>
            <a:ext cx="2817792" cy="400110"/>
          </a:xfrm>
          <a:prstGeom prst="rect">
            <a:avLst/>
          </a:prstGeom>
          <a:noFill/>
        </p:spPr>
        <p:txBody>
          <a:bodyPr wrap="square" rtlCol="0">
            <a:spAutoFit/>
          </a:bodyPr>
          <a:lstStyle/>
          <a:p>
            <a:r>
              <a:rPr lang="zh-CN" altLang="en-US" sz="2000" b="1" dirty="0"/>
              <a:t>中序序列：</a:t>
            </a:r>
            <a:r>
              <a:rPr lang="en-US" altLang="zh-CN" sz="2000" b="1" dirty="0"/>
              <a:t>a  *  b  -  c</a:t>
            </a:r>
            <a:endParaRPr lang="zh-CN" altLang="en-US" sz="2000" b="1" dirty="0"/>
          </a:p>
        </p:txBody>
      </p:sp>
      <p:sp>
        <p:nvSpPr>
          <p:cNvPr id="24" name="Line 33">
            <a:extLst>
              <a:ext uri="{FF2B5EF4-FFF2-40B4-BE49-F238E27FC236}">
                <a16:creationId xmlns:a16="http://schemas.microsoft.com/office/drawing/2014/main" id="{5859A7DD-173E-4E42-8455-673957ABA4A6}"/>
              </a:ext>
            </a:extLst>
          </p:cNvPr>
          <p:cNvSpPr>
            <a:spLocks noChangeShapeType="1"/>
          </p:cNvSpPr>
          <p:nvPr/>
        </p:nvSpPr>
        <p:spPr bwMode="auto">
          <a:xfrm flipH="1">
            <a:off x="8795963" y="2044272"/>
            <a:ext cx="249506" cy="397690"/>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73" name="矩形: 圆角 72">
            <a:extLst>
              <a:ext uri="{FF2B5EF4-FFF2-40B4-BE49-F238E27FC236}">
                <a16:creationId xmlns:a16="http://schemas.microsoft.com/office/drawing/2014/main" id="{003DECF8-3EE6-4382-8CD0-6720DE9C819B}"/>
              </a:ext>
            </a:extLst>
          </p:cNvPr>
          <p:cNvSpPr/>
          <p:nvPr/>
        </p:nvSpPr>
        <p:spPr>
          <a:xfrm>
            <a:off x="552339" y="278939"/>
            <a:ext cx="4024856" cy="59836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6.8  </a:t>
            </a:r>
            <a:r>
              <a:rPr lang="zh-CN" altLang="en-US" sz="2200" b="1" dirty="0">
                <a:solidFill>
                  <a:srgbClr val="002060"/>
                </a:solidFill>
                <a:effectLst>
                  <a:outerShdw blurRad="38100" dist="38100" dir="2700000" algn="tl">
                    <a:srgbClr val="000000">
                      <a:alpha val="43137"/>
                    </a:srgbClr>
                  </a:outerShdw>
                </a:effectLst>
              </a:rPr>
              <a:t>中序遍历二叉线索树</a:t>
            </a:r>
          </a:p>
        </p:txBody>
      </p:sp>
      <p:sp>
        <p:nvSpPr>
          <p:cNvPr id="74" name="文本框 73">
            <a:extLst>
              <a:ext uri="{FF2B5EF4-FFF2-40B4-BE49-F238E27FC236}">
                <a16:creationId xmlns:a16="http://schemas.microsoft.com/office/drawing/2014/main" id="{3FED2361-85D7-42B2-BFF6-86E091EEFB34}"/>
              </a:ext>
            </a:extLst>
          </p:cNvPr>
          <p:cNvSpPr txBox="1"/>
          <p:nvPr/>
        </p:nvSpPr>
        <p:spPr>
          <a:xfrm>
            <a:off x="587501" y="3180037"/>
            <a:ext cx="10981352" cy="3493264"/>
          </a:xfrm>
          <a:prstGeom prst="rect">
            <a:avLst/>
          </a:prstGeom>
          <a:solidFill>
            <a:srgbClr val="F3F6FB"/>
          </a:solidFill>
          <a:ln w="19050">
            <a:solidFill>
              <a:srgbClr val="7030A0"/>
            </a:solidFill>
          </a:ln>
        </p:spPr>
        <p:txBody>
          <a:bodyPr wrap="square" rtlCol="0">
            <a:spAutoFit/>
          </a:bodyPr>
          <a:lstStyle/>
          <a:p>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err="1">
                <a:solidFill>
                  <a:srgbClr val="002060"/>
                </a:solidFill>
                <a:latin typeface="Courier New" panose="02070309020205020404" pitchFamily="49" charset="0"/>
                <a:cs typeface="Courier New" panose="02070309020205020404" pitchFamily="49" charset="0"/>
              </a:rPr>
              <a:t>InOrderTrav_Thr</a:t>
            </a:r>
            <a:r>
              <a:rPr lang="en-US" altLang="zh-CN" sz="1700" b="1" dirty="0">
                <a:solidFill>
                  <a:srgbClr val="002060"/>
                </a:solidFill>
                <a:latin typeface="Courier New" panose="02070309020205020404" pitchFamily="49" charset="0"/>
                <a:cs typeface="Courier New" panose="02070309020205020404" pitchFamily="49" charset="0"/>
              </a:rPr>
              <a:t>(</a:t>
            </a:r>
            <a:r>
              <a:rPr lang="en-US" altLang="zh-CN" sz="1700" b="1" dirty="0" err="1">
                <a:solidFill>
                  <a:srgbClr val="002060"/>
                </a:solidFill>
                <a:latin typeface="Courier New" panose="02070309020205020404" pitchFamily="49" charset="0"/>
                <a:cs typeface="Courier New" panose="02070309020205020404" pitchFamily="49" charset="0"/>
              </a:rPr>
              <a:t>BiThrTree</a:t>
            </a:r>
            <a:r>
              <a:rPr lang="en-US" altLang="zh-CN" sz="1700" b="1" dirty="0">
                <a:solidFill>
                  <a:srgbClr val="002060"/>
                </a:solidFill>
                <a:latin typeface="Courier New" panose="02070309020205020404" pitchFamily="49" charset="0"/>
                <a:cs typeface="Courier New" panose="02070309020205020404" pitchFamily="49" charset="0"/>
              </a:rPr>
              <a:t> T, Status (*Visit)(</a:t>
            </a:r>
            <a:r>
              <a:rPr lang="en-US" altLang="zh-CN" sz="1700" b="1" dirty="0" err="1">
                <a:solidFill>
                  <a:srgbClr val="002060"/>
                </a:solidFill>
                <a:latin typeface="Courier New" panose="02070309020205020404" pitchFamily="49" charset="0"/>
                <a:cs typeface="Courier New" panose="02070309020205020404" pitchFamily="49" charset="0"/>
              </a:rPr>
              <a:t>TElemType</a:t>
            </a:r>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dirty="0">
                <a:solidFill>
                  <a:srgbClr val="000099"/>
                </a:solidFill>
                <a:latin typeface="Courier New" panose="02070309020205020404" pitchFamily="49" charset="0"/>
                <a:cs typeface="Courier New" panose="02070309020205020404" pitchFamily="49" charset="0"/>
              </a:rPr>
              <a:t>//</a:t>
            </a:r>
            <a:r>
              <a:rPr lang="en-US" altLang="zh-CN" sz="1700" b="1" dirty="0">
                <a:solidFill>
                  <a:srgbClr val="002060"/>
                </a:solidFill>
                <a:latin typeface="Courier New" panose="02070309020205020404" pitchFamily="49" charset="0"/>
                <a:cs typeface="Courier New" panose="02070309020205020404" pitchFamily="49" charset="0"/>
              </a:rPr>
              <a:t> </a:t>
            </a:r>
            <a:r>
              <a:rPr lang="zh-CN" altLang="en-US" sz="1700" b="1" dirty="0">
                <a:solidFill>
                  <a:srgbClr val="C00000"/>
                </a:solidFill>
                <a:latin typeface="Courier New" panose="02070309020205020404" pitchFamily="49" charset="0"/>
                <a:cs typeface="Courier New" panose="02070309020205020404" pitchFamily="49" charset="0"/>
              </a:rPr>
              <a:t>算法</a:t>
            </a:r>
            <a:r>
              <a:rPr lang="en-US" altLang="zh-CN" sz="1700" b="1" dirty="0">
                <a:solidFill>
                  <a:srgbClr val="C00000"/>
                </a:solidFill>
                <a:latin typeface="Courier New" panose="02070309020205020404" pitchFamily="49" charset="0"/>
                <a:cs typeface="Courier New" panose="02070309020205020404" pitchFamily="49" charset="0"/>
              </a:rPr>
              <a:t>6.8</a:t>
            </a:r>
          </a:p>
          <a:p>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T</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指向头结点，头结点的左链</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指向根结点，头结点的右链</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指向中序遍历的最后一个结点。</a:t>
            </a:r>
            <a:endParaRPr lang="en-US" altLang="zh-CN" sz="17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700" dirty="0">
                <a:solidFill>
                  <a:srgbClr val="002060"/>
                </a:solidFill>
                <a:latin typeface="Courier New" panose="02070309020205020404" pitchFamily="49" charset="0"/>
                <a:cs typeface="Courier New" panose="02070309020205020404" pitchFamily="49" charset="0"/>
              </a:rPr>
              <a:t>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中序遍历二叉线索链表表示的二叉树</a:t>
            </a:r>
            <a:r>
              <a:rPr lang="en-US" altLang="zh-CN" sz="1700" b="1" dirty="0">
                <a:solidFill>
                  <a:srgbClr val="C00000"/>
                </a:solidFill>
                <a:latin typeface="Courier New" panose="02070309020205020404" pitchFamily="49" charset="0"/>
                <a:cs typeface="Courier New" panose="02070309020205020404" pitchFamily="49" charset="0"/>
              </a:rPr>
              <a:t>T</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，对每个数据元素调用函数</a:t>
            </a:r>
            <a:r>
              <a:rPr lang="en-US" altLang="zh-CN" sz="1700" b="1" dirty="0">
                <a:solidFill>
                  <a:srgbClr val="C00000"/>
                </a:solidFill>
                <a:latin typeface="Courier New" panose="02070309020205020404" pitchFamily="49" charset="0"/>
                <a:cs typeface="Courier New" panose="02070309020205020404" pitchFamily="49" charset="0"/>
              </a:rPr>
              <a:t>Visit</a:t>
            </a:r>
            <a:r>
              <a:rPr lang="zh-CN" altLang="en-US" sz="1700" dirty="0">
                <a:solidFill>
                  <a:srgbClr val="0070C0"/>
                </a:solidFill>
                <a:latin typeface="Courier New" panose="02070309020205020404" pitchFamily="49" charset="0"/>
                <a:cs typeface="Courier New" panose="02070309020205020404" pitchFamily="49" charset="0"/>
              </a:rPr>
              <a:t>。</a:t>
            </a:r>
          </a:p>
          <a:p>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err="1">
                <a:solidFill>
                  <a:srgbClr val="002060"/>
                </a:solidFill>
                <a:latin typeface="Courier New" panose="02070309020205020404" pitchFamily="49" charset="0"/>
                <a:cs typeface="Courier New" panose="02070309020205020404" pitchFamily="49" charset="0"/>
              </a:rPr>
              <a:t>BiThrTree</a:t>
            </a:r>
            <a:r>
              <a:rPr lang="en-US" altLang="zh-CN" sz="1700" b="1" dirty="0">
                <a:solidFill>
                  <a:srgbClr val="002060"/>
                </a:solidFill>
                <a:latin typeface="Courier New" panose="02070309020205020404" pitchFamily="49" charset="0"/>
                <a:cs typeface="Courier New" panose="02070309020205020404" pitchFamily="49" charset="0"/>
              </a:rPr>
              <a:t> p = T-&gt;</a:t>
            </a:r>
            <a:r>
              <a:rPr lang="en-US" altLang="zh-CN" sz="1700" b="1" dirty="0" err="1">
                <a:solidFill>
                  <a:srgbClr val="002060"/>
                </a:solidFill>
                <a:latin typeface="Courier New" panose="02070309020205020404" pitchFamily="49" charset="0"/>
                <a:cs typeface="Courier New" panose="02070309020205020404" pitchFamily="49" charset="0"/>
              </a:rPr>
              <a:t>lchild</a:t>
            </a:r>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a:t>
            </a:r>
            <a:r>
              <a:rPr lang="en-US" altLang="zh-CN" sz="1700" dirty="0">
                <a:solidFill>
                  <a:srgbClr val="0070C0"/>
                </a:solidFill>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指向根结点</a:t>
            </a:r>
          </a:p>
          <a:p>
            <a:r>
              <a:rPr lang="zh-CN" altLang="en-US"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en-US" altLang="zh-CN" sz="1700" b="1" dirty="0">
                <a:solidFill>
                  <a:srgbClr val="002060"/>
                </a:solidFill>
                <a:latin typeface="Courier New" panose="02070309020205020404" pitchFamily="49" charset="0"/>
                <a:cs typeface="Courier New" panose="02070309020205020404" pitchFamily="49" charset="0"/>
              </a:rPr>
              <a:t> (p != 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空树或遍历结束时，</a:t>
            </a:r>
            <a:r>
              <a:rPr lang="en-US" altLang="zh-CN" sz="1700" b="1" dirty="0">
                <a:solidFill>
                  <a:srgbClr val="C00000"/>
                </a:solidFill>
                <a:latin typeface="Courier New" panose="02070309020205020404" pitchFamily="49" charset="0"/>
                <a:cs typeface="Courier New" panose="02070309020205020404" pitchFamily="49" charset="0"/>
              </a:rPr>
              <a:t>p</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回到了头结点，此时</a:t>
            </a:r>
            <a:r>
              <a:rPr lang="en-US" altLang="zh-CN" sz="1700" b="1" dirty="0">
                <a:solidFill>
                  <a:srgbClr val="C00000"/>
                </a:solidFill>
                <a:latin typeface="Courier New" panose="02070309020205020404" pitchFamily="49" charset="0"/>
                <a:cs typeface="Courier New" panose="02070309020205020404" pitchFamily="49" charset="0"/>
              </a:rPr>
              <a:t>p==T</a:t>
            </a:r>
          </a:p>
          <a:p>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en-US" altLang="zh-CN" sz="1700" b="1" dirty="0">
                <a:solidFill>
                  <a:srgbClr val="002060"/>
                </a:solidFill>
                <a:latin typeface="Courier New" panose="02070309020205020404" pitchFamily="49" charset="0"/>
                <a:cs typeface="Courier New" panose="02070309020205020404" pitchFamily="49" charset="0"/>
              </a:rPr>
              <a:t> (p-&gt;</a:t>
            </a:r>
            <a:r>
              <a:rPr lang="en-US" altLang="zh-CN" sz="1700" b="1" dirty="0" err="1">
                <a:solidFill>
                  <a:srgbClr val="002060"/>
                </a:solidFill>
                <a:latin typeface="Courier New" panose="02070309020205020404" pitchFamily="49" charset="0"/>
                <a:cs typeface="Courier New" panose="02070309020205020404" pitchFamily="49" charset="0"/>
              </a:rPr>
              <a:t>LTag</a:t>
            </a:r>
            <a:r>
              <a:rPr lang="en-US" altLang="zh-CN" sz="1700" b="1" dirty="0">
                <a:solidFill>
                  <a:srgbClr val="002060"/>
                </a:solidFill>
                <a:latin typeface="Courier New" panose="02070309020205020404" pitchFamily="49" charset="0"/>
                <a:cs typeface="Courier New" panose="02070309020205020404" pitchFamily="49" charset="0"/>
              </a:rPr>
              <a:t>==Link</a:t>
            </a:r>
            <a:r>
              <a:rPr lang="en-US" altLang="zh-CN" sz="1700" b="1" dirty="0">
                <a:solidFill>
                  <a:srgbClr val="0070C0"/>
                </a:solidFill>
                <a:latin typeface="Courier New" panose="02070309020205020404" pitchFamily="49" charset="0"/>
                <a:cs typeface="Courier New" panose="02070309020205020404" pitchFamily="49" charset="0"/>
              </a:rPr>
              <a:t>/*0*/</a:t>
            </a:r>
            <a:r>
              <a:rPr lang="en-US" altLang="zh-CN" sz="1700" b="1" dirty="0">
                <a:solidFill>
                  <a:srgbClr val="002060"/>
                </a:solidFill>
                <a:latin typeface="Courier New" panose="02070309020205020404" pitchFamily="49" charset="0"/>
                <a:cs typeface="Courier New" panose="02070309020205020404" pitchFamily="49" charset="0"/>
              </a:rPr>
              <a:t>) p = p-&gt;</a:t>
            </a:r>
            <a:r>
              <a:rPr lang="en-US" altLang="zh-CN" sz="1700" b="1" dirty="0" err="1">
                <a:solidFill>
                  <a:srgbClr val="002060"/>
                </a:solidFill>
                <a:latin typeface="Courier New" panose="02070309020205020404" pitchFamily="49" charset="0"/>
                <a:cs typeface="Courier New" panose="02070309020205020404" pitchFamily="49" charset="0"/>
              </a:rPr>
              <a:t>lchild</a:t>
            </a:r>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顺着左指针链走到 “左下角”</a:t>
            </a:r>
            <a:endParaRPr lang="en-US" altLang="zh-CN" sz="17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700" b="1" dirty="0">
                <a:solidFill>
                  <a:srgbClr val="002060"/>
                </a:solidFill>
                <a:latin typeface="Courier New" panose="02070309020205020404" pitchFamily="49" charset="0"/>
                <a:cs typeface="Courier New" panose="02070309020205020404" pitchFamily="49" charset="0"/>
              </a:rPr>
              <a:t> (!Visit(p-&gt;data))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700" b="1" dirty="0">
                <a:solidFill>
                  <a:srgbClr val="002060"/>
                </a:solidFill>
                <a:latin typeface="Courier New" panose="02070309020205020404" pitchFamily="49" charset="0"/>
                <a:cs typeface="Courier New" panose="02070309020205020404" pitchFamily="49" charset="0"/>
              </a:rPr>
              <a:t> ERROR;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访问其左子树为空的结点，若访问有错则报错</a:t>
            </a:r>
          </a:p>
          <a:p>
            <a:r>
              <a:rPr lang="zh-CN" altLang="en-US"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en-US" altLang="zh-CN" sz="1700" b="1" dirty="0">
                <a:solidFill>
                  <a:srgbClr val="002060"/>
                </a:solidFill>
                <a:latin typeface="Courier New" panose="02070309020205020404" pitchFamily="49" charset="0"/>
                <a:cs typeface="Courier New" panose="02070309020205020404" pitchFamily="49" charset="0"/>
              </a:rPr>
              <a:t> (p-&gt;</a:t>
            </a:r>
            <a:r>
              <a:rPr lang="en-US" altLang="zh-CN" sz="1700" b="1" dirty="0" err="1">
                <a:solidFill>
                  <a:srgbClr val="002060"/>
                </a:solidFill>
                <a:latin typeface="Courier New" panose="02070309020205020404" pitchFamily="49" charset="0"/>
                <a:cs typeface="Courier New" panose="02070309020205020404" pitchFamily="49" charset="0"/>
              </a:rPr>
              <a:t>RTag</a:t>
            </a:r>
            <a:r>
              <a:rPr lang="en-US" altLang="zh-CN" sz="1700" b="1" dirty="0">
                <a:solidFill>
                  <a:srgbClr val="002060"/>
                </a:solidFill>
                <a:latin typeface="Courier New" panose="02070309020205020404" pitchFamily="49" charset="0"/>
                <a:cs typeface="Courier New" panose="02070309020205020404" pitchFamily="49" charset="0"/>
              </a:rPr>
              <a:t>==Thread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&amp;&amp;</a:t>
            </a:r>
            <a:r>
              <a:rPr lang="en-US" altLang="zh-CN" sz="1700" b="1" dirty="0">
                <a:solidFill>
                  <a:srgbClr val="002060"/>
                </a:solidFill>
                <a:latin typeface="Courier New" panose="02070309020205020404" pitchFamily="49" charset="0"/>
                <a:cs typeface="Courier New" panose="02070309020205020404" pitchFamily="49" charset="0"/>
              </a:rPr>
              <a:t> p-&gt;</a:t>
            </a:r>
            <a:r>
              <a:rPr lang="en-US" altLang="zh-CN" sz="1700" b="1" dirty="0" err="1">
                <a:solidFill>
                  <a:srgbClr val="002060"/>
                </a:solidFill>
                <a:latin typeface="Courier New" panose="02070309020205020404" pitchFamily="49" charset="0"/>
                <a:cs typeface="Courier New" panose="02070309020205020404" pitchFamily="49" charset="0"/>
              </a:rPr>
              <a:t>rchild</a:t>
            </a:r>
            <a:r>
              <a:rPr lang="en-US" altLang="zh-CN" sz="1700" b="1" dirty="0">
                <a:solidFill>
                  <a:srgbClr val="002060"/>
                </a:solidFill>
                <a:latin typeface="Courier New" panose="02070309020205020404" pitchFamily="49" charset="0"/>
                <a:cs typeface="Courier New" panose="02070309020205020404" pitchFamily="49" charset="0"/>
              </a:rPr>
              <a:t>!=T)</a:t>
            </a:r>
          </a:p>
          <a:p>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700" b="1" dirty="0">
                <a:solidFill>
                  <a:srgbClr val="002060"/>
                </a:solidFill>
                <a:latin typeface="Courier New" panose="02070309020205020404" pitchFamily="49" charset="0"/>
                <a:cs typeface="Courier New" panose="02070309020205020404" pitchFamily="49" charset="0"/>
              </a:rPr>
              <a:t> p = p-&gt;</a:t>
            </a:r>
            <a:r>
              <a:rPr lang="en-US" altLang="zh-CN" sz="1700" b="1" dirty="0" err="1">
                <a:solidFill>
                  <a:srgbClr val="002060"/>
                </a:solidFill>
                <a:latin typeface="Courier New" panose="02070309020205020404" pitchFamily="49" charset="0"/>
                <a:cs typeface="Courier New" panose="02070309020205020404" pitchFamily="49" charset="0"/>
              </a:rPr>
              <a:t>rchild</a:t>
            </a:r>
            <a:r>
              <a:rPr lang="en-US" altLang="zh-CN" sz="1700" b="1" dirty="0">
                <a:solidFill>
                  <a:srgbClr val="002060"/>
                </a:solidFill>
                <a:latin typeface="Courier New" panose="02070309020205020404" pitchFamily="49" charset="0"/>
                <a:cs typeface="Courier New" panose="02070309020205020404" pitchFamily="49" charset="0"/>
              </a:rPr>
              <a:t>;  Visit(p-&gt;data);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经右线索到达中序后继结点，并访问之</a:t>
            </a:r>
          </a:p>
          <a:p>
            <a:r>
              <a:rPr lang="en-US" altLang="zh-CN" sz="1700" b="1" dirty="0">
                <a:solidFill>
                  <a:srgbClr val="002060"/>
                </a:solidFill>
                <a:latin typeface="Courier New" panose="02070309020205020404" pitchFamily="49" charset="0"/>
                <a:cs typeface="Courier New" panose="02070309020205020404" pitchFamily="49" charset="0"/>
              </a:rPr>
              <a:t>      p = p-&gt;</a:t>
            </a:r>
            <a:r>
              <a:rPr lang="en-US" altLang="zh-CN" sz="1700" b="1" dirty="0" err="1">
                <a:solidFill>
                  <a:srgbClr val="002060"/>
                </a:solidFill>
                <a:latin typeface="Courier New" panose="02070309020205020404" pitchFamily="49" charset="0"/>
                <a:cs typeface="Courier New" panose="02070309020205020404" pitchFamily="49" charset="0"/>
              </a:rPr>
              <a:t>rchild</a:t>
            </a:r>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经右指针，</a:t>
            </a:r>
            <a:r>
              <a:rPr lang="en-US" altLang="zh-CN" sz="1700" b="1" dirty="0">
                <a:solidFill>
                  <a:srgbClr val="C00000"/>
                </a:solidFill>
                <a:latin typeface="Courier New" panose="02070309020205020404" pitchFamily="49" charset="0"/>
                <a:cs typeface="Courier New" panose="02070309020205020404" pitchFamily="49" charset="0"/>
              </a:rPr>
              <a:t>p</a:t>
            </a:r>
            <a:r>
              <a:rPr lang="zh-CN" altLang="en-US" sz="1700" b="1" dirty="0">
                <a:solidFill>
                  <a:schemeClr val="accent6">
                    <a:lumMod val="75000"/>
                  </a:schemeClr>
                </a:solidFill>
                <a:latin typeface="Courier New" panose="02070309020205020404" pitchFamily="49" charset="0"/>
                <a:cs typeface="Courier New" panose="02070309020205020404" pitchFamily="49" charset="0"/>
              </a:rPr>
              <a:t>进至其右子树根</a:t>
            </a:r>
          </a:p>
          <a:p>
            <a:r>
              <a:rPr lang="zh-CN" altLang="en-US"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700" b="1" dirty="0">
                <a:solidFill>
                  <a:srgbClr val="002060"/>
                </a:solidFill>
                <a:latin typeface="Courier New" panose="02070309020205020404" pitchFamily="49" charset="0"/>
                <a:cs typeface="Courier New" panose="02070309020205020404" pitchFamily="49" charset="0"/>
              </a:rPr>
              <a:t>   </a:t>
            </a:r>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700" b="1" dirty="0">
                <a:solidFill>
                  <a:srgbClr val="002060"/>
                </a:solidFill>
                <a:latin typeface="Courier New" panose="02070309020205020404" pitchFamily="49" charset="0"/>
                <a:cs typeface="Courier New" panose="02070309020205020404" pitchFamily="49" charset="0"/>
              </a:rPr>
              <a:t> OK;</a:t>
            </a:r>
          </a:p>
          <a:p>
            <a:r>
              <a:rPr lang="en-US" altLang="zh-CN" sz="1700"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700" dirty="0">
              <a:solidFill>
                <a:srgbClr val="000099"/>
              </a:solidFill>
              <a:latin typeface="Courier New" panose="02070309020205020404" pitchFamily="49" charset="0"/>
              <a:cs typeface="Courier New" panose="02070309020205020404" pitchFamily="49" charset="0"/>
            </a:endParaRPr>
          </a:p>
        </p:txBody>
      </p:sp>
      <p:grpSp>
        <p:nvGrpSpPr>
          <p:cNvPr id="76" name="组合 75">
            <a:extLst>
              <a:ext uri="{FF2B5EF4-FFF2-40B4-BE49-F238E27FC236}">
                <a16:creationId xmlns:a16="http://schemas.microsoft.com/office/drawing/2014/main" id="{00B357DC-DD19-4073-B4F6-BF7109EA6CA3}"/>
              </a:ext>
            </a:extLst>
          </p:cNvPr>
          <p:cNvGrpSpPr/>
          <p:nvPr/>
        </p:nvGrpSpPr>
        <p:grpSpPr>
          <a:xfrm>
            <a:off x="6618185" y="901785"/>
            <a:ext cx="1810450" cy="1314341"/>
            <a:chOff x="8792830" y="4127480"/>
            <a:chExt cx="1810450" cy="1314341"/>
          </a:xfrm>
        </p:grpSpPr>
        <p:sp>
          <p:nvSpPr>
            <p:cNvPr id="77" name="直接连接符 278657">
              <a:extLst>
                <a:ext uri="{FF2B5EF4-FFF2-40B4-BE49-F238E27FC236}">
                  <a16:creationId xmlns:a16="http://schemas.microsoft.com/office/drawing/2014/main" id="{4D942433-C6B3-4008-8482-EBF30CAD8546}"/>
                </a:ext>
              </a:extLst>
            </p:cNvPr>
            <p:cNvSpPr>
              <a:spLocks noChangeShapeType="1"/>
            </p:cNvSpPr>
            <p:nvPr/>
          </p:nvSpPr>
          <p:spPr bwMode="auto">
            <a:xfrm flipH="1">
              <a:off x="9474397" y="4378577"/>
              <a:ext cx="381001" cy="2637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effectLst>
                  <a:outerShdw blurRad="38100" dist="38100" dir="2700000" algn="tl">
                    <a:srgbClr val="000000">
                      <a:alpha val="43137"/>
                    </a:srgbClr>
                  </a:outerShdw>
                </a:effectLst>
                <a:latin typeface="+mn-ea"/>
                <a:cs typeface="Times New Roman" panose="02020603050405020304" pitchFamily="18" charset="0"/>
              </a:endParaRPr>
            </a:p>
          </p:txBody>
        </p:sp>
        <p:sp>
          <p:nvSpPr>
            <p:cNvPr id="78" name="直接连接符 278657">
              <a:extLst>
                <a:ext uri="{FF2B5EF4-FFF2-40B4-BE49-F238E27FC236}">
                  <a16:creationId xmlns:a16="http://schemas.microsoft.com/office/drawing/2014/main" id="{A5404952-E758-4CDC-9B2E-B0CC6A689F26}"/>
                </a:ext>
              </a:extLst>
            </p:cNvPr>
            <p:cNvSpPr>
              <a:spLocks noChangeShapeType="1"/>
            </p:cNvSpPr>
            <p:nvPr/>
          </p:nvSpPr>
          <p:spPr bwMode="auto">
            <a:xfrm flipH="1" flipV="1">
              <a:off x="9892086" y="4328158"/>
              <a:ext cx="519215" cy="4040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effectLst>
                  <a:outerShdw blurRad="38100" dist="38100" dir="2700000" algn="tl">
                    <a:srgbClr val="000000">
                      <a:alpha val="43137"/>
                    </a:srgbClr>
                  </a:outerShdw>
                </a:effectLst>
                <a:latin typeface="+mn-ea"/>
                <a:cs typeface="Times New Roman" panose="02020603050405020304" pitchFamily="18" charset="0"/>
              </a:endParaRPr>
            </a:p>
          </p:txBody>
        </p:sp>
        <p:grpSp>
          <p:nvGrpSpPr>
            <p:cNvPr id="79" name="组合 78">
              <a:extLst>
                <a:ext uri="{FF2B5EF4-FFF2-40B4-BE49-F238E27FC236}">
                  <a16:creationId xmlns:a16="http://schemas.microsoft.com/office/drawing/2014/main" id="{5F2CD435-D0D6-4C02-BF75-F5048CF994DA}"/>
                </a:ext>
              </a:extLst>
            </p:cNvPr>
            <p:cNvGrpSpPr/>
            <p:nvPr/>
          </p:nvGrpSpPr>
          <p:grpSpPr>
            <a:xfrm>
              <a:off x="9681059" y="4127480"/>
              <a:ext cx="408780" cy="381001"/>
              <a:chOff x="2879793" y="1041760"/>
              <a:chExt cx="408780" cy="381001"/>
            </a:xfrm>
          </p:grpSpPr>
          <p:sp>
            <p:nvSpPr>
              <p:cNvPr id="94" name="椭圆 278653">
                <a:extLst>
                  <a:ext uri="{FF2B5EF4-FFF2-40B4-BE49-F238E27FC236}">
                    <a16:creationId xmlns:a16="http://schemas.microsoft.com/office/drawing/2014/main" id="{8B62E8C0-6FC5-49B1-970F-28B2CF9F4489}"/>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effectLst>
                    <a:outerShdw blurRad="38100" dist="38100" dir="2700000" algn="tl">
                      <a:srgbClr val="000000">
                        <a:alpha val="43137"/>
                      </a:srgbClr>
                    </a:outerShdw>
                  </a:effectLst>
                  <a:latin typeface="+mn-ea"/>
                  <a:cs typeface="Times New Roman" panose="02020603050405020304" pitchFamily="18" charset="0"/>
                </a:endParaRPr>
              </a:p>
            </p:txBody>
          </p:sp>
          <p:sp>
            <p:nvSpPr>
              <p:cNvPr id="95" name="矩形 278659">
                <a:extLst>
                  <a:ext uri="{FF2B5EF4-FFF2-40B4-BE49-F238E27FC236}">
                    <a16:creationId xmlns:a16="http://schemas.microsoft.com/office/drawing/2014/main" id="{ED9B615E-82B8-4688-928D-DC90C11B0D54}"/>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dirty="0">
                    <a:effectLst>
                      <a:outerShdw blurRad="38100" dist="38100" dir="2700000" algn="tl">
                        <a:srgbClr val="000000">
                          <a:alpha val="43137"/>
                        </a:srgbClr>
                      </a:outerShdw>
                    </a:effectLst>
                    <a:latin typeface="+mn-ea"/>
                    <a:cs typeface="Times New Roman" panose="02020603050405020304" pitchFamily="18" charset="0"/>
                  </a:rPr>
                  <a:t>-</a:t>
                </a:r>
              </a:p>
            </p:txBody>
          </p:sp>
        </p:grpSp>
        <p:grpSp>
          <p:nvGrpSpPr>
            <p:cNvPr id="80" name="组合 79">
              <a:extLst>
                <a:ext uri="{FF2B5EF4-FFF2-40B4-BE49-F238E27FC236}">
                  <a16:creationId xmlns:a16="http://schemas.microsoft.com/office/drawing/2014/main" id="{A7F9AA49-3D01-4CBB-A19B-FB766FB88013}"/>
                </a:ext>
              </a:extLst>
            </p:cNvPr>
            <p:cNvGrpSpPr/>
            <p:nvPr/>
          </p:nvGrpSpPr>
          <p:grpSpPr>
            <a:xfrm>
              <a:off x="10194500" y="4554197"/>
              <a:ext cx="408780" cy="381001"/>
              <a:chOff x="2879793" y="1041760"/>
              <a:chExt cx="408780" cy="381001"/>
            </a:xfrm>
          </p:grpSpPr>
          <p:sp>
            <p:nvSpPr>
              <p:cNvPr id="92" name="椭圆 278653">
                <a:extLst>
                  <a:ext uri="{FF2B5EF4-FFF2-40B4-BE49-F238E27FC236}">
                    <a16:creationId xmlns:a16="http://schemas.microsoft.com/office/drawing/2014/main" id="{EB31074F-258F-4C3E-A4ED-F356604F7268}"/>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effectLst>
                    <a:outerShdw blurRad="38100" dist="38100" dir="2700000" algn="tl">
                      <a:srgbClr val="000000">
                        <a:alpha val="43137"/>
                      </a:srgbClr>
                    </a:outerShdw>
                  </a:effectLst>
                  <a:latin typeface="+mn-ea"/>
                  <a:cs typeface="Times New Roman" panose="02020603050405020304" pitchFamily="18" charset="0"/>
                </a:endParaRPr>
              </a:p>
            </p:txBody>
          </p:sp>
          <p:sp>
            <p:nvSpPr>
              <p:cNvPr id="93" name="矩形 278659">
                <a:extLst>
                  <a:ext uri="{FF2B5EF4-FFF2-40B4-BE49-F238E27FC236}">
                    <a16:creationId xmlns:a16="http://schemas.microsoft.com/office/drawing/2014/main" id="{83AFD9DC-CA26-4B7F-9E7D-9ECA7F0CBABB}"/>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dirty="0">
                    <a:effectLst>
                      <a:outerShdw blurRad="38100" dist="38100" dir="2700000" algn="tl">
                        <a:srgbClr val="000000">
                          <a:alpha val="43137"/>
                        </a:srgbClr>
                      </a:outerShdw>
                    </a:effectLst>
                    <a:latin typeface="+mn-ea"/>
                    <a:cs typeface="Times New Roman" panose="02020603050405020304" pitchFamily="18" charset="0"/>
                  </a:rPr>
                  <a:t>c</a:t>
                </a:r>
              </a:p>
            </p:txBody>
          </p:sp>
        </p:grpSp>
        <p:sp>
          <p:nvSpPr>
            <p:cNvPr id="81" name="直接连接符 278657">
              <a:extLst>
                <a:ext uri="{FF2B5EF4-FFF2-40B4-BE49-F238E27FC236}">
                  <a16:creationId xmlns:a16="http://schemas.microsoft.com/office/drawing/2014/main" id="{BA2BB791-E999-487E-AA3E-76F9E4E1C327}"/>
                </a:ext>
              </a:extLst>
            </p:cNvPr>
            <p:cNvSpPr>
              <a:spLocks noChangeShapeType="1"/>
            </p:cNvSpPr>
            <p:nvPr/>
          </p:nvSpPr>
          <p:spPr bwMode="auto">
            <a:xfrm flipH="1">
              <a:off x="8953179" y="4810237"/>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effectLst>
                  <a:outerShdw blurRad="38100" dist="38100" dir="2700000" algn="tl">
                    <a:srgbClr val="000000">
                      <a:alpha val="43137"/>
                    </a:srgbClr>
                  </a:outerShdw>
                </a:effectLst>
                <a:latin typeface="+mn-ea"/>
                <a:cs typeface="Times New Roman" panose="02020603050405020304" pitchFamily="18" charset="0"/>
              </a:endParaRPr>
            </a:p>
          </p:txBody>
        </p:sp>
        <p:sp>
          <p:nvSpPr>
            <p:cNvPr id="82" name="直接连接符 278658">
              <a:extLst>
                <a:ext uri="{FF2B5EF4-FFF2-40B4-BE49-F238E27FC236}">
                  <a16:creationId xmlns:a16="http://schemas.microsoft.com/office/drawing/2014/main" id="{CB508D88-C2CE-4B94-8919-F16E6D0A2D0C}"/>
                </a:ext>
              </a:extLst>
            </p:cNvPr>
            <p:cNvSpPr>
              <a:spLocks noChangeShapeType="1"/>
            </p:cNvSpPr>
            <p:nvPr/>
          </p:nvSpPr>
          <p:spPr bwMode="auto">
            <a:xfrm>
              <a:off x="9442646" y="4802507"/>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effectLst>
                  <a:outerShdw blurRad="38100" dist="38100" dir="2700000" algn="tl">
                    <a:srgbClr val="000000">
                      <a:alpha val="43137"/>
                    </a:srgbClr>
                  </a:outerShdw>
                </a:effectLst>
                <a:latin typeface="+mn-ea"/>
                <a:cs typeface="Times New Roman" panose="02020603050405020304" pitchFamily="18" charset="0"/>
              </a:endParaRPr>
            </a:p>
          </p:txBody>
        </p:sp>
        <p:grpSp>
          <p:nvGrpSpPr>
            <p:cNvPr id="83" name="组合 82">
              <a:extLst>
                <a:ext uri="{FF2B5EF4-FFF2-40B4-BE49-F238E27FC236}">
                  <a16:creationId xmlns:a16="http://schemas.microsoft.com/office/drawing/2014/main" id="{ED420E61-B27D-4D44-8C26-B516E577C806}"/>
                </a:ext>
              </a:extLst>
            </p:cNvPr>
            <p:cNvGrpSpPr/>
            <p:nvPr/>
          </p:nvGrpSpPr>
          <p:grpSpPr>
            <a:xfrm>
              <a:off x="9155435" y="4554197"/>
              <a:ext cx="408780" cy="381001"/>
              <a:chOff x="2879793" y="1041760"/>
              <a:chExt cx="408780" cy="381001"/>
            </a:xfrm>
          </p:grpSpPr>
          <p:sp>
            <p:nvSpPr>
              <p:cNvPr id="90" name="椭圆 278653">
                <a:extLst>
                  <a:ext uri="{FF2B5EF4-FFF2-40B4-BE49-F238E27FC236}">
                    <a16:creationId xmlns:a16="http://schemas.microsoft.com/office/drawing/2014/main" id="{070DE731-A8EE-46CF-8940-82EBE1660B86}"/>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effectLst>
                    <a:outerShdw blurRad="38100" dist="38100" dir="2700000" algn="tl">
                      <a:srgbClr val="000000">
                        <a:alpha val="43137"/>
                      </a:srgbClr>
                    </a:outerShdw>
                  </a:effectLst>
                  <a:latin typeface="+mn-ea"/>
                  <a:cs typeface="Times New Roman" panose="02020603050405020304" pitchFamily="18" charset="0"/>
                </a:endParaRPr>
              </a:p>
            </p:txBody>
          </p:sp>
          <p:sp>
            <p:nvSpPr>
              <p:cNvPr id="91" name="矩形 278659">
                <a:extLst>
                  <a:ext uri="{FF2B5EF4-FFF2-40B4-BE49-F238E27FC236}">
                    <a16:creationId xmlns:a16="http://schemas.microsoft.com/office/drawing/2014/main" id="{7304BBC5-808C-4C66-93FF-540FD89B1CCD}"/>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dirty="0">
                    <a:effectLst>
                      <a:outerShdw blurRad="38100" dist="38100" dir="2700000" algn="tl">
                        <a:srgbClr val="000000">
                          <a:alpha val="43137"/>
                        </a:srgbClr>
                      </a:outerShdw>
                    </a:effectLst>
                    <a:latin typeface="+mn-ea"/>
                    <a:cs typeface="Times New Roman" panose="02020603050405020304" pitchFamily="18" charset="0"/>
                  </a:rPr>
                  <a:t>*</a:t>
                </a:r>
              </a:p>
            </p:txBody>
          </p:sp>
        </p:grpSp>
        <p:grpSp>
          <p:nvGrpSpPr>
            <p:cNvPr id="84" name="组合 83">
              <a:extLst>
                <a:ext uri="{FF2B5EF4-FFF2-40B4-BE49-F238E27FC236}">
                  <a16:creationId xmlns:a16="http://schemas.microsoft.com/office/drawing/2014/main" id="{199789E9-0F02-4B0A-9A4F-23410F262B92}"/>
                </a:ext>
              </a:extLst>
            </p:cNvPr>
            <p:cNvGrpSpPr/>
            <p:nvPr/>
          </p:nvGrpSpPr>
          <p:grpSpPr>
            <a:xfrm>
              <a:off x="8792830" y="5056496"/>
              <a:ext cx="408780" cy="381001"/>
              <a:chOff x="2879793" y="1041760"/>
              <a:chExt cx="408780" cy="381001"/>
            </a:xfrm>
          </p:grpSpPr>
          <p:sp>
            <p:nvSpPr>
              <p:cNvPr id="88" name="椭圆 278653">
                <a:extLst>
                  <a:ext uri="{FF2B5EF4-FFF2-40B4-BE49-F238E27FC236}">
                    <a16:creationId xmlns:a16="http://schemas.microsoft.com/office/drawing/2014/main" id="{D65FAE17-6A98-4020-900E-F05F12423830}"/>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effectLst>
                    <a:outerShdw blurRad="38100" dist="38100" dir="2700000" algn="tl">
                      <a:srgbClr val="000000">
                        <a:alpha val="43137"/>
                      </a:srgbClr>
                    </a:outerShdw>
                  </a:effectLst>
                  <a:latin typeface="+mn-ea"/>
                  <a:cs typeface="Times New Roman" panose="02020603050405020304" pitchFamily="18" charset="0"/>
                </a:endParaRPr>
              </a:p>
            </p:txBody>
          </p:sp>
          <p:sp>
            <p:nvSpPr>
              <p:cNvPr id="89" name="矩形 278659">
                <a:extLst>
                  <a:ext uri="{FF2B5EF4-FFF2-40B4-BE49-F238E27FC236}">
                    <a16:creationId xmlns:a16="http://schemas.microsoft.com/office/drawing/2014/main" id="{047078E0-7016-4570-B8FF-AC4AA3790DD7}"/>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dirty="0">
                    <a:effectLst>
                      <a:outerShdw blurRad="38100" dist="38100" dir="2700000" algn="tl">
                        <a:srgbClr val="000000">
                          <a:alpha val="43137"/>
                        </a:srgbClr>
                      </a:outerShdw>
                    </a:effectLst>
                    <a:latin typeface="+mn-ea"/>
                    <a:cs typeface="Times New Roman" panose="02020603050405020304" pitchFamily="18" charset="0"/>
                  </a:rPr>
                  <a:t>a</a:t>
                </a:r>
              </a:p>
            </p:txBody>
          </p:sp>
        </p:grpSp>
        <p:grpSp>
          <p:nvGrpSpPr>
            <p:cNvPr id="85" name="组合 84">
              <a:extLst>
                <a:ext uri="{FF2B5EF4-FFF2-40B4-BE49-F238E27FC236}">
                  <a16:creationId xmlns:a16="http://schemas.microsoft.com/office/drawing/2014/main" id="{8606626C-F924-475D-B942-268FAB305DBF}"/>
                </a:ext>
              </a:extLst>
            </p:cNvPr>
            <p:cNvGrpSpPr/>
            <p:nvPr/>
          </p:nvGrpSpPr>
          <p:grpSpPr>
            <a:xfrm>
              <a:off x="9536978" y="5060820"/>
              <a:ext cx="408780" cy="381001"/>
              <a:chOff x="2879793" y="1041760"/>
              <a:chExt cx="408780" cy="381001"/>
            </a:xfrm>
          </p:grpSpPr>
          <p:sp>
            <p:nvSpPr>
              <p:cNvPr id="86" name="椭圆 278653">
                <a:extLst>
                  <a:ext uri="{FF2B5EF4-FFF2-40B4-BE49-F238E27FC236}">
                    <a16:creationId xmlns:a16="http://schemas.microsoft.com/office/drawing/2014/main" id="{821BCCAA-FEDB-44F0-B372-F384A7831F17}"/>
                  </a:ext>
                </a:extLst>
              </p:cNvPr>
              <p:cNvSpPr>
                <a:spLocks noChangeArrowheads="1"/>
              </p:cNvSpPr>
              <p:nvPr/>
            </p:nvSpPr>
            <p:spPr bwMode="auto">
              <a:xfrm>
                <a:off x="2892205" y="1041760"/>
                <a:ext cx="381000" cy="381001"/>
              </a:xfrm>
              <a:prstGeom prst="ellipse">
                <a:avLst/>
              </a:prstGeom>
              <a:solidFill>
                <a:schemeClr val="accent6">
                  <a:lumMod val="20000"/>
                  <a:lumOff val="80000"/>
                </a:schemeClr>
              </a:solidFill>
              <a:ln w="9525">
                <a:solidFill>
                  <a:schemeClr val="tx1"/>
                </a:solidFill>
                <a:round/>
                <a:headEnd/>
                <a:tailEnd/>
              </a:ln>
            </p:spPr>
            <p:txBody>
              <a:bodyPr/>
              <a:lstStyle/>
              <a:p>
                <a:endParaRPr lang="zh-CN" altLang="en-US" sz="2400" dirty="0">
                  <a:effectLst>
                    <a:outerShdw blurRad="38100" dist="38100" dir="2700000" algn="tl">
                      <a:srgbClr val="000000">
                        <a:alpha val="43137"/>
                      </a:srgbClr>
                    </a:outerShdw>
                  </a:effectLst>
                  <a:latin typeface="+mn-ea"/>
                  <a:cs typeface="Times New Roman" panose="02020603050405020304" pitchFamily="18" charset="0"/>
                </a:endParaRPr>
              </a:p>
            </p:txBody>
          </p:sp>
          <p:sp>
            <p:nvSpPr>
              <p:cNvPr id="87" name="矩形 278659">
                <a:extLst>
                  <a:ext uri="{FF2B5EF4-FFF2-40B4-BE49-F238E27FC236}">
                    <a16:creationId xmlns:a16="http://schemas.microsoft.com/office/drawing/2014/main" id="{04A4581B-EE88-4782-8822-64A76F0FC614}"/>
                  </a:ext>
                </a:extLst>
              </p:cNvPr>
              <p:cNvSpPr>
                <a:spLocks noChangeArrowheads="1"/>
              </p:cNvSpPr>
              <p:nvPr/>
            </p:nvSpPr>
            <p:spPr bwMode="auto">
              <a:xfrm>
                <a:off x="2879793" y="1049606"/>
                <a:ext cx="4087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r>
                  <a:rPr lang="en-US" altLang="zh-CN" sz="2400" dirty="0">
                    <a:effectLst>
                      <a:outerShdw blurRad="38100" dist="38100" dir="2700000" algn="tl">
                        <a:srgbClr val="000000">
                          <a:alpha val="43137"/>
                        </a:srgbClr>
                      </a:outerShdw>
                    </a:effectLst>
                    <a:latin typeface="+mn-ea"/>
                    <a:cs typeface="Times New Roman" panose="02020603050405020304" pitchFamily="18" charset="0"/>
                  </a:rPr>
                  <a:t>b</a:t>
                </a:r>
              </a:p>
            </p:txBody>
          </p:sp>
        </p:grpSp>
      </p:grpSp>
      <p:sp>
        <p:nvSpPr>
          <p:cNvPr id="30" name="Line 36">
            <a:extLst>
              <a:ext uri="{FF2B5EF4-FFF2-40B4-BE49-F238E27FC236}">
                <a16:creationId xmlns:a16="http://schemas.microsoft.com/office/drawing/2014/main" id="{F5359CD2-4DC2-4535-8626-3209FDEE8007}"/>
              </a:ext>
            </a:extLst>
          </p:cNvPr>
          <p:cNvSpPr>
            <a:spLocks noChangeShapeType="1"/>
          </p:cNvSpPr>
          <p:nvPr/>
        </p:nvSpPr>
        <p:spPr bwMode="auto">
          <a:xfrm>
            <a:off x="10464279" y="1469496"/>
            <a:ext cx="471752" cy="41963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9" name="Line 31">
            <a:extLst>
              <a:ext uri="{FF2B5EF4-FFF2-40B4-BE49-F238E27FC236}">
                <a16:creationId xmlns:a16="http://schemas.microsoft.com/office/drawing/2014/main" id="{4FD47428-396E-4CAA-9C89-63EDF37F70E6}"/>
              </a:ext>
            </a:extLst>
          </p:cNvPr>
          <p:cNvSpPr>
            <a:spLocks noChangeShapeType="1"/>
          </p:cNvSpPr>
          <p:nvPr/>
        </p:nvSpPr>
        <p:spPr bwMode="auto">
          <a:xfrm flipH="1">
            <a:off x="9341970" y="1469580"/>
            <a:ext cx="486814" cy="417733"/>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37" name="Line 54">
            <a:extLst>
              <a:ext uri="{FF2B5EF4-FFF2-40B4-BE49-F238E27FC236}">
                <a16:creationId xmlns:a16="http://schemas.microsoft.com/office/drawing/2014/main" id="{B65FA768-A1AB-4359-9689-EAC1C47D4DBF}"/>
              </a:ext>
            </a:extLst>
          </p:cNvPr>
          <p:cNvSpPr>
            <a:spLocks noChangeShapeType="1"/>
          </p:cNvSpPr>
          <p:nvPr/>
        </p:nvSpPr>
        <p:spPr bwMode="auto">
          <a:xfrm>
            <a:off x="9674438" y="2044941"/>
            <a:ext cx="286143" cy="39574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nvGrpSpPr>
          <p:cNvPr id="160" name="组合 159">
            <a:extLst>
              <a:ext uri="{FF2B5EF4-FFF2-40B4-BE49-F238E27FC236}">
                <a16:creationId xmlns:a16="http://schemas.microsoft.com/office/drawing/2014/main" id="{8791E682-CFC2-459A-9BCC-85D91F864F00}"/>
              </a:ext>
            </a:extLst>
          </p:cNvPr>
          <p:cNvGrpSpPr/>
          <p:nvPr/>
        </p:nvGrpSpPr>
        <p:grpSpPr>
          <a:xfrm>
            <a:off x="9754024" y="619915"/>
            <a:ext cx="773602" cy="310101"/>
            <a:chOff x="10116681" y="1809846"/>
            <a:chExt cx="773602" cy="310101"/>
          </a:xfrm>
        </p:grpSpPr>
        <p:sp>
          <p:nvSpPr>
            <p:cNvPr id="161" name="Text Box 28">
              <a:extLst>
                <a:ext uri="{FF2B5EF4-FFF2-40B4-BE49-F238E27FC236}">
                  <a16:creationId xmlns:a16="http://schemas.microsoft.com/office/drawing/2014/main" id="{DAE1FBBD-D2C2-45DB-B5C1-471CDF27F13F}"/>
                </a:ext>
              </a:extLst>
            </p:cNvPr>
            <p:cNvSpPr txBox="1">
              <a:spLocks noChangeArrowheads="1"/>
            </p:cNvSpPr>
            <p:nvPr/>
          </p:nvSpPr>
          <p:spPr bwMode="auto">
            <a:xfrm>
              <a:off x="10409945" y="1812034"/>
              <a:ext cx="195512" cy="303855"/>
            </a:xfrm>
            <a:prstGeom prst="rect">
              <a:avLst/>
            </a:prstGeom>
            <a:pattFill prst="wdUpDiag">
              <a:fgClr>
                <a:schemeClr val="accent6">
                  <a:lumMod val="75000"/>
                </a:schemeClr>
              </a:fgClr>
              <a:bgClr>
                <a:schemeClr val="bg1"/>
              </a:bgClr>
            </a:patt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62" name="Text Box 28">
              <a:extLst>
                <a:ext uri="{FF2B5EF4-FFF2-40B4-BE49-F238E27FC236}">
                  <a16:creationId xmlns:a16="http://schemas.microsoft.com/office/drawing/2014/main" id="{0F6ACCF3-3222-4C00-BF57-74A2732B0A80}"/>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63" name="Text Box 28">
              <a:extLst>
                <a:ext uri="{FF2B5EF4-FFF2-40B4-BE49-F238E27FC236}">
                  <a16:creationId xmlns:a16="http://schemas.microsoft.com/office/drawing/2014/main" id="{EDB73245-8F27-47CB-BA70-E9DF5A6BEDC2}"/>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64" name="Text Box 28">
              <a:extLst>
                <a:ext uri="{FF2B5EF4-FFF2-40B4-BE49-F238E27FC236}">
                  <a16:creationId xmlns:a16="http://schemas.microsoft.com/office/drawing/2014/main" id="{A23EAEEC-7110-4B31-B62B-3AA22499E28B}"/>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65" name="Text Box 28">
              <a:extLst>
                <a:ext uri="{FF2B5EF4-FFF2-40B4-BE49-F238E27FC236}">
                  <a16:creationId xmlns:a16="http://schemas.microsoft.com/office/drawing/2014/main" id="{A528DE3F-D78E-4837-9EF2-52CF8F9B7FB2}"/>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166" name="矩形 165">
              <a:extLst>
                <a:ext uri="{FF2B5EF4-FFF2-40B4-BE49-F238E27FC236}">
                  <a16:creationId xmlns:a16="http://schemas.microsoft.com/office/drawing/2014/main" id="{5DE9258D-5A52-4A66-BA0F-5C16AD398A71}"/>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sp>
        <p:nvSpPr>
          <p:cNvPr id="97" name="Text Box 60">
            <a:extLst>
              <a:ext uri="{FF2B5EF4-FFF2-40B4-BE49-F238E27FC236}">
                <a16:creationId xmlns:a16="http://schemas.microsoft.com/office/drawing/2014/main" id="{E2F413BF-3E70-4DB5-B663-314DA0AADB6F}"/>
              </a:ext>
            </a:extLst>
          </p:cNvPr>
          <p:cNvSpPr txBox="1">
            <a:spLocks noChangeArrowheads="1"/>
          </p:cNvSpPr>
          <p:nvPr/>
        </p:nvSpPr>
        <p:spPr bwMode="auto">
          <a:xfrm>
            <a:off x="9903726" y="658657"/>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167" name="Text Box 60">
            <a:extLst>
              <a:ext uri="{FF2B5EF4-FFF2-40B4-BE49-F238E27FC236}">
                <a16:creationId xmlns:a16="http://schemas.microsoft.com/office/drawing/2014/main" id="{86FAD2D0-D5F2-4781-A4BB-0B37B367A7FD}"/>
              </a:ext>
            </a:extLst>
          </p:cNvPr>
          <p:cNvSpPr txBox="1">
            <a:spLocks noChangeArrowheads="1"/>
          </p:cNvSpPr>
          <p:nvPr/>
        </p:nvSpPr>
        <p:spPr bwMode="auto">
          <a:xfrm>
            <a:off x="10252165" y="639604"/>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168" name="Text Box 60">
            <a:extLst>
              <a:ext uri="{FF2B5EF4-FFF2-40B4-BE49-F238E27FC236}">
                <a16:creationId xmlns:a16="http://schemas.microsoft.com/office/drawing/2014/main" id="{0AC92DF3-79F4-43C6-ADA9-7ACB7C01ADE4}"/>
              </a:ext>
            </a:extLst>
          </p:cNvPr>
          <p:cNvSpPr txBox="1">
            <a:spLocks noChangeArrowheads="1"/>
          </p:cNvSpPr>
          <p:nvPr/>
        </p:nvSpPr>
        <p:spPr bwMode="auto">
          <a:xfrm>
            <a:off x="11033142" y="1904376"/>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169" name="Text Box 60">
            <a:extLst>
              <a:ext uri="{FF2B5EF4-FFF2-40B4-BE49-F238E27FC236}">
                <a16:creationId xmlns:a16="http://schemas.microsoft.com/office/drawing/2014/main" id="{3D58277F-355B-40A1-BE61-8A6DA2B23FBB}"/>
              </a:ext>
            </a:extLst>
          </p:cNvPr>
          <p:cNvSpPr txBox="1">
            <a:spLocks noChangeArrowheads="1"/>
          </p:cNvSpPr>
          <p:nvPr/>
        </p:nvSpPr>
        <p:spPr bwMode="auto">
          <a:xfrm>
            <a:off x="10677069" y="1903010"/>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170" name="Text Box 60">
            <a:extLst>
              <a:ext uri="{FF2B5EF4-FFF2-40B4-BE49-F238E27FC236}">
                <a16:creationId xmlns:a16="http://schemas.microsoft.com/office/drawing/2014/main" id="{5DC4C837-04A5-4AD2-AE53-9A0827F3ABCE}"/>
              </a:ext>
            </a:extLst>
          </p:cNvPr>
          <p:cNvSpPr txBox="1">
            <a:spLocks noChangeArrowheads="1"/>
          </p:cNvSpPr>
          <p:nvPr/>
        </p:nvSpPr>
        <p:spPr bwMode="auto">
          <a:xfrm>
            <a:off x="10065636" y="2460315"/>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171" name="Text Box 60">
            <a:extLst>
              <a:ext uri="{FF2B5EF4-FFF2-40B4-BE49-F238E27FC236}">
                <a16:creationId xmlns:a16="http://schemas.microsoft.com/office/drawing/2014/main" id="{B28462C9-9AAE-41BD-A6F5-6296AD94012D}"/>
              </a:ext>
            </a:extLst>
          </p:cNvPr>
          <p:cNvSpPr txBox="1">
            <a:spLocks noChangeArrowheads="1"/>
          </p:cNvSpPr>
          <p:nvPr/>
        </p:nvSpPr>
        <p:spPr bwMode="auto">
          <a:xfrm>
            <a:off x="9714982" y="2459377"/>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172" name="Text Box 60">
            <a:extLst>
              <a:ext uri="{FF2B5EF4-FFF2-40B4-BE49-F238E27FC236}">
                <a16:creationId xmlns:a16="http://schemas.microsoft.com/office/drawing/2014/main" id="{F22F9E19-A2F5-4320-87EF-C383E34FA60C}"/>
              </a:ext>
            </a:extLst>
          </p:cNvPr>
          <p:cNvSpPr txBox="1">
            <a:spLocks noChangeArrowheads="1"/>
          </p:cNvSpPr>
          <p:nvPr/>
        </p:nvSpPr>
        <p:spPr bwMode="auto">
          <a:xfrm>
            <a:off x="8901361" y="2463738"/>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173" name="Text Box 60">
            <a:extLst>
              <a:ext uri="{FF2B5EF4-FFF2-40B4-BE49-F238E27FC236}">
                <a16:creationId xmlns:a16="http://schemas.microsoft.com/office/drawing/2014/main" id="{41894651-B082-4B3D-BC2A-ED3EE806FA93}"/>
              </a:ext>
            </a:extLst>
          </p:cNvPr>
          <p:cNvSpPr txBox="1">
            <a:spLocks noChangeArrowheads="1"/>
          </p:cNvSpPr>
          <p:nvPr/>
        </p:nvSpPr>
        <p:spPr bwMode="auto">
          <a:xfrm>
            <a:off x="8549280" y="2461355"/>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174" name="Text Box 60">
            <a:extLst>
              <a:ext uri="{FF2B5EF4-FFF2-40B4-BE49-F238E27FC236}">
                <a16:creationId xmlns:a16="http://schemas.microsoft.com/office/drawing/2014/main" id="{99A08A49-6C3B-4073-B934-277E8FDC46EF}"/>
              </a:ext>
            </a:extLst>
          </p:cNvPr>
          <p:cNvSpPr txBox="1">
            <a:spLocks noChangeArrowheads="1"/>
          </p:cNvSpPr>
          <p:nvPr/>
        </p:nvSpPr>
        <p:spPr bwMode="auto">
          <a:xfrm>
            <a:off x="9901607" y="1350268"/>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175" name="Text Box 60">
            <a:extLst>
              <a:ext uri="{FF2B5EF4-FFF2-40B4-BE49-F238E27FC236}">
                <a16:creationId xmlns:a16="http://schemas.microsoft.com/office/drawing/2014/main" id="{B4824147-3236-43D5-B873-53F98C68608F}"/>
              </a:ext>
            </a:extLst>
          </p:cNvPr>
          <p:cNvSpPr txBox="1">
            <a:spLocks noChangeArrowheads="1"/>
          </p:cNvSpPr>
          <p:nvPr/>
        </p:nvSpPr>
        <p:spPr bwMode="auto">
          <a:xfrm>
            <a:off x="10255814" y="1348151"/>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176" name="Text Box 60">
            <a:extLst>
              <a:ext uri="{FF2B5EF4-FFF2-40B4-BE49-F238E27FC236}">
                <a16:creationId xmlns:a16="http://schemas.microsoft.com/office/drawing/2014/main" id="{BDC3F6CC-A707-4B73-87A6-57F1671BDBB4}"/>
              </a:ext>
            </a:extLst>
          </p:cNvPr>
          <p:cNvSpPr txBox="1">
            <a:spLocks noChangeArrowheads="1"/>
          </p:cNvSpPr>
          <p:nvPr/>
        </p:nvSpPr>
        <p:spPr bwMode="auto">
          <a:xfrm>
            <a:off x="9472653" y="1914019"/>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177" name="Text Box 60">
            <a:extLst>
              <a:ext uri="{FF2B5EF4-FFF2-40B4-BE49-F238E27FC236}">
                <a16:creationId xmlns:a16="http://schemas.microsoft.com/office/drawing/2014/main" id="{7E268495-CD5E-414E-85E7-5E43690017AC}"/>
              </a:ext>
            </a:extLst>
          </p:cNvPr>
          <p:cNvSpPr txBox="1">
            <a:spLocks noChangeArrowheads="1"/>
          </p:cNvSpPr>
          <p:nvPr/>
        </p:nvSpPr>
        <p:spPr bwMode="auto">
          <a:xfrm>
            <a:off x="9116661" y="1917082"/>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grpSp>
        <p:nvGrpSpPr>
          <p:cNvPr id="56" name="组合 55">
            <a:extLst>
              <a:ext uri="{FF2B5EF4-FFF2-40B4-BE49-F238E27FC236}">
                <a16:creationId xmlns:a16="http://schemas.microsoft.com/office/drawing/2014/main" id="{EA5E0309-EA18-434F-85D1-B47F71205E88}"/>
              </a:ext>
            </a:extLst>
          </p:cNvPr>
          <p:cNvGrpSpPr/>
          <p:nvPr/>
        </p:nvGrpSpPr>
        <p:grpSpPr>
          <a:xfrm>
            <a:off x="9286412" y="227939"/>
            <a:ext cx="762386" cy="381057"/>
            <a:chOff x="9260709" y="204118"/>
            <a:chExt cx="762386" cy="381057"/>
          </a:xfrm>
        </p:grpSpPr>
        <p:sp>
          <p:nvSpPr>
            <p:cNvPr id="8" name="Text Box 21">
              <a:extLst>
                <a:ext uri="{FF2B5EF4-FFF2-40B4-BE49-F238E27FC236}">
                  <a16:creationId xmlns:a16="http://schemas.microsoft.com/office/drawing/2014/main" id="{A1137D83-BEAB-4538-8353-7ABAD366BF92}"/>
                </a:ext>
              </a:extLst>
            </p:cNvPr>
            <p:cNvSpPr txBox="1">
              <a:spLocks noChangeArrowheads="1"/>
            </p:cNvSpPr>
            <p:nvPr/>
          </p:nvSpPr>
          <p:spPr bwMode="auto">
            <a:xfrm>
              <a:off x="9260709" y="204118"/>
              <a:ext cx="587267"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err="1">
                  <a:solidFill>
                    <a:srgbClr val="000099"/>
                  </a:solidFill>
                </a:rPr>
                <a:t>thrt</a:t>
              </a:r>
              <a:endParaRPr lang="en-US" altLang="zh-CN" sz="2400" dirty="0">
                <a:solidFill>
                  <a:srgbClr val="000099"/>
                </a:solidFill>
              </a:endParaRPr>
            </a:p>
          </p:txBody>
        </p:sp>
        <p:cxnSp>
          <p:nvCxnSpPr>
            <p:cNvPr id="45" name="直接箭头连接符 44">
              <a:extLst>
                <a:ext uri="{FF2B5EF4-FFF2-40B4-BE49-F238E27FC236}">
                  <a16:creationId xmlns:a16="http://schemas.microsoft.com/office/drawing/2014/main" id="{0B5B4724-E270-4B04-8987-367D92BA4901}"/>
                </a:ext>
              </a:extLst>
            </p:cNvPr>
            <p:cNvCxnSpPr>
              <a:cxnSpLocks/>
              <a:endCxn id="166" idx="0"/>
            </p:cNvCxnSpPr>
            <p:nvPr/>
          </p:nvCxnSpPr>
          <p:spPr>
            <a:xfrm>
              <a:off x="9826941" y="353141"/>
              <a:ext cx="196154" cy="232034"/>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8" name="组合 177">
            <a:extLst>
              <a:ext uri="{FF2B5EF4-FFF2-40B4-BE49-F238E27FC236}">
                <a16:creationId xmlns:a16="http://schemas.microsoft.com/office/drawing/2014/main" id="{357F762F-C039-4AF5-A4D4-F187FC60AF99}"/>
              </a:ext>
            </a:extLst>
          </p:cNvPr>
          <p:cNvGrpSpPr/>
          <p:nvPr/>
        </p:nvGrpSpPr>
        <p:grpSpPr>
          <a:xfrm>
            <a:off x="10226568" y="205950"/>
            <a:ext cx="451047" cy="424871"/>
            <a:chOff x="9422389" y="102522"/>
            <a:chExt cx="380371" cy="322571"/>
          </a:xfrm>
        </p:grpSpPr>
        <p:sp>
          <p:nvSpPr>
            <p:cNvPr id="179" name="Text Box 21">
              <a:extLst>
                <a:ext uri="{FF2B5EF4-FFF2-40B4-BE49-F238E27FC236}">
                  <a16:creationId xmlns:a16="http://schemas.microsoft.com/office/drawing/2014/main" id="{C73A1C49-18C8-42F5-BB8E-3518CAE18A2D}"/>
                </a:ext>
              </a:extLst>
            </p:cNvPr>
            <p:cNvSpPr txBox="1">
              <a:spLocks noChangeArrowheads="1"/>
            </p:cNvSpPr>
            <p:nvPr/>
          </p:nvSpPr>
          <p:spPr bwMode="auto">
            <a:xfrm>
              <a:off x="9598156" y="102522"/>
              <a:ext cx="204604" cy="280404"/>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C00000"/>
                  </a:solidFill>
                </a:rPr>
                <a:t>T</a:t>
              </a:r>
              <a:endParaRPr lang="en-US" altLang="zh-CN" sz="2400" dirty="0">
                <a:solidFill>
                  <a:srgbClr val="C00000"/>
                </a:solidFill>
              </a:endParaRPr>
            </a:p>
          </p:txBody>
        </p:sp>
        <p:cxnSp>
          <p:nvCxnSpPr>
            <p:cNvPr id="180" name="直接箭头连接符 179">
              <a:extLst>
                <a:ext uri="{FF2B5EF4-FFF2-40B4-BE49-F238E27FC236}">
                  <a16:creationId xmlns:a16="http://schemas.microsoft.com/office/drawing/2014/main" id="{134896E2-28A4-49CC-ABC0-61706554317B}"/>
                </a:ext>
              </a:extLst>
            </p:cNvPr>
            <p:cNvCxnSpPr>
              <a:cxnSpLocks/>
            </p:cNvCxnSpPr>
            <p:nvPr/>
          </p:nvCxnSpPr>
          <p:spPr>
            <a:xfrm flipH="1">
              <a:off x="9422389" y="251002"/>
              <a:ext cx="185527" cy="17409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60" name="任意多边形: 形状 59">
            <a:extLst>
              <a:ext uri="{FF2B5EF4-FFF2-40B4-BE49-F238E27FC236}">
                <a16:creationId xmlns:a16="http://schemas.microsoft.com/office/drawing/2014/main" id="{20EAFC69-289C-4D33-B5D5-F20788A664FD}"/>
              </a:ext>
            </a:extLst>
          </p:cNvPr>
          <p:cNvSpPr/>
          <p:nvPr/>
        </p:nvSpPr>
        <p:spPr>
          <a:xfrm>
            <a:off x="8151311" y="741969"/>
            <a:ext cx="1602289" cy="2198826"/>
          </a:xfrm>
          <a:custGeom>
            <a:avLst/>
            <a:gdLst>
              <a:gd name="connsiteX0" fmla="*/ 322129 w 1602289"/>
              <a:gd name="connsiteY0" fmla="*/ 1855893 h 2198826"/>
              <a:gd name="connsiteX1" fmla="*/ 322129 w 1602289"/>
              <a:gd name="connsiteY1" fmla="*/ 2065866 h 2198826"/>
              <a:gd name="connsiteX2" fmla="*/ 193436 w 1602289"/>
              <a:gd name="connsiteY2" fmla="*/ 2194560 h 2198826"/>
              <a:gd name="connsiteX3" fmla="*/ 37649 w 1602289"/>
              <a:gd name="connsiteY3" fmla="*/ 2106506 h 2198826"/>
              <a:gd name="connsiteX4" fmla="*/ 51196 w 1602289"/>
              <a:gd name="connsiteY4" fmla="*/ 1551093 h 2198826"/>
              <a:gd name="connsiteX5" fmla="*/ 586289 w 1602289"/>
              <a:gd name="connsiteY5" fmla="*/ 731520 h 2198826"/>
              <a:gd name="connsiteX6" fmla="*/ 965596 w 1602289"/>
              <a:gd name="connsiteY6" fmla="*/ 243840 h 2198826"/>
              <a:gd name="connsiteX7" fmla="*/ 1155249 w 1602289"/>
              <a:gd name="connsiteY7" fmla="*/ 47413 h 2198826"/>
              <a:gd name="connsiteX8" fmla="*/ 1602289 w 1602289"/>
              <a:gd name="connsiteY8" fmla="*/ 0 h 219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2289" h="2198826">
                <a:moveTo>
                  <a:pt x="322129" y="1855893"/>
                </a:moveTo>
                <a:cubicBezTo>
                  <a:pt x="332853" y="1932657"/>
                  <a:pt x="343578" y="2009422"/>
                  <a:pt x="322129" y="2065866"/>
                </a:cubicBezTo>
                <a:cubicBezTo>
                  <a:pt x="300680" y="2122310"/>
                  <a:pt x="240849" y="2187787"/>
                  <a:pt x="193436" y="2194560"/>
                </a:cubicBezTo>
                <a:cubicBezTo>
                  <a:pt x="146023" y="2201333"/>
                  <a:pt x="61356" y="2213750"/>
                  <a:pt x="37649" y="2106506"/>
                </a:cubicBezTo>
                <a:cubicBezTo>
                  <a:pt x="13942" y="1999262"/>
                  <a:pt x="-40244" y="1780257"/>
                  <a:pt x="51196" y="1551093"/>
                </a:cubicBezTo>
                <a:cubicBezTo>
                  <a:pt x="142636" y="1321929"/>
                  <a:pt x="433889" y="949395"/>
                  <a:pt x="586289" y="731520"/>
                </a:cubicBezTo>
                <a:cubicBezTo>
                  <a:pt x="738689" y="513645"/>
                  <a:pt x="870769" y="357858"/>
                  <a:pt x="965596" y="243840"/>
                </a:cubicBezTo>
                <a:cubicBezTo>
                  <a:pt x="1060423" y="129822"/>
                  <a:pt x="1049134" y="88053"/>
                  <a:pt x="1155249" y="47413"/>
                </a:cubicBezTo>
                <a:cubicBezTo>
                  <a:pt x="1261364" y="6773"/>
                  <a:pt x="1431826" y="3386"/>
                  <a:pt x="1602289"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形状 60">
            <a:extLst>
              <a:ext uri="{FF2B5EF4-FFF2-40B4-BE49-F238E27FC236}">
                <a16:creationId xmlns:a16="http://schemas.microsoft.com/office/drawing/2014/main" id="{603EED7A-4E5D-40CA-A644-4072606DC9D5}"/>
              </a:ext>
            </a:extLst>
          </p:cNvPr>
          <p:cNvSpPr/>
          <p:nvPr/>
        </p:nvSpPr>
        <p:spPr>
          <a:xfrm>
            <a:off x="9088149" y="2191462"/>
            <a:ext cx="220762" cy="775234"/>
          </a:xfrm>
          <a:custGeom>
            <a:avLst/>
            <a:gdLst>
              <a:gd name="connsiteX0" fmla="*/ 15211 w 220762"/>
              <a:gd name="connsiteY0" fmla="*/ 419947 h 775234"/>
              <a:gd name="connsiteX1" fmla="*/ 8438 w 220762"/>
              <a:gd name="connsiteY1" fmla="*/ 636693 h 775234"/>
              <a:gd name="connsiteX2" fmla="*/ 116811 w 220762"/>
              <a:gd name="connsiteY2" fmla="*/ 772160 h 775234"/>
              <a:gd name="connsiteX3" fmla="*/ 211638 w 220762"/>
              <a:gd name="connsiteY3" fmla="*/ 663787 h 775234"/>
              <a:gd name="connsiteX4" fmla="*/ 211638 w 220762"/>
              <a:gd name="connsiteY4" fmla="*/ 0 h 775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762" h="775234">
                <a:moveTo>
                  <a:pt x="15211" y="419947"/>
                </a:moveTo>
                <a:cubicBezTo>
                  <a:pt x="3358" y="498969"/>
                  <a:pt x="-8495" y="577991"/>
                  <a:pt x="8438" y="636693"/>
                </a:cubicBezTo>
                <a:cubicBezTo>
                  <a:pt x="25371" y="695395"/>
                  <a:pt x="82944" y="767644"/>
                  <a:pt x="116811" y="772160"/>
                </a:cubicBezTo>
                <a:cubicBezTo>
                  <a:pt x="150678" y="776676"/>
                  <a:pt x="195833" y="792480"/>
                  <a:pt x="211638" y="663787"/>
                </a:cubicBezTo>
                <a:cubicBezTo>
                  <a:pt x="227443" y="535094"/>
                  <a:pt x="219540" y="267547"/>
                  <a:pt x="211638"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形状 61">
            <a:extLst>
              <a:ext uri="{FF2B5EF4-FFF2-40B4-BE49-F238E27FC236}">
                <a16:creationId xmlns:a16="http://schemas.microsoft.com/office/drawing/2014/main" id="{ECA25CD5-0325-4A67-9EC2-C1116E19D29F}"/>
              </a:ext>
            </a:extLst>
          </p:cNvPr>
          <p:cNvSpPr/>
          <p:nvPr/>
        </p:nvSpPr>
        <p:spPr>
          <a:xfrm>
            <a:off x="9435253" y="2198235"/>
            <a:ext cx="202292" cy="768560"/>
          </a:xfrm>
          <a:custGeom>
            <a:avLst/>
            <a:gdLst>
              <a:gd name="connsiteX0" fmla="*/ 196427 w 202292"/>
              <a:gd name="connsiteY0" fmla="*/ 406400 h 768560"/>
              <a:gd name="connsiteX1" fmla="*/ 196427 w 202292"/>
              <a:gd name="connsiteY1" fmla="*/ 609600 h 768560"/>
              <a:gd name="connsiteX2" fmla="*/ 135467 w 202292"/>
              <a:gd name="connsiteY2" fmla="*/ 758614 h 768560"/>
              <a:gd name="connsiteX3" fmla="*/ 40640 w 202292"/>
              <a:gd name="connsiteY3" fmla="*/ 670560 h 768560"/>
              <a:gd name="connsiteX4" fmla="*/ 0 w 202292"/>
              <a:gd name="connsiteY4" fmla="*/ 0 h 768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292" h="768560">
                <a:moveTo>
                  <a:pt x="196427" y="406400"/>
                </a:moveTo>
                <a:cubicBezTo>
                  <a:pt x="201507" y="478649"/>
                  <a:pt x="206587" y="550898"/>
                  <a:pt x="196427" y="609600"/>
                </a:cubicBezTo>
                <a:cubicBezTo>
                  <a:pt x="186267" y="668302"/>
                  <a:pt x="161431" y="748454"/>
                  <a:pt x="135467" y="758614"/>
                </a:cubicBezTo>
                <a:cubicBezTo>
                  <a:pt x="109503" y="768774"/>
                  <a:pt x="63218" y="796995"/>
                  <a:pt x="40640" y="670560"/>
                </a:cubicBezTo>
                <a:cubicBezTo>
                  <a:pt x="18062" y="544125"/>
                  <a:pt x="9031" y="272062"/>
                  <a:pt x="0"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形状 62">
            <a:extLst>
              <a:ext uri="{FF2B5EF4-FFF2-40B4-BE49-F238E27FC236}">
                <a16:creationId xmlns:a16="http://schemas.microsoft.com/office/drawing/2014/main" id="{CEBCBAAD-CC4A-4720-B4F4-1A53EE7586C2}"/>
              </a:ext>
            </a:extLst>
          </p:cNvPr>
          <p:cNvSpPr/>
          <p:nvPr/>
        </p:nvSpPr>
        <p:spPr>
          <a:xfrm>
            <a:off x="9990667" y="1615729"/>
            <a:ext cx="518884" cy="1341306"/>
          </a:xfrm>
          <a:custGeom>
            <a:avLst/>
            <a:gdLst>
              <a:gd name="connsiteX0" fmla="*/ 277706 w 518884"/>
              <a:gd name="connsiteY0" fmla="*/ 988906 h 1341306"/>
              <a:gd name="connsiteX1" fmla="*/ 277706 w 518884"/>
              <a:gd name="connsiteY1" fmla="*/ 1198880 h 1341306"/>
              <a:gd name="connsiteX2" fmla="*/ 399626 w 518884"/>
              <a:gd name="connsiteY2" fmla="*/ 1341120 h 1341306"/>
              <a:gd name="connsiteX3" fmla="*/ 501226 w 518884"/>
              <a:gd name="connsiteY3" fmla="*/ 1219200 h 1341306"/>
              <a:gd name="connsiteX4" fmla="*/ 501226 w 518884"/>
              <a:gd name="connsiteY4" fmla="*/ 846666 h 1341306"/>
              <a:gd name="connsiteX5" fmla="*/ 325120 w 518884"/>
              <a:gd name="connsiteY5" fmla="*/ 643466 h 1341306"/>
              <a:gd name="connsiteX6" fmla="*/ 67733 w 518884"/>
              <a:gd name="connsiteY6" fmla="*/ 365760 h 1341306"/>
              <a:gd name="connsiteX7" fmla="*/ 0 w 518884"/>
              <a:gd name="connsiteY7" fmla="*/ 0 h 134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8884" h="1341306">
                <a:moveTo>
                  <a:pt x="277706" y="988906"/>
                </a:moveTo>
                <a:cubicBezTo>
                  <a:pt x="267546" y="1064542"/>
                  <a:pt x="257386" y="1140178"/>
                  <a:pt x="277706" y="1198880"/>
                </a:cubicBezTo>
                <a:cubicBezTo>
                  <a:pt x="298026" y="1257582"/>
                  <a:pt x="362373" y="1337733"/>
                  <a:pt x="399626" y="1341120"/>
                </a:cubicBezTo>
                <a:cubicBezTo>
                  <a:pt x="436879" y="1344507"/>
                  <a:pt x="484293" y="1301609"/>
                  <a:pt x="501226" y="1219200"/>
                </a:cubicBezTo>
                <a:cubicBezTo>
                  <a:pt x="518159" y="1136791"/>
                  <a:pt x="530577" y="942622"/>
                  <a:pt x="501226" y="846666"/>
                </a:cubicBezTo>
                <a:cubicBezTo>
                  <a:pt x="471875" y="750710"/>
                  <a:pt x="325120" y="643466"/>
                  <a:pt x="325120" y="643466"/>
                </a:cubicBezTo>
                <a:cubicBezTo>
                  <a:pt x="252871" y="563315"/>
                  <a:pt x="121920" y="473004"/>
                  <a:pt x="67733" y="365760"/>
                </a:cubicBezTo>
                <a:cubicBezTo>
                  <a:pt x="13546" y="258516"/>
                  <a:pt x="6773" y="129258"/>
                  <a:pt x="0"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形状 63">
            <a:extLst>
              <a:ext uri="{FF2B5EF4-FFF2-40B4-BE49-F238E27FC236}">
                <a16:creationId xmlns:a16="http://schemas.microsoft.com/office/drawing/2014/main" id="{B02F7454-AFA3-441A-A98A-076B1D8577F8}"/>
              </a:ext>
            </a:extLst>
          </p:cNvPr>
          <p:cNvSpPr/>
          <p:nvPr/>
        </p:nvSpPr>
        <p:spPr>
          <a:xfrm>
            <a:off x="10275147" y="1622502"/>
            <a:ext cx="339693" cy="687771"/>
          </a:xfrm>
          <a:custGeom>
            <a:avLst/>
            <a:gdLst>
              <a:gd name="connsiteX0" fmla="*/ 325120 w 339693"/>
              <a:gd name="connsiteY0" fmla="*/ 440267 h 687771"/>
              <a:gd name="connsiteX1" fmla="*/ 331893 w 339693"/>
              <a:gd name="connsiteY1" fmla="*/ 643467 h 687771"/>
              <a:gd name="connsiteX2" fmla="*/ 230293 w 339693"/>
              <a:gd name="connsiteY2" fmla="*/ 684107 h 687771"/>
              <a:gd name="connsiteX3" fmla="*/ 135466 w 339693"/>
              <a:gd name="connsiteY3" fmla="*/ 582507 h 687771"/>
              <a:gd name="connsiteX4" fmla="*/ 33866 w 339693"/>
              <a:gd name="connsiteY4" fmla="*/ 413173 h 687771"/>
              <a:gd name="connsiteX5" fmla="*/ 0 w 339693"/>
              <a:gd name="connsiteY5" fmla="*/ 0 h 68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693" h="687771">
                <a:moveTo>
                  <a:pt x="325120" y="440267"/>
                </a:moveTo>
                <a:cubicBezTo>
                  <a:pt x="336409" y="521547"/>
                  <a:pt x="347698" y="602827"/>
                  <a:pt x="331893" y="643467"/>
                </a:cubicBezTo>
                <a:cubicBezTo>
                  <a:pt x="316088" y="684107"/>
                  <a:pt x="263031" y="694267"/>
                  <a:pt x="230293" y="684107"/>
                </a:cubicBezTo>
                <a:cubicBezTo>
                  <a:pt x="197555" y="673947"/>
                  <a:pt x="168204" y="627663"/>
                  <a:pt x="135466" y="582507"/>
                </a:cubicBezTo>
                <a:cubicBezTo>
                  <a:pt x="102728" y="537351"/>
                  <a:pt x="56444" y="510258"/>
                  <a:pt x="33866" y="413173"/>
                </a:cubicBezTo>
                <a:cubicBezTo>
                  <a:pt x="11288" y="316088"/>
                  <a:pt x="5644" y="158044"/>
                  <a:pt x="0"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形状 64">
            <a:extLst>
              <a:ext uri="{FF2B5EF4-FFF2-40B4-BE49-F238E27FC236}">
                <a16:creationId xmlns:a16="http://schemas.microsoft.com/office/drawing/2014/main" id="{AFAFCBF7-04AD-4710-97C2-99CE3BFEC220}"/>
              </a:ext>
            </a:extLst>
          </p:cNvPr>
          <p:cNvSpPr/>
          <p:nvPr/>
        </p:nvSpPr>
        <p:spPr>
          <a:xfrm>
            <a:off x="10539307" y="721649"/>
            <a:ext cx="957803" cy="1657305"/>
          </a:xfrm>
          <a:custGeom>
            <a:avLst/>
            <a:gdLst>
              <a:gd name="connsiteX0" fmla="*/ 697653 w 957803"/>
              <a:gd name="connsiteY0" fmla="*/ 1327573 h 1657305"/>
              <a:gd name="connsiteX1" fmla="*/ 690880 w 957803"/>
              <a:gd name="connsiteY1" fmla="*/ 1544320 h 1657305"/>
              <a:gd name="connsiteX2" fmla="*/ 792480 w 957803"/>
              <a:gd name="connsiteY2" fmla="*/ 1652693 h 1657305"/>
              <a:gd name="connsiteX3" fmla="*/ 934720 w 957803"/>
              <a:gd name="connsiteY3" fmla="*/ 1591733 h 1657305"/>
              <a:gd name="connsiteX4" fmla="*/ 948266 w 957803"/>
              <a:gd name="connsiteY4" fmla="*/ 1198880 h 1657305"/>
              <a:gd name="connsiteX5" fmla="*/ 839893 w 957803"/>
              <a:gd name="connsiteY5" fmla="*/ 1002453 h 1657305"/>
              <a:gd name="connsiteX6" fmla="*/ 541866 w 957803"/>
              <a:gd name="connsiteY6" fmla="*/ 799253 h 1657305"/>
              <a:gd name="connsiteX7" fmla="*/ 284480 w 957803"/>
              <a:gd name="connsiteY7" fmla="*/ 264160 h 1657305"/>
              <a:gd name="connsiteX8" fmla="*/ 0 w 957803"/>
              <a:gd name="connsiteY8" fmla="*/ 0 h 165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7803" h="1657305">
                <a:moveTo>
                  <a:pt x="697653" y="1327573"/>
                </a:moveTo>
                <a:cubicBezTo>
                  <a:pt x="686364" y="1408853"/>
                  <a:pt x="675076" y="1490133"/>
                  <a:pt x="690880" y="1544320"/>
                </a:cubicBezTo>
                <a:cubicBezTo>
                  <a:pt x="706684" y="1598507"/>
                  <a:pt x="751840" y="1644791"/>
                  <a:pt x="792480" y="1652693"/>
                </a:cubicBezTo>
                <a:cubicBezTo>
                  <a:pt x="833120" y="1660595"/>
                  <a:pt x="908756" y="1667368"/>
                  <a:pt x="934720" y="1591733"/>
                </a:cubicBezTo>
                <a:cubicBezTo>
                  <a:pt x="960684" y="1516098"/>
                  <a:pt x="964071" y="1297093"/>
                  <a:pt x="948266" y="1198880"/>
                </a:cubicBezTo>
                <a:cubicBezTo>
                  <a:pt x="932461" y="1100667"/>
                  <a:pt x="907626" y="1069057"/>
                  <a:pt x="839893" y="1002453"/>
                </a:cubicBezTo>
                <a:cubicBezTo>
                  <a:pt x="772160" y="935848"/>
                  <a:pt x="634435" y="922302"/>
                  <a:pt x="541866" y="799253"/>
                </a:cubicBezTo>
                <a:cubicBezTo>
                  <a:pt x="449297" y="676204"/>
                  <a:pt x="374791" y="397369"/>
                  <a:pt x="284480" y="264160"/>
                </a:cubicBezTo>
                <a:cubicBezTo>
                  <a:pt x="194169" y="130951"/>
                  <a:pt x="97084" y="65475"/>
                  <a:pt x="0"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a:extLst>
              <a:ext uri="{FF2B5EF4-FFF2-40B4-BE49-F238E27FC236}">
                <a16:creationId xmlns:a16="http://schemas.microsoft.com/office/drawing/2014/main" id="{0326BD4C-B2CD-4D47-95BC-EE5750EA0D83}"/>
              </a:ext>
            </a:extLst>
          </p:cNvPr>
          <p:cNvSpPr/>
          <p:nvPr/>
        </p:nvSpPr>
        <p:spPr>
          <a:xfrm>
            <a:off x="10448058" y="789382"/>
            <a:ext cx="694075" cy="1083733"/>
          </a:xfrm>
          <a:custGeom>
            <a:avLst/>
            <a:gdLst>
              <a:gd name="connsiteX0" fmla="*/ 9969 w 694075"/>
              <a:gd name="connsiteY0" fmla="*/ 0 h 1083733"/>
              <a:gd name="connsiteX1" fmla="*/ 16742 w 694075"/>
              <a:gd name="connsiteY1" fmla="*/ 257387 h 1083733"/>
              <a:gd name="connsiteX2" fmla="*/ 165755 w 694075"/>
              <a:gd name="connsiteY2" fmla="*/ 433493 h 1083733"/>
              <a:gd name="connsiteX3" fmla="*/ 416369 w 694075"/>
              <a:gd name="connsiteY3" fmla="*/ 670560 h 1083733"/>
              <a:gd name="connsiteX4" fmla="*/ 694075 w 694075"/>
              <a:gd name="connsiteY4" fmla="*/ 1083733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075" h="1083733">
                <a:moveTo>
                  <a:pt x="9969" y="0"/>
                </a:moveTo>
                <a:cubicBezTo>
                  <a:pt x="373" y="92569"/>
                  <a:pt x="-9222" y="185138"/>
                  <a:pt x="16742" y="257387"/>
                </a:cubicBezTo>
                <a:cubicBezTo>
                  <a:pt x="42706" y="329636"/>
                  <a:pt x="99151" y="364631"/>
                  <a:pt x="165755" y="433493"/>
                </a:cubicBezTo>
                <a:cubicBezTo>
                  <a:pt x="232360" y="502355"/>
                  <a:pt x="328316" y="562187"/>
                  <a:pt x="416369" y="670560"/>
                </a:cubicBezTo>
                <a:cubicBezTo>
                  <a:pt x="504422" y="778933"/>
                  <a:pt x="599248" y="931333"/>
                  <a:pt x="694075" y="1083733"/>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Line 31">
            <a:extLst>
              <a:ext uri="{FF2B5EF4-FFF2-40B4-BE49-F238E27FC236}">
                <a16:creationId xmlns:a16="http://schemas.microsoft.com/office/drawing/2014/main" id="{1A20D3BD-409F-4EAB-A47A-F1EE1A282B4F}"/>
              </a:ext>
            </a:extLst>
          </p:cNvPr>
          <p:cNvSpPr>
            <a:spLocks noChangeShapeType="1"/>
          </p:cNvSpPr>
          <p:nvPr/>
        </p:nvSpPr>
        <p:spPr bwMode="auto">
          <a:xfrm>
            <a:off x="9826941" y="789383"/>
            <a:ext cx="290017" cy="511394"/>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cxnSp>
        <p:nvCxnSpPr>
          <p:cNvPr id="182" name="直接连接符 181">
            <a:extLst>
              <a:ext uri="{FF2B5EF4-FFF2-40B4-BE49-F238E27FC236}">
                <a16:creationId xmlns:a16="http://schemas.microsoft.com/office/drawing/2014/main" id="{2842B306-2986-4007-A08D-056F00C2A6F8}"/>
              </a:ext>
            </a:extLst>
          </p:cNvPr>
          <p:cNvCxnSpPr>
            <a:cxnSpLocks/>
          </p:cNvCxnSpPr>
          <p:nvPr/>
        </p:nvCxnSpPr>
        <p:spPr>
          <a:xfrm>
            <a:off x="2332840" y="4267330"/>
            <a:ext cx="183911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64CDF449-E992-4A96-BDAF-4845DD12C12E}"/>
              </a:ext>
            </a:extLst>
          </p:cNvPr>
          <p:cNvCxnSpPr/>
          <p:nvPr/>
        </p:nvCxnSpPr>
        <p:spPr>
          <a:xfrm>
            <a:off x="1070187" y="4521297"/>
            <a:ext cx="176106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085D1DD9-4E72-4C49-82EF-5DC2DDF913E2}"/>
              </a:ext>
            </a:extLst>
          </p:cNvPr>
          <p:cNvCxnSpPr>
            <a:cxnSpLocks/>
          </p:cNvCxnSpPr>
          <p:nvPr/>
        </p:nvCxnSpPr>
        <p:spPr>
          <a:xfrm>
            <a:off x="1455861" y="4778876"/>
            <a:ext cx="531198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11A1F830-4436-4075-AE33-C7F24C56637C}"/>
              </a:ext>
            </a:extLst>
          </p:cNvPr>
          <p:cNvCxnSpPr/>
          <p:nvPr/>
        </p:nvCxnSpPr>
        <p:spPr>
          <a:xfrm>
            <a:off x="2098352" y="5030013"/>
            <a:ext cx="176106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B4EB73C2-AA51-462E-96E0-7C4CA56F2AB6}"/>
              </a:ext>
            </a:extLst>
          </p:cNvPr>
          <p:cNvCxnSpPr>
            <a:cxnSpLocks/>
          </p:cNvCxnSpPr>
          <p:nvPr/>
        </p:nvCxnSpPr>
        <p:spPr>
          <a:xfrm>
            <a:off x="1452307" y="5822066"/>
            <a:ext cx="170456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89" name="矩形 188">
            <a:extLst>
              <a:ext uri="{FF2B5EF4-FFF2-40B4-BE49-F238E27FC236}">
                <a16:creationId xmlns:a16="http://schemas.microsoft.com/office/drawing/2014/main" id="{53BFFFC6-5416-460F-89F5-7EA960F0ACA7}"/>
              </a:ext>
            </a:extLst>
          </p:cNvPr>
          <p:cNvSpPr/>
          <p:nvPr/>
        </p:nvSpPr>
        <p:spPr>
          <a:xfrm>
            <a:off x="1380154" y="5060064"/>
            <a:ext cx="5232264" cy="510862"/>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0" name="组合 189">
            <a:extLst>
              <a:ext uri="{FF2B5EF4-FFF2-40B4-BE49-F238E27FC236}">
                <a16:creationId xmlns:a16="http://schemas.microsoft.com/office/drawing/2014/main" id="{244A5754-2F31-4FF2-BEFF-1814D0A370EE}"/>
              </a:ext>
            </a:extLst>
          </p:cNvPr>
          <p:cNvGrpSpPr/>
          <p:nvPr/>
        </p:nvGrpSpPr>
        <p:grpSpPr>
          <a:xfrm>
            <a:off x="9553026" y="806645"/>
            <a:ext cx="313172" cy="507643"/>
            <a:chOff x="9571133" y="28724"/>
            <a:chExt cx="313172" cy="507643"/>
          </a:xfrm>
        </p:grpSpPr>
        <p:sp>
          <p:nvSpPr>
            <p:cNvPr id="191" name="Text Box 21">
              <a:extLst>
                <a:ext uri="{FF2B5EF4-FFF2-40B4-BE49-F238E27FC236}">
                  <a16:creationId xmlns:a16="http://schemas.microsoft.com/office/drawing/2014/main" id="{D76A0102-5E1C-4FE9-A33E-834E9522D7EA}"/>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C00000"/>
                  </a:solidFill>
                </a:rPr>
                <a:t>p</a:t>
              </a:r>
              <a:endParaRPr lang="en-US" altLang="zh-CN" sz="2400" dirty="0">
                <a:solidFill>
                  <a:srgbClr val="C00000"/>
                </a:solidFill>
              </a:endParaRPr>
            </a:p>
          </p:txBody>
        </p:sp>
        <p:cxnSp>
          <p:nvCxnSpPr>
            <p:cNvPr id="192" name="直接箭头连接符 191">
              <a:extLst>
                <a:ext uri="{FF2B5EF4-FFF2-40B4-BE49-F238E27FC236}">
                  <a16:creationId xmlns:a16="http://schemas.microsoft.com/office/drawing/2014/main" id="{3597541D-EB12-4300-8AD8-813B28FA7E53}"/>
                </a:ext>
              </a:extLst>
            </p:cNvPr>
            <p:cNvCxnSpPr>
              <a:cxnSpLocks/>
            </p:cNvCxnSpPr>
            <p:nvPr/>
          </p:nvCxnSpPr>
          <p:spPr>
            <a:xfrm>
              <a:off x="9711338" y="382596"/>
              <a:ext cx="172967" cy="15377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195" name="文本框 194">
            <a:extLst>
              <a:ext uri="{FF2B5EF4-FFF2-40B4-BE49-F238E27FC236}">
                <a16:creationId xmlns:a16="http://schemas.microsoft.com/office/drawing/2014/main" id="{1A530926-FA27-4C2B-9425-BF4E3F8EF7B4}"/>
              </a:ext>
            </a:extLst>
          </p:cNvPr>
          <p:cNvSpPr txBox="1"/>
          <p:nvPr/>
        </p:nvSpPr>
        <p:spPr>
          <a:xfrm>
            <a:off x="9826941" y="153960"/>
            <a:ext cx="646331" cy="369332"/>
          </a:xfrm>
          <a:prstGeom prst="rect">
            <a:avLst/>
          </a:prstGeom>
          <a:noFill/>
        </p:spPr>
        <p:txBody>
          <a:bodyPr wrap="none" rtlCol="0">
            <a:spAutoFit/>
          </a:bodyPr>
          <a:lstStyle/>
          <a:p>
            <a:r>
              <a:rPr lang="zh-CN" altLang="en-US" b="1" dirty="0">
                <a:solidFill>
                  <a:srgbClr val="00B050"/>
                </a:solidFill>
              </a:rPr>
              <a:t>传值</a:t>
            </a:r>
          </a:p>
        </p:txBody>
      </p:sp>
      <p:cxnSp>
        <p:nvCxnSpPr>
          <p:cNvPr id="196" name="直接连接符 195">
            <a:extLst>
              <a:ext uri="{FF2B5EF4-FFF2-40B4-BE49-F238E27FC236}">
                <a16:creationId xmlns:a16="http://schemas.microsoft.com/office/drawing/2014/main" id="{AB981C95-CCA9-4B38-9379-0E873C0F38FF}"/>
              </a:ext>
            </a:extLst>
          </p:cNvPr>
          <p:cNvCxnSpPr/>
          <p:nvPr/>
        </p:nvCxnSpPr>
        <p:spPr>
          <a:xfrm>
            <a:off x="1070187" y="4524256"/>
            <a:ext cx="176106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CFD0B94F-4728-4182-A4CA-04DC5340CCF7}"/>
              </a:ext>
            </a:extLst>
          </p:cNvPr>
          <p:cNvCxnSpPr>
            <a:cxnSpLocks/>
          </p:cNvCxnSpPr>
          <p:nvPr/>
        </p:nvCxnSpPr>
        <p:spPr>
          <a:xfrm flipV="1">
            <a:off x="1452307" y="4778876"/>
            <a:ext cx="5257586" cy="725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0534D092-9955-4BFB-BB07-385753EACD56}"/>
              </a:ext>
            </a:extLst>
          </p:cNvPr>
          <p:cNvCxnSpPr/>
          <p:nvPr/>
        </p:nvCxnSpPr>
        <p:spPr>
          <a:xfrm>
            <a:off x="2098352" y="5030013"/>
            <a:ext cx="176106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4BCCBD8A-C055-40D3-9963-2781AECBBEF9}"/>
              </a:ext>
            </a:extLst>
          </p:cNvPr>
          <p:cNvCxnSpPr/>
          <p:nvPr/>
        </p:nvCxnSpPr>
        <p:spPr>
          <a:xfrm>
            <a:off x="1452307" y="5822066"/>
            <a:ext cx="176106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1" name="矩形 200">
            <a:extLst>
              <a:ext uri="{FF2B5EF4-FFF2-40B4-BE49-F238E27FC236}">
                <a16:creationId xmlns:a16="http://schemas.microsoft.com/office/drawing/2014/main" id="{389EFBEB-E4E4-43BD-9BDA-274BFA93A219}"/>
              </a:ext>
            </a:extLst>
          </p:cNvPr>
          <p:cNvSpPr/>
          <p:nvPr/>
        </p:nvSpPr>
        <p:spPr>
          <a:xfrm>
            <a:off x="1372831" y="5057346"/>
            <a:ext cx="5232264" cy="510862"/>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3CE0CF56-2483-48FC-A602-53D2390DFB4D}"/>
              </a:ext>
            </a:extLst>
          </p:cNvPr>
          <p:cNvCxnSpPr/>
          <p:nvPr/>
        </p:nvCxnSpPr>
        <p:spPr>
          <a:xfrm>
            <a:off x="1070187" y="4521297"/>
            <a:ext cx="1761066"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B8A1374-E864-48B6-8411-5F86EAC76768}"/>
              </a:ext>
            </a:extLst>
          </p:cNvPr>
          <p:cNvCxnSpPr>
            <a:cxnSpLocks/>
          </p:cNvCxnSpPr>
          <p:nvPr/>
        </p:nvCxnSpPr>
        <p:spPr>
          <a:xfrm>
            <a:off x="1452307" y="4778876"/>
            <a:ext cx="5257586" cy="7252"/>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0C4A515-9D35-4BB2-9817-0763ADCB5AE8}"/>
              </a:ext>
            </a:extLst>
          </p:cNvPr>
          <p:cNvCxnSpPr/>
          <p:nvPr/>
        </p:nvCxnSpPr>
        <p:spPr>
          <a:xfrm>
            <a:off x="2098352" y="5022836"/>
            <a:ext cx="1761066"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C277782E-9A99-4ED1-A316-7C65DB28A00D}"/>
              </a:ext>
            </a:extLst>
          </p:cNvPr>
          <p:cNvCxnSpPr/>
          <p:nvPr/>
        </p:nvCxnSpPr>
        <p:spPr>
          <a:xfrm>
            <a:off x="1452307" y="5822066"/>
            <a:ext cx="1761066"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124" name="矩形 123">
            <a:extLst>
              <a:ext uri="{FF2B5EF4-FFF2-40B4-BE49-F238E27FC236}">
                <a16:creationId xmlns:a16="http://schemas.microsoft.com/office/drawing/2014/main" id="{833F610A-9371-4AD1-AA92-53464E49A526}"/>
              </a:ext>
            </a:extLst>
          </p:cNvPr>
          <p:cNvSpPr/>
          <p:nvPr/>
        </p:nvSpPr>
        <p:spPr>
          <a:xfrm>
            <a:off x="1380154" y="5052241"/>
            <a:ext cx="5232264" cy="510862"/>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连接符 125">
            <a:extLst>
              <a:ext uri="{FF2B5EF4-FFF2-40B4-BE49-F238E27FC236}">
                <a16:creationId xmlns:a16="http://schemas.microsoft.com/office/drawing/2014/main" id="{602EFF90-3F9F-4EB6-AD3A-D9FBDF06E7B9}"/>
              </a:ext>
            </a:extLst>
          </p:cNvPr>
          <p:cNvCxnSpPr>
            <a:cxnSpLocks/>
          </p:cNvCxnSpPr>
          <p:nvPr/>
        </p:nvCxnSpPr>
        <p:spPr>
          <a:xfrm>
            <a:off x="4844029" y="5303467"/>
            <a:ext cx="162045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B6FAE79-97AB-441E-AF5A-2CDF5CAE2E5D}"/>
              </a:ext>
            </a:extLst>
          </p:cNvPr>
          <p:cNvCxnSpPr/>
          <p:nvPr/>
        </p:nvCxnSpPr>
        <p:spPr>
          <a:xfrm>
            <a:off x="1070187" y="4521297"/>
            <a:ext cx="176106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23A7A56A-9E63-460B-990E-3F684F967A9F}"/>
              </a:ext>
            </a:extLst>
          </p:cNvPr>
          <p:cNvCxnSpPr>
            <a:cxnSpLocks/>
          </p:cNvCxnSpPr>
          <p:nvPr/>
        </p:nvCxnSpPr>
        <p:spPr>
          <a:xfrm>
            <a:off x="1070187" y="6324880"/>
            <a:ext cx="127173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471887BA-3473-4881-82B4-B3527E30B52F}"/>
              </a:ext>
            </a:extLst>
          </p:cNvPr>
          <p:cNvSpPr txBox="1"/>
          <p:nvPr/>
        </p:nvSpPr>
        <p:spPr>
          <a:xfrm>
            <a:off x="2512212" y="5994359"/>
            <a:ext cx="1338828" cy="369332"/>
          </a:xfrm>
          <a:prstGeom prst="rect">
            <a:avLst/>
          </a:prstGeom>
          <a:solidFill>
            <a:schemeClr val="accent6">
              <a:lumMod val="20000"/>
              <a:lumOff val="80000"/>
            </a:schemeClr>
          </a:solidFill>
        </p:spPr>
        <p:txBody>
          <a:bodyPr wrap="none" rtlCol="0">
            <a:spAutoFit/>
          </a:bodyPr>
          <a:lstStyle/>
          <a:p>
            <a:r>
              <a:rPr lang="zh-CN" altLang="en-US" b="1" dirty="0">
                <a:solidFill>
                  <a:srgbClr val="C00000"/>
                </a:solidFill>
                <a:effectLst>
                  <a:outerShdw blurRad="38100" dist="38100" dir="2700000" algn="tl">
                    <a:srgbClr val="000000">
                      <a:alpha val="43137"/>
                    </a:srgbClr>
                  </a:outerShdw>
                </a:effectLst>
              </a:rPr>
              <a:t>结束，返回</a:t>
            </a:r>
          </a:p>
        </p:txBody>
      </p:sp>
      <p:sp>
        <p:nvSpPr>
          <p:cNvPr id="2" name="灯片编号占位符 1">
            <a:extLst>
              <a:ext uri="{FF2B5EF4-FFF2-40B4-BE49-F238E27FC236}">
                <a16:creationId xmlns:a16="http://schemas.microsoft.com/office/drawing/2014/main" id="{232ABAD2-3735-E3BF-AC11-8ADCC299118A}"/>
              </a:ext>
            </a:extLst>
          </p:cNvPr>
          <p:cNvSpPr>
            <a:spLocks noGrp="1"/>
          </p:cNvSpPr>
          <p:nvPr/>
        </p:nvSpPr>
        <p:spPr>
          <a:xfrm>
            <a:off x="9102441" y="633724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21</a:t>
            </a:fld>
            <a:endParaRPr lang="zh-CN" altLang="en-US" dirty="0"/>
          </a:p>
        </p:txBody>
      </p:sp>
    </p:spTree>
    <p:extLst>
      <p:ext uri="{BB962C8B-B14F-4D97-AF65-F5344CB8AC3E}">
        <p14:creationId xmlns:p14="http://schemas.microsoft.com/office/powerpoint/2010/main" val="83210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wipe(up)">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wipe(up)">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wipe(up)">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4">
                                            <p:bg/>
                                          </p:spTgt>
                                        </p:tgtEl>
                                        <p:attrNameLst>
                                          <p:attrName>style.visibility</p:attrName>
                                        </p:attrNameLst>
                                      </p:cBhvr>
                                      <p:to>
                                        <p:strVal val="visible"/>
                                      </p:to>
                                    </p:set>
                                    <p:animEffect transition="in" filter="wipe(up)">
                                      <p:cBhvr>
                                        <p:cTn id="22" dur="500"/>
                                        <p:tgtEl>
                                          <p:spTgt spid="74">
                                            <p:bg/>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74">
                                            <p:txEl>
                                              <p:pRg st="0" end="0"/>
                                            </p:txEl>
                                          </p:spTgt>
                                        </p:tgtEl>
                                        <p:attrNameLst>
                                          <p:attrName>style.visibility</p:attrName>
                                        </p:attrNameLst>
                                      </p:cBhvr>
                                      <p:to>
                                        <p:strVal val="visible"/>
                                      </p:to>
                                    </p:set>
                                    <p:animEffect transition="in" filter="wipe(up)">
                                      <p:cBhvr>
                                        <p:cTn id="25" dur="500"/>
                                        <p:tgtEl>
                                          <p:spTgt spid="7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95"/>
                                        </p:tgtEl>
                                        <p:attrNameLst>
                                          <p:attrName>style.visibility</p:attrName>
                                        </p:attrNameLst>
                                      </p:cBhvr>
                                      <p:to>
                                        <p:strVal val="visible"/>
                                      </p:to>
                                    </p:set>
                                    <p:animEffect transition="in" filter="wipe(left)">
                                      <p:cBhvr>
                                        <p:cTn id="30" dur="1000"/>
                                        <p:tgtEl>
                                          <p:spTgt spid="195"/>
                                        </p:tgtEl>
                                      </p:cBhvr>
                                    </p:animEffect>
                                  </p:childTnLst>
                                </p:cTn>
                              </p:par>
                              <p:par>
                                <p:cTn id="31" presetID="22" presetClass="entr" presetSubtype="1" fill="hold" nodeType="withEffect">
                                  <p:stCondLst>
                                    <p:cond delay="0"/>
                                  </p:stCondLst>
                                  <p:childTnLst>
                                    <p:set>
                                      <p:cBhvr>
                                        <p:cTn id="32" dur="1" fill="hold">
                                          <p:stCondLst>
                                            <p:cond delay="0"/>
                                          </p:stCondLst>
                                        </p:cTn>
                                        <p:tgtEl>
                                          <p:spTgt spid="178"/>
                                        </p:tgtEl>
                                        <p:attrNameLst>
                                          <p:attrName>style.visibility</p:attrName>
                                        </p:attrNameLst>
                                      </p:cBhvr>
                                      <p:to>
                                        <p:strVal val="visible"/>
                                      </p:to>
                                    </p:set>
                                    <p:animEffect transition="in" filter="wipe(up)">
                                      <p:cBhvr>
                                        <p:cTn id="33" dur="750"/>
                                        <p:tgtEl>
                                          <p:spTgt spid="17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74">
                                            <p:txEl>
                                              <p:pRg st="1" end="1"/>
                                            </p:txEl>
                                          </p:spTgt>
                                        </p:tgtEl>
                                        <p:attrNameLst>
                                          <p:attrName>style.visibility</p:attrName>
                                        </p:attrNameLst>
                                      </p:cBhvr>
                                      <p:to>
                                        <p:strVal val="visible"/>
                                      </p:to>
                                    </p:set>
                                    <p:animEffect transition="in" filter="wipe(up)">
                                      <p:cBhvr>
                                        <p:cTn id="38" dur="500"/>
                                        <p:tgtEl>
                                          <p:spTgt spid="74">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74">
                                            <p:txEl>
                                              <p:pRg st="2" end="2"/>
                                            </p:txEl>
                                          </p:spTgt>
                                        </p:tgtEl>
                                        <p:attrNameLst>
                                          <p:attrName>style.visibility</p:attrName>
                                        </p:attrNameLst>
                                      </p:cBhvr>
                                      <p:to>
                                        <p:strVal val="visible"/>
                                      </p:to>
                                    </p:set>
                                    <p:animEffect transition="in" filter="wipe(up)">
                                      <p:cBhvr>
                                        <p:cTn id="43" dur="500"/>
                                        <p:tgtEl>
                                          <p:spTgt spid="74">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74">
                                            <p:txEl>
                                              <p:pRg st="3" end="3"/>
                                            </p:txEl>
                                          </p:spTgt>
                                        </p:tgtEl>
                                        <p:attrNameLst>
                                          <p:attrName>style.visibility</p:attrName>
                                        </p:attrNameLst>
                                      </p:cBhvr>
                                      <p:to>
                                        <p:strVal val="visible"/>
                                      </p:to>
                                    </p:set>
                                    <p:animEffect transition="in" filter="wipe(up)">
                                      <p:cBhvr>
                                        <p:cTn id="48" dur="500"/>
                                        <p:tgtEl>
                                          <p:spTgt spid="74">
                                            <p:txEl>
                                              <p:pRg st="3" end="3"/>
                                            </p:txEl>
                                          </p:spTgt>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74">
                                            <p:txEl>
                                              <p:pRg st="4" end="4"/>
                                            </p:txEl>
                                          </p:spTgt>
                                        </p:tgtEl>
                                        <p:attrNameLst>
                                          <p:attrName>style.visibility</p:attrName>
                                        </p:attrNameLst>
                                      </p:cBhvr>
                                      <p:to>
                                        <p:strVal val="visible"/>
                                      </p:to>
                                    </p:set>
                                    <p:animEffect transition="in" filter="wipe(up)">
                                      <p:cBhvr>
                                        <p:cTn id="51" dur="500"/>
                                        <p:tgtEl>
                                          <p:spTgt spid="74">
                                            <p:txEl>
                                              <p:pRg st="4" end="4"/>
                                            </p:txEl>
                                          </p:spTgt>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74">
                                            <p:txEl>
                                              <p:pRg st="5" end="5"/>
                                            </p:txEl>
                                          </p:spTgt>
                                        </p:tgtEl>
                                        <p:attrNameLst>
                                          <p:attrName>style.visibility</p:attrName>
                                        </p:attrNameLst>
                                      </p:cBhvr>
                                      <p:to>
                                        <p:strVal val="visible"/>
                                      </p:to>
                                    </p:set>
                                    <p:animEffect transition="in" filter="wipe(up)">
                                      <p:cBhvr>
                                        <p:cTn id="54" dur="500"/>
                                        <p:tgtEl>
                                          <p:spTgt spid="74">
                                            <p:txEl>
                                              <p:pRg st="5" end="5"/>
                                            </p:txEl>
                                          </p:spTgt>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74">
                                            <p:txEl>
                                              <p:pRg st="6" end="6"/>
                                            </p:txEl>
                                          </p:spTgt>
                                        </p:tgtEl>
                                        <p:attrNameLst>
                                          <p:attrName>style.visibility</p:attrName>
                                        </p:attrNameLst>
                                      </p:cBhvr>
                                      <p:to>
                                        <p:strVal val="visible"/>
                                      </p:to>
                                    </p:set>
                                    <p:animEffect transition="in" filter="wipe(up)">
                                      <p:cBhvr>
                                        <p:cTn id="57" dur="500"/>
                                        <p:tgtEl>
                                          <p:spTgt spid="74">
                                            <p:txEl>
                                              <p:pRg st="6" end="6"/>
                                            </p:txEl>
                                          </p:spTgt>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74">
                                            <p:txEl>
                                              <p:pRg st="7" end="7"/>
                                            </p:txEl>
                                          </p:spTgt>
                                        </p:tgtEl>
                                        <p:attrNameLst>
                                          <p:attrName>style.visibility</p:attrName>
                                        </p:attrNameLst>
                                      </p:cBhvr>
                                      <p:to>
                                        <p:strVal val="visible"/>
                                      </p:to>
                                    </p:set>
                                    <p:animEffect transition="in" filter="wipe(up)">
                                      <p:cBhvr>
                                        <p:cTn id="60" dur="500"/>
                                        <p:tgtEl>
                                          <p:spTgt spid="74">
                                            <p:txEl>
                                              <p:pRg st="7" end="7"/>
                                            </p:txEl>
                                          </p:spTgt>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74">
                                            <p:txEl>
                                              <p:pRg st="8" end="8"/>
                                            </p:txEl>
                                          </p:spTgt>
                                        </p:tgtEl>
                                        <p:attrNameLst>
                                          <p:attrName>style.visibility</p:attrName>
                                        </p:attrNameLst>
                                      </p:cBhvr>
                                      <p:to>
                                        <p:strVal val="visible"/>
                                      </p:to>
                                    </p:set>
                                    <p:animEffect transition="in" filter="wipe(up)">
                                      <p:cBhvr>
                                        <p:cTn id="63" dur="500"/>
                                        <p:tgtEl>
                                          <p:spTgt spid="74">
                                            <p:txEl>
                                              <p:pRg st="8" end="8"/>
                                            </p:txEl>
                                          </p:spTgt>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74">
                                            <p:txEl>
                                              <p:pRg st="9" end="9"/>
                                            </p:txEl>
                                          </p:spTgt>
                                        </p:tgtEl>
                                        <p:attrNameLst>
                                          <p:attrName>style.visibility</p:attrName>
                                        </p:attrNameLst>
                                      </p:cBhvr>
                                      <p:to>
                                        <p:strVal val="visible"/>
                                      </p:to>
                                    </p:set>
                                    <p:animEffect transition="in" filter="wipe(up)">
                                      <p:cBhvr>
                                        <p:cTn id="66" dur="500"/>
                                        <p:tgtEl>
                                          <p:spTgt spid="74">
                                            <p:txEl>
                                              <p:pRg st="9" end="9"/>
                                            </p:txEl>
                                          </p:spTgt>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74">
                                            <p:txEl>
                                              <p:pRg st="10" end="10"/>
                                            </p:txEl>
                                          </p:spTgt>
                                        </p:tgtEl>
                                        <p:attrNameLst>
                                          <p:attrName>style.visibility</p:attrName>
                                        </p:attrNameLst>
                                      </p:cBhvr>
                                      <p:to>
                                        <p:strVal val="visible"/>
                                      </p:to>
                                    </p:set>
                                    <p:animEffect transition="in" filter="wipe(up)">
                                      <p:cBhvr>
                                        <p:cTn id="69" dur="500"/>
                                        <p:tgtEl>
                                          <p:spTgt spid="74">
                                            <p:txEl>
                                              <p:pRg st="10" end="10"/>
                                            </p:txEl>
                                          </p:spTgt>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74">
                                            <p:txEl>
                                              <p:pRg st="11" end="11"/>
                                            </p:txEl>
                                          </p:spTgt>
                                        </p:tgtEl>
                                        <p:attrNameLst>
                                          <p:attrName>style.visibility</p:attrName>
                                        </p:attrNameLst>
                                      </p:cBhvr>
                                      <p:to>
                                        <p:strVal val="visible"/>
                                      </p:to>
                                    </p:set>
                                    <p:animEffect transition="in" filter="wipe(up)">
                                      <p:cBhvr>
                                        <p:cTn id="72" dur="500"/>
                                        <p:tgtEl>
                                          <p:spTgt spid="74">
                                            <p:txEl>
                                              <p:pRg st="11" end="11"/>
                                            </p:txEl>
                                          </p:spTgt>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74">
                                            <p:txEl>
                                              <p:pRg st="12" end="12"/>
                                            </p:txEl>
                                          </p:spTgt>
                                        </p:tgtEl>
                                        <p:attrNameLst>
                                          <p:attrName>style.visibility</p:attrName>
                                        </p:attrNameLst>
                                      </p:cBhvr>
                                      <p:to>
                                        <p:strVal val="visible"/>
                                      </p:to>
                                    </p:set>
                                    <p:animEffect transition="in" filter="wipe(up)">
                                      <p:cBhvr>
                                        <p:cTn id="75" dur="500"/>
                                        <p:tgtEl>
                                          <p:spTgt spid="74">
                                            <p:txEl>
                                              <p:pRg st="12" end="12"/>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82"/>
                                        </p:tgtEl>
                                        <p:attrNameLst>
                                          <p:attrName>style.visibility</p:attrName>
                                        </p:attrNameLst>
                                      </p:cBhvr>
                                      <p:to>
                                        <p:strVal val="visible"/>
                                      </p:to>
                                    </p:set>
                                    <p:animEffect transition="in" filter="wipe(left)">
                                      <p:cBhvr>
                                        <p:cTn id="80" dur="1000"/>
                                        <p:tgtEl>
                                          <p:spTgt spid="18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190"/>
                                        </p:tgtEl>
                                        <p:attrNameLst>
                                          <p:attrName>style.visibility</p:attrName>
                                        </p:attrNameLst>
                                      </p:cBhvr>
                                      <p:to>
                                        <p:strVal val="visible"/>
                                      </p:to>
                                    </p:set>
                                    <p:animEffect transition="in" filter="wipe(up)">
                                      <p:cBhvr>
                                        <p:cTn id="85" dur="500"/>
                                        <p:tgtEl>
                                          <p:spTgt spid="19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xit" presetSubtype="1" fill="hold" nodeType="clickEffect">
                                  <p:stCondLst>
                                    <p:cond delay="0"/>
                                  </p:stCondLst>
                                  <p:childTnLst>
                                    <p:animEffect transition="out" filter="wipe(up)">
                                      <p:cBhvr>
                                        <p:cTn id="89" dur="500"/>
                                        <p:tgtEl>
                                          <p:spTgt spid="182"/>
                                        </p:tgtEl>
                                      </p:cBhvr>
                                    </p:animEffect>
                                    <p:set>
                                      <p:cBhvr>
                                        <p:cTn id="90" dur="1" fill="hold">
                                          <p:stCondLst>
                                            <p:cond delay="499"/>
                                          </p:stCondLst>
                                        </p:cTn>
                                        <p:tgtEl>
                                          <p:spTgt spid="182"/>
                                        </p:tgtEl>
                                        <p:attrNameLst>
                                          <p:attrName>style.visibility</p:attrName>
                                        </p:attrNameLst>
                                      </p:cBhvr>
                                      <p:to>
                                        <p:strVal val="hidden"/>
                                      </p:to>
                                    </p:set>
                                  </p:childTnLst>
                                </p:cTn>
                              </p:par>
                            </p:childTnLst>
                          </p:cTn>
                        </p:par>
                        <p:par>
                          <p:cTn id="91" fill="hold">
                            <p:stCondLst>
                              <p:cond delay="500"/>
                            </p:stCondLst>
                            <p:childTnLst>
                              <p:par>
                                <p:cTn id="92" presetID="22" presetClass="entr" presetSubtype="8" fill="hold" nodeType="afterEffect">
                                  <p:stCondLst>
                                    <p:cond delay="0"/>
                                  </p:stCondLst>
                                  <p:childTnLst>
                                    <p:set>
                                      <p:cBhvr>
                                        <p:cTn id="93" dur="1" fill="hold">
                                          <p:stCondLst>
                                            <p:cond delay="0"/>
                                          </p:stCondLst>
                                        </p:cTn>
                                        <p:tgtEl>
                                          <p:spTgt spid="183"/>
                                        </p:tgtEl>
                                        <p:attrNameLst>
                                          <p:attrName>style.visibility</p:attrName>
                                        </p:attrNameLst>
                                      </p:cBhvr>
                                      <p:to>
                                        <p:strVal val="visible"/>
                                      </p:to>
                                    </p:set>
                                    <p:animEffect transition="in" filter="wipe(left)">
                                      <p:cBhvr>
                                        <p:cTn id="94" dur="1000"/>
                                        <p:tgtEl>
                                          <p:spTgt spid="18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xit" presetSubtype="1" fill="hold" nodeType="clickEffect">
                                  <p:stCondLst>
                                    <p:cond delay="0"/>
                                  </p:stCondLst>
                                  <p:childTnLst>
                                    <p:animEffect transition="out" filter="wipe(up)">
                                      <p:cBhvr>
                                        <p:cTn id="98" dur="500"/>
                                        <p:tgtEl>
                                          <p:spTgt spid="183"/>
                                        </p:tgtEl>
                                      </p:cBhvr>
                                    </p:animEffect>
                                    <p:set>
                                      <p:cBhvr>
                                        <p:cTn id="99" dur="1" fill="hold">
                                          <p:stCondLst>
                                            <p:cond delay="499"/>
                                          </p:stCondLst>
                                        </p:cTn>
                                        <p:tgtEl>
                                          <p:spTgt spid="183"/>
                                        </p:tgtEl>
                                        <p:attrNameLst>
                                          <p:attrName>style.visibility</p:attrName>
                                        </p:attrNameLst>
                                      </p:cBhvr>
                                      <p:to>
                                        <p:strVal val="hidden"/>
                                      </p:to>
                                    </p:set>
                                  </p:childTnLst>
                                </p:cTn>
                              </p:par>
                            </p:childTnLst>
                          </p:cTn>
                        </p:par>
                        <p:par>
                          <p:cTn id="100" fill="hold">
                            <p:stCondLst>
                              <p:cond delay="500"/>
                            </p:stCondLst>
                            <p:childTnLst>
                              <p:par>
                                <p:cTn id="101" presetID="22" presetClass="entr" presetSubtype="8" fill="hold" nodeType="afterEffect">
                                  <p:stCondLst>
                                    <p:cond delay="0"/>
                                  </p:stCondLst>
                                  <p:childTnLst>
                                    <p:set>
                                      <p:cBhvr>
                                        <p:cTn id="102" dur="1" fill="hold">
                                          <p:stCondLst>
                                            <p:cond delay="0"/>
                                          </p:stCondLst>
                                        </p:cTn>
                                        <p:tgtEl>
                                          <p:spTgt spid="184"/>
                                        </p:tgtEl>
                                        <p:attrNameLst>
                                          <p:attrName>style.visibility</p:attrName>
                                        </p:attrNameLst>
                                      </p:cBhvr>
                                      <p:to>
                                        <p:strVal val="visible"/>
                                      </p:to>
                                    </p:set>
                                    <p:animEffect transition="in" filter="wipe(left)">
                                      <p:cBhvr>
                                        <p:cTn id="103" dur="1000"/>
                                        <p:tgtEl>
                                          <p:spTgt spid="184"/>
                                        </p:tgtEl>
                                      </p:cBhvr>
                                    </p:animEffect>
                                  </p:childTnLst>
                                </p:cTn>
                              </p:par>
                            </p:childTnLst>
                          </p:cTn>
                        </p:par>
                      </p:childTnLst>
                    </p:cTn>
                  </p:par>
                  <p:par>
                    <p:cTn id="104" fill="hold">
                      <p:stCondLst>
                        <p:cond delay="indefinite"/>
                      </p:stCondLst>
                      <p:childTnLst>
                        <p:par>
                          <p:cTn id="105" fill="hold">
                            <p:stCondLst>
                              <p:cond delay="0"/>
                            </p:stCondLst>
                            <p:childTnLst>
                              <p:par>
                                <p:cTn id="106" presetID="42" presetClass="path" presetSubtype="0" accel="50000" decel="50000" fill="hold" nodeType="clickEffect">
                                  <p:stCondLst>
                                    <p:cond delay="0"/>
                                  </p:stCondLst>
                                  <p:childTnLst>
                                    <p:animMotion origin="layout" path="M -4.16667E-6 3.7037E-7 L -0.06497 0.08356 " pathEditMode="relative" rAng="0" ptsTypes="AA">
                                      <p:cBhvr>
                                        <p:cTn id="107" dur="1500" fill="hold"/>
                                        <p:tgtEl>
                                          <p:spTgt spid="190"/>
                                        </p:tgtEl>
                                        <p:attrNameLst>
                                          <p:attrName>ppt_x</p:attrName>
                                          <p:attrName>ppt_y</p:attrName>
                                        </p:attrNameLst>
                                      </p:cBhvr>
                                      <p:rCtr x="-3255" y="4167"/>
                                    </p:animMotion>
                                  </p:childTnLst>
                                </p:cTn>
                              </p:par>
                            </p:childTnLst>
                          </p:cTn>
                        </p:par>
                      </p:childTnLst>
                    </p:cTn>
                  </p:par>
                  <p:par>
                    <p:cTn id="108" fill="hold">
                      <p:stCondLst>
                        <p:cond delay="indefinite"/>
                      </p:stCondLst>
                      <p:childTnLst>
                        <p:par>
                          <p:cTn id="109" fill="hold">
                            <p:stCondLst>
                              <p:cond delay="0"/>
                            </p:stCondLst>
                            <p:childTnLst>
                              <p:par>
                                <p:cTn id="110" presetID="42" presetClass="path" presetSubtype="0" accel="50000" decel="50000" fill="hold" nodeType="clickEffect">
                                  <p:stCondLst>
                                    <p:cond delay="0"/>
                                  </p:stCondLst>
                                  <p:childTnLst>
                                    <p:animMotion origin="layout" path="M -0.06497 0.08356 L -0.10013 0.16574 " pathEditMode="relative" rAng="0" ptsTypes="AA">
                                      <p:cBhvr>
                                        <p:cTn id="111" dur="1500" fill="hold"/>
                                        <p:tgtEl>
                                          <p:spTgt spid="190"/>
                                        </p:tgtEl>
                                        <p:attrNameLst>
                                          <p:attrName>ppt_x</p:attrName>
                                          <p:attrName>ppt_y</p:attrName>
                                        </p:attrNameLst>
                                      </p:cBhvr>
                                      <p:rCtr x="-1758" y="4097"/>
                                    </p:animMotion>
                                  </p:childTnLst>
                                </p:cTn>
                              </p:par>
                            </p:childTnLst>
                          </p:cTn>
                        </p:par>
                      </p:childTnLst>
                    </p:cTn>
                  </p:par>
                  <p:par>
                    <p:cTn id="112" fill="hold">
                      <p:stCondLst>
                        <p:cond delay="indefinite"/>
                      </p:stCondLst>
                      <p:childTnLst>
                        <p:par>
                          <p:cTn id="113" fill="hold">
                            <p:stCondLst>
                              <p:cond delay="0"/>
                            </p:stCondLst>
                            <p:childTnLst>
                              <p:par>
                                <p:cTn id="114" presetID="22" presetClass="exit" presetSubtype="1" fill="hold" nodeType="clickEffect">
                                  <p:stCondLst>
                                    <p:cond delay="0"/>
                                  </p:stCondLst>
                                  <p:childTnLst>
                                    <p:animEffect transition="out" filter="wipe(up)">
                                      <p:cBhvr>
                                        <p:cTn id="115" dur="500"/>
                                        <p:tgtEl>
                                          <p:spTgt spid="184"/>
                                        </p:tgtEl>
                                      </p:cBhvr>
                                    </p:animEffect>
                                    <p:set>
                                      <p:cBhvr>
                                        <p:cTn id="116" dur="1" fill="hold">
                                          <p:stCondLst>
                                            <p:cond delay="499"/>
                                          </p:stCondLst>
                                        </p:cTn>
                                        <p:tgtEl>
                                          <p:spTgt spid="184"/>
                                        </p:tgtEl>
                                        <p:attrNameLst>
                                          <p:attrName>style.visibility</p:attrName>
                                        </p:attrNameLst>
                                      </p:cBhvr>
                                      <p:to>
                                        <p:strVal val="hidden"/>
                                      </p:to>
                                    </p:se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186"/>
                                        </p:tgtEl>
                                        <p:attrNameLst>
                                          <p:attrName>style.visibility</p:attrName>
                                        </p:attrNameLst>
                                      </p:cBhvr>
                                      <p:to>
                                        <p:strVal val="visible"/>
                                      </p:to>
                                    </p:set>
                                    <p:animEffect transition="in" filter="wipe(left)">
                                      <p:cBhvr>
                                        <p:cTn id="120" dur="1000"/>
                                        <p:tgtEl>
                                          <p:spTgt spid="186"/>
                                        </p:tgtEl>
                                      </p:cBhvr>
                                    </p:animEffect>
                                  </p:childTnLst>
                                </p:cTn>
                              </p:par>
                            </p:childTnLst>
                          </p:cTn>
                        </p:par>
                      </p:childTnLst>
                    </p:cTn>
                  </p:par>
                  <p:par>
                    <p:cTn id="121" fill="hold">
                      <p:stCondLst>
                        <p:cond delay="indefinite"/>
                      </p:stCondLst>
                      <p:childTnLst>
                        <p:par>
                          <p:cTn id="122" fill="hold">
                            <p:stCondLst>
                              <p:cond delay="0"/>
                            </p:stCondLst>
                            <p:childTnLst>
                              <p:par>
                                <p:cTn id="123" presetID="8" presetClass="emph" presetSubtype="0" fill="hold" grpId="0" nodeType="clickEffect">
                                  <p:stCondLst>
                                    <p:cond delay="0"/>
                                  </p:stCondLst>
                                  <p:childTnLst>
                                    <p:animRot by="21600000">
                                      <p:cBhvr>
                                        <p:cTn id="124" dur="1000" fill="hold"/>
                                        <p:tgtEl>
                                          <p:spTgt spid="50"/>
                                        </p:tgtEl>
                                        <p:attrNameLst>
                                          <p:attrName>r</p:attrName>
                                        </p:attrNameLst>
                                      </p:cBhvr>
                                    </p:animRot>
                                  </p:childTnLst>
                                </p:cTn>
                              </p:par>
                            </p:childTnLst>
                          </p:cTn>
                        </p:par>
                        <p:par>
                          <p:cTn id="125" fill="hold">
                            <p:stCondLst>
                              <p:cond delay="1000"/>
                            </p:stCondLst>
                            <p:childTnLst>
                              <p:par>
                                <p:cTn id="126" presetID="64" presetClass="path" presetSubtype="0" accel="50000" decel="50000" fill="hold" grpId="1" nodeType="afterEffect">
                                  <p:stCondLst>
                                    <p:cond delay="0"/>
                                  </p:stCondLst>
                                  <p:childTnLst>
                                    <p:animMotion origin="layout" path="M -2.70833E-6 3.7037E-7 L -0.08216 -0.26898 " pathEditMode="relative" rAng="0" ptsTypes="AA">
                                      <p:cBhvr>
                                        <p:cTn id="127" dur="1500" fill="hold"/>
                                        <p:tgtEl>
                                          <p:spTgt spid="50"/>
                                        </p:tgtEl>
                                        <p:attrNameLst>
                                          <p:attrName>ppt_x</p:attrName>
                                          <p:attrName>ppt_y</p:attrName>
                                        </p:attrNameLst>
                                      </p:cBhvr>
                                      <p:rCtr x="-4115" y="-13449"/>
                                    </p:animMotion>
                                  </p:childTnLst>
                                </p:cTn>
                              </p:par>
                            </p:childTnLst>
                          </p:cTn>
                        </p:par>
                      </p:childTnLst>
                    </p:cTn>
                  </p:par>
                  <p:par>
                    <p:cTn id="128" fill="hold">
                      <p:stCondLst>
                        <p:cond delay="indefinite"/>
                      </p:stCondLst>
                      <p:childTnLst>
                        <p:par>
                          <p:cTn id="129" fill="hold">
                            <p:stCondLst>
                              <p:cond delay="0"/>
                            </p:stCondLst>
                            <p:childTnLst>
                              <p:par>
                                <p:cTn id="130" presetID="22" presetClass="exit" presetSubtype="1" fill="hold" nodeType="clickEffect">
                                  <p:stCondLst>
                                    <p:cond delay="0"/>
                                  </p:stCondLst>
                                  <p:childTnLst>
                                    <p:animEffect transition="out" filter="wipe(up)">
                                      <p:cBhvr>
                                        <p:cTn id="131" dur="500"/>
                                        <p:tgtEl>
                                          <p:spTgt spid="186"/>
                                        </p:tgtEl>
                                      </p:cBhvr>
                                    </p:animEffect>
                                    <p:set>
                                      <p:cBhvr>
                                        <p:cTn id="132" dur="1" fill="hold">
                                          <p:stCondLst>
                                            <p:cond delay="499"/>
                                          </p:stCondLst>
                                        </p:cTn>
                                        <p:tgtEl>
                                          <p:spTgt spid="186"/>
                                        </p:tgtEl>
                                        <p:attrNameLst>
                                          <p:attrName>style.visibility</p:attrName>
                                        </p:attrNameLst>
                                      </p:cBhvr>
                                      <p:to>
                                        <p:strVal val="hidden"/>
                                      </p:to>
                                    </p:set>
                                  </p:childTnLst>
                                </p:cTn>
                              </p:par>
                            </p:childTnLst>
                          </p:cTn>
                        </p:par>
                        <p:par>
                          <p:cTn id="133" fill="hold">
                            <p:stCondLst>
                              <p:cond delay="500"/>
                            </p:stCondLst>
                            <p:childTnLst>
                              <p:par>
                                <p:cTn id="134" presetID="22" presetClass="entr" presetSubtype="8" fill="hold" grpId="0" nodeType="afterEffect">
                                  <p:stCondLst>
                                    <p:cond delay="0"/>
                                  </p:stCondLst>
                                  <p:childTnLst>
                                    <p:set>
                                      <p:cBhvr>
                                        <p:cTn id="135" dur="1" fill="hold">
                                          <p:stCondLst>
                                            <p:cond delay="0"/>
                                          </p:stCondLst>
                                        </p:cTn>
                                        <p:tgtEl>
                                          <p:spTgt spid="189"/>
                                        </p:tgtEl>
                                        <p:attrNameLst>
                                          <p:attrName>style.visibility</p:attrName>
                                        </p:attrNameLst>
                                      </p:cBhvr>
                                      <p:to>
                                        <p:strVal val="visible"/>
                                      </p:to>
                                    </p:set>
                                    <p:animEffect transition="in" filter="wipe(left)">
                                      <p:cBhvr>
                                        <p:cTn id="136" dur="1000"/>
                                        <p:tgtEl>
                                          <p:spTgt spid="189"/>
                                        </p:tgtEl>
                                      </p:cBhvr>
                                    </p:animEffect>
                                  </p:childTnLst>
                                </p:cTn>
                              </p:par>
                            </p:childTnLst>
                          </p:cTn>
                        </p:par>
                      </p:childTnLst>
                    </p:cTn>
                  </p:par>
                  <p:par>
                    <p:cTn id="137" fill="hold">
                      <p:stCondLst>
                        <p:cond delay="indefinite"/>
                      </p:stCondLst>
                      <p:childTnLst>
                        <p:par>
                          <p:cTn id="138" fill="hold">
                            <p:stCondLst>
                              <p:cond delay="0"/>
                            </p:stCondLst>
                            <p:childTnLst>
                              <p:par>
                                <p:cTn id="139" presetID="32" presetClass="emph" presetSubtype="0" fill="hold" grpId="0" nodeType="clickEffect">
                                  <p:stCondLst>
                                    <p:cond delay="0"/>
                                  </p:stCondLst>
                                  <p:childTnLst>
                                    <p:animRot by="120000">
                                      <p:cBhvr>
                                        <p:cTn id="140" dur="150" fill="hold">
                                          <p:stCondLst>
                                            <p:cond delay="0"/>
                                          </p:stCondLst>
                                        </p:cTn>
                                        <p:tgtEl>
                                          <p:spTgt spid="61"/>
                                        </p:tgtEl>
                                        <p:attrNameLst>
                                          <p:attrName>r</p:attrName>
                                        </p:attrNameLst>
                                      </p:cBhvr>
                                    </p:animRot>
                                    <p:animRot by="-240000">
                                      <p:cBhvr>
                                        <p:cTn id="141" dur="300" fill="hold">
                                          <p:stCondLst>
                                            <p:cond delay="300"/>
                                          </p:stCondLst>
                                        </p:cTn>
                                        <p:tgtEl>
                                          <p:spTgt spid="61"/>
                                        </p:tgtEl>
                                        <p:attrNameLst>
                                          <p:attrName>r</p:attrName>
                                        </p:attrNameLst>
                                      </p:cBhvr>
                                    </p:animRot>
                                    <p:animRot by="240000">
                                      <p:cBhvr>
                                        <p:cTn id="142" dur="300" fill="hold">
                                          <p:stCondLst>
                                            <p:cond delay="600"/>
                                          </p:stCondLst>
                                        </p:cTn>
                                        <p:tgtEl>
                                          <p:spTgt spid="61"/>
                                        </p:tgtEl>
                                        <p:attrNameLst>
                                          <p:attrName>r</p:attrName>
                                        </p:attrNameLst>
                                      </p:cBhvr>
                                    </p:animRot>
                                    <p:animRot by="-240000">
                                      <p:cBhvr>
                                        <p:cTn id="143" dur="300" fill="hold">
                                          <p:stCondLst>
                                            <p:cond delay="900"/>
                                          </p:stCondLst>
                                        </p:cTn>
                                        <p:tgtEl>
                                          <p:spTgt spid="61"/>
                                        </p:tgtEl>
                                        <p:attrNameLst>
                                          <p:attrName>r</p:attrName>
                                        </p:attrNameLst>
                                      </p:cBhvr>
                                    </p:animRot>
                                    <p:animRot by="120000">
                                      <p:cBhvr>
                                        <p:cTn id="144" dur="300" fill="hold">
                                          <p:stCondLst>
                                            <p:cond delay="1200"/>
                                          </p:stCondLst>
                                        </p:cTn>
                                        <p:tgtEl>
                                          <p:spTgt spid="61"/>
                                        </p:tgtEl>
                                        <p:attrNameLst>
                                          <p:attrName>r</p:attrName>
                                        </p:attrNameLst>
                                      </p:cBhvr>
                                    </p:animRot>
                                  </p:childTnLst>
                                </p:cTn>
                              </p:par>
                            </p:childTnLst>
                          </p:cTn>
                        </p:par>
                        <p:par>
                          <p:cTn id="145" fill="hold">
                            <p:stCondLst>
                              <p:cond delay="1500"/>
                            </p:stCondLst>
                            <p:childTnLst>
                              <p:par>
                                <p:cTn id="146" presetID="64" presetClass="path" presetSubtype="0" accel="50000" decel="50000" fill="hold" nodeType="afterEffect">
                                  <p:stCondLst>
                                    <p:cond delay="0"/>
                                  </p:stCondLst>
                                  <p:childTnLst>
                                    <p:animMotion origin="layout" path="M -0.10013 0.16574 L -0.06498 0.08356 " pathEditMode="relative" rAng="0" ptsTypes="AA">
                                      <p:cBhvr>
                                        <p:cTn id="147" dur="1500" fill="hold"/>
                                        <p:tgtEl>
                                          <p:spTgt spid="190"/>
                                        </p:tgtEl>
                                        <p:attrNameLst>
                                          <p:attrName>ppt_x</p:attrName>
                                          <p:attrName>ppt_y</p:attrName>
                                        </p:attrNameLst>
                                      </p:cBhvr>
                                      <p:rCtr x="2526" y="-4190"/>
                                    </p:animMotion>
                                  </p:childTnLst>
                                </p:cTn>
                              </p:par>
                            </p:childTnLst>
                          </p:cTn>
                        </p:par>
                      </p:childTnLst>
                    </p:cTn>
                  </p:par>
                  <p:par>
                    <p:cTn id="148" fill="hold">
                      <p:stCondLst>
                        <p:cond delay="indefinite"/>
                      </p:stCondLst>
                      <p:childTnLst>
                        <p:par>
                          <p:cTn id="149" fill="hold">
                            <p:stCondLst>
                              <p:cond delay="0"/>
                            </p:stCondLst>
                            <p:childTnLst>
                              <p:par>
                                <p:cTn id="150" presetID="8" presetClass="emph" presetSubtype="0" fill="hold" grpId="0" nodeType="clickEffect">
                                  <p:stCondLst>
                                    <p:cond delay="0"/>
                                  </p:stCondLst>
                                  <p:childTnLst>
                                    <p:animRot by="21600000">
                                      <p:cBhvr>
                                        <p:cTn id="151" dur="1000" fill="hold"/>
                                        <p:tgtEl>
                                          <p:spTgt spid="12"/>
                                        </p:tgtEl>
                                        <p:attrNameLst>
                                          <p:attrName>r</p:attrName>
                                        </p:attrNameLst>
                                      </p:cBhvr>
                                    </p:animRot>
                                  </p:childTnLst>
                                </p:cTn>
                              </p:par>
                            </p:childTnLst>
                          </p:cTn>
                        </p:par>
                        <p:par>
                          <p:cTn id="152" fill="hold">
                            <p:stCondLst>
                              <p:cond delay="1000"/>
                            </p:stCondLst>
                            <p:childTnLst>
                              <p:par>
                                <p:cTn id="153" presetID="64" presetClass="path" presetSubtype="0" accel="50000" decel="50000" fill="hold" grpId="1" nodeType="afterEffect">
                                  <p:stCondLst>
                                    <p:cond delay="0"/>
                                  </p:stCondLst>
                                  <p:childTnLst>
                                    <p:animMotion origin="layout" path="M 2.70833E-6 -2.22222E-6 L -0.10638 -0.18657 " pathEditMode="relative" rAng="0" ptsTypes="AA">
                                      <p:cBhvr>
                                        <p:cTn id="154" dur="1500" fill="hold"/>
                                        <p:tgtEl>
                                          <p:spTgt spid="12"/>
                                        </p:tgtEl>
                                        <p:attrNameLst>
                                          <p:attrName>ppt_x</p:attrName>
                                          <p:attrName>ppt_y</p:attrName>
                                        </p:attrNameLst>
                                      </p:cBhvr>
                                      <p:rCtr x="-5326" y="-9329"/>
                                    </p:animMotion>
                                  </p:childTnLst>
                                </p:cTn>
                              </p:par>
                            </p:childTnLst>
                          </p:cTn>
                        </p:par>
                      </p:childTnLst>
                    </p:cTn>
                  </p:par>
                  <p:par>
                    <p:cTn id="155" fill="hold">
                      <p:stCondLst>
                        <p:cond delay="indefinite"/>
                      </p:stCondLst>
                      <p:childTnLst>
                        <p:par>
                          <p:cTn id="156" fill="hold">
                            <p:stCondLst>
                              <p:cond delay="0"/>
                            </p:stCondLst>
                            <p:childTnLst>
                              <p:par>
                                <p:cTn id="157" presetID="22" presetClass="exit" presetSubtype="1" fill="hold" grpId="1" nodeType="clickEffect">
                                  <p:stCondLst>
                                    <p:cond delay="0"/>
                                  </p:stCondLst>
                                  <p:childTnLst>
                                    <p:animEffect transition="out" filter="wipe(up)">
                                      <p:cBhvr>
                                        <p:cTn id="158" dur="500"/>
                                        <p:tgtEl>
                                          <p:spTgt spid="189"/>
                                        </p:tgtEl>
                                      </p:cBhvr>
                                    </p:animEffect>
                                    <p:set>
                                      <p:cBhvr>
                                        <p:cTn id="159" dur="1" fill="hold">
                                          <p:stCondLst>
                                            <p:cond delay="499"/>
                                          </p:stCondLst>
                                        </p:cTn>
                                        <p:tgtEl>
                                          <p:spTgt spid="189"/>
                                        </p:tgtEl>
                                        <p:attrNameLst>
                                          <p:attrName>style.visibility</p:attrName>
                                        </p:attrNameLst>
                                      </p:cBhvr>
                                      <p:to>
                                        <p:strVal val="hidden"/>
                                      </p:to>
                                    </p:set>
                                  </p:childTnLst>
                                </p:cTn>
                              </p:par>
                            </p:childTnLst>
                          </p:cTn>
                        </p:par>
                        <p:par>
                          <p:cTn id="160" fill="hold">
                            <p:stCondLst>
                              <p:cond delay="500"/>
                            </p:stCondLst>
                            <p:childTnLst>
                              <p:par>
                                <p:cTn id="161" presetID="22" presetClass="entr" presetSubtype="8" fill="hold" nodeType="afterEffect">
                                  <p:stCondLst>
                                    <p:cond delay="0"/>
                                  </p:stCondLst>
                                  <p:childTnLst>
                                    <p:set>
                                      <p:cBhvr>
                                        <p:cTn id="162" dur="1" fill="hold">
                                          <p:stCondLst>
                                            <p:cond delay="0"/>
                                          </p:stCondLst>
                                        </p:cTn>
                                        <p:tgtEl>
                                          <p:spTgt spid="187"/>
                                        </p:tgtEl>
                                        <p:attrNameLst>
                                          <p:attrName>style.visibility</p:attrName>
                                        </p:attrNameLst>
                                      </p:cBhvr>
                                      <p:to>
                                        <p:strVal val="visible"/>
                                      </p:to>
                                    </p:set>
                                    <p:animEffect transition="in" filter="wipe(left)">
                                      <p:cBhvr>
                                        <p:cTn id="163" dur="1000"/>
                                        <p:tgtEl>
                                          <p:spTgt spid="187"/>
                                        </p:tgtEl>
                                      </p:cBhvr>
                                    </p:animEffect>
                                  </p:childTnLst>
                                </p:cTn>
                              </p:par>
                            </p:childTnLst>
                          </p:cTn>
                        </p:par>
                      </p:childTnLst>
                    </p:cTn>
                  </p:par>
                  <p:par>
                    <p:cTn id="164" fill="hold">
                      <p:stCondLst>
                        <p:cond delay="indefinite"/>
                      </p:stCondLst>
                      <p:childTnLst>
                        <p:par>
                          <p:cTn id="165" fill="hold">
                            <p:stCondLst>
                              <p:cond delay="0"/>
                            </p:stCondLst>
                            <p:childTnLst>
                              <p:par>
                                <p:cTn id="166" presetID="42" presetClass="path" presetSubtype="0" accel="50000" decel="50000" fill="hold" nodeType="clickEffect">
                                  <p:stCondLst>
                                    <p:cond delay="0"/>
                                  </p:stCondLst>
                                  <p:childTnLst>
                                    <p:animMotion origin="layout" path="M -0.06497 0.08356 L 0.02644 0.16435 " pathEditMode="relative" rAng="0" ptsTypes="AA">
                                      <p:cBhvr>
                                        <p:cTn id="167" dur="1500" fill="hold"/>
                                        <p:tgtEl>
                                          <p:spTgt spid="190"/>
                                        </p:tgtEl>
                                        <p:attrNameLst>
                                          <p:attrName>ppt_x</p:attrName>
                                          <p:attrName>ppt_y</p:attrName>
                                        </p:attrNameLst>
                                      </p:cBhvr>
                                      <p:rCtr x="4570" y="4028"/>
                                    </p:animMotion>
                                  </p:childTnLst>
                                </p:cTn>
                              </p:par>
                            </p:childTnLst>
                          </p:cTn>
                        </p:par>
                      </p:childTnLst>
                    </p:cTn>
                  </p:par>
                  <p:par>
                    <p:cTn id="168" fill="hold">
                      <p:stCondLst>
                        <p:cond delay="indefinite"/>
                      </p:stCondLst>
                      <p:childTnLst>
                        <p:par>
                          <p:cTn id="169" fill="hold">
                            <p:stCondLst>
                              <p:cond delay="0"/>
                            </p:stCondLst>
                            <p:childTnLst>
                              <p:par>
                                <p:cTn id="170" presetID="22" presetClass="exit" presetSubtype="1" fill="hold" nodeType="clickEffect">
                                  <p:stCondLst>
                                    <p:cond delay="0"/>
                                  </p:stCondLst>
                                  <p:childTnLst>
                                    <p:animEffect transition="out" filter="wipe(up)">
                                      <p:cBhvr>
                                        <p:cTn id="171" dur="500"/>
                                        <p:tgtEl>
                                          <p:spTgt spid="187"/>
                                        </p:tgtEl>
                                      </p:cBhvr>
                                    </p:animEffect>
                                    <p:set>
                                      <p:cBhvr>
                                        <p:cTn id="172" dur="1" fill="hold">
                                          <p:stCondLst>
                                            <p:cond delay="499"/>
                                          </p:stCondLst>
                                        </p:cTn>
                                        <p:tgtEl>
                                          <p:spTgt spid="187"/>
                                        </p:tgtEl>
                                        <p:attrNameLst>
                                          <p:attrName>style.visibility</p:attrName>
                                        </p:attrNameLst>
                                      </p:cBhvr>
                                      <p:to>
                                        <p:strVal val="hidden"/>
                                      </p:to>
                                    </p:set>
                                  </p:childTnLst>
                                </p:cTn>
                              </p:par>
                            </p:childTnLst>
                          </p:cTn>
                        </p:par>
                        <p:par>
                          <p:cTn id="173" fill="hold">
                            <p:stCondLst>
                              <p:cond delay="500"/>
                            </p:stCondLst>
                            <p:childTnLst>
                              <p:par>
                                <p:cTn id="174" presetID="22" presetClass="entr" presetSubtype="8" fill="hold" nodeType="afterEffect">
                                  <p:stCondLst>
                                    <p:cond delay="0"/>
                                  </p:stCondLst>
                                  <p:childTnLst>
                                    <p:set>
                                      <p:cBhvr>
                                        <p:cTn id="175" dur="1" fill="hold">
                                          <p:stCondLst>
                                            <p:cond delay="0"/>
                                          </p:stCondLst>
                                        </p:cTn>
                                        <p:tgtEl>
                                          <p:spTgt spid="196"/>
                                        </p:tgtEl>
                                        <p:attrNameLst>
                                          <p:attrName>style.visibility</p:attrName>
                                        </p:attrNameLst>
                                      </p:cBhvr>
                                      <p:to>
                                        <p:strVal val="visible"/>
                                      </p:to>
                                    </p:set>
                                    <p:animEffect transition="in" filter="wipe(left)">
                                      <p:cBhvr>
                                        <p:cTn id="176" dur="1000"/>
                                        <p:tgtEl>
                                          <p:spTgt spid="196"/>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xit" presetSubtype="1" fill="hold" nodeType="clickEffect">
                                  <p:stCondLst>
                                    <p:cond delay="0"/>
                                  </p:stCondLst>
                                  <p:childTnLst>
                                    <p:animEffect transition="out" filter="wipe(up)">
                                      <p:cBhvr>
                                        <p:cTn id="180" dur="500"/>
                                        <p:tgtEl>
                                          <p:spTgt spid="196"/>
                                        </p:tgtEl>
                                      </p:cBhvr>
                                    </p:animEffect>
                                    <p:set>
                                      <p:cBhvr>
                                        <p:cTn id="181" dur="1" fill="hold">
                                          <p:stCondLst>
                                            <p:cond delay="499"/>
                                          </p:stCondLst>
                                        </p:cTn>
                                        <p:tgtEl>
                                          <p:spTgt spid="196"/>
                                        </p:tgtEl>
                                        <p:attrNameLst>
                                          <p:attrName>style.visibility</p:attrName>
                                        </p:attrNameLst>
                                      </p:cBhvr>
                                      <p:to>
                                        <p:strVal val="hidden"/>
                                      </p:to>
                                    </p:set>
                                  </p:childTnLst>
                                </p:cTn>
                              </p:par>
                            </p:childTnLst>
                          </p:cTn>
                        </p:par>
                        <p:par>
                          <p:cTn id="182" fill="hold">
                            <p:stCondLst>
                              <p:cond delay="500"/>
                            </p:stCondLst>
                            <p:childTnLst>
                              <p:par>
                                <p:cTn id="183" presetID="22" presetClass="entr" presetSubtype="8" fill="hold" nodeType="afterEffect">
                                  <p:stCondLst>
                                    <p:cond delay="0"/>
                                  </p:stCondLst>
                                  <p:childTnLst>
                                    <p:set>
                                      <p:cBhvr>
                                        <p:cTn id="184" dur="1" fill="hold">
                                          <p:stCondLst>
                                            <p:cond delay="0"/>
                                          </p:stCondLst>
                                        </p:cTn>
                                        <p:tgtEl>
                                          <p:spTgt spid="197"/>
                                        </p:tgtEl>
                                        <p:attrNameLst>
                                          <p:attrName>style.visibility</p:attrName>
                                        </p:attrNameLst>
                                      </p:cBhvr>
                                      <p:to>
                                        <p:strVal val="visible"/>
                                      </p:to>
                                    </p:set>
                                    <p:animEffect transition="in" filter="wipe(left)">
                                      <p:cBhvr>
                                        <p:cTn id="185" dur="1000"/>
                                        <p:tgtEl>
                                          <p:spTgt spid="197"/>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xit" presetSubtype="1" fill="hold" nodeType="clickEffect">
                                  <p:stCondLst>
                                    <p:cond delay="0"/>
                                  </p:stCondLst>
                                  <p:childTnLst>
                                    <p:animEffect transition="out" filter="wipe(up)">
                                      <p:cBhvr>
                                        <p:cTn id="189" dur="500"/>
                                        <p:tgtEl>
                                          <p:spTgt spid="197"/>
                                        </p:tgtEl>
                                      </p:cBhvr>
                                    </p:animEffect>
                                    <p:set>
                                      <p:cBhvr>
                                        <p:cTn id="190" dur="1" fill="hold">
                                          <p:stCondLst>
                                            <p:cond delay="499"/>
                                          </p:stCondLst>
                                        </p:cTn>
                                        <p:tgtEl>
                                          <p:spTgt spid="197"/>
                                        </p:tgtEl>
                                        <p:attrNameLst>
                                          <p:attrName>style.visibility</p:attrName>
                                        </p:attrNameLst>
                                      </p:cBhvr>
                                      <p:to>
                                        <p:strVal val="hidden"/>
                                      </p:to>
                                    </p:set>
                                  </p:childTnLst>
                                </p:cTn>
                              </p:par>
                            </p:childTnLst>
                          </p:cTn>
                        </p:par>
                        <p:par>
                          <p:cTn id="191" fill="hold">
                            <p:stCondLst>
                              <p:cond delay="500"/>
                            </p:stCondLst>
                            <p:childTnLst>
                              <p:par>
                                <p:cTn id="192" presetID="22" presetClass="entr" presetSubtype="8" fill="hold" nodeType="afterEffect">
                                  <p:stCondLst>
                                    <p:cond delay="0"/>
                                  </p:stCondLst>
                                  <p:childTnLst>
                                    <p:set>
                                      <p:cBhvr>
                                        <p:cTn id="193" dur="1" fill="hold">
                                          <p:stCondLst>
                                            <p:cond delay="0"/>
                                          </p:stCondLst>
                                        </p:cTn>
                                        <p:tgtEl>
                                          <p:spTgt spid="199"/>
                                        </p:tgtEl>
                                        <p:attrNameLst>
                                          <p:attrName>style.visibility</p:attrName>
                                        </p:attrNameLst>
                                      </p:cBhvr>
                                      <p:to>
                                        <p:strVal val="visible"/>
                                      </p:to>
                                    </p:set>
                                    <p:animEffect transition="in" filter="wipe(left)">
                                      <p:cBhvr>
                                        <p:cTn id="194" dur="1000"/>
                                        <p:tgtEl>
                                          <p:spTgt spid="199"/>
                                        </p:tgtEl>
                                      </p:cBhvr>
                                    </p:animEffect>
                                  </p:childTnLst>
                                </p:cTn>
                              </p:par>
                            </p:childTnLst>
                          </p:cTn>
                        </p:par>
                      </p:childTnLst>
                    </p:cTn>
                  </p:par>
                  <p:par>
                    <p:cTn id="195" fill="hold">
                      <p:stCondLst>
                        <p:cond delay="indefinite"/>
                      </p:stCondLst>
                      <p:childTnLst>
                        <p:par>
                          <p:cTn id="196" fill="hold">
                            <p:stCondLst>
                              <p:cond delay="0"/>
                            </p:stCondLst>
                            <p:childTnLst>
                              <p:par>
                                <p:cTn id="197" presetID="8" presetClass="emph" presetSubtype="0" fill="hold" grpId="0" nodeType="clickEffect">
                                  <p:stCondLst>
                                    <p:cond delay="0"/>
                                  </p:stCondLst>
                                  <p:childTnLst>
                                    <p:animRot by="21600000">
                                      <p:cBhvr>
                                        <p:cTn id="198" dur="1000" fill="hold"/>
                                        <p:tgtEl>
                                          <p:spTgt spid="51"/>
                                        </p:tgtEl>
                                        <p:attrNameLst>
                                          <p:attrName>r</p:attrName>
                                        </p:attrNameLst>
                                      </p:cBhvr>
                                    </p:animRot>
                                  </p:childTnLst>
                                </p:cTn>
                              </p:par>
                            </p:childTnLst>
                          </p:cTn>
                        </p:par>
                        <p:par>
                          <p:cTn id="199" fill="hold">
                            <p:stCondLst>
                              <p:cond delay="1000"/>
                            </p:stCondLst>
                            <p:childTnLst>
                              <p:par>
                                <p:cTn id="200" presetID="64" presetClass="path" presetSubtype="0" accel="50000" decel="50000" fill="hold" grpId="1" nodeType="afterEffect">
                                  <p:stCondLst>
                                    <p:cond delay="0"/>
                                  </p:stCondLst>
                                  <p:childTnLst>
                                    <p:animMotion origin="layout" path="M 3.75E-6 4.44444E-6 L -0.13451 -0.27153 " pathEditMode="relative" rAng="0" ptsTypes="AA">
                                      <p:cBhvr>
                                        <p:cTn id="201" dur="1500" fill="hold"/>
                                        <p:tgtEl>
                                          <p:spTgt spid="51"/>
                                        </p:tgtEl>
                                        <p:attrNameLst>
                                          <p:attrName>ppt_x</p:attrName>
                                          <p:attrName>ppt_y</p:attrName>
                                        </p:attrNameLst>
                                      </p:cBhvr>
                                      <p:rCtr x="-6732" y="-13588"/>
                                    </p:animMotion>
                                  </p:childTnLst>
                                </p:cTn>
                              </p:par>
                            </p:childTnLst>
                          </p:cTn>
                        </p:par>
                      </p:childTnLst>
                    </p:cTn>
                  </p:par>
                  <p:par>
                    <p:cTn id="202" fill="hold">
                      <p:stCondLst>
                        <p:cond delay="indefinite"/>
                      </p:stCondLst>
                      <p:childTnLst>
                        <p:par>
                          <p:cTn id="203" fill="hold">
                            <p:stCondLst>
                              <p:cond delay="0"/>
                            </p:stCondLst>
                            <p:childTnLst>
                              <p:par>
                                <p:cTn id="204" presetID="22" presetClass="exit" presetSubtype="1" fill="hold" nodeType="clickEffect">
                                  <p:stCondLst>
                                    <p:cond delay="0"/>
                                  </p:stCondLst>
                                  <p:childTnLst>
                                    <p:animEffect transition="out" filter="wipe(up)">
                                      <p:cBhvr>
                                        <p:cTn id="205" dur="500"/>
                                        <p:tgtEl>
                                          <p:spTgt spid="199"/>
                                        </p:tgtEl>
                                      </p:cBhvr>
                                    </p:animEffect>
                                    <p:set>
                                      <p:cBhvr>
                                        <p:cTn id="206" dur="1" fill="hold">
                                          <p:stCondLst>
                                            <p:cond delay="499"/>
                                          </p:stCondLst>
                                        </p:cTn>
                                        <p:tgtEl>
                                          <p:spTgt spid="199"/>
                                        </p:tgtEl>
                                        <p:attrNameLst>
                                          <p:attrName>style.visibility</p:attrName>
                                        </p:attrNameLst>
                                      </p:cBhvr>
                                      <p:to>
                                        <p:strVal val="hidden"/>
                                      </p:to>
                                    </p:set>
                                  </p:childTnLst>
                                </p:cTn>
                              </p:par>
                            </p:childTnLst>
                          </p:cTn>
                        </p:par>
                        <p:par>
                          <p:cTn id="207" fill="hold">
                            <p:stCondLst>
                              <p:cond delay="500"/>
                            </p:stCondLst>
                            <p:childTnLst>
                              <p:par>
                                <p:cTn id="208" presetID="22" presetClass="entr" presetSubtype="8" fill="hold" grpId="0" nodeType="afterEffect">
                                  <p:stCondLst>
                                    <p:cond delay="0"/>
                                  </p:stCondLst>
                                  <p:childTnLst>
                                    <p:set>
                                      <p:cBhvr>
                                        <p:cTn id="209" dur="1" fill="hold">
                                          <p:stCondLst>
                                            <p:cond delay="0"/>
                                          </p:stCondLst>
                                        </p:cTn>
                                        <p:tgtEl>
                                          <p:spTgt spid="201"/>
                                        </p:tgtEl>
                                        <p:attrNameLst>
                                          <p:attrName>style.visibility</p:attrName>
                                        </p:attrNameLst>
                                      </p:cBhvr>
                                      <p:to>
                                        <p:strVal val="visible"/>
                                      </p:to>
                                    </p:set>
                                    <p:animEffect transition="in" filter="wipe(left)">
                                      <p:cBhvr>
                                        <p:cTn id="210" dur="1000"/>
                                        <p:tgtEl>
                                          <p:spTgt spid="201"/>
                                        </p:tgtEl>
                                      </p:cBhvr>
                                    </p:animEffect>
                                  </p:childTnLst>
                                </p:cTn>
                              </p:par>
                            </p:childTnLst>
                          </p:cTn>
                        </p:par>
                      </p:childTnLst>
                    </p:cTn>
                  </p:par>
                  <p:par>
                    <p:cTn id="211" fill="hold">
                      <p:stCondLst>
                        <p:cond delay="indefinite"/>
                      </p:stCondLst>
                      <p:childTnLst>
                        <p:par>
                          <p:cTn id="212" fill="hold">
                            <p:stCondLst>
                              <p:cond delay="0"/>
                            </p:stCondLst>
                            <p:childTnLst>
                              <p:par>
                                <p:cTn id="213" presetID="32" presetClass="emph" presetSubtype="0" fill="hold" grpId="0" nodeType="clickEffect">
                                  <p:stCondLst>
                                    <p:cond delay="0"/>
                                  </p:stCondLst>
                                  <p:childTnLst>
                                    <p:animRot by="120000">
                                      <p:cBhvr>
                                        <p:cTn id="214" dur="150" fill="hold">
                                          <p:stCondLst>
                                            <p:cond delay="0"/>
                                          </p:stCondLst>
                                        </p:cTn>
                                        <p:tgtEl>
                                          <p:spTgt spid="63"/>
                                        </p:tgtEl>
                                        <p:attrNameLst>
                                          <p:attrName>r</p:attrName>
                                        </p:attrNameLst>
                                      </p:cBhvr>
                                    </p:animRot>
                                    <p:animRot by="-240000">
                                      <p:cBhvr>
                                        <p:cTn id="215" dur="300" fill="hold">
                                          <p:stCondLst>
                                            <p:cond delay="300"/>
                                          </p:stCondLst>
                                        </p:cTn>
                                        <p:tgtEl>
                                          <p:spTgt spid="63"/>
                                        </p:tgtEl>
                                        <p:attrNameLst>
                                          <p:attrName>r</p:attrName>
                                        </p:attrNameLst>
                                      </p:cBhvr>
                                    </p:animRot>
                                    <p:animRot by="240000">
                                      <p:cBhvr>
                                        <p:cTn id="216" dur="300" fill="hold">
                                          <p:stCondLst>
                                            <p:cond delay="600"/>
                                          </p:stCondLst>
                                        </p:cTn>
                                        <p:tgtEl>
                                          <p:spTgt spid="63"/>
                                        </p:tgtEl>
                                        <p:attrNameLst>
                                          <p:attrName>r</p:attrName>
                                        </p:attrNameLst>
                                      </p:cBhvr>
                                    </p:animRot>
                                    <p:animRot by="-240000">
                                      <p:cBhvr>
                                        <p:cTn id="217" dur="300" fill="hold">
                                          <p:stCondLst>
                                            <p:cond delay="900"/>
                                          </p:stCondLst>
                                        </p:cTn>
                                        <p:tgtEl>
                                          <p:spTgt spid="63"/>
                                        </p:tgtEl>
                                        <p:attrNameLst>
                                          <p:attrName>r</p:attrName>
                                        </p:attrNameLst>
                                      </p:cBhvr>
                                    </p:animRot>
                                    <p:animRot by="120000">
                                      <p:cBhvr>
                                        <p:cTn id="218" dur="300" fill="hold">
                                          <p:stCondLst>
                                            <p:cond delay="1200"/>
                                          </p:stCondLst>
                                        </p:cTn>
                                        <p:tgtEl>
                                          <p:spTgt spid="63"/>
                                        </p:tgtEl>
                                        <p:attrNameLst>
                                          <p:attrName>r</p:attrName>
                                        </p:attrNameLst>
                                      </p:cBhvr>
                                    </p:animRot>
                                  </p:childTnLst>
                                </p:cTn>
                              </p:par>
                            </p:childTnLst>
                          </p:cTn>
                        </p:par>
                        <p:par>
                          <p:cTn id="219" fill="hold">
                            <p:stCondLst>
                              <p:cond delay="1500"/>
                            </p:stCondLst>
                            <p:childTnLst>
                              <p:par>
                                <p:cTn id="220" presetID="64" presetClass="path" presetSubtype="0" accel="50000" decel="50000" fill="hold" nodeType="afterEffect">
                                  <p:stCondLst>
                                    <p:cond delay="0"/>
                                  </p:stCondLst>
                                  <p:childTnLst>
                                    <p:animMotion origin="layout" path="M 0.02644 0.16435 L -1.875E-6 -1.48148E-6 " pathEditMode="relative" rAng="0" ptsTypes="AA">
                                      <p:cBhvr>
                                        <p:cTn id="221" dur="1500" fill="hold"/>
                                        <p:tgtEl>
                                          <p:spTgt spid="190"/>
                                        </p:tgtEl>
                                        <p:attrNameLst>
                                          <p:attrName>ppt_x</p:attrName>
                                          <p:attrName>ppt_y</p:attrName>
                                        </p:attrNameLst>
                                      </p:cBhvr>
                                      <p:rCtr x="-1393" y="-8125"/>
                                    </p:animMotion>
                                  </p:childTnLst>
                                </p:cTn>
                              </p:par>
                            </p:childTnLst>
                          </p:cTn>
                        </p:par>
                      </p:childTnLst>
                    </p:cTn>
                  </p:par>
                  <p:par>
                    <p:cTn id="222" fill="hold">
                      <p:stCondLst>
                        <p:cond delay="indefinite"/>
                      </p:stCondLst>
                      <p:childTnLst>
                        <p:par>
                          <p:cTn id="223" fill="hold">
                            <p:stCondLst>
                              <p:cond delay="0"/>
                            </p:stCondLst>
                            <p:childTnLst>
                              <p:par>
                                <p:cTn id="224" presetID="8" presetClass="emph" presetSubtype="0" fill="hold" grpId="0" nodeType="clickEffect">
                                  <p:stCondLst>
                                    <p:cond delay="0"/>
                                  </p:stCondLst>
                                  <p:childTnLst>
                                    <p:animRot by="21600000">
                                      <p:cBhvr>
                                        <p:cTn id="225" dur="1000" fill="hold"/>
                                        <p:tgtEl>
                                          <p:spTgt spid="11"/>
                                        </p:tgtEl>
                                        <p:attrNameLst>
                                          <p:attrName>r</p:attrName>
                                        </p:attrNameLst>
                                      </p:cBhvr>
                                    </p:animRot>
                                  </p:childTnLst>
                                </p:cTn>
                              </p:par>
                            </p:childTnLst>
                          </p:cTn>
                        </p:par>
                        <p:par>
                          <p:cTn id="226" fill="hold">
                            <p:stCondLst>
                              <p:cond delay="1000"/>
                            </p:stCondLst>
                            <p:childTnLst>
                              <p:par>
                                <p:cTn id="227" presetID="64" presetClass="path" presetSubtype="0" accel="50000" decel="50000" fill="hold" grpId="1" nodeType="afterEffect">
                                  <p:stCondLst>
                                    <p:cond delay="0"/>
                                  </p:stCondLst>
                                  <p:childTnLst>
                                    <p:animMotion origin="layout" path="M -8.33333E-7 -3.33333E-6 L -0.125 -0.10555 " pathEditMode="relative" rAng="0" ptsTypes="AA">
                                      <p:cBhvr>
                                        <p:cTn id="228" dur="1500" fill="hold"/>
                                        <p:tgtEl>
                                          <p:spTgt spid="11"/>
                                        </p:tgtEl>
                                        <p:attrNameLst>
                                          <p:attrName>ppt_x</p:attrName>
                                          <p:attrName>ppt_y</p:attrName>
                                        </p:attrNameLst>
                                      </p:cBhvr>
                                      <p:rCtr x="-6250" y="-5278"/>
                                    </p:animMotion>
                                  </p:childTnLst>
                                </p:cTn>
                              </p:par>
                            </p:childTnLst>
                          </p:cTn>
                        </p:par>
                      </p:childTnLst>
                    </p:cTn>
                  </p:par>
                  <p:par>
                    <p:cTn id="229" fill="hold">
                      <p:stCondLst>
                        <p:cond delay="indefinite"/>
                      </p:stCondLst>
                      <p:childTnLst>
                        <p:par>
                          <p:cTn id="230" fill="hold">
                            <p:stCondLst>
                              <p:cond delay="0"/>
                            </p:stCondLst>
                            <p:childTnLst>
                              <p:par>
                                <p:cTn id="231" presetID="22" presetClass="exit" presetSubtype="1" fill="hold" grpId="1" nodeType="clickEffect">
                                  <p:stCondLst>
                                    <p:cond delay="0"/>
                                  </p:stCondLst>
                                  <p:childTnLst>
                                    <p:animEffect transition="out" filter="wipe(up)">
                                      <p:cBhvr>
                                        <p:cTn id="232" dur="500"/>
                                        <p:tgtEl>
                                          <p:spTgt spid="201"/>
                                        </p:tgtEl>
                                      </p:cBhvr>
                                    </p:animEffect>
                                    <p:set>
                                      <p:cBhvr>
                                        <p:cTn id="233" dur="1" fill="hold">
                                          <p:stCondLst>
                                            <p:cond delay="499"/>
                                          </p:stCondLst>
                                        </p:cTn>
                                        <p:tgtEl>
                                          <p:spTgt spid="201"/>
                                        </p:tgtEl>
                                        <p:attrNameLst>
                                          <p:attrName>style.visibility</p:attrName>
                                        </p:attrNameLst>
                                      </p:cBhvr>
                                      <p:to>
                                        <p:strVal val="hidden"/>
                                      </p:to>
                                    </p:set>
                                  </p:childTnLst>
                                </p:cTn>
                              </p:par>
                            </p:childTnLst>
                          </p:cTn>
                        </p:par>
                        <p:par>
                          <p:cTn id="234" fill="hold">
                            <p:stCondLst>
                              <p:cond delay="500"/>
                            </p:stCondLst>
                            <p:childTnLst>
                              <p:par>
                                <p:cTn id="235" presetID="22" presetClass="entr" presetSubtype="8" fill="hold" nodeType="afterEffect">
                                  <p:stCondLst>
                                    <p:cond delay="0"/>
                                  </p:stCondLst>
                                  <p:childTnLst>
                                    <p:set>
                                      <p:cBhvr>
                                        <p:cTn id="236" dur="1" fill="hold">
                                          <p:stCondLst>
                                            <p:cond delay="0"/>
                                          </p:stCondLst>
                                        </p:cTn>
                                        <p:tgtEl>
                                          <p:spTgt spid="200"/>
                                        </p:tgtEl>
                                        <p:attrNameLst>
                                          <p:attrName>style.visibility</p:attrName>
                                        </p:attrNameLst>
                                      </p:cBhvr>
                                      <p:to>
                                        <p:strVal val="visible"/>
                                      </p:to>
                                    </p:set>
                                    <p:animEffect transition="in" filter="wipe(left)">
                                      <p:cBhvr>
                                        <p:cTn id="237" dur="1000"/>
                                        <p:tgtEl>
                                          <p:spTgt spid="200"/>
                                        </p:tgtEl>
                                      </p:cBhvr>
                                    </p:animEffect>
                                  </p:childTnLst>
                                </p:cTn>
                              </p:par>
                            </p:childTnLst>
                          </p:cTn>
                        </p:par>
                      </p:childTnLst>
                    </p:cTn>
                  </p:par>
                  <p:par>
                    <p:cTn id="238" fill="hold">
                      <p:stCondLst>
                        <p:cond delay="indefinite"/>
                      </p:stCondLst>
                      <p:childTnLst>
                        <p:par>
                          <p:cTn id="239" fill="hold">
                            <p:stCondLst>
                              <p:cond delay="0"/>
                            </p:stCondLst>
                            <p:childTnLst>
                              <p:par>
                                <p:cTn id="240" presetID="42" presetClass="path" presetSubtype="0" accel="50000" decel="50000" fill="hold" nodeType="clickEffect">
                                  <p:stCondLst>
                                    <p:cond delay="0"/>
                                  </p:stCondLst>
                                  <p:childTnLst>
                                    <p:animMotion origin="layout" path="M -4.16667E-6 3.7037E-7 L 0.09323 0.08148 " pathEditMode="relative" rAng="0" ptsTypes="AA">
                                      <p:cBhvr>
                                        <p:cTn id="241" dur="1500" fill="hold"/>
                                        <p:tgtEl>
                                          <p:spTgt spid="190"/>
                                        </p:tgtEl>
                                        <p:attrNameLst>
                                          <p:attrName>ppt_x</p:attrName>
                                          <p:attrName>ppt_y</p:attrName>
                                        </p:attrNameLst>
                                      </p:cBhvr>
                                      <p:rCtr x="4661" y="4074"/>
                                    </p:animMotion>
                                  </p:childTnLst>
                                </p:cTn>
                              </p:par>
                            </p:childTnLst>
                          </p:cTn>
                        </p:par>
                      </p:childTnLst>
                    </p:cTn>
                  </p:par>
                  <p:par>
                    <p:cTn id="242" fill="hold">
                      <p:stCondLst>
                        <p:cond delay="indefinite"/>
                      </p:stCondLst>
                      <p:childTnLst>
                        <p:par>
                          <p:cTn id="243" fill="hold">
                            <p:stCondLst>
                              <p:cond delay="0"/>
                            </p:stCondLst>
                            <p:childTnLst>
                              <p:par>
                                <p:cTn id="244" presetID="22" presetClass="exit" presetSubtype="1" fill="hold" nodeType="clickEffect">
                                  <p:stCondLst>
                                    <p:cond delay="0"/>
                                  </p:stCondLst>
                                  <p:childTnLst>
                                    <p:animEffect transition="out" filter="wipe(up)">
                                      <p:cBhvr>
                                        <p:cTn id="245" dur="500"/>
                                        <p:tgtEl>
                                          <p:spTgt spid="200"/>
                                        </p:tgtEl>
                                      </p:cBhvr>
                                    </p:animEffect>
                                    <p:set>
                                      <p:cBhvr>
                                        <p:cTn id="246" dur="1" fill="hold">
                                          <p:stCondLst>
                                            <p:cond delay="499"/>
                                          </p:stCondLst>
                                        </p:cTn>
                                        <p:tgtEl>
                                          <p:spTgt spid="200"/>
                                        </p:tgtEl>
                                        <p:attrNameLst>
                                          <p:attrName>style.visibility</p:attrName>
                                        </p:attrNameLst>
                                      </p:cBhvr>
                                      <p:to>
                                        <p:strVal val="hidden"/>
                                      </p:to>
                                    </p:set>
                                  </p:childTnLst>
                                </p:cTn>
                              </p:par>
                            </p:childTnLst>
                          </p:cTn>
                        </p:par>
                        <p:par>
                          <p:cTn id="247" fill="hold">
                            <p:stCondLst>
                              <p:cond delay="500"/>
                            </p:stCondLst>
                            <p:childTnLst>
                              <p:par>
                                <p:cTn id="248" presetID="22" presetClass="entr" presetSubtype="8" fill="hold" nodeType="afterEffect">
                                  <p:stCondLst>
                                    <p:cond delay="0"/>
                                  </p:stCondLst>
                                  <p:childTnLst>
                                    <p:set>
                                      <p:cBhvr>
                                        <p:cTn id="249" dur="1" fill="hold">
                                          <p:stCondLst>
                                            <p:cond delay="0"/>
                                          </p:stCondLst>
                                        </p:cTn>
                                        <p:tgtEl>
                                          <p:spTgt spid="118"/>
                                        </p:tgtEl>
                                        <p:attrNameLst>
                                          <p:attrName>style.visibility</p:attrName>
                                        </p:attrNameLst>
                                      </p:cBhvr>
                                      <p:to>
                                        <p:strVal val="visible"/>
                                      </p:to>
                                    </p:set>
                                    <p:animEffect transition="in" filter="wipe(left)">
                                      <p:cBhvr>
                                        <p:cTn id="250" dur="1000"/>
                                        <p:tgtEl>
                                          <p:spTgt spid="118"/>
                                        </p:tgtEl>
                                      </p:cBhvr>
                                    </p:animEffect>
                                  </p:childTnLst>
                                </p:cTn>
                              </p:par>
                            </p:childTnLst>
                          </p:cTn>
                        </p:par>
                      </p:childTnLst>
                    </p:cTn>
                  </p:par>
                  <p:par>
                    <p:cTn id="251" fill="hold">
                      <p:stCondLst>
                        <p:cond delay="indefinite"/>
                      </p:stCondLst>
                      <p:childTnLst>
                        <p:par>
                          <p:cTn id="252" fill="hold">
                            <p:stCondLst>
                              <p:cond delay="0"/>
                            </p:stCondLst>
                            <p:childTnLst>
                              <p:par>
                                <p:cTn id="253" presetID="22" presetClass="exit" presetSubtype="1" fill="hold" nodeType="clickEffect">
                                  <p:stCondLst>
                                    <p:cond delay="0"/>
                                  </p:stCondLst>
                                  <p:childTnLst>
                                    <p:animEffect transition="out" filter="wipe(up)">
                                      <p:cBhvr>
                                        <p:cTn id="254" dur="500"/>
                                        <p:tgtEl>
                                          <p:spTgt spid="118"/>
                                        </p:tgtEl>
                                      </p:cBhvr>
                                    </p:animEffect>
                                    <p:set>
                                      <p:cBhvr>
                                        <p:cTn id="255" dur="1" fill="hold">
                                          <p:stCondLst>
                                            <p:cond delay="499"/>
                                          </p:stCondLst>
                                        </p:cTn>
                                        <p:tgtEl>
                                          <p:spTgt spid="118"/>
                                        </p:tgtEl>
                                        <p:attrNameLst>
                                          <p:attrName>style.visibility</p:attrName>
                                        </p:attrNameLst>
                                      </p:cBhvr>
                                      <p:to>
                                        <p:strVal val="hidden"/>
                                      </p:to>
                                    </p:set>
                                  </p:childTnLst>
                                </p:cTn>
                              </p:par>
                            </p:childTnLst>
                          </p:cTn>
                        </p:par>
                        <p:par>
                          <p:cTn id="256" fill="hold">
                            <p:stCondLst>
                              <p:cond delay="500"/>
                            </p:stCondLst>
                            <p:childTnLst>
                              <p:par>
                                <p:cTn id="257" presetID="22" presetClass="entr" presetSubtype="8" fill="hold" nodeType="afterEffect">
                                  <p:stCondLst>
                                    <p:cond delay="0"/>
                                  </p:stCondLst>
                                  <p:childTnLst>
                                    <p:set>
                                      <p:cBhvr>
                                        <p:cTn id="258" dur="1" fill="hold">
                                          <p:stCondLst>
                                            <p:cond delay="0"/>
                                          </p:stCondLst>
                                        </p:cTn>
                                        <p:tgtEl>
                                          <p:spTgt spid="119"/>
                                        </p:tgtEl>
                                        <p:attrNameLst>
                                          <p:attrName>style.visibility</p:attrName>
                                        </p:attrNameLst>
                                      </p:cBhvr>
                                      <p:to>
                                        <p:strVal val="visible"/>
                                      </p:to>
                                    </p:set>
                                    <p:animEffect transition="in" filter="wipe(left)">
                                      <p:cBhvr>
                                        <p:cTn id="259" dur="1000"/>
                                        <p:tgtEl>
                                          <p:spTgt spid="119"/>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xit" presetSubtype="1" fill="hold" nodeType="clickEffect">
                                  <p:stCondLst>
                                    <p:cond delay="0"/>
                                  </p:stCondLst>
                                  <p:childTnLst>
                                    <p:animEffect transition="out" filter="wipe(up)">
                                      <p:cBhvr>
                                        <p:cTn id="263" dur="500"/>
                                        <p:tgtEl>
                                          <p:spTgt spid="119"/>
                                        </p:tgtEl>
                                      </p:cBhvr>
                                    </p:animEffect>
                                    <p:set>
                                      <p:cBhvr>
                                        <p:cTn id="264" dur="1" fill="hold">
                                          <p:stCondLst>
                                            <p:cond delay="499"/>
                                          </p:stCondLst>
                                        </p:cTn>
                                        <p:tgtEl>
                                          <p:spTgt spid="119"/>
                                        </p:tgtEl>
                                        <p:attrNameLst>
                                          <p:attrName>style.visibility</p:attrName>
                                        </p:attrNameLst>
                                      </p:cBhvr>
                                      <p:to>
                                        <p:strVal val="hidden"/>
                                      </p:to>
                                    </p:set>
                                  </p:childTnLst>
                                </p:cTn>
                              </p:par>
                            </p:childTnLst>
                          </p:cTn>
                        </p:par>
                        <p:par>
                          <p:cTn id="265" fill="hold">
                            <p:stCondLst>
                              <p:cond delay="500"/>
                            </p:stCondLst>
                            <p:childTnLst>
                              <p:par>
                                <p:cTn id="266" presetID="22" presetClass="entr" presetSubtype="8" fill="hold" nodeType="afterEffect">
                                  <p:stCondLst>
                                    <p:cond delay="0"/>
                                  </p:stCondLst>
                                  <p:childTnLst>
                                    <p:set>
                                      <p:cBhvr>
                                        <p:cTn id="267" dur="1" fill="hold">
                                          <p:stCondLst>
                                            <p:cond delay="0"/>
                                          </p:stCondLst>
                                        </p:cTn>
                                        <p:tgtEl>
                                          <p:spTgt spid="122"/>
                                        </p:tgtEl>
                                        <p:attrNameLst>
                                          <p:attrName>style.visibility</p:attrName>
                                        </p:attrNameLst>
                                      </p:cBhvr>
                                      <p:to>
                                        <p:strVal val="visible"/>
                                      </p:to>
                                    </p:set>
                                    <p:animEffect transition="in" filter="wipe(left)">
                                      <p:cBhvr>
                                        <p:cTn id="268" dur="1000"/>
                                        <p:tgtEl>
                                          <p:spTgt spid="122"/>
                                        </p:tgtEl>
                                      </p:cBhvr>
                                    </p:animEffect>
                                  </p:childTnLst>
                                </p:cTn>
                              </p:par>
                            </p:childTnLst>
                          </p:cTn>
                        </p:par>
                      </p:childTnLst>
                    </p:cTn>
                  </p:par>
                  <p:par>
                    <p:cTn id="269" fill="hold">
                      <p:stCondLst>
                        <p:cond delay="indefinite"/>
                      </p:stCondLst>
                      <p:childTnLst>
                        <p:par>
                          <p:cTn id="270" fill="hold">
                            <p:stCondLst>
                              <p:cond delay="0"/>
                            </p:stCondLst>
                            <p:childTnLst>
                              <p:par>
                                <p:cTn id="271" presetID="8" presetClass="emph" presetSubtype="0" fill="hold" grpId="0" nodeType="clickEffect">
                                  <p:stCondLst>
                                    <p:cond delay="0"/>
                                  </p:stCondLst>
                                  <p:childTnLst>
                                    <p:animRot by="21600000">
                                      <p:cBhvr>
                                        <p:cTn id="272" dur="1000" fill="hold"/>
                                        <p:tgtEl>
                                          <p:spTgt spid="48"/>
                                        </p:tgtEl>
                                        <p:attrNameLst>
                                          <p:attrName>r</p:attrName>
                                        </p:attrNameLst>
                                      </p:cBhvr>
                                    </p:animRot>
                                  </p:childTnLst>
                                </p:cTn>
                              </p:par>
                            </p:childTnLst>
                          </p:cTn>
                        </p:par>
                        <p:par>
                          <p:cTn id="273" fill="hold">
                            <p:stCondLst>
                              <p:cond delay="1000"/>
                            </p:stCondLst>
                            <p:childTnLst>
                              <p:par>
                                <p:cTn id="274" presetID="64" presetClass="path" presetSubtype="0" accel="50000" decel="50000" fill="hold" grpId="1" nodeType="afterEffect">
                                  <p:stCondLst>
                                    <p:cond delay="0"/>
                                  </p:stCondLst>
                                  <p:childTnLst>
                                    <p:animMotion origin="layout" path="M -2.70833E-6 -1.11111E-6 L -0.16718 -0.19005 " pathEditMode="relative" rAng="0" ptsTypes="AA">
                                      <p:cBhvr>
                                        <p:cTn id="275" dur="1500" fill="hold"/>
                                        <p:tgtEl>
                                          <p:spTgt spid="48"/>
                                        </p:tgtEl>
                                        <p:attrNameLst>
                                          <p:attrName>ppt_x</p:attrName>
                                          <p:attrName>ppt_y</p:attrName>
                                        </p:attrNameLst>
                                      </p:cBhvr>
                                      <p:rCtr x="-8359" y="-9514"/>
                                    </p:animMotion>
                                  </p:childTnLst>
                                </p:cTn>
                              </p:par>
                            </p:childTnLst>
                          </p:cTn>
                        </p:par>
                      </p:childTnLst>
                    </p:cTn>
                  </p:par>
                  <p:par>
                    <p:cTn id="276" fill="hold">
                      <p:stCondLst>
                        <p:cond delay="indefinite"/>
                      </p:stCondLst>
                      <p:childTnLst>
                        <p:par>
                          <p:cTn id="277" fill="hold">
                            <p:stCondLst>
                              <p:cond delay="0"/>
                            </p:stCondLst>
                            <p:childTnLst>
                              <p:par>
                                <p:cTn id="278" presetID="22" presetClass="exit" presetSubtype="1" fill="hold" nodeType="clickEffect">
                                  <p:stCondLst>
                                    <p:cond delay="0"/>
                                  </p:stCondLst>
                                  <p:childTnLst>
                                    <p:animEffect transition="out" filter="wipe(up)">
                                      <p:cBhvr>
                                        <p:cTn id="279" dur="500"/>
                                        <p:tgtEl>
                                          <p:spTgt spid="122"/>
                                        </p:tgtEl>
                                      </p:cBhvr>
                                    </p:animEffect>
                                    <p:set>
                                      <p:cBhvr>
                                        <p:cTn id="280" dur="1" fill="hold">
                                          <p:stCondLst>
                                            <p:cond delay="499"/>
                                          </p:stCondLst>
                                        </p:cTn>
                                        <p:tgtEl>
                                          <p:spTgt spid="122"/>
                                        </p:tgtEl>
                                        <p:attrNameLst>
                                          <p:attrName>style.visibility</p:attrName>
                                        </p:attrNameLst>
                                      </p:cBhvr>
                                      <p:to>
                                        <p:strVal val="hidden"/>
                                      </p:to>
                                    </p:set>
                                  </p:childTnLst>
                                </p:cTn>
                              </p:par>
                            </p:childTnLst>
                          </p:cTn>
                        </p:par>
                        <p:par>
                          <p:cTn id="281" fill="hold">
                            <p:stCondLst>
                              <p:cond delay="500"/>
                            </p:stCondLst>
                            <p:childTnLst>
                              <p:par>
                                <p:cTn id="282" presetID="22" presetClass="entr" presetSubtype="8" fill="hold" grpId="0" nodeType="afterEffect">
                                  <p:stCondLst>
                                    <p:cond delay="0"/>
                                  </p:stCondLst>
                                  <p:childTnLst>
                                    <p:set>
                                      <p:cBhvr>
                                        <p:cTn id="283" dur="1" fill="hold">
                                          <p:stCondLst>
                                            <p:cond delay="0"/>
                                          </p:stCondLst>
                                        </p:cTn>
                                        <p:tgtEl>
                                          <p:spTgt spid="124"/>
                                        </p:tgtEl>
                                        <p:attrNameLst>
                                          <p:attrName>style.visibility</p:attrName>
                                        </p:attrNameLst>
                                      </p:cBhvr>
                                      <p:to>
                                        <p:strVal val="visible"/>
                                      </p:to>
                                    </p:set>
                                    <p:animEffect transition="in" filter="wipe(left)">
                                      <p:cBhvr>
                                        <p:cTn id="284" dur="1000"/>
                                        <p:tgtEl>
                                          <p:spTgt spid="124"/>
                                        </p:tgtEl>
                                      </p:cBhvr>
                                    </p:animEffect>
                                  </p:childTnLst>
                                </p:cTn>
                              </p:par>
                            </p:childTnLst>
                          </p:cTn>
                        </p:par>
                      </p:childTnLst>
                    </p:cTn>
                  </p:par>
                  <p:par>
                    <p:cTn id="285" fill="hold">
                      <p:stCondLst>
                        <p:cond delay="indefinite"/>
                      </p:stCondLst>
                      <p:childTnLst>
                        <p:par>
                          <p:cTn id="286" fill="hold">
                            <p:stCondLst>
                              <p:cond delay="0"/>
                            </p:stCondLst>
                            <p:childTnLst>
                              <p:par>
                                <p:cTn id="287" presetID="22" presetClass="entr" presetSubtype="8" fill="hold" nodeType="clickEffect">
                                  <p:stCondLst>
                                    <p:cond delay="0"/>
                                  </p:stCondLst>
                                  <p:childTnLst>
                                    <p:set>
                                      <p:cBhvr>
                                        <p:cTn id="288" dur="1" fill="hold">
                                          <p:stCondLst>
                                            <p:cond delay="0"/>
                                          </p:stCondLst>
                                        </p:cTn>
                                        <p:tgtEl>
                                          <p:spTgt spid="126"/>
                                        </p:tgtEl>
                                        <p:attrNameLst>
                                          <p:attrName>style.visibility</p:attrName>
                                        </p:attrNameLst>
                                      </p:cBhvr>
                                      <p:to>
                                        <p:strVal val="visible"/>
                                      </p:to>
                                    </p:set>
                                    <p:animEffect transition="in" filter="wipe(left)">
                                      <p:cBhvr>
                                        <p:cTn id="289" dur="500"/>
                                        <p:tgtEl>
                                          <p:spTgt spid="126"/>
                                        </p:tgtEl>
                                      </p:cBhvr>
                                    </p:animEffect>
                                  </p:childTnLst>
                                </p:cTn>
                              </p:par>
                            </p:childTnLst>
                          </p:cTn>
                        </p:par>
                        <p:par>
                          <p:cTn id="290" fill="hold">
                            <p:stCondLst>
                              <p:cond delay="500"/>
                            </p:stCondLst>
                            <p:childTnLst>
                              <p:par>
                                <p:cTn id="291" presetID="32" presetClass="emph" presetSubtype="0" fill="hold" nodeType="afterEffect">
                                  <p:stCondLst>
                                    <p:cond delay="0"/>
                                  </p:stCondLst>
                                  <p:childTnLst>
                                    <p:animRot by="120000">
                                      <p:cBhvr>
                                        <p:cTn id="292" dur="100" fill="hold">
                                          <p:stCondLst>
                                            <p:cond delay="0"/>
                                          </p:stCondLst>
                                        </p:cTn>
                                        <p:tgtEl>
                                          <p:spTgt spid="126"/>
                                        </p:tgtEl>
                                        <p:attrNameLst>
                                          <p:attrName>r</p:attrName>
                                        </p:attrNameLst>
                                      </p:cBhvr>
                                    </p:animRot>
                                    <p:animRot by="-240000">
                                      <p:cBhvr>
                                        <p:cTn id="293" dur="200" fill="hold">
                                          <p:stCondLst>
                                            <p:cond delay="200"/>
                                          </p:stCondLst>
                                        </p:cTn>
                                        <p:tgtEl>
                                          <p:spTgt spid="126"/>
                                        </p:tgtEl>
                                        <p:attrNameLst>
                                          <p:attrName>r</p:attrName>
                                        </p:attrNameLst>
                                      </p:cBhvr>
                                    </p:animRot>
                                    <p:animRot by="240000">
                                      <p:cBhvr>
                                        <p:cTn id="294" dur="200" fill="hold">
                                          <p:stCondLst>
                                            <p:cond delay="400"/>
                                          </p:stCondLst>
                                        </p:cTn>
                                        <p:tgtEl>
                                          <p:spTgt spid="126"/>
                                        </p:tgtEl>
                                        <p:attrNameLst>
                                          <p:attrName>r</p:attrName>
                                        </p:attrNameLst>
                                      </p:cBhvr>
                                    </p:animRot>
                                    <p:animRot by="-240000">
                                      <p:cBhvr>
                                        <p:cTn id="295" dur="200" fill="hold">
                                          <p:stCondLst>
                                            <p:cond delay="600"/>
                                          </p:stCondLst>
                                        </p:cTn>
                                        <p:tgtEl>
                                          <p:spTgt spid="126"/>
                                        </p:tgtEl>
                                        <p:attrNameLst>
                                          <p:attrName>r</p:attrName>
                                        </p:attrNameLst>
                                      </p:cBhvr>
                                    </p:animRot>
                                    <p:animRot by="120000">
                                      <p:cBhvr>
                                        <p:cTn id="296" dur="200" fill="hold">
                                          <p:stCondLst>
                                            <p:cond delay="800"/>
                                          </p:stCondLst>
                                        </p:cTn>
                                        <p:tgtEl>
                                          <p:spTgt spid="126"/>
                                        </p:tgtEl>
                                        <p:attrNameLst>
                                          <p:attrName>r</p:attrName>
                                        </p:attrNameLst>
                                      </p:cBhvr>
                                    </p:animRot>
                                  </p:childTnLst>
                                </p:cTn>
                              </p:par>
                            </p:childTnLst>
                          </p:cTn>
                        </p:par>
                      </p:childTnLst>
                    </p:cTn>
                  </p:par>
                  <p:par>
                    <p:cTn id="297" fill="hold">
                      <p:stCondLst>
                        <p:cond delay="indefinite"/>
                      </p:stCondLst>
                      <p:childTnLst>
                        <p:par>
                          <p:cTn id="298" fill="hold">
                            <p:stCondLst>
                              <p:cond delay="0"/>
                            </p:stCondLst>
                            <p:childTnLst>
                              <p:par>
                                <p:cTn id="299" presetID="22" presetClass="exit" presetSubtype="1" fill="hold" nodeType="clickEffect">
                                  <p:stCondLst>
                                    <p:cond delay="0"/>
                                  </p:stCondLst>
                                  <p:childTnLst>
                                    <p:animEffect transition="out" filter="wipe(up)">
                                      <p:cBhvr>
                                        <p:cTn id="300" dur="500"/>
                                        <p:tgtEl>
                                          <p:spTgt spid="126"/>
                                        </p:tgtEl>
                                      </p:cBhvr>
                                    </p:animEffect>
                                    <p:set>
                                      <p:cBhvr>
                                        <p:cTn id="301" dur="1" fill="hold">
                                          <p:stCondLst>
                                            <p:cond delay="499"/>
                                          </p:stCondLst>
                                        </p:cTn>
                                        <p:tgtEl>
                                          <p:spTgt spid="126"/>
                                        </p:tgtEl>
                                        <p:attrNameLst>
                                          <p:attrName>style.visibility</p:attrName>
                                        </p:attrNameLst>
                                      </p:cBhvr>
                                      <p:to>
                                        <p:strVal val="hidden"/>
                                      </p:to>
                                    </p:set>
                                  </p:childTnLst>
                                </p:cTn>
                              </p:par>
                            </p:childTnLst>
                          </p:cTn>
                        </p:par>
                      </p:childTnLst>
                    </p:cTn>
                  </p:par>
                  <p:par>
                    <p:cTn id="302" fill="hold">
                      <p:stCondLst>
                        <p:cond delay="indefinite"/>
                      </p:stCondLst>
                      <p:childTnLst>
                        <p:par>
                          <p:cTn id="303" fill="hold">
                            <p:stCondLst>
                              <p:cond delay="0"/>
                            </p:stCondLst>
                            <p:childTnLst>
                              <p:par>
                                <p:cTn id="304" presetID="22" presetClass="exit" presetSubtype="1" fill="hold" grpId="1" nodeType="clickEffect">
                                  <p:stCondLst>
                                    <p:cond delay="0"/>
                                  </p:stCondLst>
                                  <p:childTnLst>
                                    <p:animEffect transition="out" filter="wipe(up)">
                                      <p:cBhvr>
                                        <p:cTn id="305" dur="500"/>
                                        <p:tgtEl>
                                          <p:spTgt spid="124"/>
                                        </p:tgtEl>
                                      </p:cBhvr>
                                    </p:animEffect>
                                    <p:set>
                                      <p:cBhvr>
                                        <p:cTn id="306" dur="1" fill="hold">
                                          <p:stCondLst>
                                            <p:cond delay="499"/>
                                          </p:stCondLst>
                                        </p:cTn>
                                        <p:tgtEl>
                                          <p:spTgt spid="124"/>
                                        </p:tgtEl>
                                        <p:attrNameLst>
                                          <p:attrName>style.visibility</p:attrName>
                                        </p:attrNameLst>
                                      </p:cBhvr>
                                      <p:to>
                                        <p:strVal val="hidden"/>
                                      </p:to>
                                    </p:set>
                                  </p:childTnLst>
                                </p:cTn>
                              </p:par>
                            </p:childTnLst>
                          </p:cTn>
                        </p:par>
                        <p:par>
                          <p:cTn id="307" fill="hold">
                            <p:stCondLst>
                              <p:cond delay="500"/>
                            </p:stCondLst>
                            <p:childTnLst>
                              <p:par>
                                <p:cTn id="308" presetID="22" presetClass="entr" presetSubtype="8" fill="hold" nodeType="afterEffect">
                                  <p:stCondLst>
                                    <p:cond delay="0"/>
                                  </p:stCondLst>
                                  <p:childTnLst>
                                    <p:set>
                                      <p:cBhvr>
                                        <p:cTn id="309" dur="1" fill="hold">
                                          <p:stCondLst>
                                            <p:cond delay="0"/>
                                          </p:stCondLst>
                                        </p:cTn>
                                        <p:tgtEl>
                                          <p:spTgt spid="123"/>
                                        </p:tgtEl>
                                        <p:attrNameLst>
                                          <p:attrName>style.visibility</p:attrName>
                                        </p:attrNameLst>
                                      </p:cBhvr>
                                      <p:to>
                                        <p:strVal val="visible"/>
                                      </p:to>
                                    </p:set>
                                    <p:animEffect transition="in" filter="wipe(left)">
                                      <p:cBhvr>
                                        <p:cTn id="310" dur="1000"/>
                                        <p:tgtEl>
                                          <p:spTgt spid="123"/>
                                        </p:tgtEl>
                                      </p:cBhvr>
                                    </p:animEffect>
                                  </p:childTnLst>
                                </p:cTn>
                              </p:par>
                            </p:childTnLst>
                          </p:cTn>
                        </p:par>
                      </p:childTnLst>
                    </p:cTn>
                  </p:par>
                  <p:par>
                    <p:cTn id="311" fill="hold">
                      <p:stCondLst>
                        <p:cond delay="indefinite"/>
                      </p:stCondLst>
                      <p:childTnLst>
                        <p:par>
                          <p:cTn id="312" fill="hold">
                            <p:stCondLst>
                              <p:cond delay="0"/>
                            </p:stCondLst>
                            <p:childTnLst>
                              <p:par>
                                <p:cTn id="313" presetID="32" presetClass="emph" presetSubtype="0" fill="hold" grpId="0" nodeType="clickEffect">
                                  <p:stCondLst>
                                    <p:cond delay="0"/>
                                  </p:stCondLst>
                                  <p:childTnLst>
                                    <p:animRot by="120000">
                                      <p:cBhvr>
                                        <p:cTn id="314" dur="150" fill="hold">
                                          <p:stCondLst>
                                            <p:cond delay="0"/>
                                          </p:stCondLst>
                                        </p:cTn>
                                        <p:tgtEl>
                                          <p:spTgt spid="65"/>
                                        </p:tgtEl>
                                        <p:attrNameLst>
                                          <p:attrName>r</p:attrName>
                                        </p:attrNameLst>
                                      </p:cBhvr>
                                    </p:animRot>
                                    <p:animRot by="-240000">
                                      <p:cBhvr>
                                        <p:cTn id="315" dur="300" fill="hold">
                                          <p:stCondLst>
                                            <p:cond delay="300"/>
                                          </p:stCondLst>
                                        </p:cTn>
                                        <p:tgtEl>
                                          <p:spTgt spid="65"/>
                                        </p:tgtEl>
                                        <p:attrNameLst>
                                          <p:attrName>r</p:attrName>
                                        </p:attrNameLst>
                                      </p:cBhvr>
                                    </p:animRot>
                                    <p:animRot by="240000">
                                      <p:cBhvr>
                                        <p:cTn id="316" dur="300" fill="hold">
                                          <p:stCondLst>
                                            <p:cond delay="600"/>
                                          </p:stCondLst>
                                        </p:cTn>
                                        <p:tgtEl>
                                          <p:spTgt spid="65"/>
                                        </p:tgtEl>
                                        <p:attrNameLst>
                                          <p:attrName>r</p:attrName>
                                        </p:attrNameLst>
                                      </p:cBhvr>
                                    </p:animRot>
                                    <p:animRot by="-240000">
                                      <p:cBhvr>
                                        <p:cTn id="317" dur="300" fill="hold">
                                          <p:stCondLst>
                                            <p:cond delay="900"/>
                                          </p:stCondLst>
                                        </p:cTn>
                                        <p:tgtEl>
                                          <p:spTgt spid="65"/>
                                        </p:tgtEl>
                                        <p:attrNameLst>
                                          <p:attrName>r</p:attrName>
                                        </p:attrNameLst>
                                      </p:cBhvr>
                                    </p:animRot>
                                    <p:animRot by="120000">
                                      <p:cBhvr>
                                        <p:cTn id="318" dur="300" fill="hold">
                                          <p:stCondLst>
                                            <p:cond delay="1200"/>
                                          </p:stCondLst>
                                        </p:cTn>
                                        <p:tgtEl>
                                          <p:spTgt spid="65"/>
                                        </p:tgtEl>
                                        <p:attrNameLst>
                                          <p:attrName>r</p:attrName>
                                        </p:attrNameLst>
                                      </p:cBhvr>
                                    </p:animRot>
                                  </p:childTnLst>
                                </p:cTn>
                              </p:par>
                            </p:childTnLst>
                          </p:cTn>
                        </p:par>
                        <p:par>
                          <p:cTn id="319" fill="hold">
                            <p:stCondLst>
                              <p:cond delay="1500"/>
                            </p:stCondLst>
                            <p:childTnLst>
                              <p:par>
                                <p:cTn id="320" presetID="64" presetClass="path" presetSubtype="0" accel="50000" decel="50000" fill="hold" nodeType="afterEffect">
                                  <p:stCondLst>
                                    <p:cond delay="0"/>
                                  </p:stCondLst>
                                  <p:childTnLst>
                                    <p:animMotion origin="layout" path="M 0.09323 0.08148 L 0.02774 -0.10324 " pathEditMode="relative" rAng="0" ptsTypes="AA">
                                      <p:cBhvr>
                                        <p:cTn id="321" dur="1500" fill="hold"/>
                                        <p:tgtEl>
                                          <p:spTgt spid="190"/>
                                        </p:tgtEl>
                                        <p:attrNameLst>
                                          <p:attrName>ppt_x</p:attrName>
                                          <p:attrName>ppt_y</p:attrName>
                                        </p:attrNameLst>
                                      </p:cBhvr>
                                      <p:rCtr x="-3281" y="-9236"/>
                                    </p:animMotion>
                                  </p:childTnLst>
                                </p:cTn>
                              </p:par>
                            </p:childTnLst>
                          </p:cTn>
                        </p:par>
                      </p:childTnLst>
                    </p:cTn>
                  </p:par>
                  <p:par>
                    <p:cTn id="322" fill="hold">
                      <p:stCondLst>
                        <p:cond delay="indefinite"/>
                      </p:stCondLst>
                      <p:childTnLst>
                        <p:par>
                          <p:cTn id="323" fill="hold">
                            <p:stCondLst>
                              <p:cond delay="0"/>
                            </p:stCondLst>
                            <p:childTnLst>
                              <p:par>
                                <p:cTn id="324" presetID="22" presetClass="exit" presetSubtype="1" fill="hold" nodeType="clickEffect">
                                  <p:stCondLst>
                                    <p:cond delay="0"/>
                                  </p:stCondLst>
                                  <p:childTnLst>
                                    <p:animEffect transition="out" filter="wipe(up)">
                                      <p:cBhvr>
                                        <p:cTn id="325" dur="500"/>
                                        <p:tgtEl>
                                          <p:spTgt spid="123"/>
                                        </p:tgtEl>
                                      </p:cBhvr>
                                    </p:animEffect>
                                    <p:set>
                                      <p:cBhvr>
                                        <p:cTn id="326" dur="1" fill="hold">
                                          <p:stCondLst>
                                            <p:cond delay="499"/>
                                          </p:stCondLst>
                                        </p:cTn>
                                        <p:tgtEl>
                                          <p:spTgt spid="123"/>
                                        </p:tgtEl>
                                        <p:attrNameLst>
                                          <p:attrName>style.visibility</p:attrName>
                                        </p:attrNameLst>
                                      </p:cBhvr>
                                      <p:to>
                                        <p:strVal val="hidden"/>
                                      </p:to>
                                    </p:set>
                                  </p:childTnLst>
                                </p:cTn>
                              </p:par>
                            </p:childTnLst>
                          </p:cTn>
                        </p:par>
                        <p:par>
                          <p:cTn id="327" fill="hold">
                            <p:stCondLst>
                              <p:cond delay="500"/>
                            </p:stCondLst>
                            <p:childTnLst>
                              <p:par>
                                <p:cTn id="328" presetID="22" presetClass="entr" presetSubtype="8" fill="hold" nodeType="afterEffect">
                                  <p:stCondLst>
                                    <p:cond delay="0"/>
                                  </p:stCondLst>
                                  <p:childTnLst>
                                    <p:set>
                                      <p:cBhvr>
                                        <p:cTn id="329" dur="1" fill="hold">
                                          <p:stCondLst>
                                            <p:cond delay="0"/>
                                          </p:stCondLst>
                                        </p:cTn>
                                        <p:tgtEl>
                                          <p:spTgt spid="128"/>
                                        </p:tgtEl>
                                        <p:attrNameLst>
                                          <p:attrName>style.visibility</p:attrName>
                                        </p:attrNameLst>
                                      </p:cBhvr>
                                      <p:to>
                                        <p:strVal val="visible"/>
                                      </p:to>
                                    </p:set>
                                    <p:animEffect transition="in" filter="wipe(left)">
                                      <p:cBhvr>
                                        <p:cTn id="330" dur="500"/>
                                        <p:tgtEl>
                                          <p:spTgt spid="128"/>
                                        </p:tgtEl>
                                      </p:cBhvr>
                                    </p:animEffect>
                                  </p:childTnLst>
                                </p:cTn>
                              </p:par>
                            </p:childTnLst>
                          </p:cTn>
                        </p:par>
                        <p:par>
                          <p:cTn id="331" fill="hold">
                            <p:stCondLst>
                              <p:cond delay="1000"/>
                            </p:stCondLst>
                            <p:childTnLst>
                              <p:par>
                                <p:cTn id="332" presetID="32" presetClass="emph" presetSubtype="0" fill="hold" nodeType="afterEffect">
                                  <p:stCondLst>
                                    <p:cond delay="0"/>
                                  </p:stCondLst>
                                  <p:childTnLst>
                                    <p:animRot by="120000">
                                      <p:cBhvr>
                                        <p:cTn id="333" dur="100" fill="hold">
                                          <p:stCondLst>
                                            <p:cond delay="0"/>
                                          </p:stCondLst>
                                        </p:cTn>
                                        <p:tgtEl>
                                          <p:spTgt spid="128"/>
                                        </p:tgtEl>
                                        <p:attrNameLst>
                                          <p:attrName>r</p:attrName>
                                        </p:attrNameLst>
                                      </p:cBhvr>
                                    </p:animRot>
                                    <p:animRot by="-240000">
                                      <p:cBhvr>
                                        <p:cTn id="334" dur="200" fill="hold">
                                          <p:stCondLst>
                                            <p:cond delay="200"/>
                                          </p:stCondLst>
                                        </p:cTn>
                                        <p:tgtEl>
                                          <p:spTgt spid="128"/>
                                        </p:tgtEl>
                                        <p:attrNameLst>
                                          <p:attrName>r</p:attrName>
                                        </p:attrNameLst>
                                      </p:cBhvr>
                                    </p:animRot>
                                    <p:animRot by="240000">
                                      <p:cBhvr>
                                        <p:cTn id="335" dur="200" fill="hold">
                                          <p:stCondLst>
                                            <p:cond delay="400"/>
                                          </p:stCondLst>
                                        </p:cTn>
                                        <p:tgtEl>
                                          <p:spTgt spid="128"/>
                                        </p:tgtEl>
                                        <p:attrNameLst>
                                          <p:attrName>r</p:attrName>
                                        </p:attrNameLst>
                                      </p:cBhvr>
                                    </p:animRot>
                                    <p:animRot by="-240000">
                                      <p:cBhvr>
                                        <p:cTn id="336" dur="200" fill="hold">
                                          <p:stCondLst>
                                            <p:cond delay="600"/>
                                          </p:stCondLst>
                                        </p:cTn>
                                        <p:tgtEl>
                                          <p:spTgt spid="128"/>
                                        </p:tgtEl>
                                        <p:attrNameLst>
                                          <p:attrName>r</p:attrName>
                                        </p:attrNameLst>
                                      </p:cBhvr>
                                    </p:animRot>
                                    <p:animRot by="120000">
                                      <p:cBhvr>
                                        <p:cTn id="337" dur="200" fill="hold">
                                          <p:stCondLst>
                                            <p:cond delay="800"/>
                                          </p:stCondLst>
                                        </p:cTn>
                                        <p:tgtEl>
                                          <p:spTgt spid="128"/>
                                        </p:tgtEl>
                                        <p:attrNameLst>
                                          <p:attrName>r</p:attrName>
                                        </p:attrNameLst>
                                      </p:cBhvr>
                                    </p:animRot>
                                  </p:childTnLst>
                                </p:cTn>
                              </p:par>
                            </p:childTnLst>
                          </p:cTn>
                        </p:par>
                      </p:childTnLst>
                    </p:cTn>
                  </p:par>
                  <p:par>
                    <p:cTn id="338" fill="hold">
                      <p:stCondLst>
                        <p:cond delay="indefinite"/>
                      </p:stCondLst>
                      <p:childTnLst>
                        <p:par>
                          <p:cTn id="339" fill="hold">
                            <p:stCondLst>
                              <p:cond delay="0"/>
                            </p:stCondLst>
                            <p:childTnLst>
                              <p:par>
                                <p:cTn id="340" presetID="22" presetClass="exit" presetSubtype="1" fill="hold" nodeType="clickEffect">
                                  <p:stCondLst>
                                    <p:cond delay="0"/>
                                  </p:stCondLst>
                                  <p:childTnLst>
                                    <p:animEffect transition="out" filter="wipe(up)">
                                      <p:cBhvr>
                                        <p:cTn id="341" dur="500"/>
                                        <p:tgtEl>
                                          <p:spTgt spid="128"/>
                                        </p:tgtEl>
                                      </p:cBhvr>
                                    </p:animEffect>
                                    <p:set>
                                      <p:cBhvr>
                                        <p:cTn id="342" dur="1" fill="hold">
                                          <p:stCondLst>
                                            <p:cond delay="499"/>
                                          </p:stCondLst>
                                        </p:cTn>
                                        <p:tgtEl>
                                          <p:spTgt spid="128"/>
                                        </p:tgtEl>
                                        <p:attrNameLst>
                                          <p:attrName>style.visibility</p:attrName>
                                        </p:attrNameLst>
                                      </p:cBhvr>
                                      <p:to>
                                        <p:strVal val="hidden"/>
                                      </p:to>
                                    </p:set>
                                  </p:childTnLst>
                                </p:cTn>
                              </p:par>
                            </p:childTnLst>
                          </p:cTn>
                        </p:par>
                        <p:par>
                          <p:cTn id="343" fill="hold">
                            <p:stCondLst>
                              <p:cond delay="500"/>
                            </p:stCondLst>
                            <p:childTnLst>
                              <p:par>
                                <p:cTn id="344" presetID="22" presetClass="entr" presetSubtype="8" fill="hold" nodeType="afterEffect">
                                  <p:stCondLst>
                                    <p:cond delay="0"/>
                                  </p:stCondLst>
                                  <p:childTnLst>
                                    <p:set>
                                      <p:cBhvr>
                                        <p:cTn id="345" dur="1" fill="hold">
                                          <p:stCondLst>
                                            <p:cond delay="0"/>
                                          </p:stCondLst>
                                        </p:cTn>
                                        <p:tgtEl>
                                          <p:spTgt spid="129"/>
                                        </p:tgtEl>
                                        <p:attrNameLst>
                                          <p:attrName>style.visibility</p:attrName>
                                        </p:attrNameLst>
                                      </p:cBhvr>
                                      <p:to>
                                        <p:strVal val="visible"/>
                                      </p:to>
                                    </p:set>
                                    <p:animEffect transition="in" filter="wipe(left)">
                                      <p:cBhvr>
                                        <p:cTn id="346" dur="1000"/>
                                        <p:tgtEl>
                                          <p:spTgt spid="129"/>
                                        </p:tgtEl>
                                      </p:cBhvr>
                                    </p:animEffect>
                                  </p:childTnLst>
                                </p:cTn>
                              </p:par>
                            </p:childTnLst>
                          </p:cTn>
                        </p:par>
                        <p:par>
                          <p:cTn id="347" fill="hold">
                            <p:stCondLst>
                              <p:cond delay="1500"/>
                            </p:stCondLst>
                            <p:childTnLst>
                              <p:par>
                                <p:cTn id="348" presetID="47" presetClass="entr" presetSubtype="0" fill="hold" grpId="0" nodeType="afterEffect">
                                  <p:stCondLst>
                                    <p:cond delay="0"/>
                                  </p:stCondLst>
                                  <p:childTnLst>
                                    <p:set>
                                      <p:cBhvr>
                                        <p:cTn id="349" dur="1" fill="hold">
                                          <p:stCondLst>
                                            <p:cond delay="0"/>
                                          </p:stCondLst>
                                        </p:cTn>
                                        <p:tgtEl>
                                          <p:spTgt spid="7"/>
                                        </p:tgtEl>
                                        <p:attrNameLst>
                                          <p:attrName>style.visibility</p:attrName>
                                        </p:attrNameLst>
                                      </p:cBhvr>
                                      <p:to>
                                        <p:strVal val="visible"/>
                                      </p:to>
                                    </p:set>
                                    <p:animEffect transition="in" filter="fade">
                                      <p:cBhvr>
                                        <p:cTn id="350" dur="1000"/>
                                        <p:tgtEl>
                                          <p:spTgt spid="7"/>
                                        </p:tgtEl>
                                      </p:cBhvr>
                                    </p:animEffect>
                                    <p:anim calcmode="lin" valueType="num">
                                      <p:cBhvr>
                                        <p:cTn id="351" dur="1000" fill="hold"/>
                                        <p:tgtEl>
                                          <p:spTgt spid="7"/>
                                        </p:tgtEl>
                                        <p:attrNameLst>
                                          <p:attrName>ppt_x</p:attrName>
                                        </p:attrNameLst>
                                      </p:cBhvr>
                                      <p:tavLst>
                                        <p:tav tm="0">
                                          <p:val>
                                            <p:strVal val="#ppt_x"/>
                                          </p:val>
                                        </p:tav>
                                        <p:tav tm="100000">
                                          <p:val>
                                            <p:strVal val="#ppt_x"/>
                                          </p:val>
                                        </p:tav>
                                      </p:tavLst>
                                    </p:anim>
                                    <p:anim calcmode="lin" valueType="num">
                                      <p:cBhvr>
                                        <p:cTn id="352" dur="1000" fill="hold"/>
                                        <p:tgtEl>
                                          <p:spTgt spid="7"/>
                                        </p:tgtEl>
                                        <p:attrNameLst>
                                          <p:attrName>ppt_y</p:attrName>
                                        </p:attrNameLst>
                                      </p:cBhvr>
                                      <p:tavLst>
                                        <p:tav tm="0">
                                          <p:val>
                                            <p:strVal val="#ppt_y-.1"/>
                                          </p:val>
                                        </p:tav>
                                        <p:tav tm="100000">
                                          <p:val>
                                            <p:strVal val="#ppt_y"/>
                                          </p:val>
                                        </p:tav>
                                      </p:tavLst>
                                    </p:anim>
                                  </p:childTnLst>
                                </p:cTn>
                              </p:par>
                            </p:childTnLst>
                          </p:cTn>
                        </p:par>
                        <p:par>
                          <p:cTn id="353" fill="hold">
                            <p:stCondLst>
                              <p:cond delay="2500"/>
                            </p:stCondLst>
                            <p:childTnLst>
                              <p:par>
                                <p:cTn id="354" presetID="22" presetClass="exit" presetSubtype="1" fill="hold" nodeType="afterEffect">
                                  <p:stCondLst>
                                    <p:cond delay="0"/>
                                  </p:stCondLst>
                                  <p:childTnLst>
                                    <p:animEffect transition="out" filter="wipe(up)">
                                      <p:cBhvr>
                                        <p:cTn id="355" dur="500"/>
                                        <p:tgtEl>
                                          <p:spTgt spid="129"/>
                                        </p:tgtEl>
                                      </p:cBhvr>
                                    </p:animEffect>
                                    <p:set>
                                      <p:cBhvr>
                                        <p:cTn id="356" dur="1" fill="hold">
                                          <p:stCondLst>
                                            <p:cond delay="499"/>
                                          </p:stCondLst>
                                        </p:cTn>
                                        <p:tgtEl>
                                          <p:spTgt spid="1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P spid="11" grpId="0"/>
      <p:bldP spid="11" grpId="1"/>
      <p:bldP spid="12" grpId="0"/>
      <p:bldP spid="12" grpId="1"/>
      <p:bldP spid="48" grpId="0"/>
      <p:bldP spid="48" grpId="1"/>
      <p:bldP spid="50" grpId="0"/>
      <p:bldP spid="50" grpId="1"/>
      <p:bldP spid="51" grpId="0"/>
      <p:bldP spid="51" grpId="1"/>
      <p:bldP spid="74" grpId="0" uiExpand="1" build="p" animBg="1"/>
      <p:bldP spid="61" grpId="0" animBg="1"/>
      <p:bldP spid="63" grpId="0" animBg="1"/>
      <p:bldP spid="65" grpId="0" animBg="1"/>
      <p:bldP spid="189" grpId="0" animBg="1"/>
      <p:bldP spid="189" grpId="1" animBg="1"/>
      <p:bldP spid="195" grpId="0"/>
      <p:bldP spid="201" grpId="0" animBg="1"/>
      <p:bldP spid="201" grpId="1" animBg="1"/>
      <p:bldP spid="124" grpId="0" animBg="1"/>
      <p:bldP spid="124" grpId="1"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文本框 84">
            <a:extLst>
              <a:ext uri="{FF2B5EF4-FFF2-40B4-BE49-F238E27FC236}">
                <a16:creationId xmlns:a16="http://schemas.microsoft.com/office/drawing/2014/main" id="{4AF5FA3B-5761-4E77-8B14-1AE526397F13}"/>
              </a:ext>
            </a:extLst>
          </p:cNvPr>
          <p:cNvSpPr txBox="1"/>
          <p:nvPr/>
        </p:nvSpPr>
        <p:spPr>
          <a:xfrm>
            <a:off x="186322" y="938827"/>
            <a:ext cx="8178601" cy="3785652"/>
          </a:xfrm>
          <a:prstGeom prst="rect">
            <a:avLst/>
          </a:prstGeom>
          <a:solidFill>
            <a:srgbClr val="E2E9F6"/>
          </a:solidFill>
          <a:ln>
            <a:solidFill>
              <a:schemeClr val="accent5">
                <a:lumMod val="50000"/>
              </a:schemeClr>
            </a:solidFill>
          </a:ln>
        </p:spPr>
        <p:txBody>
          <a:bodyPr wrap="square">
            <a:spAutoFit/>
          </a:bodyPr>
          <a:lstStyle/>
          <a:p>
            <a:r>
              <a:rPr lang="zh-CN" altLang="en-US" sz="1600" b="1" dirty="0">
                <a:latin typeface="Courier New" panose="02070309020205020404" pitchFamily="49" charset="0"/>
                <a:cs typeface="Courier New" panose="02070309020205020404" pitchFamily="49" charset="0"/>
              </a:rPr>
              <a:t>BiThrTree InOrderThreading(BiThrTree 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中序遍历二叉树</a:t>
            </a:r>
            <a:r>
              <a:rPr lang="zh-CN" altLang="en-US" sz="1600" b="1" dirty="0">
                <a:solidFill>
                  <a:srgbClr val="C00000"/>
                </a:solidFill>
                <a:latin typeface="Courier New" panose="02070309020205020404" pitchFamily="49" charset="0"/>
                <a:cs typeface="Courier New" panose="02070309020205020404" pitchFamily="49" charset="0"/>
              </a:rPr>
              <a:t>T</a:t>
            </a:r>
            <a:r>
              <a:rPr lang="zh-CN" altLang="en-US" sz="1600" b="1" dirty="0">
                <a:solidFill>
                  <a:srgbClr val="0062AC"/>
                </a:solidFill>
                <a:latin typeface="Courier New" panose="02070309020205020404" pitchFamily="49" charset="0"/>
                <a:cs typeface="Courier New" panose="02070309020205020404" pitchFamily="49" charset="0"/>
              </a:rPr>
              <a:t>，并将其中序线索化，</a:t>
            </a:r>
            <a:r>
              <a:rPr lang="zh-CN" altLang="en-US" sz="1600" b="1" dirty="0">
                <a:solidFill>
                  <a:srgbClr val="C00000"/>
                </a:solidFill>
                <a:latin typeface="Courier New" panose="02070309020205020404" pitchFamily="49" charset="0"/>
                <a:cs typeface="Courier New" panose="02070309020205020404" pitchFamily="49" charset="0"/>
              </a:rPr>
              <a:t>Thrt</a:t>
            </a:r>
            <a:r>
              <a:rPr lang="zh-CN" altLang="en-US" sz="1600" b="1" dirty="0">
                <a:solidFill>
                  <a:srgbClr val="0062AC"/>
                </a:solidFill>
                <a:latin typeface="Courier New" panose="02070309020205020404" pitchFamily="49" charset="0"/>
                <a:cs typeface="Courier New" panose="02070309020205020404" pitchFamily="49" charset="0"/>
              </a:rPr>
              <a:t>指向头结点。</a:t>
            </a:r>
          </a:p>
          <a:p>
            <a:r>
              <a:rPr lang="zh-CN" altLang="en-US" sz="1600" b="1" dirty="0">
                <a:latin typeface="Courier New" panose="02070309020205020404" pitchFamily="49" charset="0"/>
                <a:cs typeface="Courier New" panose="02070309020205020404" pitchFamily="49" charset="0"/>
              </a:rPr>
              <a:t>  BiThrTree T</a:t>
            </a:r>
            <a:r>
              <a:rPr lang="en-US" altLang="zh-CN" sz="1600" b="1" dirty="0" err="1">
                <a:latin typeface="Courier New" panose="02070309020205020404" pitchFamily="49" charset="0"/>
                <a:cs typeface="Courier New" panose="02070309020205020404" pitchFamily="49" charset="0"/>
              </a:rPr>
              <a:t>hrt</a:t>
            </a:r>
            <a:r>
              <a:rPr lang="en-US" altLang="zh-CN" sz="1600" b="1" dirty="0">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(!(Thrt=(BiThrTree)</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600" b="1" dirty="0">
                <a:latin typeface="Courier New" panose="02070309020205020404" pitchFamily="49" charset="0"/>
                <a:cs typeface="Courier New" panose="02070309020205020404" pitchFamily="49" charset="0"/>
              </a:rPr>
              <a:t>(</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600" b="1" dirty="0">
                <a:latin typeface="Courier New" panose="02070309020205020404" pitchFamily="49" charset="0"/>
                <a:cs typeface="Courier New" panose="02070309020205020404" pitchFamily="49" charset="0"/>
              </a:rPr>
              <a:t>(BiThrNode))))</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600" b="1" dirty="0">
                <a:latin typeface="Courier New" panose="02070309020205020404" pitchFamily="49" charset="0"/>
                <a:cs typeface="Courier New" panose="02070309020205020404" pitchFamily="49" charset="0"/>
              </a:rPr>
              <a:t>(OVERFLOW)</a:t>
            </a:r>
            <a:r>
              <a:rPr lang="zh-CN" altLang="en-US" sz="1600" b="1" dirty="0">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Thrt-&gt;LTag = Link;  Thrt-&gt;RTag =Thread;   </a:t>
            </a:r>
            <a:r>
              <a:rPr lang="zh-CN" altLang="en-US" sz="1600" b="1" dirty="0">
                <a:solidFill>
                  <a:srgbClr val="0062AC"/>
                </a:solidFill>
                <a:latin typeface="Courier New" panose="02070309020205020404" pitchFamily="49" charset="0"/>
                <a:cs typeface="Courier New" panose="02070309020205020404" pitchFamily="49" charset="0"/>
              </a:rPr>
              <a:t>// 建头结点</a:t>
            </a:r>
          </a:p>
          <a:p>
            <a:r>
              <a:rPr lang="zh-CN" altLang="en-US" sz="1600" b="1" dirty="0">
                <a:latin typeface="Courier New" panose="02070309020205020404" pitchFamily="49" charset="0"/>
                <a:cs typeface="Courier New" panose="02070309020205020404" pitchFamily="49" charset="0"/>
              </a:rPr>
              <a:t>  Thrt-&gt;rchild = Thrt;               </a:t>
            </a:r>
            <a:r>
              <a:rPr lang="zh-CN" altLang="en-US" sz="1600" b="1" dirty="0">
                <a:solidFill>
                  <a:srgbClr val="0062AC"/>
                </a:solidFill>
                <a:latin typeface="Courier New" panose="02070309020205020404" pitchFamily="49" charset="0"/>
                <a:cs typeface="Courier New" panose="02070309020205020404" pitchFamily="49" charset="0"/>
              </a:rPr>
              <a:t>// 右线索回指</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(!T) Thrt-&gt;lchild = Thrt;        </a:t>
            </a:r>
            <a:r>
              <a:rPr lang="zh-CN" altLang="en-US" sz="1600" b="1" dirty="0">
                <a:solidFill>
                  <a:srgbClr val="0062AC"/>
                </a:solidFill>
                <a:latin typeface="Courier New" panose="02070309020205020404" pitchFamily="49" charset="0"/>
                <a:cs typeface="Courier New" panose="02070309020205020404" pitchFamily="49" charset="0"/>
              </a:rPr>
              <a:t>// 若二叉树空，则左指针回指</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 {</a:t>
            </a:r>
          </a:p>
          <a:p>
            <a:r>
              <a:rPr lang="zh-CN" altLang="en-US" sz="1600" b="1" dirty="0">
                <a:latin typeface="Courier New" panose="02070309020205020404" pitchFamily="49" charset="0"/>
                <a:cs typeface="Courier New" panose="02070309020205020404" pitchFamily="49" charset="0"/>
              </a:rPr>
              <a:t>    Thrt-&gt;lchild = T;   pre = Thrt;  </a:t>
            </a:r>
            <a:r>
              <a:rPr lang="en-US" altLang="zh-CN" sz="1600" b="1" dirty="0">
                <a:solidFill>
                  <a:srgbClr val="0062AC"/>
                </a:solidFill>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将作为前驱指针辅助线索化</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InThreading</a:t>
            </a:r>
            <a:r>
              <a:rPr lang="zh-CN" altLang="en-US" sz="1600" b="1" dirty="0">
                <a:latin typeface="Courier New" panose="02070309020205020404" pitchFamily="49" charset="0"/>
                <a:cs typeface="Courier New" panose="02070309020205020404" pitchFamily="49" charset="0"/>
              </a:rPr>
              <a:t>(T);     </a:t>
            </a:r>
            <a:r>
              <a:rPr lang="en-US" altLang="zh-CN" sz="1600" b="1" dirty="0">
                <a:solidFill>
                  <a:srgbClr val="0062AC"/>
                </a:solidFill>
                <a:latin typeface="Courier New" panose="02070309020205020404" pitchFamily="49" charset="0"/>
                <a:cs typeface="Courier New" panose="02070309020205020404" pitchFamily="49" charset="0"/>
              </a:rPr>
              <a:t>/</a:t>
            </a:r>
            <a:r>
              <a:rPr lang="zh-CN" altLang="en-US" sz="1600" b="1" dirty="0">
                <a:solidFill>
                  <a:srgbClr val="0062AC"/>
                </a:solidFill>
                <a:latin typeface="Courier New" panose="02070309020205020404" pitchFamily="49" charset="0"/>
                <a:cs typeface="Courier New" panose="02070309020205020404" pitchFamily="49" charset="0"/>
              </a:rPr>
              <a:t>/ 调用</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Times New Roman" panose="02020603050405020304" pitchFamily="18" charset="0"/>
                <a:cs typeface="Times New Roman" panose="02020603050405020304" pitchFamily="18" charset="0"/>
              </a:rPr>
              <a:t>6.10</a:t>
            </a:r>
            <a:r>
              <a:rPr lang="zh-CN" altLang="en-US" sz="1600" b="1" dirty="0">
                <a:solidFill>
                  <a:srgbClr val="0062AC"/>
                </a:solidFill>
                <a:latin typeface="Courier New" panose="02070309020205020404" pitchFamily="49" charset="0"/>
                <a:cs typeface="Courier New" panose="02070309020205020404" pitchFamily="49" charset="0"/>
              </a:rPr>
              <a:t>，递归中序遍历</a:t>
            </a:r>
            <a:r>
              <a:rPr lang="en-US" altLang="zh-CN" sz="1600" b="1" dirty="0">
                <a:solidFill>
                  <a:srgbClr val="0062AC"/>
                </a:solidFill>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T</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进行中序线索化</a:t>
            </a:r>
          </a:p>
          <a:p>
            <a:r>
              <a:rPr lang="zh-CN" altLang="en-US" sz="1600" b="1" dirty="0">
                <a:latin typeface="Courier New" panose="02070309020205020404" pitchFamily="49" charset="0"/>
                <a:cs typeface="Courier New" panose="02070309020205020404" pitchFamily="49" charset="0"/>
              </a:rPr>
              <a:t>    pre-&gt;rchild = Thrt;  pre-&gt;RTag = Thread; </a:t>
            </a:r>
            <a:r>
              <a:rPr lang="zh-CN" altLang="en-US" sz="1600" b="1" dirty="0">
                <a:solidFill>
                  <a:srgbClr val="0062AC"/>
                </a:solidFill>
                <a:latin typeface="Courier New" panose="02070309020205020404" pitchFamily="49" charset="0"/>
                <a:cs typeface="Courier New" panose="02070309020205020404" pitchFamily="49" charset="0"/>
              </a:rPr>
              <a:t>// 最后一个结点线索化</a:t>
            </a:r>
          </a:p>
          <a:p>
            <a:r>
              <a:rPr lang="zh-CN" altLang="en-US" sz="1600" b="1" dirty="0">
                <a:latin typeface="Courier New" panose="02070309020205020404" pitchFamily="49" charset="0"/>
                <a:cs typeface="Courier New" panose="02070309020205020404" pitchFamily="49" charset="0"/>
              </a:rPr>
              <a:t>    Thrt-&gt;rchild = pre;  </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Thrt</a:t>
            </a:r>
            <a:r>
              <a:rPr lang="zh-CN" altLang="en-US" sz="1600" b="1" dirty="0">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grpSp>
        <p:nvGrpSpPr>
          <p:cNvPr id="4" name="组合 3">
            <a:extLst>
              <a:ext uri="{FF2B5EF4-FFF2-40B4-BE49-F238E27FC236}">
                <a16:creationId xmlns:a16="http://schemas.microsoft.com/office/drawing/2014/main" id="{27EA4DF2-D485-4995-A00F-007D412A8AA7}"/>
              </a:ext>
            </a:extLst>
          </p:cNvPr>
          <p:cNvGrpSpPr/>
          <p:nvPr/>
        </p:nvGrpSpPr>
        <p:grpSpPr>
          <a:xfrm>
            <a:off x="8916349" y="1276808"/>
            <a:ext cx="2905383" cy="1863546"/>
            <a:chOff x="8194189" y="3889457"/>
            <a:chExt cx="2905383" cy="1863546"/>
          </a:xfrm>
        </p:grpSpPr>
        <p:grpSp>
          <p:nvGrpSpPr>
            <p:cNvPr id="5" name="组合 4">
              <a:extLst>
                <a:ext uri="{FF2B5EF4-FFF2-40B4-BE49-F238E27FC236}">
                  <a16:creationId xmlns:a16="http://schemas.microsoft.com/office/drawing/2014/main" id="{A7515FAE-9B91-44AB-9900-128CDFCC1152}"/>
                </a:ext>
              </a:extLst>
            </p:cNvPr>
            <p:cNvGrpSpPr/>
            <p:nvPr/>
          </p:nvGrpSpPr>
          <p:grpSpPr>
            <a:xfrm>
              <a:off x="8194189" y="3889457"/>
              <a:ext cx="2905383" cy="1863546"/>
              <a:chOff x="8194189" y="3889457"/>
              <a:chExt cx="2905383" cy="1863546"/>
            </a:xfrm>
          </p:grpSpPr>
          <p:sp>
            <p:nvSpPr>
              <p:cNvPr id="10" name="Line 33">
                <a:extLst>
                  <a:ext uri="{FF2B5EF4-FFF2-40B4-BE49-F238E27FC236}">
                    <a16:creationId xmlns:a16="http://schemas.microsoft.com/office/drawing/2014/main" id="{5450058A-A6FD-4679-8847-689E67436988}"/>
                  </a:ext>
                </a:extLst>
              </p:cNvPr>
              <p:cNvSpPr>
                <a:spLocks noChangeShapeType="1"/>
              </p:cNvSpPr>
              <p:nvPr/>
            </p:nvSpPr>
            <p:spPr bwMode="auto">
              <a:xfrm flipH="1">
                <a:off x="8592763" y="5041181"/>
                <a:ext cx="249506" cy="397690"/>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nvGrpSpPr>
              <p:cNvPr id="11" name="组合 10">
                <a:extLst>
                  <a:ext uri="{FF2B5EF4-FFF2-40B4-BE49-F238E27FC236}">
                    <a16:creationId xmlns:a16="http://schemas.microsoft.com/office/drawing/2014/main" id="{123A8EB1-FE6B-46D8-A6C5-5E7DB49C9198}"/>
                  </a:ext>
                </a:extLst>
              </p:cNvPr>
              <p:cNvGrpSpPr/>
              <p:nvPr/>
            </p:nvGrpSpPr>
            <p:grpSpPr>
              <a:xfrm>
                <a:off x="10325970" y="4883822"/>
                <a:ext cx="773602" cy="310101"/>
                <a:chOff x="10116681" y="1809846"/>
                <a:chExt cx="773602" cy="310101"/>
              </a:xfrm>
            </p:grpSpPr>
            <p:sp>
              <p:nvSpPr>
                <p:cNvPr id="46" name="Text Box 28">
                  <a:extLst>
                    <a:ext uri="{FF2B5EF4-FFF2-40B4-BE49-F238E27FC236}">
                      <a16:creationId xmlns:a16="http://schemas.microsoft.com/office/drawing/2014/main" id="{D77C11EC-D6B1-4C9F-92A9-A15CA3507EC6}"/>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c</a:t>
                  </a:r>
                  <a:endParaRPr lang="en-US" altLang="zh-CN" sz="2400" dirty="0">
                    <a:solidFill>
                      <a:srgbClr val="C00000"/>
                    </a:solidFill>
                  </a:endParaRPr>
                </a:p>
              </p:txBody>
            </p:sp>
            <p:sp>
              <p:nvSpPr>
                <p:cNvPr id="47" name="Text Box 28">
                  <a:extLst>
                    <a:ext uri="{FF2B5EF4-FFF2-40B4-BE49-F238E27FC236}">
                      <a16:creationId xmlns:a16="http://schemas.microsoft.com/office/drawing/2014/main" id="{2FC1CF4F-6C1F-4426-B436-0E952E5BB596}"/>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8" name="Text Box 28">
                  <a:extLst>
                    <a:ext uri="{FF2B5EF4-FFF2-40B4-BE49-F238E27FC236}">
                      <a16:creationId xmlns:a16="http://schemas.microsoft.com/office/drawing/2014/main" id="{C0659A89-0009-413A-84E6-8CBBE5FF264B}"/>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9" name="Text Box 28">
                  <a:extLst>
                    <a:ext uri="{FF2B5EF4-FFF2-40B4-BE49-F238E27FC236}">
                      <a16:creationId xmlns:a16="http://schemas.microsoft.com/office/drawing/2014/main" id="{992ACF56-0C11-4381-968D-5F4DEBE14D8C}"/>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0" name="Text Box 28">
                  <a:extLst>
                    <a:ext uri="{FF2B5EF4-FFF2-40B4-BE49-F238E27FC236}">
                      <a16:creationId xmlns:a16="http://schemas.microsoft.com/office/drawing/2014/main" id="{888C6A67-2DD7-4043-977B-8D57AEE7C323}"/>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1" name="矩形 50">
                  <a:extLst>
                    <a:ext uri="{FF2B5EF4-FFF2-40B4-BE49-F238E27FC236}">
                      <a16:creationId xmlns:a16="http://schemas.microsoft.com/office/drawing/2014/main" id="{A8AE5F8A-EC45-4F5D-A4D8-430B6ACD5DE6}"/>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12" name="组合 11">
                <a:extLst>
                  <a:ext uri="{FF2B5EF4-FFF2-40B4-BE49-F238E27FC236}">
                    <a16:creationId xmlns:a16="http://schemas.microsoft.com/office/drawing/2014/main" id="{690CCC32-D288-441C-8AAB-F69283D77F35}"/>
                  </a:ext>
                </a:extLst>
              </p:cNvPr>
              <p:cNvGrpSpPr/>
              <p:nvPr/>
            </p:nvGrpSpPr>
            <p:grpSpPr>
              <a:xfrm>
                <a:off x="9550824" y="4305159"/>
                <a:ext cx="773602" cy="310101"/>
                <a:chOff x="10116681" y="1809846"/>
                <a:chExt cx="773602" cy="310101"/>
              </a:xfrm>
            </p:grpSpPr>
            <p:sp>
              <p:nvSpPr>
                <p:cNvPr id="40" name="Text Box 28">
                  <a:extLst>
                    <a:ext uri="{FF2B5EF4-FFF2-40B4-BE49-F238E27FC236}">
                      <a16:creationId xmlns:a16="http://schemas.microsoft.com/office/drawing/2014/main" id="{2455D1F6-9211-42EF-B1C5-BC19E4393941}"/>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a:t>
                  </a:r>
                  <a:endParaRPr lang="en-US" altLang="zh-CN" sz="2400" dirty="0">
                    <a:solidFill>
                      <a:srgbClr val="C00000"/>
                    </a:solidFill>
                  </a:endParaRPr>
                </a:p>
              </p:txBody>
            </p:sp>
            <p:sp>
              <p:nvSpPr>
                <p:cNvPr id="41" name="Text Box 28">
                  <a:extLst>
                    <a:ext uri="{FF2B5EF4-FFF2-40B4-BE49-F238E27FC236}">
                      <a16:creationId xmlns:a16="http://schemas.microsoft.com/office/drawing/2014/main" id="{78D7CA55-ECBD-4B56-813B-2045A9529C2A}"/>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2" name="Text Box 28">
                  <a:extLst>
                    <a:ext uri="{FF2B5EF4-FFF2-40B4-BE49-F238E27FC236}">
                      <a16:creationId xmlns:a16="http://schemas.microsoft.com/office/drawing/2014/main" id="{0289A2C7-9069-43E2-9F3C-C710C7F76861}"/>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3" name="Text Box 28">
                  <a:extLst>
                    <a:ext uri="{FF2B5EF4-FFF2-40B4-BE49-F238E27FC236}">
                      <a16:creationId xmlns:a16="http://schemas.microsoft.com/office/drawing/2014/main" id="{90077897-218C-4DE1-AE83-BB7819A556F7}"/>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4" name="Text Box 28">
                  <a:extLst>
                    <a:ext uri="{FF2B5EF4-FFF2-40B4-BE49-F238E27FC236}">
                      <a16:creationId xmlns:a16="http://schemas.microsoft.com/office/drawing/2014/main" id="{05EAFA8A-26C3-43A0-A13D-C67F06DB7CAE}"/>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45" name="矩形 44">
                  <a:extLst>
                    <a:ext uri="{FF2B5EF4-FFF2-40B4-BE49-F238E27FC236}">
                      <a16:creationId xmlns:a16="http://schemas.microsoft.com/office/drawing/2014/main" id="{51396ECA-39C4-4544-93C3-A5F388D76CE0}"/>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13" name="组合 12">
                <a:extLst>
                  <a:ext uri="{FF2B5EF4-FFF2-40B4-BE49-F238E27FC236}">
                    <a16:creationId xmlns:a16="http://schemas.microsoft.com/office/drawing/2014/main" id="{4404E787-0E30-4DF6-97DF-C58E81CF070A}"/>
                  </a:ext>
                </a:extLst>
              </p:cNvPr>
              <p:cNvGrpSpPr/>
              <p:nvPr/>
            </p:nvGrpSpPr>
            <p:grpSpPr>
              <a:xfrm>
                <a:off x="8765481" y="4879675"/>
                <a:ext cx="773602" cy="310101"/>
                <a:chOff x="10116681" y="1809846"/>
                <a:chExt cx="773602" cy="310101"/>
              </a:xfrm>
            </p:grpSpPr>
            <p:sp>
              <p:nvSpPr>
                <p:cNvPr id="34" name="Text Box 28">
                  <a:extLst>
                    <a:ext uri="{FF2B5EF4-FFF2-40B4-BE49-F238E27FC236}">
                      <a16:creationId xmlns:a16="http://schemas.microsoft.com/office/drawing/2014/main" id="{F604C996-564A-4937-813C-82C4E4DE5A76}"/>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p>
                  <a:pPr algn="ctr">
                    <a:lnSpc>
                      <a:spcPct val="80000"/>
                    </a:lnSpc>
                  </a:pPr>
                  <a:r>
                    <a:rPr lang="en-US" altLang="zh-CN" sz="2400" b="1" dirty="0">
                      <a:solidFill>
                        <a:srgbClr val="C00000"/>
                      </a:solidFill>
                    </a:rPr>
                    <a:t>*</a:t>
                  </a:r>
                  <a:endParaRPr lang="en-US" altLang="zh-CN" sz="2400" dirty="0">
                    <a:solidFill>
                      <a:srgbClr val="C00000"/>
                    </a:solidFill>
                  </a:endParaRPr>
                </a:p>
              </p:txBody>
            </p:sp>
            <p:sp>
              <p:nvSpPr>
                <p:cNvPr id="35" name="Text Box 28">
                  <a:extLst>
                    <a:ext uri="{FF2B5EF4-FFF2-40B4-BE49-F238E27FC236}">
                      <a16:creationId xmlns:a16="http://schemas.microsoft.com/office/drawing/2014/main" id="{968A38AC-EB35-402A-A808-0B92B62A80B7}"/>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6" name="Text Box 28">
                  <a:extLst>
                    <a:ext uri="{FF2B5EF4-FFF2-40B4-BE49-F238E27FC236}">
                      <a16:creationId xmlns:a16="http://schemas.microsoft.com/office/drawing/2014/main" id="{4F5CC3F1-DA98-4FBF-A499-1F48408A9B26}"/>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7" name="Text Box 28">
                  <a:extLst>
                    <a:ext uri="{FF2B5EF4-FFF2-40B4-BE49-F238E27FC236}">
                      <a16:creationId xmlns:a16="http://schemas.microsoft.com/office/drawing/2014/main" id="{0003D0F6-7312-4700-AB81-9180B26C4782}"/>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8" name="Text Box 28">
                  <a:extLst>
                    <a:ext uri="{FF2B5EF4-FFF2-40B4-BE49-F238E27FC236}">
                      <a16:creationId xmlns:a16="http://schemas.microsoft.com/office/drawing/2014/main" id="{935AB35A-2763-45FB-BF76-5F18A48AF8BD}"/>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9" name="矩形 38">
                  <a:extLst>
                    <a:ext uri="{FF2B5EF4-FFF2-40B4-BE49-F238E27FC236}">
                      <a16:creationId xmlns:a16="http://schemas.microsoft.com/office/drawing/2014/main" id="{32503CB4-488B-477B-BC9F-D36B2AF77B17}"/>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sp>
            <p:nvSpPr>
              <p:cNvPr id="14" name="Line 36">
                <a:extLst>
                  <a:ext uri="{FF2B5EF4-FFF2-40B4-BE49-F238E27FC236}">
                    <a16:creationId xmlns:a16="http://schemas.microsoft.com/office/drawing/2014/main" id="{30FCEB0A-8F57-4F2A-9CC5-D387EF5E6528}"/>
                  </a:ext>
                </a:extLst>
              </p:cNvPr>
              <p:cNvSpPr>
                <a:spLocks noChangeShapeType="1"/>
              </p:cNvSpPr>
              <p:nvPr/>
            </p:nvSpPr>
            <p:spPr bwMode="auto">
              <a:xfrm>
                <a:off x="10261079" y="4466405"/>
                <a:ext cx="471752" cy="41963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5" name="Line 31">
                <a:extLst>
                  <a:ext uri="{FF2B5EF4-FFF2-40B4-BE49-F238E27FC236}">
                    <a16:creationId xmlns:a16="http://schemas.microsoft.com/office/drawing/2014/main" id="{6CE871F2-9896-4002-9EDC-5BEF04B061FB}"/>
                  </a:ext>
                </a:extLst>
              </p:cNvPr>
              <p:cNvSpPr>
                <a:spLocks noChangeShapeType="1"/>
              </p:cNvSpPr>
              <p:nvPr/>
            </p:nvSpPr>
            <p:spPr bwMode="auto">
              <a:xfrm flipH="1">
                <a:off x="9138770" y="4466489"/>
                <a:ext cx="486814" cy="417733"/>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16" name="Line 54">
                <a:extLst>
                  <a:ext uri="{FF2B5EF4-FFF2-40B4-BE49-F238E27FC236}">
                    <a16:creationId xmlns:a16="http://schemas.microsoft.com/office/drawing/2014/main" id="{FC702A34-C9F1-4885-8BF3-98935937D361}"/>
                  </a:ext>
                </a:extLst>
              </p:cNvPr>
              <p:cNvSpPr>
                <a:spLocks noChangeShapeType="1"/>
              </p:cNvSpPr>
              <p:nvPr/>
            </p:nvSpPr>
            <p:spPr bwMode="auto">
              <a:xfrm>
                <a:off x="9471238" y="5041850"/>
                <a:ext cx="286143" cy="395742"/>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grpSp>
            <p:nvGrpSpPr>
              <p:cNvPr id="17" name="组合 16">
                <a:extLst>
                  <a:ext uri="{FF2B5EF4-FFF2-40B4-BE49-F238E27FC236}">
                    <a16:creationId xmlns:a16="http://schemas.microsoft.com/office/drawing/2014/main" id="{742F5F70-1D35-4392-95CE-4A34C89804BD}"/>
                  </a:ext>
                </a:extLst>
              </p:cNvPr>
              <p:cNvGrpSpPr/>
              <p:nvPr/>
            </p:nvGrpSpPr>
            <p:grpSpPr>
              <a:xfrm>
                <a:off x="8194189" y="5442902"/>
                <a:ext cx="773602" cy="310101"/>
                <a:chOff x="10116681" y="1809846"/>
                <a:chExt cx="773602" cy="310101"/>
              </a:xfrm>
            </p:grpSpPr>
            <p:sp>
              <p:nvSpPr>
                <p:cNvPr id="28" name="Text Box 28">
                  <a:extLst>
                    <a:ext uri="{FF2B5EF4-FFF2-40B4-BE49-F238E27FC236}">
                      <a16:creationId xmlns:a16="http://schemas.microsoft.com/office/drawing/2014/main" id="{FB0AA65E-3E98-4ABB-9E84-3D6923B702D6}"/>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a</a:t>
                  </a:r>
                  <a:endParaRPr lang="en-US" altLang="zh-CN" sz="2400" dirty="0">
                    <a:solidFill>
                      <a:srgbClr val="C00000"/>
                    </a:solidFill>
                  </a:endParaRPr>
                </a:p>
              </p:txBody>
            </p:sp>
            <p:sp>
              <p:nvSpPr>
                <p:cNvPr id="29" name="Text Box 28">
                  <a:extLst>
                    <a:ext uri="{FF2B5EF4-FFF2-40B4-BE49-F238E27FC236}">
                      <a16:creationId xmlns:a16="http://schemas.microsoft.com/office/drawing/2014/main" id="{4B58094E-A74C-4511-AB53-A202B18A33E1}"/>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0" name="Text Box 28">
                  <a:extLst>
                    <a:ext uri="{FF2B5EF4-FFF2-40B4-BE49-F238E27FC236}">
                      <a16:creationId xmlns:a16="http://schemas.microsoft.com/office/drawing/2014/main" id="{C706D851-060F-49FD-920C-F7464CD49981}"/>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1" name="Text Box 28">
                  <a:extLst>
                    <a:ext uri="{FF2B5EF4-FFF2-40B4-BE49-F238E27FC236}">
                      <a16:creationId xmlns:a16="http://schemas.microsoft.com/office/drawing/2014/main" id="{9E6322AC-B48A-4365-8998-BDDC258217B3}"/>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2" name="Text Box 28">
                  <a:extLst>
                    <a:ext uri="{FF2B5EF4-FFF2-40B4-BE49-F238E27FC236}">
                      <a16:creationId xmlns:a16="http://schemas.microsoft.com/office/drawing/2014/main" id="{E328C023-17EF-40E2-9CD2-3C49C7128AAC}"/>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33" name="矩形 32">
                  <a:extLst>
                    <a:ext uri="{FF2B5EF4-FFF2-40B4-BE49-F238E27FC236}">
                      <a16:creationId xmlns:a16="http://schemas.microsoft.com/office/drawing/2014/main" id="{15A8808A-29D7-4BEA-8680-6E3F56E6F1F9}"/>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18" name="组合 17">
                <a:extLst>
                  <a:ext uri="{FF2B5EF4-FFF2-40B4-BE49-F238E27FC236}">
                    <a16:creationId xmlns:a16="http://schemas.microsoft.com/office/drawing/2014/main" id="{651BD7B0-21C4-40F9-8CF5-C6A7E050CDED}"/>
                  </a:ext>
                </a:extLst>
              </p:cNvPr>
              <p:cNvGrpSpPr/>
              <p:nvPr/>
            </p:nvGrpSpPr>
            <p:grpSpPr>
              <a:xfrm>
                <a:off x="9358464" y="5441895"/>
                <a:ext cx="773602" cy="310101"/>
                <a:chOff x="10116681" y="1809846"/>
                <a:chExt cx="773602" cy="310101"/>
              </a:xfrm>
            </p:grpSpPr>
            <p:sp>
              <p:nvSpPr>
                <p:cNvPr id="22" name="Text Box 28">
                  <a:extLst>
                    <a:ext uri="{FF2B5EF4-FFF2-40B4-BE49-F238E27FC236}">
                      <a16:creationId xmlns:a16="http://schemas.microsoft.com/office/drawing/2014/main" id="{9A7370FC-76E4-4A7B-A1FE-2B2C8D99B8FD}"/>
                    </a:ext>
                  </a:extLst>
                </p:cNvPr>
                <p:cNvSpPr txBox="1">
                  <a:spLocks noChangeArrowheads="1"/>
                </p:cNvSpPr>
                <p:nvPr/>
              </p:nvSpPr>
              <p:spPr bwMode="auto">
                <a:xfrm>
                  <a:off x="10409945" y="1812034"/>
                  <a:ext cx="195512" cy="303855"/>
                </a:xfrm>
                <a:prstGeom prst="rect">
                  <a:avLst/>
                </a:prstGeom>
                <a:solidFill>
                  <a:srgbClr val="CAF2CE">
                    <a:alpha val="50000"/>
                  </a:srgb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r>
                    <a:rPr lang="en-US" altLang="zh-CN" sz="2400" b="1" dirty="0">
                      <a:solidFill>
                        <a:srgbClr val="C00000"/>
                      </a:solidFill>
                    </a:rPr>
                    <a:t>c</a:t>
                  </a:r>
                  <a:endParaRPr lang="en-US" altLang="zh-CN" sz="2400" dirty="0">
                    <a:solidFill>
                      <a:srgbClr val="C00000"/>
                    </a:solidFill>
                  </a:endParaRPr>
                </a:p>
              </p:txBody>
            </p:sp>
            <p:sp>
              <p:nvSpPr>
                <p:cNvPr id="23" name="Text Box 28">
                  <a:extLst>
                    <a:ext uri="{FF2B5EF4-FFF2-40B4-BE49-F238E27FC236}">
                      <a16:creationId xmlns:a16="http://schemas.microsoft.com/office/drawing/2014/main" id="{616D621E-5D50-47C8-AF75-1533B625C197}"/>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24" name="Text Box 28">
                  <a:extLst>
                    <a:ext uri="{FF2B5EF4-FFF2-40B4-BE49-F238E27FC236}">
                      <a16:creationId xmlns:a16="http://schemas.microsoft.com/office/drawing/2014/main" id="{74736709-9BE1-4D5A-8355-ADF56575D0BA}"/>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25" name="Text Box 28">
                  <a:extLst>
                    <a:ext uri="{FF2B5EF4-FFF2-40B4-BE49-F238E27FC236}">
                      <a16:creationId xmlns:a16="http://schemas.microsoft.com/office/drawing/2014/main" id="{DB512441-FF76-468B-8FF9-AA415A5A1FFB}"/>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26" name="Text Box 28">
                  <a:extLst>
                    <a:ext uri="{FF2B5EF4-FFF2-40B4-BE49-F238E27FC236}">
                      <a16:creationId xmlns:a16="http://schemas.microsoft.com/office/drawing/2014/main" id="{08ED7BFE-13A8-4136-8756-2FEC00076F09}"/>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27" name="矩形 26">
                  <a:extLst>
                    <a:ext uri="{FF2B5EF4-FFF2-40B4-BE49-F238E27FC236}">
                      <a16:creationId xmlns:a16="http://schemas.microsoft.com/office/drawing/2014/main" id="{F524717D-196D-4B8E-A56C-D77BB2903615}"/>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19" name="组合 18">
                <a:extLst>
                  <a:ext uri="{FF2B5EF4-FFF2-40B4-BE49-F238E27FC236}">
                    <a16:creationId xmlns:a16="http://schemas.microsoft.com/office/drawing/2014/main" id="{6A8E17B7-FF95-4B16-9B19-EB22237CD4EE}"/>
                  </a:ext>
                </a:extLst>
              </p:cNvPr>
              <p:cNvGrpSpPr/>
              <p:nvPr/>
            </p:nvGrpSpPr>
            <p:grpSpPr>
              <a:xfrm>
                <a:off x="9118335" y="3889457"/>
                <a:ext cx="453197" cy="418500"/>
                <a:chOff x="9508318" y="138187"/>
                <a:chExt cx="453197" cy="418500"/>
              </a:xfrm>
            </p:grpSpPr>
            <p:sp>
              <p:nvSpPr>
                <p:cNvPr id="20" name="Text Box 21">
                  <a:extLst>
                    <a:ext uri="{FF2B5EF4-FFF2-40B4-BE49-F238E27FC236}">
                      <a16:creationId xmlns:a16="http://schemas.microsoft.com/office/drawing/2014/main" id="{B51DAD56-87C0-4F4E-908B-50CD0C1A9E99}"/>
                    </a:ext>
                  </a:extLst>
                </p:cNvPr>
                <p:cNvSpPr txBox="1">
                  <a:spLocks noChangeArrowheads="1"/>
                </p:cNvSpPr>
                <p:nvPr/>
              </p:nvSpPr>
              <p:spPr bwMode="auto">
                <a:xfrm>
                  <a:off x="9508318" y="138187"/>
                  <a:ext cx="242622"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000099"/>
                      </a:solidFill>
                    </a:rPr>
                    <a:t>T</a:t>
                  </a:r>
                  <a:endParaRPr lang="en-US" altLang="zh-CN" sz="2400" dirty="0">
                    <a:solidFill>
                      <a:srgbClr val="000099"/>
                    </a:solidFill>
                  </a:endParaRPr>
                </a:p>
              </p:txBody>
            </p:sp>
            <p:cxnSp>
              <p:nvCxnSpPr>
                <p:cNvPr id="21" name="直接箭头连接符 20">
                  <a:extLst>
                    <a:ext uri="{FF2B5EF4-FFF2-40B4-BE49-F238E27FC236}">
                      <a16:creationId xmlns:a16="http://schemas.microsoft.com/office/drawing/2014/main" id="{49C2D033-46F4-4145-94E1-BA72DF141C49}"/>
                    </a:ext>
                  </a:extLst>
                </p:cNvPr>
                <p:cNvCxnSpPr>
                  <a:cxnSpLocks/>
                </p:cNvCxnSpPr>
                <p:nvPr/>
              </p:nvCxnSpPr>
              <p:spPr>
                <a:xfrm>
                  <a:off x="9711338" y="382596"/>
                  <a:ext cx="250177" cy="174091"/>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sp>
          <p:nvSpPr>
            <p:cNvPr id="6" name="Text Box 60">
              <a:extLst>
                <a:ext uri="{FF2B5EF4-FFF2-40B4-BE49-F238E27FC236}">
                  <a16:creationId xmlns:a16="http://schemas.microsoft.com/office/drawing/2014/main" id="{24D0F2E6-99C6-4909-AED5-F922A62791CE}"/>
                </a:ext>
              </a:extLst>
            </p:cNvPr>
            <p:cNvSpPr txBox="1">
              <a:spLocks noChangeArrowheads="1"/>
            </p:cNvSpPr>
            <p:nvPr/>
          </p:nvSpPr>
          <p:spPr bwMode="auto">
            <a:xfrm>
              <a:off x="9698407" y="4347177"/>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7" name="Text Box 60">
              <a:extLst>
                <a:ext uri="{FF2B5EF4-FFF2-40B4-BE49-F238E27FC236}">
                  <a16:creationId xmlns:a16="http://schemas.microsoft.com/office/drawing/2014/main" id="{20A9257A-6905-4EF3-B85E-5589C214DECC}"/>
                </a:ext>
              </a:extLst>
            </p:cNvPr>
            <p:cNvSpPr txBox="1">
              <a:spLocks noChangeArrowheads="1"/>
            </p:cNvSpPr>
            <p:nvPr/>
          </p:nvSpPr>
          <p:spPr bwMode="auto">
            <a:xfrm>
              <a:off x="10052614" y="4345060"/>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8" name="Text Box 60">
              <a:extLst>
                <a:ext uri="{FF2B5EF4-FFF2-40B4-BE49-F238E27FC236}">
                  <a16:creationId xmlns:a16="http://schemas.microsoft.com/office/drawing/2014/main" id="{38A2FE86-986C-46AB-A2DB-3A790DA33FB9}"/>
                </a:ext>
              </a:extLst>
            </p:cNvPr>
            <p:cNvSpPr txBox="1">
              <a:spLocks noChangeArrowheads="1"/>
            </p:cNvSpPr>
            <p:nvPr/>
          </p:nvSpPr>
          <p:spPr bwMode="auto">
            <a:xfrm>
              <a:off x="9269453" y="4910928"/>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 name="Text Box 60">
              <a:extLst>
                <a:ext uri="{FF2B5EF4-FFF2-40B4-BE49-F238E27FC236}">
                  <a16:creationId xmlns:a16="http://schemas.microsoft.com/office/drawing/2014/main" id="{6ADA006C-EEDD-430F-8AEC-922E9522F7E5}"/>
                </a:ext>
              </a:extLst>
            </p:cNvPr>
            <p:cNvSpPr txBox="1">
              <a:spLocks noChangeArrowheads="1"/>
            </p:cNvSpPr>
            <p:nvPr/>
          </p:nvSpPr>
          <p:spPr bwMode="auto">
            <a:xfrm>
              <a:off x="8913461" y="4913991"/>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grpSp>
      <p:grpSp>
        <p:nvGrpSpPr>
          <p:cNvPr id="52" name="组合 51">
            <a:extLst>
              <a:ext uri="{FF2B5EF4-FFF2-40B4-BE49-F238E27FC236}">
                <a16:creationId xmlns:a16="http://schemas.microsoft.com/office/drawing/2014/main" id="{57CFD763-C950-4E00-8AB7-BD5748B9B592}"/>
              </a:ext>
            </a:extLst>
          </p:cNvPr>
          <p:cNvGrpSpPr/>
          <p:nvPr/>
        </p:nvGrpSpPr>
        <p:grpSpPr>
          <a:xfrm>
            <a:off x="10243286" y="438313"/>
            <a:ext cx="803300" cy="875963"/>
            <a:chOff x="9521126" y="3050962"/>
            <a:chExt cx="803300" cy="875963"/>
          </a:xfrm>
        </p:grpSpPr>
        <p:grpSp>
          <p:nvGrpSpPr>
            <p:cNvPr id="53" name="组合 52">
              <a:extLst>
                <a:ext uri="{FF2B5EF4-FFF2-40B4-BE49-F238E27FC236}">
                  <a16:creationId xmlns:a16="http://schemas.microsoft.com/office/drawing/2014/main" id="{5734ED5E-2DBB-44AF-893C-8054DD819B19}"/>
                </a:ext>
              </a:extLst>
            </p:cNvPr>
            <p:cNvGrpSpPr/>
            <p:nvPr/>
          </p:nvGrpSpPr>
          <p:grpSpPr>
            <a:xfrm>
              <a:off x="9550824" y="3616824"/>
              <a:ext cx="773602" cy="310101"/>
              <a:chOff x="10116681" y="1809846"/>
              <a:chExt cx="773602" cy="310101"/>
            </a:xfrm>
          </p:grpSpPr>
          <p:sp>
            <p:nvSpPr>
              <p:cNvPr id="57" name="Text Box 28">
                <a:extLst>
                  <a:ext uri="{FF2B5EF4-FFF2-40B4-BE49-F238E27FC236}">
                    <a16:creationId xmlns:a16="http://schemas.microsoft.com/office/drawing/2014/main" id="{EFC56584-1E16-4007-9376-32BC422BE616}"/>
                  </a:ext>
                </a:extLst>
              </p:cNvPr>
              <p:cNvSpPr txBox="1">
                <a:spLocks noChangeArrowheads="1"/>
              </p:cNvSpPr>
              <p:nvPr/>
            </p:nvSpPr>
            <p:spPr bwMode="auto">
              <a:xfrm>
                <a:off x="10409945" y="1812034"/>
                <a:ext cx="195512" cy="303855"/>
              </a:xfrm>
              <a:prstGeom prst="rect">
                <a:avLst/>
              </a:prstGeom>
              <a:pattFill prst="wdUpDiag">
                <a:fgClr>
                  <a:schemeClr val="accent6">
                    <a:lumMod val="75000"/>
                  </a:schemeClr>
                </a:fgClr>
                <a:bgClr>
                  <a:schemeClr val="bg1"/>
                </a:bgClr>
              </a:patt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8" name="Text Box 28">
                <a:extLst>
                  <a:ext uri="{FF2B5EF4-FFF2-40B4-BE49-F238E27FC236}">
                    <a16:creationId xmlns:a16="http://schemas.microsoft.com/office/drawing/2014/main" id="{C828BA6D-ECDC-49AA-B53E-29E403C5F58E}"/>
                  </a:ext>
                </a:extLst>
              </p:cNvPr>
              <p:cNvSpPr txBox="1">
                <a:spLocks noChangeArrowheads="1"/>
              </p:cNvSpPr>
              <p:nvPr/>
            </p:nvSpPr>
            <p:spPr bwMode="auto">
              <a:xfrm>
                <a:off x="10253361" y="1812132"/>
                <a:ext cx="156588"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59" name="Text Box 28">
                <a:extLst>
                  <a:ext uri="{FF2B5EF4-FFF2-40B4-BE49-F238E27FC236}">
                    <a16:creationId xmlns:a16="http://schemas.microsoft.com/office/drawing/2014/main" id="{73CABF75-1CE7-4ACE-A8C0-703BADD1564D}"/>
                  </a:ext>
                </a:extLst>
              </p:cNvPr>
              <p:cNvSpPr txBox="1">
                <a:spLocks noChangeArrowheads="1"/>
              </p:cNvSpPr>
              <p:nvPr/>
            </p:nvSpPr>
            <p:spPr bwMode="auto">
              <a:xfrm>
                <a:off x="10125837" y="1812061"/>
                <a:ext cx="127523"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0" name="Text Box 28">
                <a:extLst>
                  <a:ext uri="{FF2B5EF4-FFF2-40B4-BE49-F238E27FC236}">
                    <a16:creationId xmlns:a16="http://schemas.microsoft.com/office/drawing/2014/main" id="{AB9C1D0C-DC3E-4C1D-AFF9-7DB61C9E8CF4}"/>
                  </a:ext>
                </a:extLst>
              </p:cNvPr>
              <p:cNvSpPr txBox="1">
                <a:spLocks noChangeArrowheads="1"/>
              </p:cNvSpPr>
              <p:nvPr/>
            </p:nvSpPr>
            <p:spPr bwMode="auto">
              <a:xfrm>
                <a:off x="10757547" y="1812034"/>
                <a:ext cx="130619" cy="303855"/>
              </a:xfrm>
              <a:prstGeom prst="rect">
                <a:avLst/>
              </a:prstGeom>
              <a:solidFill>
                <a:schemeClr val="accent6">
                  <a:lumMod val="20000"/>
                  <a:lumOff val="8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1" name="Text Box 28">
                <a:extLst>
                  <a:ext uri="{FF2B5EF4-FFF2-40B4-BE49-F238E27FC236}">
                    <a16:creationId xmlns:a16="http://schemas.microsoft.com/office/drawing/2014/main" id="{CEA8069C-323B-44A9-ACA1-9BBF2016FD81}"/>
                  </a:ext>
                </a:extLst>
              </p:cNvPr>
              <p:cNvSpPr txBox="1">
                <a:spLocks noChangeArrowheads="1"/>
              </p:cNvSpPr>
              <p:nvPr/>
            </p:nvSpPr>
            <p:spPr bwMode="auto">
              <a:xfrm>
                <a:off x="10604055" y="1811963"/>
                <a:ext cx="153492" cy="303855"/>
              </a:xfrm>
              <a:prstGeom prst="rect">
                <a:avLst/>
              </a:prstGeom>
              <a:solidFill>
                <a:schemeClr val="accent6">
                  <a:lumMod val="40000"/>
                  <a:lumOff val="60000"/>
                  <a:alpha val="50000"/>
                </a:schemeClr>
              </a:solidFill>
              <a:ln w="9525" cap="sq">
                <a:solidFill>
                  <a:srgbClr val="0070C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ctr">
                <a:spAutoFit/>
              </a:bodyPr>
              <a:lstStyle/>
              <a:p>
                <a:pPr algn="ctr">
                  <a:lnSpc>
                    <a:spcPct val="80000"/>
                  </a:lnSpc>
                </a:pPr>
                <a:endParaRPr lang="en-US" altLang="zh-CN" sz="2400" dirty="0">
                  <a:solidFill>
                    <a:srgbClr val="C00000"/>
                  </a:solidFill>
                </a:endParaRPr>
              </a:p>
            </p:txBody>
          </p:sp>
          <p:sp>
            <p:nvSpPr>
              <p:cNvPr id="62" name="矩形 61">
                <a:extLst>
                  <a:ext uri="{FF2B5EF4-FFF2-40B4-BE49-F238E27FC236}">
                    <a16:creationId xmlns:a16="http://schemas.microsoft.com/office/drawing/2014/main" id="{3E5904D3-C832-4979-AF94-DEF795CEC8D7}"/>
                  </a:ext>
                </a:extLst>
              </p:cNvPr>
              <p:cNvSpPr/>
              <p:nvPr/>
            </p:nvSpPr>
            <p:spPr>
              <a:xfrm>
                <a:off x="10116681" y="1809846"/>
                <a:ext cx="773602" cy="3101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noFill/>
                </a:endParaRPr>
              </a:p>
            </p:txBody>
          </p:sp>
        </p:grpSp>
        <p:grpSp>
          <p:nvGrpSpPr>
            <p:cNvPr id="54" name="组合 53">
              <a:extLst>
                <a:ext uri="{FF2B5EF4-FFF2-40B4-BE49-F238E27FC236}">
                  <a16:creationId xmlns:a16="http://schemas.microsoft.com/office/drawing/2014/main" id="{22FB0B78-B45D-485E-BE54-4CF4CEABF315}"/>
                </a:ext>
              </a:extLst>
            </p:cNvPr>
            <p:cNvGrpSpPr/>
            <p:nvPr/>
          </p:nvGrpSpPr>
          <p:grpSpPr>
            <a:xfrm>
              <a:off x="9521126" y="3050962"/>
              <a:ext cx="646578" cy="559804"/>
              <a:chOff x="9724326" y="77471"/>
              <a:chExt cx="646578" cy="559804"/>
            </a:xfrm>
          </p:grpSpPr>
          <p:sp>
            <p:nvSpPr>
              <p:cNvPr id="55" name="Text Box 21">
                <a:extLst>
                  <a:ext uri="{FF2B5EF4-FFF2-40B4-BE49-F238E27FC236}">
                    <a16:creationId xmlns:a16="http://schemas.microsoft.com/office/drawing/2014/main" id="{400BB82C-0B84-4496-BC65-6722B5F4E60F}"/>
                  </a:ext>
                </a:extLst>
              </p:cNvPr>
              <p:cNvSpPr txBox="1">
                <a:spLocks noChangeArrowheads="1"/>
              </p:cNvSpPr>
              <p:nvPr/>
            </p:nvSpPr>
            <p:spPr bwMode="auto">
              <a:xfrm>
                <a:off x="9724326" y="77471"/>
                <a:ext cx="646578"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err="1">
                    <a:solidFill>
                      <a:srgbClr val="000099"/>
                    </a:solidFill>
                  </a:rPr>
                  <a:t>Thrt</a:t>
                </a:r>
                <a:endParaRPr lang="en-US" altLang="zh-CN" sz="2400" dirty="0">
                  <a:solidFill>
                    <a:srgbClr val="000099"/>
                  </a:solidFill>
                </a:endParaRPr>
              </a:p>
            </p:txBody>
          </p:sp>
          <p:cxnSp>
            <p:nvCxnSpPr>
              <p:cNvPr id="56" name="直接箭头连接符 55">
                <a:extLst>
                  <a:ext uri="{FF2B5EF4-FFF2-40B4-BE49-F238E27FC236}">
                    <a16:creationId xmlns:a16="http://schemas.microsoft.com/office/drawing/2014/main" id="{3E641D9F-3E0B-47FB-A276-63757D6C81C3}"/>
                  </a:ext>
                </a:extLst>
              </p:cNvPr>
              <p:cNvCxnSpPr>
                <a:cxnSpLocks/>
              </p:cNvCxnSpPr>
              <p:nvPr/>
            </p:nvCxnSpPr>
            <p:spPr>
              <a:xfrm>
                <a:off x="10036384" y="421413"/>
                <a:ext cx="114292" cy="215862"/>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sp>
        <p:nvSpPr>
          <p:cNvPr id="63" name="Text Box 60">
            <a:extLst>
              <a:ext uri="{FF2B5EF4-FFF2-40B4-BE49-F238E27FC236}">
                <a16:creationId xmlns:a16="http://schemas.microsoft.com/office/drawing/2014/main" id="{CBDA1C7D-6FAD-4937-B484-D37014AAD729}"/>
              </a:ext>
            </a:extLst>
          </p:cNvPr>
          <p:cNvSpPr txBox="1">
            <a:spLocks noChangeArrowheads="1"/>
          </p:cNvSpPr>
          <p:nvPr/>
        </p:nvSpPr>
        <p:spPr bwMode="auto">
          <a:xfrm>
            <a:off x="10422686" y="1042917"/>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64" name="Text Box 60">
            <a:extLst>
              <a:ext uri="{FF2B5EF4-FFF2-40B4-BE49-F238E27FC236}">
                <a16:creationId xmlns:a16="http://schemas.microsoft.com/office/drawing/2014/main" id="{18B3F91F-A7DA-44A6-BFEC-562E94266DE1}"/>
              </a:ext>
            </a:extLst>
          </p:cNvPr>
          <p:cNvSpPr txBox="1">
            <a:spLocks noChangeArrowheads="1"/>
          </p:cNvSpPr>
          <p:nvPr/>
        </p:nvSpPr>
        <p:spPr bwMode="auto">
          <a:xfrm>
            <a:off x="10771125" y="1023864"/>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65" name="Text Box 60">
            <a:extLst>
              <a:ext uri="{FF2B5EF4-FFF2-40B4-BE49-F238E27FC236}">
                <a16:creationId xmlns:a16="http://schemas.microsoft.com/office/drawing/2014/main" id="{5A8C29F0-ADE2-48EC-8B93-D362BD1EB505}"/>
              </a:ext>
            </a:extLst>
          </p:cNvPr>
          <p:cNvSpPr txBox="1">
            <a:spLocks noChangeArrowheads="1"/>
          </p:cNvSpPr>
          <p:nvPr/>
        </p:nvSpPr>
        <p:spPr bwMode="auto">
          <a:xfrm>
            <a:off x="11552102" y="2288636"/>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66" name="Text Box 60">
            <a:extLst>
              <a:ext uri="{FF2B5EF4-FFF2-40B4-BE49-F238E27FC236}">
                <a16:creationId xmlns:a16="http://schemas.microsoft.com/office/drawing/2014/main" id="{0F4BD91E-8432-49E6-B904-EF7507BEB381}"/>
              </a:ext>
            </a:extLst>
          </p:cNvPr>
          <p:cNvSpPr txBox="1">
            <a:spLocks noChangeArrowheads="1"/>
          </p:cNvSpPr>
          <p:nvPr/>
        </p:nvSpPr>
        <p:spPr bwMode="auto">
          <a:xfrm>
            <a:off x="11196029" y="2287270"/>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67" name="Text Box 60">
            <a:extLst>
              <a:ext uri="{FF2B5EF4-FFF2-40B4-BE49-F238E27FC236}">
                <a16:creationId xmlns:a16="http://schemas.microsoft.com/office/drawing/2014/main" id="{18D4290A-56CA-4A7C-B417-2A12DC2BEF09}"/>
              </a:ext>
            </a:extLst>
          </p:cNvPr>
          <p:cNvSpPr txBox="1">
            <a:spLocks noChangeArrowheads="1"/>
          </p:cNvSpPr>
          <p:nvPr/>
        </p:nvSpPr>
        <p:spPr bwMode="auto">
          <a:xfrm>
            <a:off x="10584596" y="2844575"/>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68" name="Text Box 60">
            <a:extLst>
              <a:ext uri="{FF2B5EF4-FFF2-40B4-BE49-F238E27FC236}">
                <a16:creationId xmlns:a16="http://schemas.microsoft.com/office/drawing/2014/main" id="{1244300D-DCF1-4931-92E0-A5960E0FBCFE}"/>
              </a:ext>
            </a:extLst>
          </p:cNvPr>
          <p:cNvSpPr txBox="1">
            <a:spLocks noChangeArrowheads="1"/>
          </p:cNvSpPr>
          <p:nvPr/>
        </p:nvSpPr>
        <p:spPr bwMode="auto">
          <a:xfrm>
            <a:off x="10233942" y="2843637"/>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69" name="Text Box 60">
            <a:extLst>
              <a:ext uri="{FF2B5EF4-FFF2-40B4-BE49-F238E27FC236}">
                <a16:creationId xmlns:a16="http://schemas.microsoft.com/office/drawing/2014/main" id="{CFFF576D-9F7B-4614-B013-9FF62581CFB5}"/>
              </a:ext>
            </a:extLst>
          </p:cNvPr>
          <p:cNvSpPr txBox="1">
            <a:spLocks noChangeArrowheads="1"/>
          </p:cNvSpPr>
          <p:nvPr/>
        </p:nvSpPr>
        <p:spPr bwMode="auto">
          <a:xfrm>
            <a:off x="9420321" y="2847998"/>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70" name="Text Box 60">
            <a:extLst>
              <a:ext uri="{FF2B5EF4-FFF2-40B4-BE49-F238E27FC236}">
                <a16:creationId xmlns:a16="http://schemas.microsoft.com/office/drawing/2014/main" id="{57ECA6E2-87BB-4917-89F5-0F215EC5CFB4}"/>
              </a:ext>
            </a:extLst>
          </p:cNvPr>
          <p:cNvSpPr txBox="1">
            <a:spLocks noChangeArrowheads="1"/>
          </p:cNvSpPr>
          <p:nvPr/>
        </p:nvSpPr>
        <p:spPr bwMode="auto">
          <a:xfrm>
            <a:off x="9068240" y="2845615"/>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600" dirty="0"/>
              <a:t>1</a:t>
            </a:r>
          </a:p>
        </p:txBody>
      </p:sp>
      <p:sp>
        <p:nvSpPr>
          <p:cNvPr id="71" name="任意多边形: 形状 70">
            <a:extLst>
              <a:ext uri="{FF2B5EF4-FFF2-40B4-BE49-F238E27FC236}">
                <a16:creationId xmlns:a16="http://schemas.microsoft.com/office/drawing/2014/main" id="{A69222A4-A59F-4A00-9899-BB211131CA81}"/>
              </a:ext>
            </a:extLst>
          </p:cNvPr>
          <p:cNvSpPr/>
          <p:nvPr/>
        </p:nvSpPr>
        <p:spPr>
          <a:xfrm>
            <a:off x="8670271" y="1126229"/>
            <a:ext cx="1602289" cy="2198826"/>
          </a:xfrm>
          <a:custGeom>
            <a:avLst/>
            <a:gdLst>
              <a:gd name="connsiteX0" fmla="*/ 322129 w 1602289"/>
              <a:gd name="connsiteY0" fmla="*/ 1855893 h 2198826"/>
              <a:gd name="connsiteX1" fmla="*/ 322129 w 1602289"/>
              <a:gd name="connsiteY1" fmla="*/ 2065866 h 2198826"/>
              <a:gd name="connsiteX2" fmla="*/ 193436 w 1602289"/>
              <a:gd name="connsiteY2" fmla="*/ 2194560 h 2198826"/>
              <a:gd name="connsiteX3" fmla="*/ 37649 w 1602289"/>
              <a:gd name="connsiteY3" fmla="*/ 2106506 h 2198826"/>
              <a:gd name="connsiteX4" fmla="*/ 51196 w 1602289"/>
              <a:gd name="connsiteY4" fmla="*/ 1551093 h 2198826"/>
              <a:gd name="connsiteX5" fmla="*/ 586289 w 1602289"/>
              <a:gd name="connsiteY5" fmla="*/ 731520 h 2198826"/>
              <a:gd name="connsiteX6" fmla="*/ 965596 w 1602289"/>
              <a:gd name="connsiteY6" fmla="*/ 243840 h 2198826"/>
              <a:gd name="connsiteX7" fmla="*/ 1155249 w 1602289"/>
              <a:gd name="connsiteY7" fmla="*/ 47413 h 2198826"/>
              <a:gd name="connsiteX8" fmla="*/ 1602289 w 1602289"/>
              <a:gd name="connsiteY8" fmla="*/ 0 h 219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2289" h="2198826">
                <a:moveTo>
                  <a:pt x="322129" y="1855893"/>
                </a:moveTo>
                <a:cubicBezTo>
                  <a:pt x="332853" y="1932657"/>
                  <a:pt x="343578" y="2009422"/>
                  <a:pt x="322129" y="2065866"/>
                </a:cubicBezTo>
                <a:cubicBezTo>
                  <a:pt x="300680" y="2122310"/>
                  <a:pt x="240849" y="2187787"/>
                  <a:pt x="193436" y="2194560"/>
                </a:cubicBezTo>
                <a:cubicBezTo>
                  <a:pt x="146023" y="2201333"/>
                  <a:pt x="61356" y="2213750"/>
                  <a:pt x="37649" y="2106506"/>
                </a:cubicBezTo>
                <a:cubicBezTo>
                  <a:pt x="13942" y="1999262"/>
                  <a:pt x="-40244" y="1780257"/>
                  <a:pt x="51196" y="1551093"/>
                </a:cubicBezTo>
                <a:cubicBezTo>
                  <a:pt x="142636" y="1321929"/>
                  <a:pt x="433889" y="949395"/>
                  <a:pt x="586289" y="731520"/>
                </a:cubicBezTo>
                <a:cubicBezTo>
                  <a:pt x="738689" y="513645"/>
                  <a:pt x="870769" y="357858"/>
                  <a:pt x="965596" y="243840"/>
                </a:cubicBezTo>
                <a:cubicBezTo>
                  <a:pt x="1060423" y="129822"/>
                  <a:pt x="1049134" y="88053"/>
                  <a:pt x="1155249" y="47413"/>
                </a:cubicBezTo>
                <a:cubicBezTo>
                  <a:pt x="1261364" y="6773"/>
                  <a:pt x="1431826" y="3386"/>
                  <a:pt x="1602289"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A5FAE671-C838-4FD7-8ECD-9522981C8AB9}"/>
              </a:ext>
            </a:extLst>
          </p:cNvPr>
          <p:cNvSpPr/>
          <p:nvPr/>
        </p:nvSpPr>
        <p:spPr>
          <a:xfrm>
            <a:off x="9607109" y="2575722"/>
            <a:ext cx="220762" cy="775234"/>
          </a:xfrm>
          <a:custGeom>
            <a:avLst/>
            <a:gdLst>
              <a:gd name="connsiteX0" fmla="*/ 15211 w 220762"/>
              <a:gd name="connsiteY0" fmla="*/ 419947 h 775234"/>
              <a:gd name="connsiteX1" fmla="*/ 8438 w 220762"/>
              <a:gd name="connsiteY1" fmla="*/ 636693 h 775234"/>
              <a:gd name="connsiteX2" fmla="*/ 116811 w 220762"/>
              <a:gd name="connsiteY2" fmla="*/ 772160 h 775234"/>
              <a:gd name="connsiteX3" fmla="*/ 211638 w 220762"/>
              <a:gd name="connsiteY3" fmla="*/ 663787 h 775234"/>
              <a:gd name="connsiteX4" fmla="*/ 211638 w 220762"/>
              <a:gd name="connsiteY4" fmla="*/ 0 h 775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762" h="775234">
                <a:moveTo>
                  <a:pt x="15211" y="419947"/>
                </a:moveTo>
                <a:cubicBezTo>
                  <a:pt x="3358" y="498969"/>
                  <a:pt x="-8495" y="577991"/>
                  <a:pt x="8438" y="636693"/>
                </a:cubicBezTo>
                <a:cubicBezTo>
                  <a:pt x="25371" y="695395"/>
                  <a:pt x="82944" y="767644"/>
                  <a:pt x="116811" y="772160"/>
                </a:cubicBezTo>
                <a:cubicBezTo>
                  <a:pt x="150678" y="776676"/>
                  <a:pt x="195833" y="792480"/>
                  <a:pt x="211638" y="663787"/>
                </a:cubicBezTo>
                <a:cubicBezTo>
                  <a:pt x="227443" y="535094"/>
                  <a:pt x="219540" y="267547"/>
                  <a:pt x="211638"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任意多边形: 形状 72">
            <a:extLst>
              <a:ext uri="{FF2B5EF4-FFF2-40B4-BE49-F238E27FC236}">
                <a16:creationId xmlns:a16="http://schemas.microsoft.com/office/drawing/2014/main" id="{AB484AC8-9F50-42C1-927F-0076191A92BC}"/>
              </a:ext>
            </a:extLst>
          </p:cNvPr>
          <p:cNvSpPr/>
          <p:nvPr/>
        </p:nvSpPr>
        <p:spPr>
          <a:xfrm>
            <a:off x="9954213" y="2582495"/>
            <a:ext cx="202292" cy="768560"/>
          </a:xfrm>
          <a:custGeom>
            <a:avLst/>
            <a:gdLst>
              <a:gd name="connsiteX0" fmla="*/ 196427 w 202292"/>
              <a:gd name="connsiteY0" fmla="*/ 406400 h 768560"/>
              <a:gd name="connsiteX1" fmla="*/ 196427 w 202292"/>
              <a:gd name="connsiteY1" fmla="*/ 609600 h 768560"/>
              <a:gd name="connsiteX2" fmla="*/ 135467 w 202292"/>
              <a:gd name="connsiteY2" fmla="*/ 758614 h 768560"/>
              <a:gd name="connsiteX3" fmla="*/ 40640 w 202292"/>
              <a:gd name="connsiteY3" fmla="*/ 670560 h 768560"/>
              <a:gd name="connsiteX4" fmla="*/ 0 w 202292"/>
              <a:gd name="connsiteY4" fmla="*/ 0 h 768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292" h="768560">
                <a:moveTo>
                  <a:pt x="196427" y="406400"/>
                </a:moveTo>
                <a:cubicBezTo>
                  <a:pt x="201507" y="478649"/>
                  <a:pt x="206587" y="550898"/>
                  <a:pt x="196427" y="609600"/>
                </a:cubicBezTo>
                <a:cubicBezTo>
                  <a:pt x="186267" y="668302"/>
                  <a:pt x="161431" y="748454"/>
                  <a:pt x="135467" y="758614"/>
                </a:cubicBezTo>
                <a:cubicBezTo>
                  <a:pt x="109503" y="768774"/>
                  <a:pt x="63218" y="796995"/>
                  <a:pt x="40640" y="670560"/>
                </a:cubicBezTo>
                <a:cubicBezTo>
                  <a:pt x="18062" y="544125"/>
                  <a:pt x="9031" y="272062"/>
                  <a:pt x="0"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形状 73">
            <a:extLst>
              <a:ext uri="{FF2B5EF4-FFF2-40B4-BE49-F238E27FC236}">
                <a16:creationId xmlns:a16="http://schemas.microsoft.com/office/drawing/2014/main" id="{BCD60970-E4E2-49B1-B4E6-0C9ED1078C34}"/>
              </a:ext>
            </a:extLst>
          </p:cNvPr>
          <p:cNvSpPr/>
          <p:nvPr/>
        </p:nvSpPr>
        <p:spPr>
          <a:xfrm>
            <a:off x="10509627" y="1999989"/>
            <a:ext cx="518884" cy="1341306"/>
          </a:xfrm>
          <a:custGeom>
            <a:avLst/>
            <a:gdLst>
              <a:gd name="connsiteX0" fmla="*/ 277706 w 518884"/>
              <a:gd name="connsiteY0" fmla="*/ 988906 h 1341306"/>
              <a:gd name="connsiteX1" fmla="*/ 277706 w 518884"/>
              <a:gd name="connsiteY1" fmla="*/ 1198880 h 1341306"/>
              <a:gd name="connsiteX2" fmla="*/ 399626 w 518884"/>
              <a:gd name="connsiteY2" fmla="*/ 1341120 h 1341306"/>
              <a:gd name="connsiteX3" fmla="*/ 501226 w 518884"/>
              <a:gd name="connsiteY3" fmla="*/ 1219200 h 1341306"/>
              <a:gd name="connsiteX4" fmla="*/ 501226 w 518884"/>
              <a:gd name="connsiteY4" fmla="*/ 846666 h 1341306"/>
              <a:gd name="connsiteX5" fmla="*/ 325120 w 518884"/>
              <a:gd name="connsiteY5" fmla="*/ 643466 h 1341306"/>
              <a:gd name="connsiteX6" fmla="*/ 67733 w 518884"/>
              <a:gd name="connsiteY6" fmla="*/ 365760 h 1341306"/>
              <a:gd name="connsiteX7" fmla="*/ 0 w 518884"/>
              <a:gd name="connsiteY7" fmla="*/ 0 h 134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8884" h="1341306">
                <a:moveTo>
                  <a:pt x="277706" y="988906"/>
                </a:moveTo>
                <a:cubicBezTo>
                  <a:pt x="267546" y="1064542"/>
                  <a:pt x="257386" y="1140178"/>
                  <a:pt x="277706" y="1198880"/>
                </a:cubicBezTo>
                <a:cubicBezTo>
                  <a:pt x="298026" y="1257582"/>
                  <a:pt x="362373" y="1337733"/>
                  <a:pt x="399626" y="1341120"/>
                </a:cubicBezTo>
                <a:cubicBezTo>
                  <a:pt x="436879" y="1344507"/>
                  <a:pt x="484293" y="1301609"/>
                  <a:pt x="501226" y="1219200"/>
                </a:cubicBezTo>
                <a:cubicBezTo>
                  <a:pt x="518159" y="1136791"/>
                  <a:pt x="530577" y="942622"/>
                  <a:pt x="501226" y="846666"/>
                </a:cubicBezTo>
                <a:cubicBezTo>
                  <a:pt x="471875" y="750710"/>
                  <a:pt x="325120" y="643466"/>
                  <a:pt x="325120" y="643466"/>
                </a:cubicBezTo>
                <a:cubicBezTo>
                  <a:pt x="252871" y="563315"/>
                  <a:pt x="121920" y="473004"/>
                  <a:pt x="67733" y="365760"/>
                </a:cubicBezTo>
                <a:cubicBezTo>
                  <a:pt x="13546" y="258516"/>
                  <a:pt x="6773" y="129258"/>
                  <a:pt x="0"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a:extLst>
              <a:ext uri="{FF2B5EF4-FFF2-40B4-BE49-F238E27FC236}">
                <a16:creationId xmlns:a16="http://schemas.microsoft.com/office/drawing/2014/main" id="{33D2A39E-66D1-4F85-AC4B-1A6E6AAA79CA}"/>
              </a:ext>
            </a:extLst>
          </p:cNvPr>
          <p:cNvSpPr/>
          <p:nvPr/>
        </p:nvSpPr>
        <p:spPr>
          <a:xfrm>
            <a:off x="10794107" y="2006762"/>
            <a:ext cx="339693" cy="687771"/>
          </a:xfrm>
          <a:custGeom>
            <a:avLst/>
            <a:gdLst>
              <a:gd name="connsiteX0" fmla="*/ 325120 w 339693"/>
              <a:gd name="connsiteY0" fmla="*/ 440267 h 687771"/>
              <a:gd name="connsiteX1" fmla="*/ 331893 w 339693"/>
              <a:gd name="connsiteY1" fmla="*/ 643467 h 687771"/>
              <a:gd name="connsiteX2" fmla="*/ 230293 w 339693"/>
              <a:gd name="connsiteY2" fmla="*/ 684107 h 687771"/>
              <a:gd name="connsiteX3" fmla="*/ 135466 w 339693"/>
              <a:gd name="connsiteY3" fmla="*/ 582507 h 687771"/>
              <a:gd name="connsiteX4" fmla="*/ 33866 w 339693"/>
              <a:gd name="connsiteY4" fmla="*/ 413173 h 687771"/>
              <a:gd name="connsiteX5" fmla="*/ 0 w 339693"/>
              <a:gd name="connsiteY5" fmla="*/ 0 h 68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693" h="687771">
                <a:moveTo>
                  <a:pt x="325120" y="440267"/>
                </a:moveTo>
                <a:cubicBezTo>
                  <a:pt x="336409" y="521547"/>
                  <a:pt x="347698" y="602827"/>
                  <a:pt x="331893" y="643467"/>
                </a:cubicBezTo>
                <a:cubicBezTo>
                  <a:pt x="316088" y="684107"/>
                  <a:pt x="263031" y="694267"/>
                  <a:pt x="230293" y="684107"/>
                </a:cubicBezTo>
                <a:cubicBezTo>
                  <a:pt x="197555" y="673947"/>
                  <a:pt x="168204" y="627663"/>
                  <a:pt x="135466" y="582507"/>
                </a:cubicBezTo>
                <a:cubicBezTo>
                  <a:pt x="102728" y="537351"/>
                  <a:pt x="56444" y="510258"/>
                  <a:pt x="33866" y="413173"/>
                </a:cubicBezTo>
                <a:cubicBezTo>
                  <a:pt x="11288" y="316088"/>
                  <a:pt x="5644" y="158044"/>
                  <a:pt x="0" y="0"/>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82C8EE49-0CE4-4ABA-976E-67C18E2ADEB9}"/>
              </a:ext>
            </a:extLst>
          </p:cNvPr>
          <p:cNvSpPr/>
          <p:nvPr/>
        </p:nvSpPr>
        <p:spPr>
          <a:xfrm>
            <a:off x="11058267" y="1105909"/>
            <a:ext cx="957803" cy="1657305"/>
          </a:xfrm>
          <a:custGeom>
            <a:avLst/>
            <a:gdLst>
              <a:gd name="connsiteX0" fmla="*/ 697653 w 957803"/>
              <a:gd name="connsiteY0" fmla="*/ 1327573 h 1657305"/>
              <a:gd name="connsiteX1" fmla="*/ 690880 w 957803"/>
              <a:gd name="connsiteY1" fmla="*/ 1544320 h 1657305"/>
              <a:gd name="connsiteX2" fmla="*/ 792480 w 957803"/>
              <a:gd name="connsiteY2" fmla="*/ 1652693 h 1657305"/>
              <a:gd name="connsiteX3" fmla="*/ 934720 w 957803"/>
              <a:gd name="connsiteY3" fmla="*/ 1591733 h 1657305"/>
              <a:gd name="connsiteX4" fmla="*/ 948266 w 957803"/>
              <a:gd name="connsiteY4" fmla="*/ 1198880 h 1657305"/>
              <a:gd name="connsiteX5" fmla="*/ 839893 w 957803"/>
              <a:gd name="connsiteY5" fmla="*/ 1002453 h 1657305"/>
              <a:gd name="connsiteX6" fmla="*/ 541866 w 957803"/>
              <a:gd name="connsiteY6" fmla="*/ 799253 h 1657305"/>
              <a:gd name="connsiteX7" fmla="*/ 284480 w 957803"/>
              <a:gd name="connsiteY7" fmla="*/ 264160 h 1657305"/>
              <a:gd name="connsiteX8" fmla="*/ 0 w 957803"/>
              <a:gd name="connsiteY8" fmla="*/ 0 h 165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7803" h="1657305">
                <a:moveTo>
                  <a:pt x="697653" y="1327573"/>
                </a:moveTo>
                <a:cubicBezTo>
                  <a:pt x="686364" y="1408853"/>
                  <a:pt x="675076" y="1490133"/>
                  <a:pt x="690880" y="1544320"/>
                </a:cubicBezTo>
                <a:cubicBezTo>
                  <a:pt x="706684" y="1598507"/>
                  <a:pt x="751840" y="1644791"/>
                  <a:pt x="792480" y="1652693"/>
                </a:cubicBezTo>
                <a:cubicBezTo>
                  <a:pt x="833120" y="1660595"/>
                  <a:pt x="908756" y="1667368"/>
                  <a:pt x="934720" y="1591733"/>
                </a:cubicBezTo>
                <a:cubicBezTo>
                  <a:pt x="960684" y="1516098"/>
                  <a:pt x="964071" y="1297093"/>
                  <a:pt x="948266" y="1198880"/>
                </a:cubicBezTo>
                <a:cubicBezTo>
                  <a:pt x="932461" y="1100667"/>
                  <a:pt x="907626" y="1069057"/>
                  <a:pt x="839893" y="1002453"/>
                </a:cubicBezTo>
                <a:cubicBezTo>
                  <a:pt x="772160" y="935848"/>
                  <a:pt x="634435" y="922302"/>
                  <a:pt x="541866" y="799253"/>
                </a:cubicBezTo>
                <a:cubicBezTo>
                  <a:pt x="449297" y="676204"/>
                  <a:pt x="374791" y="397369"/>
                  <a:pt x="284480" y="264160"/>
                </a:cubicBezTo>
                <a:cubicBezTo>
                  <a:pt x="194169" y="130951"/>
                  <a:pt x="97084" y="65475"/>
                  <a:pt x="0" y="0"/>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779CB324-E1DB-408D-8E46-774C4C00E80B}"/>
              </a:ext>
            </a:extLst>
          </p:cNvPr>
          <p:cNvSpPr/>
          <p:nvPr/>
        </p:nvSpPr>
        <p:spPr>
          <a:xfrm>
            <a:off x="10967018" y="1173642"/>
            <a:ext cx="694075" cy="1083733"/>
          </a:xfrm>
          <a:custGeom>
            <a:avLst/>
            <a:gdLst>
              <a:gd name="connsiteX0" fmla="*/ 9969 w 694075"/>
              <a:gd name="connsiteY0" fmla="*/ 0 h 1083733"/>
              <a:gd name="connsiteX1" fmla="*/ 16742 w 694075"/>
              <a:gd name="connsiteY1" fmla="*/ 257387 h 1083733"/>
              <a:gd name="connsiteX2" fmla="*/ 165755 w 694075"/>
              <a:gd name="connsiteY2" fmla="*/ 433493 h 1083733"/>
              <a:gd name="connsiteX3" fmla="*/ 416369 w 694075"/>
              <a:gd name="connsiteY3" fmla="*/ 670560 h 1083733"/>
              <a:gd name="connsiteX4" fmla="*/ 694075 w 694075"/>
              <a:gd name="connsiteY4" fmla="*/ 1083733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075" h="1083733">
                <a:moveTo>
                  <a:pt x="9969" y="0"/>
                </a:moveTo>
                <a:cubicBezTo>
                  <a:pt x="373" y="92569"/>
                  <a:pt x="-9222" y="185138"/>
                  <a:pt x="16742" y="257387"/>
                </a:cubicBezTo>
                <a:cubicBezTo>
                  <a:pt x="42706" y="329636"/>
                  <a:pt x="99151" y="364631"/>
                  <a:pt x="165755" y="433493"/>
                </a:cubicBezTo>
                <a:cubicBezTo>
                  <a:pt x="232360" y="502355"/>
                  <a:pt x="328316" y="562187"/>
                  <a:pt x="416369" y="670560"/>
                </a:cubicBezTo>
                <a:cubicBezTo>
                  <a:pt x="504422" y="778933"/>
                  <a:pt x="599248" y="931333"/>
                  <a:pt x="694075" y="1083733"/>
                </a:cubicBezTo>
              </a:path>
            </a:pathLst>
          </a:custGeom>
          <a:noFill/>
          <a:ln>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Line 31">
            <a:extLst>
              <a:ext uri="{FF2B5EF4-FFF2-40B4-BE49-F238E27FC236}">
                <a16:creationId xmlns:a16="http://schemas.microsoft.com/office/drawing/2014/main" id="{6CA66743-7706-4D16-B535-2E07C9E04A5C}"/>
              </a:ext>
            </a:extLst>
          </p:cNvPr>
          <p:cNvSpPr>
            <a:spLocks noChangeShapeType="1"/>
          </p:cNvSpPr>
          <p:nvPr/>
        </p:nvSpPr>
        <p:spPr bwMode="auto">
          <a:xfrm>
            <a:off x="10345901" y="1180269"/>
            <a:ext cx="290017" cy="511394"/>
          </a:xfrm>
          <a:prstGeom prst="line">
            <a:avLst/>
          </a:prstGeom>
          <a:noFill/>
          <a:ln w="19050" cap="sq">
            <a:solidFill>
              <a:srgbClr val="0070C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p>
        </p:txBody>
      </p:sp>
      <p:sp>
        <p:nvSpPr>
          <p:cNvPr id="79" name="Text Box 60">
            <a:extLst>
              <a:ext uri="{FF2B5EF4-FFF2-40B4-BE49-F238E27FC236}">
                <a16:creationId xmlns:a16="http://schemas.microsoft.com/office/drawing/2014/main" id="{ECA4BD5B-C507-474B-918A-ABD4F18759F6}"/>
              </a:ext>
            </a:extLst>
          </p:cNvPr>
          <p:cNvSpPr txBox="1">
            <a:spLocks noChangeArrowheads="1"/>
          </p:cNvSpPr>
          <p:nvPr/>
        </p:nvSpPr>
        <p:spPr bwMode="auto">
          <a:xfrm>
            <a:off x="8897516" y="2888494"/>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80" name="Text Box 60">
            <a:extLst>
              <a:ext uri="{FF2B5EF4-FFF2-40B4-BE49-F238E27FC236}">
                <a16:creationId xmlns:a16="http://schemas.microsoft.com/office/drawing/2014/main" id="{D845D3F7-DC1F-4B0D-ACC9-FDFEB8775A18}"/>
              </a:ext>
            </a:extLst>
          </p:cNvPr>
          <p:cNvSpPr txBox="1">
            <a:spLocks noChangeArrowheads="1"/>
          </p:cNvSpPr>
          <p:nvPr/>
        </p:nvSpPr>
        <p:spPr bwMode="auto">
          <a:xfrm>
            <a:off x="9533830" y="2904376"/>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81" name="Text Box 60">
            <a:extLst>
              <a:ext uri="{FF2B5EF4-FFF2-40B4-BE49-F238E27FC236}">
                <a16:creationId xmlns:a16="http://schemas.microsoft.com/office/drawing/2014/main" id="{54C6DDE9-34D0-4723-ACB4-D691D67C61EB}"/>
              </a:ext>
            </a:extLst>
          </p:cNvPr>
          <p:cNvSpPr txBox="1">
            <a:spLocks noChangeArrowheads="1"/>
          </p:cNvSpPr>
          <p:nvPr/>
        </p:nvSpPr>
        <p:spPr bwMode="auto">
          <a:xfrm>
            <a:off x="10058703" y="2897047"/>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82" name="Text Box 60">
            <a:extLst>
              <a:ext uri="{FF2B5EF4-FFF2-40B4-BE49-F238E27FC236}">
                <a16:creationId xmlns:a16="http://schemas.microsoft.com/office/drawing/2014/main" id="{4C7FE443-FA12-4F40-90DB-F7CB8600C5AA}"/>
              </a:ext>
            </a:extLst>
          </p:cNvPr>
          <p:cNvSpPr txBox="1">
            <a:spLocks noChangeArrowheads="1"/>
          </p:cNvSpPr>
          <p:nvPr/>
        </p:nvSpPr>
        <p:spPr bwMode="auto">
          <a:xfrm>
            <a:off x="10696093" y="2909614"/>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83" name="Text Box 60">
            <a:extLst>
              <a:ext uri="{FF2B5EF4-FFF2-40B4-BE49-F238E27FC236}">
                <a16:creationId xmlns:a16="http://schemas.microsoft.com/office/drawing/2014/main" id="{7604AB73-DADA-44FB-AC47-B5739EBF8298}"/>
              </a:ext>
            </a:extLst>
          </p:cNvPr>
          <p:cNvSpPr txBox="1">
            <a:spLocks noChangeArrowheads="1"/>
          </p:cNvSpPr>
          <p:nvPr/>
        </p:nvSpPr>
        <p:spPr bwMode="auto">
          <a:xfrm>
            <a:off x="11032325" y="2345501"/>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84" name="Text Box 60">
            <a:extLst>
              <a:ext uri="{FF2B5EF4-FFF2-40B4-BE49-F238E27FC236}">
                <a16:creationId xmlns:a16="http://schemas.microsoft.com/office/drawing/2014/main" id="{A2D9BF58-61B8-4D94-BE04-5F253C38581F}"/>
              </a:ext>
            </a:extLst>
          </p:cNvPr>
          <p:cNvSpPr txBox="1">
            <a:spLocks noChangeArrowheads="1"/>
          </p:cNvSpPr>
          <p:nvPr/>
        </p:nvSpPr>
        <p:spPr bwMode="auto">
          <a:xfrm>
            <a:off x="11671495" y="2348496"/>
            <a:ext cx="196028" cy="26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2000" dirty="0"/>
              <a:t>^</a:t>
            </a:r>
          </a:p>
        </p:txBody>
      </p:sp>
      <p:sp>
        <p:nvSpPr>
          <p:cNvPr id="87" name="矩形: 圆角 86">
            <a:extLst>
              <a:ext uri="{FF2B5EF4-FFF2-40B4-BE49-F238E27FC236}">
                <a16:creationId xmlns:a16="http://schemas.microsoft.com/office/drawing/2014/main" id="{F4550EA9-BC6C-43F7-848F-5AEDAEFE5782}"/>
              </a:ext>
            </a:extLst>
          </p:cNvPr>
          <p:cNvSpPr/>
          <p:nvPr/>
        </p:nvSpPr>
        <p:spPr>
          <a:xfrm>
            <a:off x="1360905" y="281934"/>
            <a:ext cx="4409011" cy="401399"/>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6.9</a:t>
            </a:r>
            <a:r>
              <a:rPr lang="zh-CN" altLang="en-US" sz="2200" b="1" dirty="0">
                <a:solidFill>
                  <a:srgbClr val="C00000"/>
                </a:solidFill>
                <a:effectLst>
                  <a:outerShdw blurRad="38100" dist="38100" dir="2700000" algn="tl">
                    <a:srgbClr val="000000">
                      <a:alpha val="43137"/>
                    </a:srgbClr>
                  </a:outerShdw>
                </a:effectLst>
              </a:rPr>
              <a:t>和</a:t>
            </a:r>
            <a:r>
              <a:rPr lang="en-US" altLang="zh-CN" sz="2200" b="1" dirty="0">
                <a:solidFill>
                  <a:srgbClr val="C00000"/>
                </a:solidFill>
                <a:effectLst>
                  <a:outerShdw blurRad="38100" dist="38100" dir="2700000" algn="tl">
                    <a:srgbClr val="000000">
                      <a:alpha val="43137"/>
                    </a:srgbClr>
                  </a:outerShdw>
                </a:effectLst>
              </a:rPr>
              <a:t>6.10  </a:t>
            </a:r>
            <a:r>
              <a:rPr lang="zh-CN" altLang="en-US" sz="2200" b="1" dirty="0">
                <a:solidFill>
                  <a:srgbClr val="002060"/>
                </a:solidFill>
                <a:effectLst>
                  <a:outerShdw blurRad="38100" dist="38100" dir="2700000" algn="tl">
                    <a:srgbClr val="000000">
                      <a:alpha val="43137"/>
                    </a:srgbClr>
                  </a:outerShdw>
                </a:effectLst>
              </a:rPr>
              <a:t>二叉树中序线索化</a:t>
            </a:r>
          </a:p>
        </p:txBody>
      </p:sp>
      <p:sp>
        <p:nvSpPr>
          <p:cNvPr id="88" name="文本框 87">
            <a:extLst>
              <a:ext uri="{FF2B5EF4-FFF2-40B4-BE49-F238E27FC236}">
                <a16:creationId xmlns:a16="http://schemas.microsoft.com/office/drawing/2014/main" id="{7DCB79F2-B943-40F9-818A-BF24D43AB0F1}"/>
              </a:ext>
            </a:extLst>
          </p:cNvPr>
          <p:cNvSpPr txBox="1"/>
          <p:nvPr/>
        </p:nvSpPr>
        <p:spPr>
          <a:xfrm>
            <a:off x="6138380" y="369869"/>
            <a:ext cx="3523797" cy="461665"/>
          </a:xfrm>
          <a:prstGeom prst="rect">
            <a:avLst/>
          </a:prstGeom>
          <a:noFill/>
        </p:spPr>
        <p:txBody>
          <a:bodyPr wrap="square" rtlCol="0">
            <a:spAutoFit/>
          </a:bodyPr>
          <a:lstStyle/>
          <a:p>
            <a:r>
              <a:rPr lang="zh-CN" altLang="en-US" sz="2000" b="1" dirty="0"/>
              <a:t>中序序列：      </a:t>
            </a:r>
            <a:r>
              <a:rPr lang="en-US" altLang="zh-CN" sz="2400" b="1" dirty="0">
                <a:solidFill>
                  <a:srgbClr val="C00000"/>
                </a:solidFill>
              </a:rPr>
              <a:t>a  *  b  -  c</a:t>
            </a:r>
            <a:endParaRPr lang="zh-CN" altLang="en-US" sz="2400" b="1" dirty="0">
              <a:solidFill>
                <a:srgbClr val="C00000"/>
              </a:solidFill>
            </a:endParaRPr>
          </a:p>
        </p:txBody>
      </p:sp>
      <p:grpSp>
        <p:nvGrpSpPr>
          <p:cNvPr id="89" name="组合 88">
            <a:extLst>
              <a:ext uri="{FF2B5EF4-FFF2-40B4-BE49-F238E27FC236}">
                <a16:creationId xmlns:a16="http://schemas.microsoft.com/office/drawing/2014/main" id="{F90BC15D-5DC5-4F26-9520-738AB5C75BD7}"/>
              </a:ext>
            </a:extLst>
          </p:cNvPr>
          <p:cNvGrpSpPr/>
          <p:nvPr/>
        </p:nvGrpSpPr>
        <p:grpSpPr>
          <a:xfrm>
            <a:off x="10226901" y="1181242"/>
            <a:ext cx="313172" cy="507643"/>
            <a:chOff x="9571133" y="28724"/>
            <a:chExt cx="313172" cy="507643"/>
          </a:xfrm>
        </p:grpSpPr>
        <p:sp>
          <p:nvSpPr>
            <p:cNvPr id="90" name="Text Box 21">
              <a:extLst>
                <a:ext uri="{FF2B5EF4-FFF2-40B4-BE49-F238E27FC236}">
                  <a16:creationId xmlns:a16="http://schemas.microsoft.com/office/drawing/2014/main" id="{358C02CB-0DDA-4CF9-81A0-E964D648472F}"/>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00A1DA"/>
                  </a:solidFill>
                </a:rPr>
                <a:t>p</a:t>
              </a:r>
              <a:endParaRPr lang="en-US" altLang="zh-CN" sz="2400" dirty="0">
                <a:solidFill>
                  <a:srgbClr val="00A1DA"/>
                </a:solidFill>
              </a:endParaRPr>
            </a:p>
          </p:txBody>
        </p:sp>
        <p:cxnSp>
          <p:nvCxnSpPr>
            <p:cNvPr id="91" name="直接箭头连接符 90">
              <a:extLst>
                <a:ext uri="{FF2B5EF4-FFF2-40B4-BE49-F238E27FC236}">
                  <a16:creationId xmlns:a16="http://schemas.microsoft.com/office/drawing/2014/main" id="{2C3EFEE4-26FB-45DA-B8DC-1FE605ABA614}"/>
                </a:ext>
              </a:extLst>
            </p:cNvPr>
            <p:cNvCxnSpPr>
              <a:cxnSpLocks/>
            </p:cNvCxnSpPr>
            <p:nvPr/>
          </p:nvCxnSpPr>
          <p:spPr>
            <a:xfrm>
              <a:off x="9711338" y="382596"/>
              <a:ext cx="172967" cy="153771"/>
            </a:xfrm>
            <a:prstGeom prst="straightConnector1">
              <a:avLst/>
            </a:prstGeom>
            <a:ln w="19050">
              <a:solidFill>
                <a:srgbClr val="00A1DA"/>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92" name="Text Box 60">
            <a:extLst>
              <a:ext uri="{FF2B5EF4-FFF2-40B4-BE49-F238E27FC236}">
                <a16:creationId xmlns:a16="http://schemas.microsoft.com/office/drawing/2014/main" id="{96D6F641-6971-492B-B35D-897D17A66B60}"/>
              </a:ext>
            </a:extLst>
          </p:cNvPr>
          <p:cNvSpPr txBox="1">
            <a:spLocks noChangeArrowheads="1"/>
          </p:cNvSpPr>
          <p:nvPr/>
        </p:nvSpPr>
        <p:spPr bwMode="auto">
          <a:xfrm>
            <a:off x="9069051" y="2863499"/>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3" name="Text Box 60">
            <a:extLst>
              <a:ext uri="{FF2B5EF4-FFF2-40B4-BE49-F238E27FC236}">
                <a16:creationId xmlns:a16="http://schemas.microsoft.com/office/drawing/2014/main" id="{E1D1FD60-802B-41EF-B1EE-84400225081E}"/>
              </a:ext>
            </a:extLst>
          </p:cNvPr>
          <p:cNvSpPr txBox="1">
            <a:spLocks noChangeArrowheads="1"/>
          </p:cNvSpPr>
          <p:nvPr/>
        </p:nvSpPr>
        <p:spPr bwMode="auto">
          <a:xfrm>
            <a:off x="9422824" y="2870928"/>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4" name="Text Box 60">
            <a:extLst>
              <a:ext uri="{FF2B5EF4-FFF2-40B4-BE49-F238E27FC236}">
                <a16:creationId xmlns:a16="http://schemas.microsoft.com/office/drawing/2014/main" id="{33993FE2-214D-40C4-8882-76AE64794CAB}"/>
              </a:ext>
            </a:extLst>
          </p:cNvPr>
          <p:cNvSpPr txBox="1">
            <a:spLocks noChangeArrowheads="1"/>
          </p:cNvSpPr>
          <p:nvPr/>
        </p:nvSpPr>
        <p:spPr bwMode="auto">
          <a:xfrm>
            <a:off x="10237129" y="2864489"/>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5" name="Text Box 60">
            <a:extLst>
              <a:ext uri="{FF2B5EF4-FFF2-40B4-BE49-F238E27FC236}">
                <a16:creationId xmlns:a16="http://schemas.microsoft.com/office/drawing/2014/main" id="{2412F1EC-DFD1-43B6-B2BB-98B58A493458}"/>
              </a:ext>
            </a:extLst>
          </p:cNvPr>
          <p:cNvSpPr txBox="1">
            <a:spLocks noChangeArrowheads="1"/>
          </p:cNvSpPr>
          <p:nvPr/>
        </p:nvSpPr>
        <p:spPr bwMode="auto">
          <a:xfrm>
            <a:off x="10588778" y="2861657"/>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6" name="Text Box 60">
            <a:extLst>
              <a:ext uri="{FF2B5EF4-FFF2-40B4-BE49-F238E27FC236}">
                <a16:creationId xmlns:a16="http://schemas.microsoft.com/office/drawing/2014/main" id="{2A14A475-9E8B-4245-BCE5-93902516A23D}"/>
              </a:ext>
            </a:extLst>
          </p:cNvPr>
          <p:cNvSpPr txBox="1">
            <a:spLocks noChangeArrowheads="1"/>
          </p:cNvSpPr>
          <p:nvPr/>
        </p:nvSpPr>
        <p:spPr bwMode="auto">
          <a:xfrm>
            <a:off x="11202055" y="2313146"/>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7" name="Text Box 60">
            <a:extLst>
              <a:ext uri="{FF2B5EF4-FFF2-40B4-BE49-F238E27FC236}">
                <a16:creationId xmlns:a16="http://schemas.microsoft.com/office/drawing/2014/main" id="{FE2686CE-EFAF-4E46-BA8F-33C8A7039FEE}"/>
              </a:ext>
            </a:extLst>
          </p:cNvPr>
          <p:cNvSpPr txBox="1">
            <a:spLocks noChangeArrowheads="1"/>
          </p:cNvSpPr>
          <p:nvPr/>
        </p:nvSpPr>
        <p:spPr bwMode="auto">
          <a:xfrm>
            <a:off x="11552043" y="2317595"/>
            <a:ext cx="134777" cy="25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nchor="b" anchorCtr="1">
            <a:spAutoFit/>
          </a:bodyPr>
          <a:lstStyle>
            <a:defPPr>
              <a:defRPr lang="zh-CN"/>
            </a:defPPr>
            <a:lvl1pPr algn="ctr">
              <a:lnSpc>
                <a:spcPct val="80000"/>
              </a:lnSpc>
              <a:defRPr sz="2400" b="1">
                <a:solidFill>
                  <a:srgbClr val="000099"/>
                </a:solidFill>
              </a:defRPr>
            </a:lvl1pPr>
          </a:lstStyle>
          <a:p>
            <a:pPr>
              <a:lnSpc>
                <a:spcPts val="2000"/>
              </a:lnSpc>
            </a:pPr>
            <a:r>
              <a:rPr lang="en-US" altLang="zh-CN" sz="1800" dirty="0"/>
              <a:t>0</a:t>
            </a:r>
          </a:p>
        </p:txBody>
      </p:sp>
      <p:sp>
        <p:nvSpPr>
          <p:cNvPr id="98" name="任意多边形: 形状 97">
            <a:extLst>
              <a:ext uri="{FF2B5EF4-FFF2-40B4-BE49-F238E27FC236}">
                <a16:creationId xmlns:a16="http://schemas.microsoft.com/office/drawing/2014/main" id="{849C4CBE-044A-43CC-8F99-3BDCB0BA6575}"/>
              </a:ext>
            </a:extLst>
          </p:cNvPr>
          <p:cNvSpPr/>
          <p:nvPr/>
        </p:nvSpPr>
        <p:spPr>
          <a:xfrm>
            <a:off x="10902910" y="681550"/>
            <a:ext cx="360178" cy="762820"/>
          </a:xfrm>
          <a:custGeom>
            <a:avLst/>
            <a:gdLst>
              <a:gd name="connsiteX0" fmla="*/ 77273 w 360178"/>
              <a:gd name="connsiteY0" fmla="*/ 498629 h 762820"/>
              <a:gd name="connsiteX1" fmla="*/ 77273 w 360178"/>
              <a:gd name="connsiteY1" fmla="*/ 666055 h 762820"/>
              <a:gd name="connsiteX2" fmla="*/ 218941 w 360178"/>
              <a:gd name="connsiteY2" fmla="*/ 762646 h 762820"/>
              <a:gd name="connsiteX3" fmla="*/ 347730 w 360178"/>
              <a:gd name="connsiteY3" fmla="*/ 672494 h 762820"/>
              <a:gd name="connsiteX4" fmla="*/ 341290 w 360178"/>
              <a:gd name="connsiteY4" fmla="*/ 221734 h 762820"/>
              <a:gd name="connsiteX5" fmla="*/ 225380 w 360178"/>
              <a:gd name="connsiteY5" fmla="*/ 2793 h 762820"/>
              <a:gd name="connsiteX6" fmla="*/ 90152 w 360178"/>
              <a:gd name="connsiteY6" fmla="*/ 112263 h 762820"/>
              <a:gd name="connsiteX7" fmla="*/ 0 w 360178"/>
              <a:gd name="connsiteY7" fmla="*/ 318325 h 762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178" h="762820">
                <a:moveTo>
                  <a:pt x="77273" y="498629"/>
                </a:moveTo>
                <a:cubicBezTo>
                  <a:pt x="65467" y="560340"/>
                  <a:pt x="53662" y="622052"/>
                  <a:pt x="77273" y="666055"/>
                </a:cubicBezTo>
                <a:cubicBezTo>
                  <a:pt x="100884" y="710058"/>
                  <a:pt x="173865" y="761573"/>
                  <a:pt x="218941" y="762646"/>
                </a:cubicBezTo>
                <a:cubicBezTo>
                  <a:pt x="264017" y="763719"/>
                  <a:pt x="327339" y="762646"/>
                  <a:pt x="347730" y="672494"/>
                </a:cubicBezTo>
                <a:cubicBezTo>
                  <a:pt x="368121" y="582342"/>
                  <a:pt x="361682" y="333351"/>
                  <a:pt x="341290" y="221734"/>
                </a:cubicBezTo>
                <a:cubicBezTo>
                  <a:pt x="320898" y="110117"/>
                  <a:pt x="267236" y="21038"/>
                  <a:pt x="225380" y="2793"/>
                </a:cubicBezTo>
                <a:cubicBezTo>
                  <a:pt x="183524" y="-15452"/>
                  <a:pt x="127715" y="59674"/>
                  <a:pt x="90152" y="112263"/>
                </a:cubicBezTo>
                <a:cubicBezTo>
                  <a:pt x="52589" y="164852"/>
                  <a:pt x="26294" y="241588"/>
                  <a:pt x="0" y="318325"/>
                </a:cubicBezTo>
              </a:path>
            </a:pathLst>
          </a:custGeom>
          <a:noFill/>
          <a:ln>
            <a:solidFill>
              <a:srgbClr val="C00000"/>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9" name="组合 98">
            <a:extLst>
              <a:ext uri="{FF2B5EF4-FFF2-40B4-BE49-F238E27FC236}">
                <a16:creationId xmlns:a16="http://schemas.microsoft.com/office/drawing/2014/main" id="{B8D3A6D8-D5FF-4009-B8C1-A324435FBF2B}"/>
              </a:ext>
            </a:extLst>
          </p:cNvPr>
          <p:cNvGrpSpPr/>
          <p:nvPr/>
        </p:nvGrpSpPr>
        <p:grpSpPr>
          <a:xfrm>
            <a:off x="9697306" y="579880"/>
            <a:ext cx="571100" cy="507643"/>
            <a:chOff x="9313205" y="28724"/>
            <a:chExt cx="571100" cy="507643"/>
          </a:xfrm>
        </p:grpSpPr>
        <p:sp>
          <p:nvSpPr>
            <p:cNvPr id="100" name="Text Box 21">
              <a:extLst>
                <a:ext uri="{FF2B5EF4-FFF2-40B4-BE49-F238E27FC236}">
                  <a16:creationId xmlns:a16="http://schemas.microsoft.com/office/drawing/2014/main" id="{A248C22F-BDC8-4B0F-93ED-3DBB98346E09}"/>
                </a:ext>
              </a:extLst>
            </p:cNvPr>
            <p:cNvSpPr txBox="1">
              <a:spLocks noChangeArrowheads="1"/>
            </p:cNvSpPr>
            <p:nvPr/>
          </p:nvSpPr>
          <p:spPr bwMode="auto">
            <a:xfrm>
              <a:off x="9313205" y="28724"/>
              <a:ext cx="53597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C00000"/>
                  </a:solidFill>
                </a:rPr>
                <a:t>pre</a:t>
              </a:r>
              <a:endParaRPr lang="en-US" altLang="zh-CN" sz="2400" dirty="0">
                <a:solidFill>
                  <a:srgbClr val="C00000"/>
                </a:solidFill>
              </a:endParaRPr>
            </a:p>
          </p:txBody>
        </p:sp>
        <p:cxnSp>
          <p:nvCxnSpPr>
            <p:cNvPr id="101" name="直接箭头连接符 100">
              <a:extLst>
                <a:ext uri="{FF2B5EF4-FFF2-40B4-BE49-F238E27FC236}">
                  <a16:creationId xmlns:a16="http://schemas.microsoft.com/office/drawing/2014/main" id="{AEB25493-E8CD-4260-A697-4DA3103FD3DB}"/>
                </a:ext>
              </a:extLst>
            </p:cNvPr>
            <p:cNvCxnSpPr>
              <a:cxnSpLocks/>
            </p:cNvCxnSpPr>
            <p:nvPr/>
          </p:nvCxnSpPr>
          <p:spPr>
            <a:xfrm>
              <a:off x="9711338" y="382596"/>
              <a:ext cx="172967" cy="15377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2" name="组合 111">
            <a:extLst>
              <a:ext uri="{FF2B5EF4-FFF2-40B4-BE49-F238E27FC236}">
                <a16:creationId xmlns:a16="http://schemas.microsoft.com/office/drawing/2014/main" id="{1A6FB889-368A-4B6A-9B36-D069D567BF37}"/>
              </a:ext>
            </a:extLst>
          </p:cNvPr>
          <p:cNvGrpSpPr/>
          <p:nvPr/>
        </p:nvGrpSpPr>
        <p:grpSpPr>
          <a:xfrm>
            <a:off x="9544251" y="1764222"/>
            <a:ext cx="313172" cy="507643"/>
            <a:chOff x="9571133" y="28724"/>
            <a:chExt cx="313172" cy="507643"/>
          </a:xfrm>
        </p:grpSpPr>
        <p:sp>
          <p:nvSpPr>
            <p:cNvPr id="113" name="Text Box 21">
              <a:extLst>
                <a:ext uri="{FF2B5EF4-FFF2-40B4-BE49-F238E27FC236}">
                  <a16:creationId xmlns:a16="http://schemas.microsoft.com/office/drawing/2014/main" id="{826C1678-7AED-4856-8A28-C36072CAFFD2}"/>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DF6613"/>
                  </a:solidFill>
                </a:rPr>
                <a:t>p</a:t>
              </a:r>
              <a:endParaRPr lang="en-US" altLang="zh-CN" sz="2400" dirty="0">
                <a:solidFill>
                  <a:srgbClr val="DF6613"/>
                </a:solidFill>
              </a:endParaRPr>
            </a:p>
          </p:txBody>
        </p:sp>
        <p:cxnSp>
          <p:nvCxnSpPr>
            <p:cNvPr id="114" name="直接箭头连接符 113">
              <a:extLst>
                <a:ext uri="{FF2B5EF4-FFF2-40B4-BE49-F238E27FC236}">
                  <a16:creationId xmlns:a16="http://schemas.microsoft.com/office/drawing/2014/main" id="{E32B4AC1-BCBA-4BB6-9FF5-5E72BB7C954F}"/>
                </a:ext>
              </a:extLst>
            </p:cNvPr>
            <p:cNvCxnSpPr>
              <a:cxnSpLocks/>
            </p:cNvCxnSpPr>
            <p:nvPr/>
          </p:nvCxnSpPr>
          <p:spPr>
            <a:xfrm>
              <a:off x="9711338" y="382596"/>
              <a:ext cx="172967" cy="153771"/>
            </a:xfrm>
            <a:prstGeom prst="straightConnector1">
              <a:avLst/>
            </a:prstGeom>
            <a:ln w="19050">
              <a:solidFill>
                <a:srgbClr val="DF661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5" name="组合 114">
            <a:extLst>
              <a:ext uri="{FF2B5EF4-FFF2-40B4-BE49-F238E27FC236}">
                <a16:creationId xmlns:a16="http://schemas.microsoft.com/office/drawing/2014/main" id="{4FC5BF88-C9DF-41D5-A120-4953E1FB8183}"/>
              </a:ext>
            </a:extLst>
          </p:cNvPr>
          <p:cNvGrpSpPr/>
          <p:nvPr/>
        </p:nvGrpSpPr>
        <p:grpSpPr>
          <a:xfrm>
            <a:off x="8999437" y="2328018"/>
            <a:ext cx="313172" cy="507643"/>
            <a:chOff x="9571133" y="28724"/>
            <a:chExt cx="313172" cy="507643"/>
          </a:xfrm>
        </p:grpSpPr>
        <p:sp>
          <p:nvSpPr>
            <p:cNvPr id="116" name="Text Box 21">
              <a:extLst>
                <a:ext uri="{FF2B5EF4-FFF2-40B4-BE49-F238E27FC236}">
                  <a16:creationId xmlns:a16="http://schemas.microsoft.com/office/drawing/2014/main" id="{D85BFA6A-0217-4600-BA46-4B3445AB0756}"/>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9913BD"/>
                  </a:solidFill>
                </a:rPr>
                <a:t>p</a:t>
              </a:r>
              <a:endParaRPr lang="en-US" altLang="zh-CN" sz="2400" dirty="0">
                <a:solidFill>
                  <a:srgbClr val="9913BD"/>
                </a:solidFill>
              </a:endParaRPr>
            </a:p>
          </p:txBody>
        </p:sp>
        <p:cxnSp>
          <p:nvCxnSpPr>
            <p:cNvPr id="117" name="直接箭头连接符 116">
              <a:extLst>
                <a:ext uri="{FF2B5EF4-FFF2-40B4-BE49-F238E27FC236}">
                  <a16:creationId xmlns:a16="http://schemas.microsoft.com/office/drawing/2014/main" id="{B497EE5B-5664-4940-9405-D0ACA0BD268B}"/>
                </a:ext>
              </a:extLst>
            </p:cNvPr>
            <p:cNvCxnSpPr>
              <a:cxnSpLocks/>
            </p:cNvCxnSpPr>
            <p:nvPr/>
          </p:nvCxnSpPr>
          <p:spPr>
            <a:xfrm>
              <a:off x="9711338" y="382596"/>
              <a:ext cx="172967" cy="153771"/>
            </a:xfrm>
            <a:prstGeom prst="straightConnector1">
              <a:avLst/>
            </a:prstGeom>
            <a:ln w="19050">
              <a:solidFill>
                <a:srgbClr val="9913BD"/>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8" name="组合 117">
            <a:extLst>
              <a:ext uri="{FF2B5EF4-FFF2-40B4-BE49-F238E27FC236}">
                <a16:creationId xmlns:a16="http://schemas.microsoft.com/office/drawing/2014/main" id="{E4096AD9-3C1F-4C41-BFA8-7EA7354F6B6E}"/>
              </a:ext>
            </a:extLst>
          </p:cNvPr>
          <p:cNvGrpSpPr/>
          <p:nvPr/>
        </p:nvGrpSpPr>
        <p:grpSpPr>
          <a:xfrm>
            <a:off x="8483012" y="3144382"/>
            <a:ext cx="313172" cy="507643"/>
            <a:chOff x="9571133" y="28724"/>
            <a:chExt cx="313172" cy="507643"/>
          </a:xfrm>
        </p:grpSpPr>
        <p:sp>
          <p:nvSpPr>
            <p:cNvPr id="119" name="Text Box 21">
              <a:extLst>
                <a:ext uri="{FF2B5EF4-FFF2-40B4-BE49-F238E27FC236}">
                  <a16:creationId xmlns:a16="http://schemas.microsoft.com/office/drawing/2014/main" id="{76DB7C63-8EB0-4E89-A990-3ABFC5C5D866}"/>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00B050"/>
                  </a:solidFill>
                </a:rPr>
                <a:t>p</a:t>
              </a:r>
              <a:endParaRPr lang="en-US" altLang="zh-CN" sz="2400" dirty="0">
                <a:solidFill>
                  <a:srgbClr val="00B050"/>
                </a:solidFill>
              </a:endParaRPr>
            </a:p>
          </p:txBody>
        </p:sp>
        <p:cxnSp>
          <p:nvCxnSpPr>
            <p:cNvPr id="120" name="直接箭头连接符 119">
              <a:extLst>
                <a:ext uri="{FF2B5EF4-FFF2-40B4-BE49-F238E27FC236}">
                  <a16:creationId xmlns:a16="http://schemas.microsoft.com/office/drawing/2014/main" id="{7D412425-622D-4F64-A0BD-206365CEA4B4}"/>
                </a:ext>
              </a:extLst>
            </p:cNvPr>
            <p:cNvCxnSpPr>
              <a:cxnSpLocks/>
            </p:cNvCxnSpPr>
            <p:nvPr/>
          </p:nvCxnSpPr>
          <p:spPr>
            <a:xfrm>
              <a:off x="9711338" y="382596"/>
              <a:ext cx="172967" cy="153771"/>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21" name="组合 120">
            <a:extLst>
              <a:ext uri="{FF2B5EF4-FFF2-40B4-BE49-F238E27FC236}">
                <a16:creationId xmlns:a16="http://schemas.microsoft.com/office/drawing/2014/main" id="{DA47FDB0-13F4-40D1-81C6-1CBE44BF964F}"/>
              </a:ext>
            </a:extLst>
          </p:cNvPr>
          <p:cNvGrpSpPr/>
          <p:nvPr/>
        </p:nvGrpSpPr>
        <p:grpSpPr>
          <a:xfrm>
            <a:off x="9320564" y="3134918"/>
            <a:ext cx="313172" cy="507643"/>
            <a:chOff x="9571133" y="28724"/>
            <a:chExt cx="313172" cy="507643"/>
          </a:xfrm>
        </p:grpSpPr>
        <p:sp>
          <p:nvSpPr>
            <p:cNvPr id="122" name="Text Box 21">
              <a:extLst>
                <a:ext uri="{FF2B5EF4-FFF2-40B4-BE49-F238E27FC236}">
                  <a16:creationId xmlns:a16="http://schemas.microsoft.com/office/drawing/2014/main" id="{D57C1A53-C7FD-4FA5-959E-081BC6BDFC56}"/>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00B050"/>
                  </a:solidFill>
                </a:rPr>
                <a:t>p</a:t>
              </a:r>
              <a:endParaRPr lang="en-US" altLang="zh-CN" sz="2400" dirty="0">
                <a:solidFill>
                  <a:srgbClr val="00B050"/>
                </a:solidFill>
              </a:endParaRPr>
            </a:p>
          </p:txBody>
        </p:sp>
        <p:cxnSp>
          <p:nvCxnSpPr>
            <p:cNvPr id="123" name="直接箭头连接符 122">
              <a:extLst>
                <a:ext uri="{FF2B5EF4-FFF2-40B4-BE49-F238E27FC236}">
                  <a16:creationId xmlns:a16="http://schemas.microsoft.com/office/drawing/2014/main" id="{0A6293E1-797A-4627-A7A7-93B420E0651A}"/>
                </a:ext>
              </a:extLst>
            </p:cNvPr>
            <p:cNvCxnSpPr>
              <a:cxnSpLocks/>
            </p:cNvCxnSpPr>
            <p:nvPr/>
          </p:nvCxnSpPr>
          <p:spPr>
            <a:xfrm>
              <a:off x="9711338" y="382596"/>
              <a:ext cx="172967" cy="153771"/>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24" name="组合 123">
            <a:extLst>
              <a:ext uri="{FF2B5EF4-FFF2-40B4-BE49-F238E27FC236}">
                <a16:creationId xmlns:a16="http://schemas.microsoft.com/office/drawing/2014/main" id="{52421BEE-1B7E-4AFA-8958-6D786B16C154}"/>
              </a:ext>
            </a:extLst>
          </p:cNvPr>
          <p:cNvGrpSpPr/>
          <p:nvPr/>
        </p:nvGrpSpPr>
        <p:grpSpPr>
          <a:xfrm>
            <a:off x="10392795" y="2320743"/>
            <a:ext cx="313172" cy="507643"/>
            <a:chOff x="9571133" y="28724"/>
            <a:chExt cx="313172" cy="507643"/>
          </a:xfrm>
        </p:grpSpPr>
        <p:sp>
          <p:nvSpPr>
            <p:cNvPr id="125" name="Text Box 21">
              <a:extLst>
                <a:ext uri="{FF2B5EF4-FFF2-40B4-BE49-F238E27FC236}">
                  <a16:creationId xmlns:a16="http://schemas.microsoft.com/office/drawing/2014/main" id="{8D1269EE-75D0-4506-9051-9116244262D2}"/>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9913BD"/>
                  </a:solidFill>
                </a:rPr>
                <a:t>p</a:t>
              </a:r>
              <a:endParaRPr lang="en-US" altLang="zh-CN" sz="2400" dirty="0">
                <a:solidFill>
                  <a:srgbClr val="9913BD"/>
                </a:solidFill>
              </a:endParaRPr>
            </a:p>
          </p:txBody>
        </p:sp>
        <p:cxnSp>
          <p:nvCxnSpPr>
            <p:cNvPr id="126" name="直接箭头连接符 125">
              <a:extLst>
                <a:ext uri="{FF2B5EF4-FFF2-40B4-BE49-F238E27FC236}">
                  <a16:creationId xmlns:a16="http://schemas.microsoft.com/office/drawing/2014/main" id="{1306A9CB-FD64-4619-B676-7E2B7956F7C7}"/>
                </a:ext>
              </a:extLst>
            </p:cNvPr>
            <p:cNvCxnSpPr>
              <a:cxnSpLocks/>
            </p:cNvCxnSpPr>
            <p:nvPr/>
          </p:nvCxnSpPr>
          <p:spPr>
            <a:xfrm>
              <a:off x="9711338" y="382596"/>
              <a:ext cx="172967" cy="153771"/>
            </a:xfrm>
            <a:prstGeom prst="straightConnector1">
              <a:avLst/>
            </a:prstGeom>
            <a:ln w="19050">
              <a:solidFill>
                <a:srgbClr val="9913BD"/>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27" name="组合 126">
            <a:extLst>
              <a:ext uri="{FF2B5EF4-FFF2-40B4-BE49-F238E27FC236}">
                <a16:creationId xmlns:a16="http://schemas.microsoft.com/office/drawing/2014/main" id="{7979CAC6-6490-4495-9436-E57BD6026CD4}"/>
              </a:ext>
            </a:extLst>
          </p:cNvPr>
          <p:cNvGrpSpPr/>
          <p:nvPr/>
        </p:nvGrpSpPr>
        <p:grpSpPr>
          <a:xfrm>
            <a:off x="10002068" y="3134918"/>
            <a:ext cx="313172" cy="507643"/>
            <a:chOff x="9571133" y="28724"/>
            <a:chExt cx="313172" cy="507643"/>
          </a:xfrm>
        </p:grpSpPr>
        <p:sp>
          <p:nvSpPr>
            <p:cNvPr id="128" name="Text Box 21">
              <a:extLst>
                <a:ext uri="{FF2B5EF4-FFF2-40B4-BE49-F238E27FC236}">
                  <a16:creationId xmlns:a16="http://schemas.microsoft.com/office/drawing/2014/main" id="{DAB06315-3034-4988-ACC3-F14B636EF657}"/>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00B050"/>
                  </a:solidFill>
                </a:rPr>
                <a:t>p</a:t>
              </a:r>
              <a:endParaRPr lang="en-US" altLang="zh-CN" sz="2400" dirty="0">
                <a:solidFill>
                  <a:srgbClr val="00B050"/>
                </a:solidFill>
              </a:endParaRPr>
            </a:p>
          </p:txBody>
        </p:sp>
        <p:cxnSp>
          <p:nvCxnSpPr>
            <p:cNvPr id="129" name="直接箭头连接符 128">
              <a:extLst>
                <a:ext uri="{FF2B5EF4-FFF2-40B4-BE49-F238E27FC236}">
                  <a16:creationId xmlns:a16="http://schemas.microsoft.com/office/drawing/2014/main" id="{54088FA8-69AB-4976-AE99-EDEC018F9C57}"/>
                </a:ext>
              </a:extLst>
            </p:cNvPr>
            <p:cNvCxnSpPr>
              <a:cxnSpLocks/>
            </p:cNvCxnSpPr>
            <p:nvPr/>
          </p:nvCxnSpPr>
          <p:spPr>
            <a:xfrm>
              <a:off x="9711338" y="382596"/>
              <a:ext cx="172967" cy="153771"/>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0" name="组合 129">
            <a:extLst>
              <a:ext uri="{FF2B5EF4-FFF2-40B4-BE49-F238E27FC236}">
                <a16:creationId xmlns:a16="http://schemas.microsoft.com/office/drawing/2014/main" id="{FA88A524-9822-4F66-8426-89B4804F17B8}"/>
              </a:ext>
            </a:extLst>
          </p:cNvPr>
          <p:cNvGrpSpPr/>
          <p:nvPr/>
        </p:nvGrpSpPr>
        <p:grpSpPr>
          <a:xfrm>
            <a:off x="10631213" y="3131778"/>
            <a:ext cx="313172" cy="507643"/>
            <a:chOff x="9571133" y="28724"/>
            <a:chExt cx="313172" cy="507643"/>
          </a:xfrm>
        </p:grpSpPr>
        <p:sp>
          <p:nvSpPr>
            <p:cNvPr id="131" name="Text Box 21">
              <a:extLst>
                <a:ext uri="{FF2B5EF4-FFF2-40B4-BE49-F238E27FC236}">
                  <a16:creationId xmlns:a16="http://schemas.microsoft.com/office/drawing/2014/main" id="{15360C98-B954-4179-9F15-AEF3B3021289}"/>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00B050"/>
                  </a:solidFill>
                </a:rPr>
                <a:t>p</a:t>
              </a:r>
              <a:endParaRPr lang="en-US" altLang="zh-CN" sz="2400" dirty="0">
                <a:solidFill>
                  <a:srgbClr val="00B050"/>
                </a:solidFill>
              </a:endParaRPr>
            </a:p>
          </p:txBody>
        </p:sp>
        <p:cxnSp>
          <p:nvCxnSpPr>
            <p:cNvPr id="132" name="直接箭头连接符 131">
              <a:extLst>
                <a:ext uri="{FF2B5EF4-FFF2-40B4-BE49-F238E27FC236}">
                  <a16:creationId xmlns:a16="http://schemas.microsoft.com/office/drawing/2014/main" id="{CA5FDFD5-DB50-4B94-BA39-1B5B57DFDB69}"/>
                </a:ext>
              </a:extLst>
            </p:cNvPr>
            <p:cNvCxnSpPr>
              <a:cxnSpLocks/>
            </p:cNvCxnSpPr>
            <p:nvPr/>
          </p:nvCxnSpPr>
          <p:spPr>
            <a:xfrm>
              <a:off x="9711338" y="382596"/>
              <a:ext cx="172967" cy="153771"/>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3" name="组合 132">
            <a:extLst>
              <a:ext uri="{FF2B5EF4-FFF2-40B4-BE49-F238E27FC236}">
                <a16:creationId xmlns:a16="http://schemas.microsoft.com/office/drawing/2014/main" id="{98185A38-3873-4F7B-A1C0-5C6AAAF1E3AD}"/>
              </a:ext>
            </a:extLst>
          </p:cNvPr>
          <p:cNvGrpSpPr/>
          <p:nvPr/>
        </p:nvGrpSpPr>
        <p:grpSpPr>
          <a:xfrm>
            <a:off x="11251844" y="1770622"/>
            <a:ext cx="313172" cy="507643"/>
            <a:chOff x="9571133" y="28724"/>
            <a:chExt cx="313172" cy="507643"/>
          </a:xfrm>
        </p:grpSpPr>
        <p:sp>
          <p:nvSpPr>
            <p:cNvPr id="134" name="Text Box 21">
              <a:extLst>
                <a:ext uri="{FF2B5EF4-FFF2-40B4-BE49-F238E27FC236}">
                  <a16:creationId xmlns:a16="http://schemas.microsoft.com/office/drawing/2014/main" id="{BA8098CC-75D0-433F-A656-175B3B0461E3}"/>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DF6613"/>
                  </a:solidFill>
                </a:rPr>
                <a:t>p</a:t>
              </a:r>
              <a:endParaRPr lang="en-US" altLang="zh-CN" sz="2400" dirty="0">
                <a:solidFill>
                  <a:srgbClr val="DF6613"/>
                </a:solidFill>
              </a:endParaRPr>
            </a:p>
          </p:txBody>
        </p:sp>
        <p:cxnSp>
          <p:nvCxnSpPr>
            <p:cNvPr id="135" name="直接箭头连接符 134">
              <a:extLst>
                <a:ext uri="{FF2B5EF4-FFF2-40B4-BE49-F238E27FC236}">
                  <a16:creationId xmlns:a16="http://schemas.microsoft.com/office/drawing/2014/main" id="{08A970D0-DA05-451F-85A2-4AD898489545}"/>
                </a:ext>
              </a:extLst>
            </p:cNvPr>
            <p:cNvCxnSpPr>
              <a:cxnSpLocks/>
            </p:cNvCxnSpPr>
            <p:nvPr/>
          </p:nvCxnSpPr>
          <p:spPr>
            <a:xfrm>
              <a:off x="9711338" y="382596"/>
              <a:ext cx="172967" cy="153771"/>
            </a:xfrm>
            <a:prstGeom prst="straightConnector1">
              <a:avLst/>
            </a:prstGeom>
            <a:ln w="19050">
              <a:solidFill>
                <a:srgbClr val="DF661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6" name="组合 135">
            <a:extLst>
              <a:ext uri="{FF2B5EF4-FFF2-40B4-BE49-F238E27FC236}">
                <a16:creationId xmlns:a16="http://schemas.microsoft.com/office/drawing/2014/main" id="{5D80F05D-1DC1-4B92-B17F-79115E61769A}"/>
              </a:ext>
            </a:extLst>
          </p:cNvPr>
          <p:cNvGrpSpPr/>
          <p:nvPr/>
        </p:nvGrpSpPr>
        <p:grpSpPr>
          <a:xfrm>
            <a:off x="11041606" y="2591635"/>
            <a:ext cx="313172" cy="507643"/>
            <a:chOff x="9571133" y="28724"/>
            <a:chExt cx="313172" cy="507643"/>
          </a:xfrm>
        </p:grpSpPr>
        <p:sp>
          <p:nvSpPr>
            <p:cNvPr id="137" name="Text Box 21">
              <a:extLst>
                <a:ext uri="{FF2B5EF4-FFF2-40B4-BE49-F238E27FC236}">
                  <a16:creationId xmlns:a16="http://schemas.microsoft.com/office/drawing/2014/main" id="{C5C9CF41-5885-4719-973D-561499ACBC1F}"/>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9913BD"/>
                  </a:solidFill>
                </a:rPr>
                <a:t>p</a:t>
              </a:r>
              <a:endParaRPr lang="en-US" altLang="zh-CN" sz="2400" dirty="0">
                <a:solidFill>
                  <a:srgbClr val="9913BD"/>
                </a:solidFill>
              </a:endParaRPr>
            </a:p>
          </p:txBody>
        </p:sp>
        <p:cxnSp>
          <p:nvCxnSpPr>
            <p:cNvPr id="138" name="直接箭头连接符 137">
              <a:extLst>
                <a:ext uri="{FF2B5EF4-FFF2-40B4-BE49-F238E27FC236}">
                  <a16:creationId xmlns:a16="http://schemas.microsoft.com/office/drawing/2014/main" id="{5D32C77F-2DE5-4A1F-A223-C70D5830D372}"/>
                </a:ext>
              </a:extLst>
            </p:cNvPr>
            <p:cNvCxnSpPr>
              <a:cxnSpLocks/>
            </p:cNvCxnSpPr>
            <p:nvPr/>
          </p:nvCxnSpPr>
          <p:spPr>
            <a:xfrm>
              <a:off x="9711338" y="382596"/>
              <a:ext cx="172967" cy="153771"/>
            </a:xfrm>
            <a:prstGeom prst="straightConnector1">
              <a:avLst/>
            </a:prstGeom>
            <a:ln w="19050">
              <a:solidFill>
                <a:srgbClr val="9913BD"/>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9" name="组合 138">
            <a:extLst>
              <a:ext uri="{FF2B5EF4-FFF2-40B4-BE49-F238E27FC236}">
                <a16:creationId xmlns:a16="http://schemas.microsoft.com/office/drawing/2014/main" id="{AA45DAE0-24FD-4CFA-9673-E5E6EBD0ACC0}"/>
              </a:ext>
            </a:extLst>
          </p:cNvPr>
          <p:cNvGrpSpPr/>
          <p:nvPr/>
        </p:nvGrpSpPr>
        <p:grpSpPr>
          <a:xfrm>
            <a:off x="11546954" y="2585173"/>
            <a:ext cx="313172" cy="507643"/>
            <a:chOff x="9571133" y="28724"/>
            <a:chExt cx="313172" cy="507643"/>
          </a:xfrm>
        </p:grpSpPr>
        <p:sp>
          <p:nvSpPr>
            <p:cNvPr id="140" name="Text Box 21">
              <a:extLst>
                <a:ext uri="{FF2B5EF4-FFF2-40B4-BE49-F238E27FC236}">
                  <a16:creationId xmlns:a16="http://schemas.microsoft.com/office/drawing/2014/main" id="{3F56DEA1-CE17-4300-84E3-664E7C4DC8FD}"/>
                </a:ext>
              </a:extLst>
            </p:cNvPr>
            <p:cNvSpPr txBox="1">
              <a:spLocks noChangeArrowheads="1"/>
            </p:cNvSpPr>
            <p:nvPr/>
          </p:nvSpPr>
          <p:spPr bwMode="auto">
            <a:xfrm>
              <a:off x="9571133" y="28724"/>
              <a:ext cx="258651" cy="369332"/>
            </a:xfrm>
            <a:prstGeom prst="rect">
              <a:avLst/>
            </a:prstGeom>
            <a:noFill/>
            <a:ln w="12700" cap="sq">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spAutoFit/>
            </a:bodyPr>
            <a:lstStyle/>
            <a:p>
              <a:pPr algn="ctr"/>
              <a:r>
                <a:rPr lang="en-US" altLang="zh-CN" sz="2400" b="1" dirty="0">
                  <a:solidFill>
                    <a:srgbClr val="9913BD"/>
                  </a:solidFill>
                </a:rPr>
                <a:t>p</a:t>
              </a:r>
              <a:endParaRPr lang="en-US" altLang="zh-CN" sz="2400" dirty="0">
                <a:solidFill>
                  <a:srgbClr val="9913BD"/>
                </a:solidFill>
              </a:endParaRPr>
            </a:p>
          </p:txBody>
        </p:sp>
        <p:cxnSp>
          <p:nvCxnSpPr>
            <p:cNvPr id="141" name="直接箭头连接符 140">
              <a:extLst>
                <a:ext uri="{FF2B5EF4-FFF2-40B4-BE49-F238E27FC236}">
                  <a16:creationId xmlns:a16="http://schemas.microsoft.com/office/drawing/2014/main" id="{CE44C448-42CD-4E39-8EB2-FE24E70A07A0}"/>
                </a:ext>
              </a:extLst>
            </p:cNvPr>
            <p:cNvCxnSpPr>
              <a:cxnSpLocks/>
            </p:cNvCxnSpPr>
            <p:nvPr/>
          </p:nvCxnSpPr>
          <p:spPr>
            <a:xfrm>
              <a:off x="9711338" y="382596"/>
              <a:ext cx="172967" cy="153771"/>
            </a:xfrm>
            <a:prstGeom prst="straightConnector1">
              <a:avLst/>
            </a:prstGeom>
            <a:ln w="19050">
              <a:solidFill>
                <a:srgbClr val="9913BD"/>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164" name="文本框 163">
            <a:extLst>
              <a:ext uri="{FF2B5EF4-FFF2-40B4-BE49-F238E27FC236}">
                <a16:creationId xmlns:a16="http://schemas.microsoft.com/office/drawing/2014/main" id="{FD92A870-86AD-4B12-85BB-183E5F1C0828}"/>
              </a:ext>
            </a:extLst>
          </p:cNvPr>
          <p:cNvSpPr txBox="1"/>
          <p:nvPr/>
        </p:nvSpPr>
        <p:spPr>
          <a:xfrm>
            <a:off x="396843" y="3805831"/>
            <a:ext cx="9333015" cy="2308324"/>
          </a:xfrm>
          <a:prstGeom prst="rect">
            <a:avLst/>
          </a:prstGeom>
          <a:solidFill>
            <a:srgbClr val="F5F5F5"/>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165" name="直接连接符 164">
            <a:extLst>
              <a:ext uri="{FF2B5EF4-FFF2-40B4-BE49-F238E27FC236}">
                <a16:creationId xmlns:a16="http://schemas.microsoft.com/office/drawing/2014/main" id="{DC218446-8574-4874-A3C3-E264E9D66CFF}"/>
              </a:ext>
            </a:extLst>
          </p:cNvPr>
          <p:cNvCxnSpPr/>
          <p:nvPr/>
        </p:nvCxnSpPr>
        <p:spPr>
          <a:xfrm>
            <a:off x="738788" y="4331472"/>
            <a:ext cx="103367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CB3DF207-CAB2-4382-950F-6ACC5FDF484C}"/>
              </a:ext>
            </a:extLst>
          </p:cNvPr>
          <p:cNvCxnSpPr>
            <a:cxnSpLocks/>
          </p:cNvCxnSpPr>
          <p:nvPr/>
        </p:nvCxnSpPr>
        <p:spPr>
          <a:xfrm>
            <a:off x="982050" y="4567000"/>
            <a:ext cx="3380401"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EF1124B7-14D8-43A4-B246-63DF71330140}"/>
              </a:ext>
            </a:extLst>
          </p:cNvPr>
          <p:cNvCxnSpPr>
            <a:cxnSpLocks/>
          </p:cNvCxnSpPr>
          <p:nvPr/>
        </p:nvCxnSpPr>
        <p:spPr>
          <a:xfrm>
            <a:off x="982050" y="4816382"/>
            <a:ext cx="1697073"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5EAD4CB6-F693-4F19-BAA0-98E0DDDDDACD}"/>
              </a:ext>
            </a:extLst>
          </p:cNvPr>
          <p:cNvCxnSpPr>
            <a:cxnSpLocks/>
          </p:cNvCxnSpPr>
          <p:nvPr/>
        </p:nvCxnSpPr>
        <p:spPr>
          <a:xfrm>
            <a:off x="982050" y="5065960"/>
            <a:ext cx="189796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F52B2671-B8F8-443A-A554-5D5F11443EAF}"/>
              </a:ext>
            </a:extLst>
          </p:cNvPr>
          <p:cNvCxnSpPr>
            <a:cxnSpLocks/>
          </p:cNvCxnSpPr>
          <p:nvPr/>
        </p:nvCxnSpPr>
        <p:spPr>
          <a:xfrm>
            <a:off x="969003" y="5308218"/>
            <a:ext cx="968902"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3EB851E3-F84A-493B-A54F-82AF19D32DF1}"/>
              </a:ext>
            </a:extLst>
          </p:cNvPr>
          <p:cNvCxnSpPr>
            <a:cxnSpLocks/>
          </p:cNvCxnSpPr>
          <p:nvPr/>
        </p:nvCxnSpPr>
        <p:spPr>
          <a:xfrm>
            <a:off x="1030650" y="5530086"/>
            <a:ext cx="1994946"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5B1B8591-3158-4795-80EF-F4CE963A7115}"/>
              </a:ext>
            </a:extLst>
          </p:cNvPr>
          <p:cNvCxnSpPr>
            <a:cxnSpLocks/>
          </p:cNvCxnSpPr>
          <p:nvPr/>
        </p:nvCxnSpPr>
        <p:spPr>
          <a:xfrm flipV="1">
            <a:off x="3261123" y="5052497"/>
            <a:ext cx="2306673" cy="13463"/>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5C330F31-234C-4AA0-A6AB-81B7922405A1}"/>
              </a:ext>
            </a:extLst>
          </p:cNvPr>
          <p:cNvCxnSpPr>
            <a:cxnSpLocks/>
          </p:cNvCxnSpPr>
          <p:nvPr/>
        </p:nvCxnSpPr>
        <p:spPr>
          <a:xfrm>
            <a:off x="5858850" y="5052497"/>
            <a:ext cx="189796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174" name="文本框 173">
            <a:extLst>
              <a:ext uri="{FF2B5EF4-FFF2-40B4-BE49-F238E27FC236}">
                <a16:creationId xmlns:a16="http://schemas.microsoft.com/office/drawing/2014/main" id="{A9358D30-7C87-45CB-847D-6744AE464F1E}"/>
              </a:ext>
            </a:extLst>
          </p:cNvPr>
          <p:cNvSpPr txBox="1"/>
          <p:nvPr/>
        </p:nvSpPr>
        <p:spPr>
          <a:xfrm>
            <a:off x="722344" y="4015766"/>
            <a:ext cx="9333015" cy="2308324"/>
          </a:xfrm>
          <a:prstGeom prst="rect">
            <a:avLst/>
          </a:prstGeom>
          <a:solidFill>
            <a:srgbClr val="FFF9E7"/>
          </a:solidFill>
          <a:ln>
            <a:solidFill>
              <a:schemeClr val="accent6">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175" name="直接连接符 174">
            <a:extLst>
              <a:ext uri="{FF2B5EF4-FFF2-40B4-BE49-F238E27FC236}">
                <a16:creationId xmlns:a16="http://schemas.microsoft.com/office/drawing/2014/main" id="{C7D33354-3621-4C02-8D47-FDBE98A4D9F7}"/>
              </a:ext>
            </a:extLst>
          </p:cNvPr>
          <p:cNvCxnSpPr/>
          <p:nvPr/>
        </p:nvCxnSpPr>
        <p:spPr>
          <a:xfrm>
            <a:off x="1045633" y="4551518"/>
            <a:ext cx="103367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6E0665C3-C397-4556-B7C6-58581FCFC2E5}"/>
              </a:ext>
            </a:extLst>
          </p:cNvPr>
          <p:cNvCxnSpPr>
            <a:cxnSpLocks/>
          </p:cNvCxnSpPr>
          <p:nvPr/>
        </p:nvCxnSpPr>
        <p:spPr>
          <a:xfrm>
            <a:off x="1251403" y="4790658"/>
            <a:ext cx="335942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C081A468-2324-4A97-ACC2-9FAB3493B873}"/>
              </a:ext>
            </a:extLst>
          </p:cNvPr>
          <p:cNvCxnSpPr>
            <a:cxnSpLocks/>
          </p:cNvCxnSpPr>
          <p:nvPr/>
        </p:nvCxnSpPr>
        <p:spPr>
          <a:xfrm>
            <a:off x="1258573" y="5022875"/>
            <a:ext cx="164915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DBD838B0-5470-4E7F-B844-93C193080F8B}"/>
              </a:ext>
            </a:extLst>
          </p:cNvPr>
          <p:cNvCxnSpPr>
            <a:cxnSpLocks/>
          </p:cNvCxnSpPr>
          <p:nvPr/>
        </p:nvCxnSpPr>
        <p:spPr>
          <a:xfrm>
            <a:off x="1258573" y="5277073"/>
            <a:ext cx="194009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3129C22B-8720-4BF7-9493-763D5FC38335}"/>
              </a:ext>
            </a:extLst>
          </p:cNvPr>
          <p:cNvCxnSpPr>
            <a:cxnSpLocks/>
          </p:cNvCxnSpPr>
          <p:nvPr/>
        </p:nvCxnSpPr>
        <p:spPr>
          <a:xfrm>
            <a:off x="1251403" y="5529468"/>
            <a:ext cx="94281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0A2C1F8F-2CD8-4E4B-9B7B-CBEE2B6A6606}"/>
              </a:ext>
            </a:extLst>
          </p:cNvPr>
          <p:cNvCxnSpPr>
            <a:cxnSpLocks/>
          </p:cNvCxnSpPr>
          <p:nvPr/>
        </p:nvCxnSpPr>
        <p:spPr>
          <a:xfrm>
            <a:off x="1251403" y="5761079"/>
            <a:ext cx="335942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2C2B164C-E172-4D72-BE39-75BA8AA94184}"/>
              </a:ext>
            </a:extLst>
          </p:cNvPr>
          <p:cNvCxnSpPr>
            <a:cxnSpLocks/>
          </p:cNvCxnSpPr>
          <p:nvPr/>
        </p:nvCxnSpPr>
        <p:spPr>
          <a:xfrm>
            <a:off x="3568164" y="5280759"/>
            <a:ext cx="220175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512CD50D-F09A-43BE-BE1E-69DE8642C490}"/>
              </a:ext>
            </a:extLst>
          </p:cNvPr>
          <p:cNvCxnSpPr>
            <a:cxnSpLocks/>
          </p:cNvCxnSpPr>
          <p:nvPr/>
        </p:nvCxnSpPr>
        <p:spPr>
          <a:xfrm flipV="1">
            <a:off x="6101196" y="5273832"/>
            <a:ext cx="1954721" cy="479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83" name="文本框 182">
            <a:extLst>
              <a:ext uri="{FF2B5EF4-FFF2-40B4-BE49-F238E27FC236}">
                <a16:creationId xmlns:a16="http://schemas.microsoft.com/office/drawing/2014/main" id="{5AF46176-2672-41E8-B4F6-2A1A46B6785A}"/>
              </a:ext>
            </a:extLst>
          </p:cNvPr>
          <p:cNvSpPr txBox="1"/>
          <p:nvPr/>
        </p:nvSpPr>
        <p:spPr>
          <a:xfrm>
            <a:off x="977402" y="4263443"/>
            <a:ext cx="9333015" cy="2308324"/>
          </a:xfrm>
          <a:prstGeom prst="rect">
            <a:avLst/>
          </a:prstGeom>
          <a:solidFill>
            <a:srgbClr val="F6F0FA"/>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184" name="直接连接符 183">
            <a:extLst>
              <a:ext uri="{FF2B5EF4-FFF2-40B4-BE49-F238E27FC236}">
                <a16:creationId xmlns:a16="http://schemas.microsoft.com/office/drawing/2014/main" id="{275F9D11-3BC8-44A3-B522-84273AC27BD0}"/>
              </a:ext>
            </a:extLst>
          </p:cNvPr>
          <p:cNvCxnSpPr>
            <a:cxnSpLocks/>
          </p:cNvCxnSpPr>
          <p:nvPr/>
        </p:nvCxnSpPr>
        <p:spPr>
          <a:xfrm>
            <a:off x="1300573" y="4784539"/>
            <a:ext cx="107375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0E69A0CA-452C-4077-BCA2-09A736C83B9C}"/>
              </a:ext>
            </a:extLst>
          </p:cNvPr>
          <p:cNvCxnSpPr>
            <a:cxnSpLocks/>
          </p:cNvCxnSpPr>
          <p:nvPr/>
        </p:nvCxnSpPr>
        <p:spPr>
          <a:xfrm>
            <a:off x="1543027" y="5026993"/>
            <a:ext cx="3359427"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1245EF54-2018-4290-A1D0-1EB49C73C30C}"/>
              </a:ext>
            </a:extLst>
          </p:cNvPr>
          <p:cNvCxnSpPr>
            <a:cxnSpLocks/>
          </p:cNvCxnSpPr>
          <p:nvPr/>
        </p:nvCxnSpPr>
        <p:spPr>
          <a:xfrm>
            <a:off x="1543027" y="5276677"/>
            <a:ext cx="171106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7D4206A3-AC31-4D58-B465-3590317901AD}"/>
              </a:ext>
            </a:extLst>
          </p:cNvPr>
          <p:cNvCxnSpPr>
            <a:cxnSpLocks/>
          </p:cNvCxnSpPr>
          <p:nvPr/>
        </p:nvCxnSpPr>
        <p:spPr>
          <a:xfrm>
            <a:off x="3586572" y="5276677"/>
            <a:ext cx="209206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F854BE2A-A1C7-4ECD-AA97-37D4573B3124}"/>
              </a:ext>
            </a:extLst>
          </p:cNvPr>
          <p:cNvCxnSpPr>
            <a:cxnSpLocks/>
          </p:cNvCxnSpPr>
          <p:nvPr/>
        </p:nvCxnSpPr>
        <p:spPr>
          <a:xfrm>
            <a:off x="5918895" y="5276677"/>
            <a:ext cx="1997246"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23454BFB-8C60-4F08-8D28-74BBB36EE0B6}"/>
              </a:ext>
            </a:extLst>
          </p:cNvPr>
          <p:cNvCxnSpPr>
            <a:cxnSpLocks/>
          </p:cNvCxnSpPr>
          <p:nvPr/>
        </p:nvCxnSpPr>
        <p:spPr>
          <a:xfrm>
            <a:off x="1543027" y="5521843"/>
            <a:ext cx="1898072"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2411AAF3-0FF0-454E-A1F2-AD3DF235190C}"/>
              </a:ext>
            </a:extLst>
          </p:cNvPr>
          <p:cNvCxnSpPr>
            <a:cxnSpLocks/>
          </p:cNvCxnSpPr>
          <p:nvPr/>
        </p:nvCxnSpPr>
        <p:spPr>
          <a:xfrm>
            <a:off x="1532990" y="5750443"/>
            <a:ext cx="95094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96795F83-FA8B-4467-A2E7-A371D8DD7300}"/>
              </a:ext>
            </a:extLst>
          </p:cNvPr>
          <p:cNvCxnSpPr>
            <a:cxnSpLocks/>
          </p:cNvCxnSpPr>
          <p:nvPr/>
        </p:nvCxnSpPr>
        <p:spPr>
          <a:xfrm>
            <a:off x="1532990" y="5992540"/>
            <a:ext cx="3369464"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sp>
        <p:nvSpPr>
          <p:cNvPr id="194" name="文本框 193">
            <a:extLst>
              <a:ext uri="{FF2B5EF4-FFF2-40B4-BE49-F238E27FC236}">
                <a16:creationId xmlns:a16="http://schemas.microsoft.com/office/drawing/2014/main" id="{D6691F44-70E9-465A-ACDF-D07FC4841D40}"/>
              </a:ext>
            </a:extLst>
          </p:cNvPr>
          <p:cNvSpPr txBox="1"/>
          <p:nvPr/>
        </p:nvSpPr>
        <p:spPr>
          <a:xfrm>
            <a:off x="1216016" y="4490390"/>
            <a:ext cx="9333015" cy="2308324"/>
          </a:xfrm>
          <a:prstGeom prst="rect">
            <a:avLst/>
          </a:prstGeom>
          <a:solidFill>
            <a:srgbClr val="ECF5E7"/>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195" name="直接连接符 194">
            <a:extLst>
              <a:ext uri="{FF2B5EF4-FFF2-40B4-BE49-F238E27FC236}">
                <a16:creationId xmlns:a16="http://schemas.microsoft.com/office/drawing/2014/main" id="{596CB5E6-5BAA-47B9-882F-1655B5761202}"/>
              </a:ext>
            </a:extLst>
          </p:cNvPr>
          <p:cNvCxnSpPr>
            <a:cxnSpLocks/>
          </p:cNvCxnSpPr>
          <p:nvPr/>
        </p:nvCxnSpPr>
        <p:spPr>
          <a:xfrm>
            <a:off x="1618457" y="5020468"/>
            <a:ext cx="104681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96" name="文本框 195">
            <a:extLst>
              <a:ext uri="{FF2B5EF4-FFF2-40B4-BE49-F238E27FC236}">
                <a16:creationId xmlns:a16="http://schemas.microsoft.com/office/drawing/2014/main" id="{20883C7F-9359-47A9-B1A5-714452AC9E45}"/>
              </a:ext>
            </a:extLst>
          </p:cNvPr>
          <p:cNvSpPr txBox="1"/>
          <p:nvPr/>
        </p:nvSpPr>
        <p:spPr>
          <a:xfrm>
            <a:off x="1211368" y="4490390"/>
            <a:ext cx="9333015" cy="2308324"/>
          </a:xfrm>
          <a:prstGeom prst="rect">
            <a:avLst/>
          </a:prstGeom>
          <a:solidFill>
            <a:srgbClr val="ECF5E7"/>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197" name="直接连接符 196">
            <a:extLst>
              <a:ext uri="{FF2B5EF4-FFF2-40B4-BE49-F238E27FC236}">
                <a16:creationId xmlns:a16="http://schemas.microsoft.com/office/drawing/2014/main" id="{8B2757F9-D87E-4DD5-B602-E10BBFA564A8}"/>
              </a:ext>
            </a:extLst>
          </p:cNvPr>
          <p:cNvCxnSpPr>
            <a:cxnSpLocks/>
          </p:cNvCxnSpPr>
          <p:nvPr/>
        </p:nvCxnSpPr>
        <p:spPr>
          <a:xfrm>
            <a:off x="1618457" y="5020468"/>
            <a:ext cx="104681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98" name="文本框 197">
            <a:extLst>
              <a:ext uri="{FF2B5EF4-FFF2-40B4-BE49-F238E27FC236}">
                <a16:creationId xmlns:a16="http://schemas.microsoft.com/office/drawing/2014/main" id="{4E60EE88-FDE4-448D-9C83-C6E34D9C1918}"/>
              </a:ext>
            </a:extLst>
          </p:cNvPr>
          <p:cNvSpPr txBox="1"/>
          <p:nvPr/>
        </p:nvSpPr>
        <p:spPr>
          <a:xfrm>
            <a:off x="982050" y="4265682"/>
            <a:ext cx="9333015" cy="2308324"/>
          </a:xfrm>
          <a:prstGeom prst="rect">
            <a:avLst/>
          </a:prstGeom>
          <a:solidFill>
            <a:srgbClr val="F6F0FA"/>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199" name="直接连接符 198">
            <a:extLst>
              <a:ext uri="{FF2B5EF4-FFF2-40B4-BE49-F238E27FC236}">
                <a16:creationId xmlns:a16="http://schemas.microsoft.com/office/drawing/2014/main" id="{7EF24803-06A7-427F-BE56-8497ED70FB03}"/>
              </a:ext>
            </a:extLst>
          </p:cNvPr>
          <p:cNvCxnSpPr>
            <a:cxnSpLocks/>
          </p:cNvCxnSpPr>
          <p:nvPr/>
        </p:nvCxnSpPr>
        <p:spPr>
          <a:xfrm>
            <a:off x="1295948" y="4789246"/>
            <a:ext cx="107375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C75CA0C1-5C86-460A-8FD2-536AABC81C13}"/>
              </a:ext>
            </a:extLst>
          </p:cNvPr>
          <p:cNvCxnSpPr>
            <a:cxnSpLocks/>
          </p:cNvCxnSpPr>
          <p:nvPr/>
        </p:nvCxnSpPr>
        <p:spPr>
          <a:xfrm>
            <a:off x="1538402" y="5031700"/>
            <a:ext cx="3359427"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B240F77E-0E1F-4E4F-B123-B7FA48A7CE79}"/>
              </a:ext>
            </a:extLst>
          </p:cNvPr>
          <p:cNvCxnSpPr>
            <a:cxnSpLocks/>
          </p:cNvCxnSpPr>
          <p:nvPr/>
        </p:nvCxnSpPr>
        <p:spPr>
          <a:xfrm>
            <a:off x="1538402" y="5281384"/>
            <a:ext cx="171106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2B7C1452-6DBC-4D0C-8677-D1A6F489A5D2}"/>
              </a:ext>
            </a:extLst>
          </p:cNvPr>
          <p:cNvCxnSpPr>
            <a:cxnSpLocks/>
          </p:cNvCxnSpPr>
          <p:nvPr/>
        </p:nvCxnSpPr>
        <p:spPr>
          <a:xfrm>
            <a:off x="3581947" y="5281384"/>
            <a:ext cx="209206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DE930D11-887A-4544-B2A4-6E857844EE51}"/>
              </a:ext>
            </a:extLst>
          </p:cNvPr>
          <p:cNvCxnSpPr>
            <a:cxnSpLocks/>
          </p:cNvCxnSpPr>
          <p:nvPr/>
        </p:nvCxnSpPr>
        <p:spPr>
          <a:xfrm>
            <a:off x="5914270" y="5281384"/>
            <a:ext cx="1997246"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7B02AFC8-C3CE-46EA-8131-F9ACF6303FDF}"/>
              </a:ext>
            </a:extLst>
          </p:cNvPr>
          <p:cNvCxnSpPr>
            <a:cxnSpLocks/>
          </p:cNvCxnSpPr>
          <p:nvPr/>
        </p:nvCxnSpPr>
        <p:spPr>
          <a:xfrm>
            <a:off x="1538402" y="5526550"/>
            <a:ext cx="1898072"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id="{41518D80-CC4F-49E1-83D8-63C1FEC465D7}"/>
              </a:ext>
            </a:extLst>
          </p:cNvPr>
          <p:cNvCxnSpPr>
            <a:cxnSpLocks/>
          </p:cNvCxnSpPr>
          <p:nvPr/>
        </p:nvCxnSpPr>
        <p:spPr>
          <a:xfrm>
            <a:off x="1528365" y="5755150"/>
            <a:ext cx="95094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D6270DB7-1E71-4F0E-97B5-9CC1A15362E0}"/>
              </a:ext>
            </a:extLst>
          </p:cNvPr>
          <p:cNvCxnSpPr>
            <a:cxnSpLocks/>
          </p:cNvCxnSpPr>
          <p:nvPr/>
        </p:nvCxnSpPr>
        <p:spPr>
          <a:xfrm>
            <a:off x="1528365" y="5997247"/>
            <a:ext cx="3369464"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sp>
        <p:nvSpPr>
          <p:cNvPr id="207" name="文本框 206">
            <a:extLst>
              <a:ext uri="{FF2B5EF4-FFF2-40B4-BE49-F238E27FC236}">
                <a16:creationId xmlns:a16="http://schemas.microsoft.com/office/drawing/2014/main" id="{F7C43076-8C46-4B62-BD60-A2682276F4E4}"/>
              </a:ext>
            </a:extLst>
          </p:cNvPr>
          <p:cNvSpPr txBox="1"/>
          <p:nvPr/>
        </p:nvSpPr>
        <p:spPr>
          <a:xfrm>
            <a:off x="1216016" y="4488151"/>
            <a:ext cx="9333015" cy="2308324"/>
          </a:xfrm>
          <a:prstGeom prst="rect">
            <a:avLst/>
          </a:prstGeom>
          <a:solidFill>
            <a:srgbClr val="ECF5E7"/>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208" name="直接连接符 207">
            <a:extLst>
              <a:ext uri="{FF2B5EF4-FFF2-40B4-BE49-F238E27FC236}">
                <a16:creationId xmlns:a16="http://schemas.microsoft.com/office/drawing/2014/main" id="{AD734AA6-E6CD-42CF-A60B-EF12E6429902}"/>
              </a:ext>
            </a:extLst>
          </p:cNvPr>
          <p:cNvCxnSpPr>
            <a:cxnSpLocks/>
          </p:cNvCxnSpPr>
          <p:nvPr/>
        </p:nvCxnSpPr>
        <p:spPr>
          <a:xfrm>
            <a:off x="1618457" y="5027395"/>
            <a:ext cx="104681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73" name="文本框 172">
            <a:extLst>
              <a:ext uri="{FF2B5EF4-FFF2-40B4-BE49-F238E27FC236}">
                <a16:creationId xmlns:a16="http://schemas.microsoft.com/office/drawing/2014/main" id="{2E3659ED-091D-445F-A730-9BF077E5DD5D}"/>
              </a:ext>
            </a:extLst>
          </p:cNvPr>
          <p:cNvSpPr txBox="1"/>
          <p:nvPr/>
        </p:nvSpPr>
        <p:spPr>
          <a:xfrm>
            <a:off x="1211367" y="4485754"/>
            <a:ext cx="9333015" cy="2308324"/>
          </a:xfrm>
          <a:prstGeom prst="rect">
            <a:avLst/>
          </a:prstGeom>
          <a:solidFill>
            <a:srgbClr val="ECF5E7"/>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190" name="直接连接符 189">
            <a:extLst>
              <a:ext uri="{FF2B5EF4-FFF2-40B4-BE49-F238E27FC236}">
                <a16:creationId xmlns:a16="http://schemas.microsoft.com/office/drawing/2014/main" id="{8E70A72E-B23D-4FA3-A5D0-7BBCD90A74CD}"/>
              </a:ext>
            </a:extLst>
          </p:cNvPr>
          <p:cNvCxnSpPr>
            <a:cxnSpLocks/>
          </p:cNvCxnSpPr>
          <p:nvPr/>
        </p:nvCxnSpPr>
        <p:spPr>
          <a:xfrm>
            <a:off x="1618457" y="5027395"/>
            <a:ext cx="104681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91" name="文本框 190">
            <a:extLst>
              <a:ext uri="{FF2B5EF4-FFF2-40B4-BE49-F238E27FC236}">
                <a16:creationId xmlns:a16="http://schemas.microsoft.com/office/drawing/2014/main" id="{950BFB7E-C555-4FD3-8ABB-A3A185E77DE7}"/>
              </a:ext>
            </a:extLst>
          </p:cNvPr>
          <p:cNvSpPr txBox="1"/>
          <p:nvPr/>
        </p:nvSpPr>
        <p:spPr>
          <a:xfrm>
            <a:off x="722344" y="4015766"/>
            <a:ext cx="9333015" cy="2308324"/>
          </a:xfrm>
          <a:prstGeom prst="rect">
            <a:avLst/>
          </a:prstGeom>
          <a:solidFill>
            <a:srgbClr val="FFF9E7"/>
          </a:solidFill>
          <a:ln>
            <a:solidFill>
              <a:schemeClr val="accent6">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209" name="直接连接符 208">
            <a:extLst>
              <a:ext uri="{FF2B5EF4-FFF2-40B4-BE49-F238E27FC236}">
                <a16:creationId xmlns:a16="http://schemas.microsoft.com/office/drawing/2014/main" id="{65C5CC30-AB93-474C-81B9-6A5C73AEFC7C}"/>
              </a:ext>
            </a:extLst>
          </p:cNvPr>
          <p:cNvCxnSpPr/>
          <p:nvPr/>
        </p:nvCxnSpPr>
        <p:spPr>
          <a:xfrm>
            <a:off x="1045633" y="4551518"/>
            <a:ext cx="103367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D99329BC-E301-40FB-BD29-6BB2FB7A849C}"/>
              </a:ext>
            </a:extLst>
          </p:cNvPr>
          <p:cNvCxnSpPr>
            <a:cxnSpLocks/>
          </p:cNvCxnSpPr>
          <p:nvPr/>
        </p:nvCxnSpPr>
        <p:spPr>
          <a:xfrm>
            <a:off x="1251403" y="4790658"/>
            <a:ext cx="335942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0D287F97-D9ED-4A73-A7E2-686848308A0B}"/>
              </a:ext>
            </a:extLst>
          </p:cNvPr>
          <p:cNvCxnSpPr>
            <a:cxnSpLocks/>
          </p:cNvCxnSpPr>
          <p:nvPr/>
        </p:nvCxnSpPr>
        <p:spPr>
          <a:xfrm>
            <a:off x="1258573" y="5022875"/>
            <a:ext cx="164915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CFC4032A-2F95-4E02-860B-B9BFAD15545E}"/>
              </a:ext>
            </a:extLst>
          </p:cNvPr>
          <p:cNvCxnSpPr>
            <a:cxnSpLocks/>
          </p:cNvCxnSpPr>
          <p:nvPr/>
        </p:nvCxnSpPr>
        <p:spPr>
          <a:xfrm>
            <a:off x="1258573" y="5277073"/>
            <a:ext cx="194009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7CAEE322-68F6-45DC-9670-8A5ECEFA2858}"/>
              </a:ext>
            </a:extLst>
          </p:cNvPr>
          <p:cNvCxnSpPr>
            <a:cxnSpLocks/>
          </p:cNvCxnSpPr>
          <p:nvPr/>
        </p:nvCxnSpPr>
        <p:spPr>
          <a:xfrm>
            <a:off x="1251403" y="5529468"/>
            <a:ext cx="94281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75A46C0B-64BE-406A-B60E-A26F53A91BA7}"/>
              </a:ext>
            </a:extLst>
          </p:cNvPr>
          <p:cNvCxnSpPr>
            <a:cxnSpLocks/>
          </p:cNvCxnSpPr>
          <p:nvPr/>
        </p:nvCxnSpPr>
        <p:spPr>
          <a:xfrm>
            <a:off x="1251403" y="5761079"/>
            <a:ext cx="335942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F593B3DB-8B66-4E15-89E9-38C51987E416}"/>
              </a:ext>
            </a:extLst>
          </p:cNvPr>
          <p:cNvCxnSpPr>
            <a:cxnSpLocks/>
          </p:cNvCxnSpPr>
          <p:nvPr/>
        </p:nvCxnSpPr>
        <p:spPr>
          <a:xfrm>
            <a:off x="3303783" y="5035593"/>
            <a:ext cx="209206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8DEB82C3-F87F-48B2-83F9-9410FB871365}"/>
              </a:ext>
            </a:extLst>
          </p:cNvPr>
          <p:cNvCxnSpPr>
            <a:cxnSpLocks/>
          </p:cNvCxnSpPr>
          <p:nvPr/>
        </p:nvCxnSpPr>
        <p:spPr>
          <a:xfrm>
            <a:off x="5636106" y="5035593"/>
            <a:ext cx="199724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17" name="文本框 216">
            <a:extLst>
              <a:ext uri="{FF2B5EF4-FFF2-40B4-BE49-F238E27FC236}">
                <a16:creationId xmlns:a16="http://schemas.microsoft.com/office/drawing/2014/main" id="{5F3C2E82-947D-4205-AF53-ECBA1C2060E7}"/>
              </a:ext>
            </a:extLst>
          </p:cNvPr>
          <p:cNvSpPr txBox="1"/>
          <p:nvPr/>
        </p:nvSpPr>
        <p:spPr>
          <a:xfrm>
            <a:off x="977402" y="4267369"/>
            <a:ext cx="9333015" cy="2308324"/>
          </a:xfrm>
          <a:prstGeom prst="rect">
            <a:avLst/>
          </a:prstGeom>
          <a:solidFill>
            <a:srgbClr val="F6F0FA"/>
          </a:solidFill>
          <a:ln>
            <a:solidFill>
              <a:srgbClr val="7030A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保持pre指向p的前驱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218" name="直接连接符 217">
            <a:extLst>
              <a:ext uri="{FF2B5EF4-FFF2-40B4-BE49-F238E27FC236}">
                <a16:creationId xmlns:a16="http://schemas.microsoft.com/office/drawing/2014/main" id="{F41C9407-E74D-49B9-A033-4F20D81577E0}"/>
              </a:ext>
            </a:extLst>
          </p:cNvPr>
          <p:cNvCxnSpPr>
            <a:cxnSpLocks/>
          </p:cNvCxnSpPr>
          <p:nvPr/>
        </p:nvCxnSpPr>
        <p:spPr>
          <a:xfrm>
            <a:off x="1280790" y="4790070"/>
            <a:ext cx="104681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9" name="文本框 218">
            <a:extLst>
              <a:ext uri="{FF2B5EF4-FFF2-40B4-BE49-F238E27FC236}">
                <a16:creationId xmlns:a16="http://schemas.microsoft.com/office/drawing/2014/main" id="{0B317550-DA00-429E-BE4D-D77DD8A17ACB}"/>
              </a:ext>
            </a:extLst>
          </p:cNvPr>
          <p:cNvSpPr txBox="1"/>
          <p:nvPr/>
        </p:nvSpPr>
        <p:spPr>
          <a:xfrm>
            <a:off x="982049" y="4264024"/>
            <a:ext cx="9333015" cy="2308324"/>
          </a:xfrm>
          <a:prstGeom prst="rect">
            <a:avLst/>
          </a:prstGeom>
          <a:solidFill>
            <a:srgbClr val="F6F0FA"/>
          </a:solidFill>
          <a:ln>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InThreading(BiThrTree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递归中序线索化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r>
              <a:rPr lang="en-US" altLang="zh-CN"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endParaRPr lang="zh-CN" altLang="en-US" sz="1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 p )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62AC"/>
                </a:solidFill>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在递归中序遍历过程中，外部指针</a:t>
            </a:r>
            <a:r>
              <a:rPr lang="en-US" altLang="zh-CN"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和值参</a:t>
            </a:r>
            <a:r>
              <a:rPr lang="en-US" altLang="zh-CN"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总是互为前驱和后继指针</a:t>
            </a:r>
          </a:p>
          <a:p>
            <a:r>
              <a:rPr lang="zh-CN" altLang="en-US" sz="1600" b="1" dirty="0">
                <a:latin typeface="Courier New" panose="02070309020205020404" pitchFamily="49" charset="0"/>
                <a:cs typeface="Courier New" panose="02070309020205020404" pitchFamily="49" charset="0"/>
              </a:rPr>
              <a:t>    InThreading(p-&gt;lchild);   </a:t>
            </a:r>
            <a:r>
              <a:rPr lang="zh-CN" altLang="en-US" sz="1600" b="1" dirty="0">
                <a:solidFill>
                  <a:srgbClr val="0062AC"/>
                </a:solidFill>
                <a:latin typeface="Courier New" panose="02070309020205020404" pitchFamily="49" charset="0"/>
                <a:cs typeface="Courier New" panose="02070309020205020404" pitchFamily="49" charset="0"/>
              </a:rPr>
              <a:t>// 左子树线索化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p-&gt;LTag = Thread;  p-&gt;lchild = pre;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建前驱线索</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(!pre-&gt;rchild)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pre-&gt;RTag = Thread;  pre-&gt;rchild = p;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62AC"/>
                </a:solidFill>
                <a:latin typeface="Courier New" panose="02070309020205020404" pitchFamily="49" charset="0"/>
                <a:cs typeface="Courier New" panose="02070309020205020404" pitchFamily="49" charset="0"/>
              </a:rPr>
              <a:t>// 建后继线索</a:t>
            </a:r>
          </a:p>
          <a:p>
            <a:r>
              <a:rPr lang="zh-CN" altLang="en-US" sz="1600" b="1" dirty="0">
                <a:latin typeface="Courier New" panose="02070309020205020404" pitchFamily="49" charset="0"/>
                <a:cs typeface="Courier New" panose="02070309020205020404" pitchFamily="49" charset="0"/>
              </a:rPr>
              <a:t>    pre = p;                  </a:t>
            </a:r>
            <a:r>
              <a:rPr lang="zh-CN" altLang="en-US" sz="1600" b="1" dirty="0">
                <a:solidFill>
                  <a:srgbClr val="0062AC"/>
                </a:solidFill>
                <a:latin typeface="Courier New" panose="02070309020205020404" pitchFamily="49" charset="0"/>
                <a:cs typeface="Courier New" panose="02070309020205020404" pitchFamily="49" charset="0"/>
              </a:rPr>
              <a:t>// 保持</a:t>
            </a:r>
            <a:r>
              <a:rPr lang="zh-CN" altLang="en-US" sz="1600" b="1" dirty="0">
                <a:solidFill>
                  <a:srgbClr val="C00000"/>
                </a:solidFill>
                <a:latin typeface="Courier New" panose="02070309020205020404" pitchFamily="49" charset="0"/>
                <a:cs typeface="Courier New" panose="02070309020205020404" pitchFamily="49" charset="0"/>
              </a:rPr>
              <a:t>pre</a:t>
            </a:r>
            <a:r>
              <a:rPr lang="zh-CN" altLang="en-US" sz="1600" b="1" dirty="0">
                <a:solidFill>
                  <a:srgbClr val="0062AC"/>
                </a:solidFill>
                <a:latin typeface="Courier New" panose="02070309020205020404" pitchFamily="49" charset="0"/>
                <a:cs typeface="Courier New" panose="02070309020205020404" pitchFamily="49" charset="0"/>
              </a:rPr>
              <a:t>指向</a:t>
            </a:r>
            <a:r>
              <a:rPr lang="zh-CN" altLang="en-US" sz="1600" b="1" dirty="0">
                <a:solidFill>
                  <a:srgbClr val="C00000"/>
                </a:solidFill>
                <a:latin typeface="Courier New" panose="02070309020205020404" pitchFamily="49" charset="0"/>
                <a:cs typeface="Courier New" panose="02070309020205020404" pitchFamily="49" charset="0"/>
              </a:rPr>
              <a:t>p</a:t>
            </a:r>
            <a:r>
              <a:rPr lang="zh-CN" altLang="en-US" sz="1600" b="1" dirty="0">
                <a:solidFill>
                  <a:srgbClr val="0062AC"/>
                </a:solidFill>
                <a:latin typeface="Courier New" panose="02070309020205020404" pitchFamily="49" charset="0"/>
                <a:cs typeface="Courier New" panose="02070309020205020404" pitchFamily="49" charset="0"/>
              </a:rPr>
              <a:t>的前驱</a:t>
            </a:r>
          </a:p>
          <a:p>
            <a:r>
              <a:rPr lang="zh-CN" altLang="en-US" sz="1600" b="1" dirty="0">
                <a:latin typeface="Courier New" panose="02070309020205020404" pitchFamily="49" charset="0"/>
                <a:cs typeface="Courier New" panose="02070309020205020404" pitchFamily="49" charset="0"/>
              </a:rPr>
              <a:t>    InThreading(p-&gt;rchild);   </a:t>
            </a:r>
            <a:r>
              <a:rPr lang="zh-CN" altLang="en-US" sz="1600" b="1" dirty="0">
                <a:solidFill>
                  <a:srgbClr val="0062AC"/>
                </a:solidFill>
                <a:latin typeface="Courier New" panose="02070309020205020404" pitchFamily="49" charset="0"/>
                <a:cs typeface="Courier New" panose="02070309020205020404" pitchFamily="49" charset="0"/>
              </a:rPr>
              <a:t>// 右子树线索化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62AC"/>
              </a:solidFill>
              <a:latin typeface="Courier New" panose="02070309020205020404" pitchFamily="49" charset="0"/>
              <a:cs typeface="Courier New" panose="02070309020205020404" pitchFamily="49" charset="0"/>
            </a:endParaRPr>
          </a:p>
        </p:txBody>
      </p:sp>
      <p:cxnSp>
        <p:nvCxnSpPr>
          <p:cNvPr id="220" name="直接连接符 219">
            <a:extLst>
              <a:ext uri="{FF2B5EF4-FFF2-40B4-BE49-F238E27FC236}">
                <a16:creationId xmlns:a16="http://schemas.microsoft.com/office/drawing/2014/main" id="{91D3636F-9BEC-434F-BB69-23BAA3D0FECF}"/>
              </a:ext>
            </a:extLst>
          </p:cNvPr>
          <p:cNvCxnSpPr>
            <a:cxnSpLocks/>
          </p:cNvCxnSpPr>
          <p:nvPr/>
        </p:nvCxnSpPr>
        <p:spPr>
          <a:xfrm>
            <a:off x="1295948" y="4793904"/>
            <a:ext cx="1073750" cy="0"/>
          </a:xfrm>
          <a:prstGeom prst="line">
            <a:avLst/>
          </a:prstGeom>
          <a:ln w="28575">
            <a:solidFill>
              <a:srgbClr val="9913BD"/>
            </a:solidFill>
          </a:ln>
        </p:spPr>
        <p:style>
          <a:lnRef idx="1">
            <a:schemeClr val="accent1"/>
          </a:lnRef>
          <a:fillRef idx="0">
            <a:schemeClr val="accent1"/>
          </a:fillRef>
          <a:effectRef idx="0">
            <a:schemeClr val="accent1"/>
          </a:effectRef>
          <a:fontRef idx="minor">
            <a:schemeClr val="tx1"/>
          </a:fontRef>
        </p:style>
      </p:cxnSp>
      <p:cxnSp>
        <p:nvCxnSpPr>
          <p:cNvPr id="221" name="直接箭头连接符 220">
            <a:extLst>
              <a:ext uri="{FF2B5EF4-FFF2-40B4-BE49-F238E27FC236}">
                <a16:creationId xmlns:a16="http://schemas.microsoft.com/office/drawing/2014/main" id="{A0D84786-EFE3-4886-B506-5B5472F40316}"/>
              </a:ext>
            </a:extLst>
          </p:cNvPr>
          <p:cNvCxnSpPr>
            <a:cxnSpLocks/>
          </p:cNvCxnSpPr>
          <p:nvPr/>
        </p:nvCxnSpPr>
        <p:spPr>
          <a:xfrm>
            <a:off x="2369698" y="3389818"/>
            <a:ext cx="1412368" cy="513829"/>
          </a:xfrm>
          <a:prstGeom prst="straightConnector1">
            <a:avLst/>
          </a:prstGeom>
          <a:ln w="28575">
            <a:solidFill>
              <a:schemeClr val="accent2"/>
            </a:solidFill>
            <a:prstDash val="lg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D38FCF34-CED0-48AD-9557-B8394C4C0FAE}"/>
              </a:ext>
            </a:extLst>
          </p:cNvPr>
          <p:cNvSpPr/>
          <p:nvPr/>
        </p:nvSpPr>
        <p:spPr>
          <a:xfrm>
            <a:off x="7459544" y="497929"/>
            <a:ext cx="284018" cy="251196"/>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rPr>
              <a:t>头</a:t>
            </a:r>
          </a:p>
        </p:txBody>
      </p:sp>
      <p:sp>
        <p:nvSpPr>
          <p:cNvPr id="222" name="任意多边形: 形状 221">
            <a:extLst>
              <a:ext uri="{FF2B5EF4-FFF2-40B4-BE49-F238E27FC236}">
                <a16:creationId xmlns:a16="http://schemas.microsoft.com/office/drawing/2014/main" id="{DFE95BC4-06D8-4DF3-A143-4F37F6D0DA75}"/>
              </a:ext>
            </a:extLst>
          </p:cNvPr>
          <p:cNvSpPr/>
          <p:nvPr/>
        </p:nvSpPr>
        <p:spPr>
          <a:xfrm flipH="1">
            <a:off x="10098921" y="680668"/>
            <a:ext cx="325359" cy="762820"/>
          </a:xfrm>
          <a:custGeom>
            <a:avLst/>
            <a:gdLst>
              <a:gd name="connsiteX0" fmla="*/ 77273 w 360178"/>
              <a:gd name="connsiteY0" fmla="*/ 498629 h 762820"/>
              <a:gd name="connsiteX1" fmla="*/ 77273 w 360178"/>
              <a:gd name="connsiteY1" fmla="*/ 666055 h 762820"/>
              <a:gd name="connsiteX2" fmla="*/ 218941 w 360178"/>
              <a:gd name="connsiteY2" fmla="*/ 762646 h 762820"/>
              <a:gd name="connsiteX3" fmla="*/ 347730 w 360178"/>
              <a:gd name="connsiteY3" fmla="*/ 672494 h 762820"/>
              <a:gd name="connsiteX4" fmla="*/ 341290 w 360178"/>
              <a:gd name="connsiteY4" fmla="*/ 221734 h 762820"/>
              <a:gd name="connsiteX5" fmla="*/ 225380 w 360178"/>
              <a:gd name="connsiteY5" fmla="*/ 2793 h 762820"/>
              <a:gd name="connsiteX6" fmla="*/ 90152 w 360178"/>
              <a:gd name="connsiteY6" fmla="*/ 112263 h 762820"/>
              <a:gd name="connsiteX7" fmla="*/ 0 w 360178"/>
              <a:gd name="connsiteY7" fmla="*/ 318325 h 762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178" h="762820">
                <a:moveTo>
                  <a:pt x="77273" y="498629"/>
                </a:moveTo>
                <a:cubicBezTo>
                  <a:pt x="65467" y="560340"/>
                  <a:pt x="53662" y="622052"/>
                  <a:pt x="77273" y="666055"/>
                </a:cubicBezTo>
                <a:cubicBezTo>
                  <a:pt x="100884" y="710058"/>
                  <a:pt x="173865" y="761573"/>
                  <a:pt x="218941" y="762646"/>
                </a:cubicBezTo>
                <a:cubicBezTo>
                  <a:pt x="264017" y="763719"/>
                  <a:pt x="327339" y="762646"/>
                  <a:pt x="347730" y="672494"/>
                </a:cubicBezTo>
                <a:cubicBezTo>
                  <a:pt x="368121" y="582342"/>
                  <a:pt x="361682" y="333351"/>
                  <a:pt x="341290" y="221734"/>
                </a:cubicBezTo>
                <a:cubicBezTo>
                  <a:pt x="320898" y="110117"/>
                  <a:pt x="267236" y="21038"/>
                  <a:pt x="225380" y="2793"/>
                </a:cubicBezTo>
                <a:cubicBezTo>
                  <a:pt x="183524" y="-15452"/>
                  <a:pt x="127715" y="59674"/>
                  <a:pt x="90152" y="112263"/>
                </a:cubicBezTo>
                <a:cubicBezTo>
                  <a:pt x="52589" y="164852"/>
                  <a:pt x="26294" y="241588"/>
                  <a:pt x="0" y="318325"/>
                </a:cubicBezTo>
              </a:path>
            </a:pathLst>
          </a:custGeom>
          <a:noFill/>
          <a:ln>
            <a:solidFill>
              <a:schemeClr val="accent1"/>
            </a:solidFill>
            <a:prstDash val="lgDash"/>
            <a:headEnd type="oval"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C0ED3580-D787-4A5E-B089-0EDFECB393D1}"/>
              </a:ext>
            </a:extLst>
          </p:cNvPr>
          <p:cNvSpPr txBox="1"/>
          <p:nvPr/>
        </p:nvSpPr>
        <p:spPr>
          <a:xfrm>
            <a:off x="9052000" y="974012"/>
            <a:ext cx="1107996" cy="369332"/>
          </a:xfrm>
          <a:prstGeom prst="rect">
            <a:avLst/>
          </a:prstGeom>
          <a:noFill/>
        </p:spPr>
        <p:txBody>
          <a:bodyPr wrap="none" rtlCol="0">
            <a:spAutoFit/>
          </a:bodyPr>
          <a:lstStyle/>
          <a:p>
            <a:r>
              <a:rPr lang="zh-CN" altLang="en-US" b="1" dirty="0">
                <a:solidFill>
                  <a:srgbClr val="FF0000"/>
                </a:solidFill>
              </a:rPr>
              <a:t>空线索树</a:t>
            </a:r>
          </a:p>
        </p:txBody>
      </p:sp>
      <p:sp>
        <p:nvSpPr>
          <p:cNvPr id="102" name="文本框 101">
            <a:extLst>
              <a:ext uri="{FF2B5EF4-FFF2-40B4-BE49-F238E27FC236}">
                <a16:creationId xmlns:a16="http://schemas.microsoft.com/office/drawing/2014/main" id="{7570B3F1-476D-4044-8831-CC18C33B31A3}"/>
              </a:ext>
            </a:extLst>
          </p:cNvPr>
          <p:cNvSpPr txBox="1"/>
          <p:nvPr/>
        </p:nvSpPr>
        <p:spPr>
          <a:xfrm>
            <a:off x="10795986" y="4015766"/>
            <a:ext cx="1160387" cy="2308324"/>
          </a:xfrm>
          <a:prstGeom prst="rect">
            <a:avLst/>
          </a:prstGeom>
          <a:noFill/>
        </p:spPr>
        <p:txBody>
          <a:bodyPr wrap="square" rtlCol="0">
            <a:spAutoFit/>
          </a:bodyPr>
          <a:lstStyle/>
          <a:p>
            <a:pPr algn="just"/>
            <a:r>
              <a:rPr lang="zh-CN" altLang="en-US" b="1" u="sng" dirty="0">
                <a:solidFill>
                  <a:srgbClr val="C00000"/>
                </a:solidFill>
                <a:effectLst>
                  <a:outerShdw blurRad="38100" dist="38100" dir="2700000" algn="tl">
                    <a:srgbClr val="000000">
                      <a:alpha val="43137"/>
                    </a:srgbClr>
                  </a:outerShdw>
                </a:effectLst>
                <a:latin typeface="+mj-ea"/>
                <a:ea typeface="+mj-ea"/>
              </a:rPr>
              <a:t>关注</a:t>
            </a:r>
            <a:r>
              <a:rPr lang="zh-CN" altLang="en-US" b="1" dirty="0">
                <a:solidFill>
                  <a:srgbClr val="C00000"/>
                </a:solidFill>
                <a:effectLst>
                  <a:outerShdw blurRad="38100" dist="38100" dir="2700000" algn="tl">
                    <a:srgbClr val="000000">
                      <a:alpha val="43137"/>
                    </a:srgbClr>
                  </a:outerShdw>
                </a:effectLst>
                <a:latin typeface="+mj-ea"/>
                <a:ea typeface="+mj-ea"/>
              </a:rPr>
              <a:t>：</a:t>
            </a:r>
            <a:endParaRPr lang="en-US" altLang="zh-CN" b="1" dirty="0">
              <a:solidFill>
                <a:srgbClr val="C00000"/>
              </a:solidFill>
              <a:effectLst>
                <a:outerShdw blurRad="38100" dist="38100" dir="2700000" algn="tl">
                  <a:srgbClr val="000000">
                    <a:alpha val="43137"/>
                  </a:srgbClr>
                </a:outerShdw>
              </a:effectLst>
              <a:latin typeface="+mj-ea"/>
              <a:ea typeface="+mj-ea"/>
            </a:endParaRPr>
          </a:p>
          <a:p>
            <a:pPr algn="just"/>
            <a:r>
              <a:rPr lang="zh-CN" altLang="en-US" b="1" dirty="0">
                <a:solidFill>
                  <a:srgbClr val="6E3AE2"/>
                </a:solidFill>
              </a:rPr>
              <a:t>引用形参</a:t>
            </a:r>
            <a:r>
              <a:rPr lang="zh-CN" altLang="en-US" b="1" dirty="0"/>
              <a:t>的作用和</a:t>
            </a:r>
            <a:r>
              <a:rPr lang="en-US" altLang="zh-CN" b="1" dirty="0">
                <a:solidFill>
                  <a:srgbClr val="C00000"/>
                </a:solidFill>
              </a:rPr>
              <a:t>pre</a:t>
            </a:r>
            <a:r>
              <a:rPr lang="zh-CN" altLang="en-US" b="1" dirty="0"/>
              <a:t>在递归遍历中的轨迹，以及值参</a:t>
            </a:r>
            <a:r>
              <a:rPr lang="en-US" altLang="zh-CN" b="1" dirty="0">
                <a:solidFill>
                  <a:srgbClr val="C00000"/>
                </a:solidFill>
              </a:rPr>
              <a:t>p</a:t>
            </a:r>
            <a:r>
              <a:rPr lang="zh-CN" altLang="en-US" b="1" dirty="0"/>
              <a:t>的特点。</a:t>
            </a:r>
          </a:p>
        </p:txBody>
      </p:sp>
      <p:sp>
        <p:nvSpPr>
          <p:cNvPr id="3" name="灯片编号占位符 1">
            <a:extLst>
              <a:ext uri="{FF2B5EF4-FFF2-40B4-BE49-F238E27FC236}">
                <a16:creationId xmlns:a16="http://schemas.microsoft.com/office/drawing/2014/main" id="{65E7BA0B-2947-719F-7879-19A58D696BC9}"/>
              </a:ext>
            </a:extLst>
          </p:cNvPr>
          <p:cNvSpPr>
            <a:spLocks noGrp="1"/>
          </p:cNvSpPr>
          <p:nvPr/>
        </p:nvSpPr>
        <p:spPr>
          <a:xfrm>
            <a:off x="9102441" y="6337242"/>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22</a:t>
            </a:fld>
            <a:endParaRPr lang="zh-CN" altLang="en-US" dirty="0"/>
          </a:p>
        </p:txBody>
      </p:sp>
    </p:spTree>
    <p:extLst>
      <p:ext uri="{BB962C8B-B14F-4D97-AF65-F5344CB8AC3E}">
        <p14:creationId xmlns:p14="http://schemas.microsoft.com/office/powerpoint/2010/main" val="62915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5">
                                            <p:bg/>
                                          </p:spTgt>
                                        </p:tgtEl>
                                        <p:attrNameLst>
                                          <p:attrName>style.visibility</p:attrName>
                                        </p:attrNameLst>
                                      </p:cBhvr>
                                      <p:to>
                                        <p:strVal val="visible"/>
                                      </p:to>
                                    </p:set>
                                    <p:animEffect transition="in" filter="wipe(up)">
                                      <p:cBhvr>
                                        <p:cTn id="7" dur="500"/>
                                        <p:tgtEl>
                                          <p:spTgt spid="85">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5">
                                            <p:txEl>
                                              <p:pRg st="0" end="0"/>
                                            </p:txEl>
                                          </p:spTgt>
                                        </p:tgtEl>
                                        <p:attrNameLst>
                                          <p:attrName>style.visibility</p:attrName>
                                        </p:attrNameLst>
                                      </p:cBhvr>
                                      <p:to>
                                        <p:strVal val="visible"/>
                                      </p:to>
                                    </p:set>
                                    <p:animEffect transition="in" filter="wipe(up)">
                                      <p:cBhvr>
                                        <p:cTn id="10" dur="500"/>
                                        <p:tgtEl>
                                          <p:spTgt spid="85">
                                            <p:txEl>
                                              <p:pRg st="0" end="0"/>
                                            </p:txEl>
                                          </p:spTgt>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85">
                                            <p:txEl>
                                              <p:pRg st="1" end="1"/>
                                            </p:txEl>
                                          </p:spTgt>
                                        </p:tgtEl>
                                        <p:attrNameLst>
                                          <p:attrName>style.visibility</p:attrName>
                                        </p:attrNameLst>
                                      </p:cBhvr>
                                      <p:to>
                                        <p:strVal val="visible"/>
                                      </p:to>
                                    </p:set>
                                    <p:animEffect transition="in" filter="wipe(up)">
                                      <p:cBhvr>
                                        <p:cTn id="14" dur="500"/>
                                        <p:tgtEl>
                                          <p:spTgt spid="8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up)">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2"/>
                                        </p:tgtEl>
                                        <p:attrNameLst>
                                          <p:attrName>style.visibility</p:attrName>
                                        </p:attrNameLst>
                                      </p:cBhvr>
                                      <p:to>
                                        <p:strVal val="visible"/>
                                      </p:to>
                                    </p:set>
                                    <p:animEffect transition="in" filter="fade">
                                      <p:cBhvr>
                                        <p:cTn id="22" dur="500"/>
                                        <p:tgtEl>
                                          <p:spTgt spid="9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3"/>
                                        </p:tgtEl>
                                        <p:attrNameLst>
                                          <p:attrName>style.visibility</p:attrName>
                                        </p:attrNameLst>
                                      </p:cBhvr>
                                      <p:to>
                                        <p:strVal val="visible"/>
                                      </p:to>
                                    </p:set>
                                    <p:animEffect transition="in" filter="fade">
                                      <p:cBhvr>
                                        <p:cTn id="25" dur="500"/>
                                        <p:tgtEl>
                                          <p:spTgt spid="9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4"/>
                                        </p:tgtEl>
                                        <p:attrNameLst>
                                          <p:attrName>style.visibility</p:attrName>
                                        </p:attrNameLst>
                                      </p:cBhvr>
                                      <p:to>
                                        <p:strVal val="visible"/>
                                      </p:to>
                                    </p:set>
                                    <p:animEffect transition="in" filter="fade">
                                      <p:cBhvr>
                                        <p:cTn id="28" dur="500"/>
                                        <p:tgtEl>
                                          <p:spTgt spid="9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fade">
                                      <p:cBhvr>
                                        <p:cTn id="31" dur="500"/>
                                        <p:tgtEl>
                                          <p:spTgt spid="9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7"/>
                                        </p:tgtEl>
                                        <p:attrNameLst>
                                          <p:attrName>style.visibility</p:attrName>
                                        </p:attrNameLst>
                                      </p:cBhvr>
                                      <p:to>
                                        <p:strVal val="visible"/>
                                      </p:to>
                                    </p:set>
                                    <p:animEffect transition="in" filter="fade">
                                      <p:cBhvr>
                                        <p:cTn id="34" dur="500"/>
                                        <p:tgtEl>
                                          <p:spTgt spid="9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6"/>
                                        </p:tgtEl>
                                        <p:attrNameLst>
                                          <p:attrName>style.visibility</p:attrName>
                                        </p:attrNameLst>
                                      </p:cBhvr>
                                      <p:to>
                                        <p:strVal val="visible"/>
                                      </p:to>
                                    </p:set>
                                    <p:animEffect transition="in" filter="fade">
                                      <p:cBhvr>
                                        <p:cTn id="37" dur="500"/>
                                        <p:tgtEl>
                                          <p:spTgt spid="96"/>
                                        </p:tgtEl>
                                      </p:cBhvr>
                                    </p:animEffect>
                                  </p:childTnLst>
                                </p:cTn>
                              </p:par>
                            </p:childTnLst>
                          </p:cTn>
                        </p:par>
                        <p:par>
                          <p:cTn id="38" fill="hold">
                            <p:stCondLst>
                              <p:cond delay="500"/>
                            </p:stCondLst>
                            <p:childTnLst>
                              <p:par>
                                <p:cTn id="39" presetID="1" presetClass="entr" presetSubtype="0" fill="hold" grpId="1" nodeType="after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par>
                                <p:cTn id="41" presetID="1" presetClass="entr" presetSubtype="0" fill="hold" grpId="1"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par>
                                <p:cTn id="43" presetID="1" presetClass="entr" presetSubtype="0" fill="hold" grpId="1" nodeType="with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83"/>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8"/>
                                        </p:tgtEl>
                                        <p:attrNameLst>
                                          <p:attrName>style.visibility</p:attrName>
                                        </p:attrNameLst>
                                      </p:cBhvr>
                                      <p:to>
                                        <p:strVal val="visible"/>
                                      </p:to>
                                    </p:set>
                                    <p:animEffect transition="in" filter="wipe(left)">
                                      <p:cBhvr>
                                        <p:cTn id="55" dur="500"/>
                                        <p:tgtEl>
                                          <p:spTgt spid="8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85">
                                            <p:txEl>
                                              <p:pRg st="2" end="2"/>
                                            </p:txEl>
                                          </p:spTgt>
                                        </p:tgtEl>
                                        <p:attrNameLst>
                                          <p:attrName>style.visibility</p:attrName>
                                        </p:attrNameLst>
                                      </p:cBhvr>
                                      <p:to>
                                        <p:strVal val="visible"/>
                                      </p:to>
                                    </p:set>
                                    <p:animEffect transition="in" filter="wipe(up)">
                                      <p:cBhvr>
                                        <p:cTn id="60" dur="500"/>
                                        <p:tgtEl>
                                          <p:spTgt spid="85">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85">
                                            <p:txEl>
                                              <p:pRg st="3" end="3"/>
                                            </p:txEl>
                                          </p:spTgt>
                                        </p:tgtEl>
                                        <p:attrNameLst>
                                          <p:attrName>style.visibility</p:attrName>
                                        </p:attrNameLst>
                                      </p:cBhvr>
                                      <p:to>
                                        <p:strVal val="visible"/>
                                      </p:to>
                                    </p:set>
                                    <p:animEffect transition="in" filter="wipe(up)">
                                      <p:cBhvr>
                                        <p:cTn id="65" dur="500"/>
                                        <p:tgtEl>
                                          <p:spTgt spid="85">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wipe(up)">
                                      <p:cBhvr>
                                        <p:cTn id="70" dur="500"/>
                                        <p:tgtEl>
                                          <p:spTgt spid="52"/>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1000"/>
                                        <p:tgtEl>
                                          <p:spTgt spid="2"/>
                                        </p:tgtEl>
                                      </p:cBhvr>
                                    </p:animEffect>
                                    <p:anim calcmode="lin" valueType="num">
                                      <p:cBhvr>
                                        <p:cTn id="76" dur="1000" fill="hold"/>
                                        <p:tgtEl>
                                          <p:spTgt spid="2"/>
                                        </p:tgtEl>
                                        <p:attrNameLst>
                                          <p:attrName>ppt_x</p:attrName>
                                        </p:attrNameLst>
                                      </p:cBhvr>
                                      <p:tavLst>
                                        <p:tav tm="0">
                                          <p:val>
                                            <p:strVal val="#ppt_x"/>
                                          </p:val>
                                        </p:tav>
                                        <p:tav tm="100000">
                                          <p:val>
                                            <p:strVal val="#ppt_x"/>
                                          </p:val>
                                        </p:tav>
                                      </p:tavLst>
                                    </p:anim>
                                    <p:anim calcmode="lin" valueType="num">
                                      <p:cBhvr>
                                        <p:cTn id="7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85">
                                            <p:txEl>
                                              <p:pRg st="4" end="4"/>
                                            </p:txEl>
                                          </p:spTgt>
                                        </p:tgtEl>
                                        <p:attrNameLst>
                                          <p:attrName>style.visibility</p:attrName>
                                        </p:attrNameLst>
                                      </p:cBhvr>
                                      <p:to>
                                        <p:strVal val="visible"/>
                                      </p:to>
                                    </p:set>
                                    <p:animEffect transition="in" filter="wipe(up)">
                                      <p:cBhvr>
                                        <p:cTn id="82" dur="500"/>
                                        <p:tgtEl>
                                          <p:spTgt spid="85">
                                            <p:txEl>
                                              <p:pRg st="4" end="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47" presetClass="entr" presetSubtype="0" fill="hold" grpId="0" nodeType="clickEffect">
                                  <p:stCondLst>
                                    <p:cond delay="0"/>
                                  </p:stCondLst>
                                  <p:childTnLst>
                                    <p:set>
                                      <p:cBhvr>
                                        <p:cTn id="86" dur="1" fill="hold">
                                          <p:stCondLst>
                                            <p:cond delay="0"/>
                                          </p:stCondLst>
                                        </p:cTn>
                                        <p:tgtEl>
                                          <p:spTgt spid="63"/>
                                        </p:tgtEl>
                                        <p:attrNameLst>
                                          <p:attrName>style.visibility</p:attrName>
                                        </p:attrNameLst>
                                      </p:cBhvr>
                                      <p:to>
                                        <p:strVal val="visible"/>
                                      </p:to>
                                    </p:set>
                                    <p:animEffect transition="in" filter="fade">
                                      <p:cBhvr>
                                        <p:cTn id="87" dur="1000"/>
                                        <p:tgtEl>
                                          <p:spTgt spid="63"/>
                                        </p:tgtEl>
                                      </p:cBhvr>
                                    </p:animEffect>
                                    <p:anim calcmode="lin" valueType="num">
                                      <p:cBhvr>
                                        <p:cTn id="88" dur="1000" fill="hold"/>
                                        <p:tgtEl>
                                          <p:spTgt spid="63"/>
                                        </p:tgtEl>
                                        <p:attrNameLst>
                                          <p:attrName>ppt_x</p:attrName>
                                        </p:attrNameLst>
                                      </p:cBhvr>
                                      <p:tavLst>
                                        <p:tav tm="0">
                                          <p:val>
                                            <p:strVal val="#ppt_x"/>
                                          </p:val>
                                        </p:tav>
                                        <p:tav tm="100000">
                                          <p:val>
                                            <p:strVal val="#ppt_x"/>
                                          </p:val>
                                        </p:tav>
                                      </p:tavLst>
                                    </p:anim>
                                    <p:anim calcmode="lin" valueType="num">
                                      <p:cBhvr>
                                        <p:cTn id="89"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7" presetClass="entr" presetSubtype="0" fill="hold" grpId="0" nodeType="click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1000"/>
                                        <p:tgtEl>
                                          <p:spTgt spid="64"/>
                                        </p:tgtEl>
                                      </p:cBhvr>
                                    </p:animEffect>
                                    <p:anim calcmode="lin" valueType="num">
                                      <p:cBhvr>
                                        <p:cTn id="95" dur="1000" fill="hold"/>
                                        <p:tgtEl>
                                          <p:spTgt spid="64"/>
                                        </p:tgtEl>
                                        <p:attrNameLst>
                                          <p:attrName>ppt_x</p:attrName>
                                        </p:attrNameLst>
                                      </p:cBhvr>
                                      <p:tavLst>
                                        <p:tav tm="0">
                                          <p:val>
                                            <p:strVal val="#ppt_x"/>
                                          </p:val>
                                        </p:tav>
                                        <p:tav tm="100000">
                                          <p:val>
                                            <p:strVal val="#ppt_x"/>
                                          </p:val>
                                        </p:tav>
                                      </p:tavLst>
                                    </p:anim>
                                    <p:anim calcmode="lin" valueType="num">
                                      <p:cBhvr>
                                        <p:cTn id="96"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85">
                                            <p:txEl>
                                              <p:pRg st="5" end="5"/>
                                            </p:txEl>
                                          </p:spTgt>
                                        </p:tgtEl>
                                        <p:attrNameLst>
                                          <p:attrName>style.visibility</p:attrName>
                                        </p:attrNameLst>
                                      </p:cBhvr>
                                      <p:to>
                                        <p:strVal val="visible"/>
                                      </p:to>
                                    </p:set>
                                    <p:animEffect transition="in" filter="wipe(up)">
                                      <p:cBhvr>
                                        <p:cTn id="101" dur="500"/>
                                        <p:tgtEl>
                                          <p:spTgt spid="85">
                                            <p:txEl>
                                              <p:pRg st="5" end="5"/>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1" presetClass="entr" presetSubtype="0" fill="hold" grpId="0" nodeType="clickEffect">
                                  <p:stCondLst>
                                    <p:cond delay="0"/>
                                  </p:stCondLst>
                                  <p:childTnLst>
                                    <p:set>
                                      <p:cBhvr>
                                        <p:cTn id="105" dur="1" fill="hold">
                                          <p:stCondLst>
                                            <p:cond delay="0"/>
                                          </p:stCondLst>
                                        </p:cTn>
                                        <p:tgtEl>
                                          <p:spTgt spid="98"/>
                                        </p:tgtEl>
                                        <p:attrNameLst>
                                          <p:attrName>style.visibility</p:attrName>
                                        </p:attrNameLst>
                                      </p:cBhvr>
                                      <p:to>
                                        <p:strVal val="visible"/>
                                      </p:to>
                                    </p:set>
                                    <p:anim calcmode="lin" valueType="num">
                                      <p:cBhvr>
                                        <p:cTn id="106" dur="1000" fill="hold"/>
                                        <p:tgtEl>
                                          <p:spTgt spid="98"/>
                                        </p:tgtEl>
                                        <p:attrNameLst>
                                          <p:attrName>ppt_w</p:attrName>
                                        </p:attrNameLst>
                                      </p:cBhvr>
                                      <p:tavLst>
                                        <p:tav tm="0">
                                          <p:val>
                                            <p:fltVal val="0"/>
                                          </p:val>
                                        </p:tav>
                                        <p:tav tm="100000">
                                          <p:val>
                                            <p:strVal val="#ppt_w"/>
                                          </p:val>
                                        </p:tav>
                                      </p:tavLst>
                                    </p:anim>
                                    <p:anim calcmode="lin" valueType="num">
                                      <p:cBhvr>
                                        <p:cTn id="107" dur="1000" fill="hold"/>
                                        <p:tgtEl>
                                          <p:spTgt spid="98"/>
                                        </p:tgtEl>
                                        <p:attrNameLst>
                                          <p:attrName>ppt_h</p:attrName>
                                        </p:attrNameLst>
                                      </p:cBhvr>
                                      <p:tavLst>
                                        <p:tav tm="0">
                                          <p:val>
                                            <p:fltVal val="0"/>
                                          </p:val>
                                        </p:tav>
                                        <p:tav tm="100000">
                                          <p:val>
                                            <p:strVal val="#ppt_h"/>
                                          </p:val>
                                        </p:tav>
                                      </p:tavLst>
                                    </p:anim>
                                    <p:anim calcmode="lin" valueType="num">
                                      <p:cBhvr>
                                        <p:cTn id="108" dur="1000" fill="hold"/>
                                        <p:tgtEl>
                                          <p:spTgt spid="98"/>
                                        </p:tgtEl>
                                        <p:attrNameLst>
                                          <p:attrName>style.rotation</p:attrName>
                                        </p:attrNameLst>
                                      </p:cBhvr>
                                      <p:tavLst>
                                        <p:tav tm="0">
                                          <p:val>
                                            <p:fltVal val="90"/>
                                          </p:val>
                                        </p:tav>
                                        <p:tav tm="100000">
                                          <p:val>
                                            <p:fltVal val="0"/>
                                          </p:val>
                                        </p:tav>
                                      </p:tavLst>
                                    </p:anim>
                                    <p:animEffect transition="in" filter="fade">
                                      <p:cBhvr>
                                        <p:cTn id="109" dur="1000"/>
                                        <p:tgtEl>
                                          <p:spTgt spid="98"/>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85">
                                            <p:txEl>
                                              <p:pRg st="6" end="6"/>
                                            </p:txEl>
                                          </p:spTgt>
                                        </p:tgtEl>
                                        <p:attrNameLst>
                                          <p:attrName>style.visibility</p:attrName>
                                        </p:attrNameLst>
                                      </p:cBhvr>
                                      <p:to>
                                        <p:strVal val="visible"/>
                                      </p:to>
                                    </p:set>
                                    <p:animEffect transition="in" filter="wipe(up)">
                                      <p:cBhvr>
                                        <p:cTn id="114" dur="500"/>
                                        <p:tgtEl>
                                          <p:spTgt spid="85">
                                            <p:txEl>
                                              <p:pRg st="6" end="6"/>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31" presetClass="entr" presetSubtype="0" fill="hold" grpId="0" nodeType="clickEffect">
                                  <p:stCondLst>
                                    <p:cond delay="0"/>
                                  </p:stCondLst>
                                  <p:childTnLst>
                                    <p:set>
                                      <p:cBhvr>
                                        <p:cTn id="118" dur="1" fill="hold">
                                          <p:stCondLst>
                                            <p:cond delay="0"/>
                                          </p:stCondLst>
                                        </p:cTn>
                                        <p:tgtEl>
                                          <p:spTgt spid="222"/>
                                        </p:tgtEl>
                                        <p:attrNameLst>
                                          <p:attrName>style.visibility</p:attrName>
                                        </p:attrNameLst>
                                      </p:cBhvr>
                                      <p:to>
                                        <p:strVal val="visible"/>
                                      </p:to>
                                    </p:set>
                                    <p:anim calcmode="lin" valueType="num">
                                      <p:cBhvr>
                                        <p:cTn id="119" dur="1000" fill="hold"/>
                                        <p:tgtEl>
                                          <p:spTgt spid="222"/>
                                        </p:tgtEl>
                                        <p:attrNameLst>
                                          <p:attrName>ppt_w</p:attrName>
                                        </p:attrNameLst>
                                      </p:cBhvr>
                                      <p:tavLst>
                                        <p:tav tm="0">
                                          <p:val>
                                            <p:fltVal val="0"/>
                                          </p:val>
                                        </p:tav>
                                        <p:tav tm="100000">
                                          <p:val>
                                            <p:strVal val="#ppt_w"/>
                                          </p:val>
                                        </p:tav>
                                      </p:tavLst>
                                    </p:anim>
                                    <p:anim calcmode="lin" valueType="num">
                                      <p:cBhvr>
                                        <p:cTn id="120" dur="1000" fill="hold"/>
                                        <p:tgtEl>
                                          <p:spTgt spid="222"/>
                                        </p:tgtEl>
                                        <p:attrNameLst>
                                          <p:attrName>ppt_h</p:attrName>
                                        </p:attrNameLst>
                                      </p:cBhvr>
                                      <p:tavLst>
                                        <p:tav tm="0">
                                          <p:val>
                                            <p:fltVal val="0"/>
                                          </p:val>
                                        </p:tav>
                                        <p:tav tm="100000">
                                          <p:val>
                                            <p:strVal val="#ppt_h"/>
                                          </p:val>
                                        </p:tav>
                                      </p:tavLst>
                                    </p:anim>
                                    <p:anim calcmode="lin" valueType="num">
                                      <p:cBhvr>
                                        <p:cTn id="121" dur="1000" fill="hold"/>
                                        <p:tgtEl>
                                          <p:spTgt spid="222"/>
                                        </p:tgtEl>
                                        <p:attrNameLst>
                                          <p:attrName>style.rotation</p:attrName>
                                        </p:attrNameLst>
                                      </p:cBhvr>
                                      <p:tavLst>
                                        <p:tav tm="0">
                                          <p:val>
                                            <p:fltVal val="90"/>
                                          </p:val>
                                        </p:tav>
                                        <p:tav tm="100000">
                                          <p:val>
                                            <p:fltVal val="0"/>
                                          </p:val>
                                        </p:tav>
                                      </p:tavLst>
                                    </p:anim>
                                    <p:animEffect transition="in" filter="fade">
                                      <p:cBhvr>
                                        <p:cTn id="122" dur="1000"/>
                                        <p:tgtEl>
                                          <p:spTgt spid="222"/>
                                        </p:tgtEl>
                                      </p:cBhvr>
                                    </p:animEffect>
                                  </p:childTnLst>
                                </p:cTn>
                              </p:par>
                            </p:childTnLst>
                          </p:cTn>
                        </p:par>
                        <p:par>
                          <p:cTn id="123" fill="hold">
                            <p:stCondLst>
                              <p:cond delay="1000"/>
                            </p:stCondLst>
                            <p:childTnLst>
                              <p:par>
                                <p:cTn id="124" presetID="31" presetClass="entr" presetSubtype="0" fill="hold" grpId="0" nodeType="afterEffect">
                                  <p:stCondLst>
                                    <p:cond delay="0"/>
                                  </p:stCondLst>
                                  <p:childTnLst>
                                    <p:set>
                                      <p:cBhvr>
                                        <p:cTn id="125" dur="1" fill="hold">
                                          <p:stCondLst>
                                            <p:cond delay="0"/>
                                          </p:stCondLst>
                                        </p:cTn>
                                        <p:tgtEl>
                                          <p:spTgt spid="86"/>
                                        </p:tgtEl>
                                        <p:attrNameLst>
                                          <p:attrName>style.visibility</p:attrName>
                                        </p:attrNameLst>
                                      </p:cBhvr>
                                      <p:to>
                                        <p:strVal val="visible"/>
                                      </p:to>
                                    </p:set>
                                    <p:anim calcmode="lin" valueType="num">
                                      <p:cBhvr>
                                        <p:cTn id="126" dur="1000" fill="hold"/>
                                        <p:tgtEl>
                                          <p:spTgt spid="86"/>
                                        </p:tgtEl>
                                        <p:attrNameLst>
                                          <p:attrName>ppt_w</p:attrName>
                                        </p:attrNameLst>
                                      </p:cBhvr>
                                      <p:tavLst>
                                        <p:tav tm="0">
                                          <p:val>
                                            <p:fltVal val="0"/>
                                          </p:val>
                                        </p:tav>
                                        <p:tav tm="100000">
                                          <p:val>
                                            <p:strVal val="#ppt_w"/>
                                          </p:val>
                                        </p:tav>
                                      </p:tavLst>
                                    </p:anim>
                                    <p:anim calcmode="lin" valueType="num">
                                      <p:cBhvr>
                                        <p:cTn id="127" dur="1000" fill="hold"/>
                                        <p:tgtEl>
                                          <p:spTgt spid="86"/>
                                        </p:tgtEl>
                                        <p:attrNameLst>
                                          <p:attrName>ppt_h</p:attrName>
                                        </p:attrNameLst>
                                      </p:cBhvr>
                                      <p:tavLst>
                                        <p:tav tm="0">
                                          <p:val>
                                            <p:fltVal val="0"/>
                                          </p:val>
                                        </p:tav>
                                        <p:tav tm="100000">
                                          <p:val>
                                            <p:strVal val="#ppt_h"/>
                                          </p:val>
                                        </p:tav>
                                      </p:tavLst>
                                    </p:anim>
                                    <p:anim calcmode="lin" valueType="num">
                                      <p:cBhvr>
                                        <p:cTn id="128" dur="1000" fill="hold"/>
                                        <p:tgtEl>
                                          <p:spTgt spid="86"/>
                                        </p:tgtEl>
                                        <p:attrNameLst>
                                          <p:attrName>style.rotation</p:attrName>
                                        </p:attrNameLst>
                                      </p:cBhvr>
                                      <p:tavLst>
                                        <p:tav tm="0">
                                          <p:val>
                                            <p:fltVal val="90"/>
                                          </p:val>
                                        </p:tav>
                                        <p:tav tm="100000">
                                          <p:val>
                                            <p:fltVal val="0"/>
                                          </p:val>
                                        </p:tav>
                                      </p:tavLst>
                                    </p:anim>
                                    <p:animEffect transition="in" filter="fade">
                                      <p:cBhvr>
                                        <p:cTn id="129" dur="1000"/>
                                        <p:tgtEl>
                                          <p:spTgt spid="86"/>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xit" presetSubtype="1" fill="hold" grpId="1" nodeType="clickEffect">
                                  <p:stCondLst>
                                    <p:cond delay="0"/>
                                  </p:stCondLst>
                                  <p:childTnLst>
                                    <p:animEffect transition="out" filter="wipe(up)">
                                      <p:cBhvr>
                                        <p:cTn id="133" dur="500"/>
                                        <p:tgtEl>
                                          <p:spTgt spid="222"/>
                                        </p:tgtEl>
                                      </p:cBhvr>
                                    </p:animEffect>
                                    <p:set>
                                      <p:cBhvr>
                                        <p:cTn id="134" dur="1" fill="hold">
                                          <p:stCondLst>
                                            <p:cond delay="499"/>
                                          </p:stCondLst>
                                        </p:cTn>
                                        <p:tgtEl>
                                          <p:spTgt spid="222"/>
                                        </p:tgtEl>
                                        <p:attrNameLst>
                                          <p:attrName>style.visibility</p:attrName>
                                        </p:attrNameLst>
                                      </p:cBhvr>
                                      <p:to>
                                        <p:strVal val="hidden"/>
                                      </p:to>
                                    </p:set>
                                  </p:childTnLst>
                                </p:cTn>
                              </p:par>
                            </p:childTnLst>
                          </p:cTn>
                        </p:par>
                        <p:par>
                          <p:cTn id="135" fill="hold">
                            <p:stCondLst>
                              <p:cond delay="500"/>
                            </p:stCondLst>
                            <p:childTnLst>
                              <p:par>
                                <p:cTn id="136" presetID="22" presetClass="exit" presetSubtype="4" fill="hold" grpId="1" nodeType="afterEffect">
                                  <p:stCondLst>
                                    <p:cond delay="0"/>
                                  </p:stCondLst>
                                  <p:childTnLst>
                                    <p:animEffect transition="out" filter="wipe(down)">
                                      <p:cBhvr>
                                        <p:cTn id="137" dur="500"/>
                                        <p:tgtEl>
                                          <p:spTgt spid="86"/>
                                        </p:tgtEl>
                                      </p:cBhvr>
                                    </p:animEffect>
                                    <p:set>
                                      <p:cBhvr>
                                        <p:cTn id="138" dur="1" fill="hold">
                                          <p:stCondLst>
                                            <p:cond delay="499"/>
                                          </p:stCondLst>
                                        </p:cTn>
                                        <p:tgtEl>
                                          <p:spTgt spid="86"/>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grpId="0" nodeType="clickEffect">
                                  <p:stCondLst>
                                    <p:cond delay="0"/>
                                  </p:stCondLst>
                                  <p:childTnLst>
                                    <p:set>
                                      <p:cBhvr>
                                        <p:cTn id="142" dur="1" fill="hold">
                                          <p:stCondLst>
                                            <p:cond delay="0"/>
                                          </p:stCondLst>
                                        </p:cTn>
                                        <p:tgtEl>
                                          <p:spTgt spid="85">
                                            <p:txEl>
                                              <p:pRg st="7" end="7"/>
                                            </p:txEl>
                                          </p:spTgt>
                                        </p:tgtEl>
                                        <p:attrNameLst>
                                          <p:attrName>style.visibility</p:attrName>
                                        </p:attrNameLst>
                                      </p:cBhvr>
                                      <p:to>
                                        <p:strVal val="visible"/>
                                      </p:to>
                                    </p:set>
                                    <p:animEffect transition="in" filter="wipe(up)">
                                      <p:cBhvr>
                                        <p:cTn id="143" dur="500"/>
                                        <p:tgtEl>
                                          <p:spTgt spid="85">
                                            <p:txEl>
                                              <p:pRg st="7" end="7"/>
                                            </p:txEl>
                                          </p:spTgt>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1" fill="hold" grpId="0" nodeType="clickEffect">
                                  <p:stCondLst>
                                    <p:cond delay="0"/>
                                  </p:stCondLst>
                                  <p:childTnLst>
                                    <p:set>
                                      <p:cBhvr>
                                        <p:cTn id="147" dur="1" fill="hold">
                                          <p:stCondLst>
                                            <p:cond delay="0"/>
                                          </p:stCondLst>
                                        </p:cTn>
                                        <p:tgtEl>
                                          <p:spTgt spid="85">
                                            <p:txEl>
                                              <p:pRg st="8" end="8"/>
                                            </p:txEl>
                                          </p:spTgt>
                                        </p:tgtEl>
                                        <p:attrNameLst>
                                          <p:attrName>style.visibility</p:attrName>
                                        </p:attrNameLst>
                                      </p:cBhvr>
                                      <p:to>
                                        <p:strVal val="visible"/>
                                      </p:to>
                                    </p:set>
                                    <p:animEffect transition="in" filter="wipe(up)">
                                      <p:cBhvr>
                                        <p:cTn id="148" dur="500"/>
                                        <p:tgtEl>
                                          <p:spTgt spid="85">
                                            <p:txEl>
                                              <p:pRg st="8" end="8"/>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grpId="0" nodeType="clickEffect">
                                  <p:stCondLst>
                                    <p:cond delay="0"/>
                                  </p:stCondLst>
                                  <p:childTnLst>
                                    <p:set>
                                      <p:cBhvr>
                                        <p:cTn id="152" dur="1" fill="hold">
                                          <p:stCondLst>
                                            <p:cond delay="0"/>
                                          </p:stCondLst>
                                        </p:cTn>
                                        <p:tgtEl>
                                          <p:spTgt spid="78"/>
                                        </p:tgtEl>
                                        <p:attrNameLst>
                                          <p:attrName>style.visibility</p:attrName>
                                        </p:attrNameLst>
                                      </p:cBhvr>
                                      <p:to>
                                        <p:strVal val="visible"/>
                                      </p:to>
                                    </p:set>
                                    <p:animEffect transition="in" filter="wipe(up)">
                                      <p:cBhvr>
                                        <p:cTn id="153" dur="1000"/>
                                        <p:tgtEl>
                                          <p:spTgt spid="78"/>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99"/>
                                        </p:tgtEl>
                                        <p:attrNameLst>
                                          <p:attrName>style.visibility</p:attrName>
                                        </p:attrNameLst>
                                      </p:cBhvr>
                                      <p:to>
                                        <p:strVal val="visible"/>
                                      </p:to>
                                    </p:set>
                                    <p:animEffect transition="in" filter="wipe(left)">
                                      <p:cBhvr>
                                        <p:cTn id="158" dur="1000"/>
                                        <p:tgtEl>
                                          <p:spTgt spid="99"/>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1" fill="hold" grpId="0" nodeType="clickEffect">
                                  <p:stCondLst>
                                    <p:cond delay="0"/>
                                  </p:stCondLst>
                                  <p:childTnLst>
                                    <p:set>
                                      <p:cBhvr>
                                        <p:cTn id="162" dur="1" fill="hold">
                                          <p:stCondLst>
                                            <p:cond delay="0"/>
                                          </p:stCondLst>
                                        </p:cTn>
                                        <p:tgtEl>
                                          <p:spTgt spid="85">
                                            <p:txEl>
                                              <p:pRg st="9" end="9"/>
                                            </p:txEl>
                                          </p:spTgt>
                                        </p:tgtEl>
                                        <p:attrNameLst>
                                          <p:attrName>style.visibility</p:attrName>
                                        </p:attrNameLst>
                                      </p:cBhvr>
                                      <p:to>
                                        <p:strVal val="visible"/>
                                      </p:to>
                                    </p:set>
                                    <p:animEffect transition="in" filter="wipe(up)">
                                      <p:cBhvr>
                                        <p:cTn id="163" dur="500"/>
                                        <p:tgtEl>
                                          <p:spTgt spid="85">
                                            <p:txEl>
                                              <p:pRg st="9" end="9"/>
                                            </p:txEl>
                                          </p:spTgt>
                                        </p:tgtEl>
                                      </p:cBhvr>
                                    </p:animEffect>
                                  </p:childTnLst>
                                </p:cTn>
                              </p:par>
                            </p:childTnLst>
                          </p:cTn>
                        </p:par>
                        <p:par>
                          <p:cTn id="164" fill="hold">
                            <p:stCondLst>
                              <p:cond delay="500"/>
                            </p:stCondLst>
                            <p:childTnLst>
                              <p:par>
                                <p:cTn id="165" presetID="22" presetClass="entr" presetSubtype="8" fill="hold" nodeType="afterEffect">
                                  <p:stCondLst>
                                    <p:cond delay="0"/>
                                  </p:stCondLst>
                                  <p:childTnLst>
                                    <p:set>
                                      <p:cBhvr>
                                        <p:cTn id="166" dur="1" fill="hold">
                                          <p:stCondLst>
                                            <p:cond delay="0"/>
                                          </p:stCondLst>
                                        </p:cTn>
                                        <p:tgtEl>
                                          <p:spTgt spid="221"/>
                                        </p:tgtEl>
                                        <p:attrNameLst>
                                          <p:attrName>style.visibility</p:attrName>
                                        </p:attrNameLst>
                                      </p:cBhvr>
                                      <p:to>
                                        <p:strVal val="visible"/>
                                      </p:to>
                                    </p:set>
                                    <p:animEffect transition="in" filter="wipe(left)">
                                      <p:cBhvr>
                                        <p:cTn id="167" dur="1000"/>
                                        <p:tgtEl>
                                          <p:spTgt spid="221"/>
                                        </p:tgtEl>
                                      </p:cBhvr>
                                    </p:animEffect>
                                  </p:childTnLst>
                                </p:cTn>
                              </p:par>
                              <p:par>
                                <p:cTn id="168" presetID="22" presetClass="entr" presetSubtype="1" fill="hold" grpId="0" nodeType="withEffect">
                                  <p:stCondLst>
                                    <p:cond delay="0"/>
                                  </p:stCondLst>
                                  <p:childTnLst>
                                    <p:set>
                                      <p:cBhvr>
                                        <p:cTn id="169" dur="1" fill="hold">
                                          <p:stCondLst>
                                            <p:cond delay="0"/>
                                          </p:stCondLst>
                                        </p:cTn>
                                        <p:tgtEl>
                                          <p:spTgt spid="164">
                                            <p:bg/>
                                          </p:spTgt>
                                        </p:tgtEl>
                                        <p:attrNameLst>
                                          <p:attrName>style.visibility</p:attrName>
                                        </p:attrNameLst>
                                      </p:cBhvr>
                                      <p:to>
                                        <p:strVal val="visible"/>
                                      </p:to>
                                    </p:set>
                                    <p:animEffect transition="in" filter="wipe(up)">
                                      <p:cBhvr>
                                        <p:cTn id="170" dur="1000"/>
                                        <p:tgtEl>
                                          <p:spTgt spid="164">
                                            <p:bg/>
                                          </p:spTgt>
                                        </p:tgtEl>
                                      </p:cBhvr>
                                    </p:animEffect>
                                  </p:childTnLst>
                                </p:cTn>
                              </p:par>
                              <p:par>
                                <p:cTn id="171" presetID="22" presetClass="entr" presetSubtype="1" fill="hold" grpId="0" nodeType="withEffect">
                                  <p:stCondLst>
                                    <p:cond delay="0"/>
                                  </p:stCondLst>
                                  <p:childTnLst>
                                    <p:set>
                                      <p:cBhvr>
                                        <p:cTn id="172" dur="1" fill="hold">
                                          <p:stCondLst>
                                            <p:cond delay="0"/>
                                          </p:stCondLst>
                                        </p:cTn>
                                        <p:tgtEl>
                                          <p:spTgt spid="164">
                                            <p:txEl>
                                              <p:pRg st="0" end="0"/>
                                            </p:txEl>
                                          </p:spTgt>
                                        </p:tgtEl>
                                        <p:attrNameLst>
                                          <p:attrName>style.visibility</p:attrName>
                                        </p:attrNameLst>
                                      </p:cBhvr>
                                      <p:to>
                                        <p:strVal val="visible"/>
                                      </p:to>
                                    </p:set>
                                    <p:animEffect transition="in" filter="wipe(up)">
                                      <p:cBhvr>
                                        <p:cTn id="173" dur="500"/>
                                        <p:tgtEl>
                                          <p:spTgt spid="164">
                                            <p:txEl>
                                              <p:pRg st="0" end="0"/>
                                            </p:txEl>
                                          </p:spTgt>
                                        </p:tgtEl>
                                      </p:cBhvr>
                                    </p:animEffect>
                                  </p:childTnLst>
                                </p:cTn>
                              </p:par>
                            </p:childTnLst>
                          </p:cTn>
                        </p:par>
                      </p:childTnLst>
                    </p:cTn>
                  </p:par>
                  <p:par>
                    <p:cTn id="174" fill="hold">
                      <p:stCondLst>
                        <p:cond delay="indefinite"/>
                      </p:stCondLst>
                      <p:childTnLst>
                        <p:par>
                          <p:cTn id="175" fill="hold">
                            <p:stCondLst>
                              <p:cond delay="0"/>
                            </p:stCondLst>
                            <p:childTnLst>
                              <p:par>
                                <p:cTn id="176" presetID="6" presetClass="emph" presetSubtype="0" autoRev="1" fill="hold" nodeType="clickEffect">
                                  <p:stCondLst>
                                    <p:cond delay="0"/>
                                  </p:stCondLst>
                                  <p:childTnLst>
                                    <p:animScale>
                                      <p:cBhvr>
                                        <p:cTn id="177" dur="500" fill="hold"/>
                                        <p:tgtEl>
                                          <p:spTgt spid="99"/>
                                        </p:tgtEl>
                                      </p:cBhvr>
                                      <p:by x="150000" y="150000"/>
                                    </p:animScale>
                                  </p:childTnLst>
                                </p:cTn>
                              </p:par>
                            </p:childTnLst>
                          </p:cTn>
                        </p:par>
                        <p:par>
                          <p:cTn id="178" fill="hold">
                            <p:stCondLst>
                              <p:cond delay="1000"/>
                            </p:stCondLst>
                            <p:childTnLst>
                              <p:par>
                                <p:cTn id="179" presetID="22" presetClass="entr" presetSubtype="8" fill="hold" nodeType="afterEffect">
                                  <p:stCondLst>
                                    <p:cond delay="0"/>
                                  </p:stCondLst>
                                  <p:childTnLst>
                                    <p:set>
                                      <p:cBhvr>
                                        <p:cTn id="180" dur="1" fill="hold">
                                          <p:stCondLst>
                                            <p:cond delay="0"/>
                                          </p:stCondLst>
                                        </p:cTn>
                                        <p:tgtEl>
                                          <p:spTgt spid="89"/>
                                        </p:tgtEl>
                                        <p:attrNameLst>
                                          <p:attrName>style.visibility</p:attrName>
                                        </p:attrNameLst>
                                      </p:cBhvr>
                                      <p:to>
                                        <p:strVal val="visible"/>
                                      </p:to>
                                    </p:set>
                                    <p:animEffect transition="in" filter="wipe(left)">
                                      <p:cBhvr>
                                        <p:cTn id="181" dur="1000"/>
                                        <p:tgtEl>
                                          <p:spTgt spid="89"/>
                                        </p:tgtEl>
                                      </p:cBhvr>
                                    </p:animEffect>
                                  </p:childTnLst>
                                </p:cTn>
                              </p:par>
                            </p:childTnLst>
                          </p:cTn>
                        </p:par>
                      </p:childTnLst>
                    </p:cTn>
                  </p:par>
                  <p:par>
                    <p:cTn id="182" fill="hold">
                      <p:stCondLst>
                        <p:cond delay="indefinite"/>
                      </p:stCondLst>
                      <p:childTnLst>
                        <p:par>
                          <p:cTn id="183" fill="hold">
                            <p:stCondLst>
                              <p:cond delay="0"/>
                            </p:stCondLst>
                            <p:childTnLst>
                              <p:par>
                                <p:cTn id="184" presetID="42" presetClass="entr" presetSubtype="0" fill="hold" grpId="0" nodeType="clickEffect">
                                  <p:stCondLst>
                                    <p:cond delay="0"/>
                                  </p:stCondLst>
                                  <p:childTnLst>
                                    <p:set>
                                      <p:cBhvr>
                                        <p:cTn id="185" dur="1" fill="hold">
                                          <p:stCondLst>
                                            <p:cond delay="0"/>
                                          </p:stCondLst>
                                        </p:cTn>
                                        <p:tgtEl>
                                          <p:spTgt spid="102"/>
                                        </p:tgtEl>
                                        <p:attrNameLst>
                                          <p:attrName>style.visibility</p:attrName>
                                        </p:attrNameLst>
                                      </p:cBhvr>
                                      <p:to>
                                        <p:strVal val="visible"/>
                                      </p:to>
                                    </p:set>
                                    <p:animEffect transition="in" filter="fade">
                                      <p:cBhvr>
                                        <p:cTn id="186" dur="1000"/>
                                        <p:tgtEl>
                                          <p:spTgt spid="102"/>
                                        </p:tgtEl>
                                      </p:cBhvr>
                                    </p:animEffect>
                                    <p:anim calcmode="lin" valueType="num">
                                      <p:cBhvr>
                                        <p:cTn id="187" dur="1000" fill="hold"/>
                                        <p:tgtEl>
                                          <p:spTgt spid="102"/>
                                        </p:tgtEl>
                                        <p:attrNameLst>
                                          <p:attrName>ppt_x</p:attrName>
                                        </p:attrNameLst>
                                      </p:cBhvr>
                                      <p:tavLst>
                                        <p:tav tm="0">
                                          <p:val>
                                            <p:strVal val="#ppt_x"/>
                                          </p:val>
                                        </p:tav>
                                        <p:tav tm="100000">
                                          <p:val>
                                            <p:strVal val="#ppt_x"/>
                                          </p:val>
                                        </p:tav>
                                      </p:tavLst>
                                    </p:anim>
                                    <p:anim calcmode="lin" valueType="num">
                                      <p:cBhvr>
                                        <p:cTn id="188" dur="1000" fill="hold"/>
                                        <p:tgtEl>
                                          <p:spTgt spid="102"/>
                                        </p:tgtEl>
                                        <p:attrNameLst>
                                          <p:attrName>ppt_y</p:attrName>
                                        </p:attrNameLst>
                                      </p:cBhvr>
                                      <p:tavLst>
                                        <p:tav tm="0">
                                          <p:val>
                                            <p:strVal val="#ppt_y+.1"/>
                                          </p:val>
                                        </p:tav>
                                        <p:tav tm="100000">
                                          <p:val>
                                            <p:strVal val="#ppt_y"/>
                                          </p:val>
                                        </p:tav>
                                      </p:tavLst>
                                    </p:anim>
                                  </p:childTnLst>
                                </p:cTn>
                              </p:par>
                              <p:par>
                                <p:cTn id="189" presetID="22" presetClass="entr" presetSubtype="1" fill="hold" grpId="0" nodeType="withEffect">
                                  <p:stCondLst>
                                    <p:cond delay="0"/>
                                  </p:stCondLst>
                                  <p:childTnLst>
                                    <p:set>
                                      <p:cBhvr>
                                        <p:cTn id="190" dur="1" fill="hold">
                                          <p:stCondLst>
                                            <p:cond delay="0"/>
                                          </p:stCondLst>
                                        </p:cTn>
                                        <p:tgtEl>
                                          <p:spTgt spid="164">
                                            <p:txEl>
                                              <p:pRg st="1" end="1"/>
                                            </p:txEl>
                                          </p:spTgt>
                                        </p:tgtEl>
                                        <p:attrNameLst>
                                          <p:attrName>style.visibility</p:attrName>
                                        </p:attrNameLst>
                                      </p:cBhvr>
                                      <p:to>
                                        <p:strVal val="visible"/>
                                      </p:to>
                                    </p:set>
                                    <p:animEffect transition="in" filter="wipe(up)">
                                      <p:cBhvr>
                                        <p:cTn id="191" dur="500"/>
                                        <p:tgtEl>
                                          <p:spTgt spid="164">
                                            <p:txEl>
                                              <p:pRg st="1" end="1"/>
                                            </p:txEl>
                                          </p:spTgt>
                                        </p:tgtEl>
                                      </p:cBhvr>
                                    </p:animEffect>
                                  </p:childTnLst>
                                </p:cTn>
                              </p:par>
                              <p:par>
                                <p:cTn id="192" presetID="22" presetClass="entr" presetSubtype="1" fill="hold" grpId="0" nodeType="withEffect">
                                  <p:stCondLst>
                                    <p:cond delay="0"/>
                                  </p:stCondLst>
                                  <p:childTnLst>
                                    <p:set>
                                      <p:cBhvr>
                                        <p:cTn id="193" dur="1" fill="hold">
                                          <p:stCondLst>
                                            <p:cond delay="0"/>
                                          </p:stCondLst>
                                        </p:cTn>
                                        <p:tgtEl>
                                          <p:spTgt spid="164">
                                            <p:txEl>
                                              <p:pRg st="2" end="2"/>
                                            </p:txEl>
                                          </p:spTgt>
                                        </p:tgtEl>
                                        <p:attrNameLst>
                                          <p:attrName>style.visibility</p:attrName>
                                        </p:attrNameLst>
                                      </p:cBhvr>
                                      <p:to>
                                        <p:strVal val="visible"/>
                                      </p:to>
                                    </p:set>
                                    <p:animEffect transition="in" filter="wipe(up)">
                                      <p:cBhvr>
                                        <p:cTn id="194" dur="500"/>
                                        <p:tgtEl>
                                          <p:spTgt spid="164">
                                            <p:txEl>
                                              <p:pRg st="2" end="2"/>
                                            </p:txEl>
                                          </p:spTgt>
                                        </p:tgtEl>
                                      </p:cBhvr>
                                    </p:animEffect>
                                  </p:childTnLst>
                                </p:cTn>
                              </p:par>
                              <p:par>
                                <p:cTn id="195" presetID="22" presetClass="entr" presetSubtype="1" fill="hold" grpId="0" nodeType="withEffect">
                                  <p:stCondLst>
                                    <p:cond delay="0"/>
                                  </p:stCondLst>
                                  <p:childTnLst>
                                    <p:set>
                                      <p:cBhvr>
                                        <p:cTn id="196" dur="1" fill="hold">
                                          <p:stCondLst>
                                            <p:cond delay="0"/>
                                          </p:stCondLst>
                                        </p:cTn>
                                        <p:tgtEl>
                                          <p:spTgt spid="164">
                                            <p:txEl>
                                              <p:pRg st="3" end="3"/>
                                            </p:txEl>
                                          </p:spTgt>
                                        </p:tgtEl>
                                        <p:attrNameLst>
                                          <p:attrName>style.visibility</p:attrName>
                                        </p:attrNameLst>
                                      </p:cBhvr>
                                      <p:to>
                                        <p:strVal val="visible"/>
                                      </p:to>
                                    </p:set>
                                    <p:animEffect transition="in" filter="wipe(up)">
                                      <p:cBhvr>
                                        <p:cTn id="197" dur="500"/>
                                        <p:tgtEl>
                                          <p:spTgt spid="164">
                                            <p:txEl>
                                              <p:pRg st="3" end="3"/>
                                            </p:txEl>
                                          </p:spTgt>
                                        </p:tgtEl>
                                      </p:cBhvr>
                                    </p:animEffect>
                                  </p:childTnLst>
                                </p:cTn>
                              </p:par>
                              <p:par>
                                <p:cTn id="198" presetID="22" presetClass="entr" presetSubtype="1" fill="hold" grpId="0" nodeType="withEffect">
                                  <p:stCondLst>
                                    <p:cond delay="0"/>
                                  </p:stCondLst>
                                  <p:childTnLst>
                                    <p:set>
                                      <p:cBhvr>
                                        <p:cTn id="199" dur="1" fill="hold">
                                          <p:stCondLst>
                                            <p:cond delay="0"/>
                                          </p:stCondLst>
                                        </p:cTn>
                                        <p:tgtEl>
                                          <p:spTgt spid="164">
                                            <p:txEl>
                                              <p:pRg st="4" end="4"/>
                                            </p:txEl>
                                          </p:spTgt>
                                        </p:tgtEl>
                                        <p:attrNameLst>
                                          <p:attrName>style.visibility</p:attrName>
                                        </p:attrNameLst>
                                      </p:cBhvr>
                                      <p:to>
                                        <p:strVal val="visible"/>
                                      </p:to>
                                    </p:set>
                                    <p:animEffect transition="in" filter="wipe(up)">
                                      <p:cBhvr>
                                        <p:cTn id="200" dur="500"/>
                                        <p:tgtEl>
                                          <p:spTgt spid="164">
                                            <p:txEl>
                                              <p:pRg st="4" end="4"/>
                                            </p:txEl>
                                          </p:spTgt>
                                        </p:tgtEl>
                                      </p:cBhvr>
                                    </p:animEffect>
                                  </p:childTnLst>
                                </p:cTn>
                              </p:par>
                              <p:par>
                                <p:cTn id="201" presetID="22" presetClass="entr" presetSubtype="1" fill="hold" grpId="0" nodeType="withEffect">
                                  <p:stCondLst>
                                    <p:cond delay="0"/>
                                  </p:stCondLst>
                                  <p:childTnLst>
                                    <p:set>
                                      <p:cBhvr>
                                        <p:cTn id="202" dur="1" fill="hold">
                                          <p:stCondLst>
                                            <p:cond delay="0"/>
                                          </p:stCondLst>
                                        </p:cTn>
                                        <p:tgtEl>
                                          <p:spTgt spid="164">
                                            <p:txEl>
                                              <p:pRg st="5" end="5"/>
                                            </p:txEl>
                                          </p:spTgt>
                                        </p:tgtEl>
                                        <p:attrNameLst>
                                          <p:attrName>style.visibility</p:attrName>
                                        </p:attrNameLst>
                                      </p:cBhvr>
                                      <p:to>
                                        <p:strVal val="visible"/>
                                      </p:to>
                                    </p:set>
                                    <p:animEffect transition="in" filter="wipe(up)">
                                      <p:cBhvr>
                                        <p:cTn id="203" dur="500"/>
                                        <p:tgtEl>
                                          <p:spTgt spid="164">
                                            <p:txEl>
                                              <p:pRg st="5" end="5"/>
                                            </p:txEl>
                                          </p:spTgt>
                                        </p:tgtEl>
                                      </p:cBhvr>
                                    </p:animEffect>
                                  </p:childTnLst>
                                </p:cTn>
                              </p:par>
                              <p:par>
                                <p:cTn id="204" presetID="22" presetClass="entr" presetSubtype="1" fill="hold" grpId="0" nodeType="withEffect">
                                  <p:stCondLst>
                                    <p:cond delay="0"/>
                                  </p:stCondLst>
                                  <p:childTnLst>
                                    <p:set>
                                      <p:cBhvr>
                                        <p:cTn id="205" dur="1" fill="hold">
                                          <p:stCondLst>
                                            <p:cond delay="0"/>
                                          </p:stCondLst>
                                        </p:cTn>
                                        <p:tgtEl>
                                          <p:spTgt spid="164">
                                            <p:txEl>
                                              <p:pRg st="6" end="6"/>
                                            </p:txEl>
                                          </p:spTgt>
                                        </p:tgtEl>
                                        <p:attrNameLst>
                                          <p:attrName>style.visibility</p:attrName>
                                        </p:attrNameLst>
                                      </p:cBhvr>
                                      <p:to>
                                        <p:strVal val="visible"/>
                                      </p:to>
                                    </p:set>
                                    <p:animEffect transition="in" filter="wipe(up)">
                                      <p:cBhvr>
                                        <p:cTn id="206" dur="500"/>
                                        <p:tgtEl>
                                          <p:spTgt spid="164">
                                            <p:txEl>
                                              <p:pRg st="6" end="6"/>
                                            </p:txEl>
                                          </p:spTgt>
                                        </p:tgtEl>
                                      </p:cBhvr>
                                    </p:animEffect>
                                  </p:childTnLst>
                                </p:cTn>
                              </p:par>
                              <p:par>
                                <p:cTn id="207" presetID="22" presetClass="entr" presetSubtype="1" fill="hold" grpId="0" nodeType="withEffect">
                                  <p:stCondLst>
                                    <p:cond delay="0"/>
                                  </p:stCondLst>
                                  <p:childTnLst>
                                    <p:set>
                                      <p:cBhvr>
                                        <p:cTn id="208" dur="1" fill="hold">
                                          <p:stCondLst>
                                            <p:cond delay="0"/>
                                          </p:stCondLst>
                                        </p:cTn>
                                        <p:tgtEl>
                                          <p:spTgt spid="164">
                                            <p:txEl>
                                              <p:pRg st="7" end="7"/>
                                            </p:txEl>
                                          </p:spTgt>
                                        </p:tgtEl>
                                        <p:attrNameLst>
                                          <p:attrName>style.visibility</p:attrName>
                                        </p:attrNameLst>
                                      </p:cBhvr>
                                      <p:to>
                                        <p:strVal val="visible"/>
                                      </p:to>
                                    </p:set>
                                    <p:animEffect transition="in" filter="wipe(up)">
                                      <p:cBhvr>
                                        <p:cTn id="209" dur="500"/>
                                        <p:tgtEl>
                                          <p:spTgt spid="164">
                                            <p:txEl>
                                              <p:pRg st="7" end="7"/>
                                            </p:txEl>
                                          </p:spTgt>
                                        </p:tgtEl>
                                      </p:cBhvr>
                                    </p:animEffect>
                                  </p:childTnLst>
                                </p:cTn>
                              </p:par>
                              <p:par>
                                <p:cTn id="210" presetID="22" presetClass="entr" presetSubtype="1" fill="hold" grpId="0" nodeType="withEffect">
                                  <p:stCondLst>
                                    <p:cond delay="0"/>
                                  </p:stCondLst>
                                  <p:childTnLst>
                                    <p:set>
                                      <p:cBhvr>
                                        <p:cTn id="211" dur="1" fill="hold">
                                          <p:stCondLst>
                                            <p:cond delay="0"/>
                                          </p:stCondLst>
                                        </p:cTn>
                                        <p:tgtEl>
                                          <p:spTgt spid="164">
                                            <p:txEl>
                                              <p:pRg st="8" end="8"/>
                                            </p:txEl>
                                          </p:spTgt>
                                        </p:tgtEl>
                                        <p:attrNameLst>
                                          <p:attrName>style.visibility</p:attrName>
                                        </p:attrNameLst>
                                      </p:cBhvr>
                                      <p:to>
                                        <p:strVal val="visible"/>
                                      </p:to>
                                    </p:set>
                                    <p:animEffect transition="in" filter="wipe(up)">
                                      <p:cBhvr>
                                        <p:cTn id="212" dur="500"/>
                                        <p:tgtEl>
                                          <p:spTgt spid="164">
                                            <p:txEl>
                                              <p:pRg st="8" end="8"/>
                                            </p:txEl>
                                          </p:spTgt>
                                        </p:tgtEl>
                                      </p:cBhvr>
                                    </p:animEffect>
                                  </p:childTnLst>
                                </p:cTn>
                              </p:par>
                            </p:childTnLst>
                          </p:cTn>
                        </p:par>
                        <p:par>
                          <p:cTn id="213" fill="hold">
                            <p:stCondLst>
                              <p:cond delay="1000"/>
                            </p:stCondLst>
                            <p:childTnLst>
                              <p:par>
                                <p:cTn id="214" presetID="22" presetClass="entr" presetSubtype="8" fill="hold" nodeType="afterEffect">
                                  <p:stCondLst>
                                    <p:cond delay="0"/>
                                  </p:stCondLst>
                                  <p:childTnLst>
                                    <p:set>
                                      <p:cBhvr>
                                        <p:cTn id="215" dur="1" fill="hold">
                                          <p:stCondLst>
                                            <p:cond delay="0"/>
                                          </p:stCondLst>
                                        </p:cTn>
                                        <p:tgtEl>
                                          <p:spTgt spid="165"/>
                                        </p:tgtEl>
                                        <p:attrNameLst>
                                          <p:attrName>style.visibility</p:attrName>
                                        </p:attrNameLst>
                                      </p:cBhvr>
                                      <p:to>
                                        <p:strVal val="visible"/>
                                      </p:to>
                                    </p:set>
                                    <p:animEffect transition="in" filter="wipe(left)">
                                      <p:cBhvr>
                                        <p:cTn id="216" dur="1000"/>
                                        <p:tgtEl>
                                          <p:spTgt spid="165"/>
                                        </p:tgtEl>
                                      </p:cBhvr>
                                    </p:animEffect>
                                  </p:childTnLst>
                                </p:cTn>
                              </p:par>
                            </p:childTnLst>
                          </p:cTn>
                        </p:par>
                      </p:childTnLst>
                    </p:cTn>
                  </p:par>
                  <p:par>
                    <p:cTn id="217" fill="hold">
                      <p:stCondLst>
                        <p:cond delay="indefinite"/>
                      </p:stCondLst>
                      <p:childTnLst>
                        <p:par>
                          <p:cTn id="218" fill="hold">
                            <p:stCondLst>
                              <p:cond delay="0"/>
                            </p:stCondLst>
                            <p:childTnLst>
                              <p:par>
                                <p:cTn id="219" presetID="22" presetClass="exit" presetSubtype="1" fill="hold" nodeType="clickEffect">
                                  <p:stCondLst>
                                    <p:cond delay="0"/>
                                  </p:stCondLst>
                                  <p:childTnLst>
                                    <p:animEffect transition="out" filter="wipe(up)">
                                      <p:cBhvr>
                                        <p:cTn id="220" dur="500"/>
                                        <p:tgtEl>
                                          <p:spTgt spid="165"/>
                                        </p:tgtEl>
                                      </p:cBhvr>
                                    </p:animEffect>
                                    <p:set>
                                      <p:cBhvr>
                                        <p:cTn id="221" dur="1" fill="hold">
                                          <p:stCondLst>
                                            <p:cond delay="499"/>
                                          </p:stCondLst>
                                        </p:cTn>
                                        <p:tgtEl>
                                          <p:spTgt spid="165"/>
                                        </p:tgtEl>
                                        <p:attrNameLst>
                                          <p:attrName>style.visibility</p:attrName>
                                        </p:attrNameLst>
                                      </p:cBhvr>
                                      <p:to>
                                        <p:strVal val="hidden"/>
                                      </p:to>
                                    </p:set>
                                  </p:childTnLst>
                                </p:cTn>
                              </p:par>
                            </p:childTnLst>
                          </p:cTn>
                        </p:par>
                        <p:par>
                          <p:cTn id="222" fill="hold">
                            <p:stCondLst>
                              <p:cond delay="500"/>
                            </p:stCondLst>
                            <p:childTnLst>
                              <p:par>
                                <p:cTn id="223" presetID="22" presetClass="entr" presetSubtype="8" fill="hold" nodeType="afterEffect">
                                  <p:stCondLst>
                                    <p:cond delay="0"/>
                                  </p:stCondLst>
                                  <p:childTnLst>
                                    <p:set>
                                      <p:cBhvr>
                                        <p:cTn id="224" dur="1" fill="hold">
                                          <p:stCondLst>
                                            <p:cond delay="0"/>
                                          </p:stCondLst>
                                        </p:cTn>
                                        <p:tgtEl>
                                          <p:spTgt spid="166"/>
                                        </p:tgtEl>
                                        <p:attrNameLst>
                                          <p:attrName>style.visibility</p:attrName>
                                        </p:attrNameLst>
                                      </p:cBhvr>
                                      <p:to>
                                        <p:strVal val="visible"/>
                                      </p:to>
                                    </p:set>
                                    <p:animEffect transition="in" filter="wipe(left)">
                                      <p:cBhvr>
                                        <p:cTn id="225" dur="1000"/>
                                        <p:tgtEl>
                                          <p:spTgt spid="166"/>
                                        </p:tgtEl>
                                      </p:cBhvr>
                                    </p:animEffect>
                                  </p:childTnLst>
                                </p:cTn>
                              </p:par>
                            </p:childTnLst>
                          </p:cTn>
                        </p:par>
                      </p:childTnLst>
                    </p:cTn>
                  </p:par>
                  <p:par>
                    <p:cTn id="226" fill="hold">
                      <p:stCondLst>
                        <p:cond delay="indefinite"/>
                      </p:stCondLst>
                      <p:childTnLst>
                        <p:par>
                          <p:cTn id="227" fill="hold">
                            <p:stCondLst>
                              <p:cond delay="0"/>
                            </p:stCondLst>
                            <p:childTnLst>
                              <p:par>
                                <p:cTn id="228" presetID="26" presetClass="emph" presetSubtype="0" fill="hold" nodeType="clickEffect">
                                  <p:stCondLst>
                                    <p:cond delay="0"/>
                                  </p:stCondLst>
                                  <p:childTnLst>
                                    <p:animEffect transition="out" filter="fade">
                                      <p:cBhvr>
                                        <p:cTn id="229" dur="1000" tmFilter="0, 0; .2, .5; .8, .5; 1, 0"/>
                                        <p:tgtEl>
                                          <p:spTgt spid="99"/>
                                        </p:tgtEl>
                                      </p:cBhvr>
                                    </p:animEffect>
                                    <p:animScale>
                                      <p:cBhvr>
                                        <p:cTn id="230" dur="500" autoRev="1" fill="hold"/>
                                        <p:tgtEl>
                                          <p:spTgt spid="99"/>
                                        </p:tgtEl>
                                      </p:cBhvr>
                                      <p:by x="105000" y="105000"/>
                                    </p:animScale>
                                  </p:childTnLst>
                                </p:cTn>
                              </p:par>
                            </p:childTnLst>
                          </p:cTn>
                        </p:par>
                        <p:par>
                          <p:cTn id="231" fill="hold">
                            <p:stCondLst>
                              <p:cond delay="1000"/>
                            </p:stCondLst>
                            <p:childTnLst>
                              <p:par>
                                <p:cTn id="232" presetID="22" presetClass="entr" presetSubtype="8" fill="hold" nodeType="afterEffect">
                                  <p:stCondLst>
                                    <p:cond delay="0"/>
                                  </p:stCondLst>
                                  <p:childTnLst>
                                    <p:set>
                                      <p:cBhvr>
                                        <p:cTn id="233" dur="1" fill="hold">
                                          <p:stCondLst>
                                            <p:cond delay="0"/>
                                          </p:stCondLst>
                                        </p:cTn>
                                        <p:tgtEl>
                                          <p:spTgt spid="112"/>
                                        </p:tgtEl>
                                        <p:attrNameLst>
                                          <p:attrName>style.visibility</p:attrName>
                                        </p:attrNameLst>
                                      </p:cBhvr>
                                      <p:to>
                                        <p:strVal val="visible"/>
                                      </p:to>
                                    </p:set>
                                    <p:animEffect transition="in" filter="wipe(left)">
                                      <p:cBhvr>
                                        <p:cTn id="234" dur="1000"/>
                                        <p:tgtEl>
                                          <p:spTgt spid="112"/>
                                        </p:tgtEl>
                                      </p:cBhvr>
                                    </p:animEffect>
                                  </p:childTnLst>
                                </p:cTn>
                              </p:par>
                              <p:par>
                                <p:cTn id="235" presetID="22" presetClass="entr" presetSubtype="1" fill="hold" grpId="0" nodeType="withEffect">
                                  <p:stCondLst>
                                    <p:cond delay="0"/>
                                  </p:stCondLst>
                                  <p:childTnLst>
                                    <p:set>
                                      <p:cBhvr>
                                        <p:cTn id="236" dur="1" fill="hold">
                                          <p:stCondLst>
                                            <p:cond delay="0"/>
                                          </p:stCondLst>
                                        </p:cTn>
                                        <p:tgtEl>
                                          <p:spTgt spid="174"/>
                                        </p:tgtEl>
                                        <p:attrNameLst>
                                          <p:attrName>style.visibility</p:attrName>
                                        </p:attrNameLst>
                                      </p:cBhvr>
                                      <p:to>
                                        <p:strVal val="visible"/>
                                      </p:to>
                                    </p:set>
                                    <p:animEffect transition="in" filter="wipe(up)">
                                      <p:cBhvr>
                                        <p:cTn id="237" dur="500"/>
                                        <p:tgtEl>
                                          <p:spTgt spid="174"/>
                                        </p:tgtEl>
                                      </p:cBhvr>
                                    </p:animEffect>
                                  </p:childTnLst>
                                </p:cTn>
                              </p:par>
                            </p:childTnLst>
                          </p:cTn>
                        </p:par>
                        <p:par>
                          <p:cTn id="238" fill="hold">
                            <p:stCondLst>
                              <p:cond delay="2000"/>
                            </p:stCondLst>
                            <p:childTnLst>
                              <p:par>
                                <p:cTn id="239" presetID="22" presetClass="entr" presetSubtype="8" fill="hold" nodeType="afterEffect">
                                  <p:stCondLst>
                                    <p:cond delay="0"/>
                                  </p:stCondLst>
                                  <p:childTnLst>
                                    <p:set>
                                      <p:cBhvr>
                                        <p:cTn id="240" dur="1" fill="hold">
                                          <p:stCondLst>
                                            <p:cond delay="0"/>
                                          </p:stCondLst>
                                        </p:cTn>
                                        <p:tgtEl>
                                          <p:spTgt spid="175"/>
                                        </p:tgtEl>
                                        <p:attrNameLst>
                                          <p:attrName>style.visibility</p:attrName>
                                        </p:attrNameLst>
                                      </p:cBhvr>
                                      <p:to>
                                        <p:strVal val="visible"/>
                                      </p:to>
                                    </p:set>
                                    <p:animEffect transition="in" filter="wipe(left)">
                                      <p:cBhvr>
                                        <p:cTn id="241" dur="1000"/>
                                        <p:tgtEl>
                                          <p:spTgt spid="175"/>
                                        </p:tgtEl>
                                      </p:cBhvr>
                                    </p:animEffect>
                                  </p:childTnLst>
                                </p:cTn>
                              </p:par>
                            </p:childTnLst>
                          </p:cTn>
                        </p:par>
                      </p:childTnLst>
                    </p:cTn>
                  </p:par>
                  <p:par>
                    <p:cTn id="242" fill="hold">
                      <p:stCondLst>
                        <p:cond delay="indefinite"/>
                      </p:stCondLst>
                      <p:childTnLst>
                        <p:par>
                          <p:cTn id="243" fill="hold">
                            <p:stCondLst>
                              <p:cond delay="0"/>
                            </p:stCondLst>
                            <p:childTnLst>
                              <p:par>
                                <p:cTn id="244" presetID="22" presetClass="exit" presetSubtype="1" fill="hold" nodeType="clickEffect">
                                  <p:stCondLst>
                                    <p:cond delay="0"/>
                                  </p:stCondLst>
                                  <p:childTnLst>
                                    <p:animEffect transition="out" filter="wipe(up)">
                                      <p:cBhvr>
                                        <p:cTn id="245" dur="500"/>
                                        <p:tgtEl>
                                          <p:spTgt spid="175"/>
                                        </p:tgtEl>
                                      </p:cBhvr>
                                    </p:animEffect>
                                    <p:set>
                                      <p:cBhvr>
                                        <p:cTn id="246" dur="1" fill="hold">
                                          <p:stCondLst>
                                            <p:cond delay="499"/>
                                          </p:stCondLst>
                                        </p:cTn>
                                        <p:tgtEl>
                                          <p:spTgt spid="175"/>
                                        </p:tgtEl>
                                        <p:attrNameLst>
                                          <p:attrName>style.visibility</p:attrName>
                                        </p:attrNameLst>
                                      </p:cBhvr>
                                      <p:to>
                                        <p:strVal val="hidden"/>
                                      </p:to>
                                    </p:set>
                                  </p:childTnLst>
                                </p:cTn>
                              </p:par>
                            </p:childTnLst>
                          </p:cTn>
                        </p:par>
                        <p:par>
                          <p:cTn id="247" fill="hold">
                            <p:stCondLst>
                              <p:cond delay="500"/>
                            </p:stCondLst>
                            <p:childTnLst>
                              <p:par>
                                <p:cTn id="248" presetID="22" presetClass="entr" presetSubtype="8" fill="hold" nodeType="afterEffect">
                                  <p:stCondLst>
                                    <p:cond delay="0"/>
                                  </p:stCondLst>
                                  <p:childTnLst>
                                    <p:set>
                                      <p:cBhvr>
                                        <p:cTn id="249" dur="1" fill="hold">
                                          <p:stCondLst>
                                            <p:cond delay="0"/>
                                          </p:stCondLst>
                                        </p:cTn>
                                        <p:tgtEl>
                                          <p:spTgt spid="176"/>
                                        </p:tgtEl>
                                        <p:attrNameLst>
                                          <p:attrName>style.visibility</p:attrName>
                                        </p:attrNameLst>
                                      </p:cBhvr>
                                      <p:to>
                                        <p:strVal val="visible"/>
                                      </p:to>
                                    </p:set>
                                    <p:animEffect transition="in" filter="wipe(left)">
                                      <p:cBhvr>
                                        <p:cTn id="250" dur="1000"/>
                                        <p:tgtEl>
                                          <p:spTgt spid="176"/>
                                        </p:tgtEl>
                                      </p:cBhvr>
                                    </p:animEffect>
                                  </p:childTnLst>
                                </p:cTn>
                              </p:par>
                            </p:childTnLst>
                          </p:cTn>
                        </p:par>
                      </p:childTnLst>
                    </p:cTn>
                  </p:par>
                  <p:par>
                    <p:cTn id="251" fill="hold">
                      <p:stCondLst>
                        <p:cond delay="indefinite"/>
                      </p:stCondLst>
                      <p:childTnLst>
                        <p:par>
                          <p:cTn id="252" fill="hold">
                            <p:stCondLst>
                              <p:cond delay="0"/>
                            </p:stCondLst>
                            <p:childTnLst>
                              <p:par>
                                <p:cTn id="253" presetID="6" presetClass="emph" presetSubtype="0" autoRev="1" fill="hold" nodeType="clickEffect">
                                  <p:stCondLst>
                                    <p:cond delay="0"/>
                                  </p:stCondLst>
                                  <p:childTnLst>
                                    <p:animScale>
                                      <p:cBhvr>
                                        <p:cTn id="254" dur="500" fill="hold"/>
                                        <p:tgtEl>
                                          <p:spTgt spid="99"/>
                                        </p:tgtEl>
                                      </p:cBhvr>
                                      <p:by x="150000" y="150000"/>
                                    </p:animScale>
                                  </p:childTnLst>
                                </p:cTn>
                              </p:par>
                            </p:childTnLst>
                          </p:cTn>
                        </p:par>
                        <p:par>
                          <p:cTn id="255" fill="hold">
                            <p:stCondLst>
                              <p:cond delay="1000"/>
                            </p:stCondLst>
                            <p:childTnLst>
                              <p:par>
                                <p:cTn id="256" presetID="22" presetClass="entr" presetSubtype="8" fill="hold" nodeType="afterEffect">
                                  <p:stCondLst>
                                    <p:cond delay="0"/>
                                  </p:stCondLst>
                                  <p:childTnLst>
                                    <p:set>
                                      <p:cBhvr>
                                        <p:cTn id="257" dur="1" fill="hold">
                                          <p:stCondLst>
                                            <p:cond delay="0"/>
                                          </p:stCondLst>
                                        </p:cTn>
                                        <p:tgtEl>
                                          <p:spTgt spid="115"/>
                                        </p:tgtEl>
                                        <p:attrNameLst>
                                          <p:attrName>style.visibility</p:attrName>
                                        </p:attrNameLst>
                                      </p:cBhvr>
                                      <p:to>
                                        <p:strVal val="visible"/>
                                      </p:to>
                                    </p:set>
                                    <p:animEffect transition="in" filter="wipe(left)">
                                      <p:cBhvr>
                                        <p:cTn id="258" dur="1000"/>
                                        <p:tgtEl>
                                          <p:spTgt spid="115"/>
                                        </p:tgtEl>
                                      </p:cBhvr>
                                    </p:animEffect>
                                  </p:childTnLst>
                                </p:cTn>
                              </p:par>
                              <p:par>
                                <p:cTn id="259" presetID="22" presetClass="entr" presetSubtype="1" fill="hold" grpId="0" nodeType="withEffect">
                                  <p:stCondLst>
                                    <p:cond delay="0"/>
                                  </p:stCondLst>
                                  <p:childTnLst>
                                    <p:set>
                                      <p:cBhvr>
                                        <p:cTn id="260" dur="1" fill="hold">
                                          <p:stCondLst>
                                            <p:cond delay="0"/>
                                          </p:stCondLst>
                                        </p:cTn>
                                        <p:tgtEl>
                                          <p:spTgt spid="183"/>
                                        </p:tgtEl>
                                        <p:attrNameLst>
                                          <p:attrName>style.visibility</p:attrName>
                                        </p:attrNameLst>
                                      </p:cBhvr>
                                      <p:to>
                                        <p:strVal val="visible"/>
                                      </p:to>
                                    </p:set>
                                    <p:animEffect transition="in" filter="wipe(up)">
                                      <p:cBhvr>
                                        <p:cTn id="261" dur="1000"/>
                                        <p:tgtEl>
                                          <p:spTgt spid="183"/>
                                        </p:tgtEl>
                                      </p:cBhvr>
                                    </p:animEffect>
                                  </p:childTnLst>
                                </p:cTn>
                              </p:par>
                            </p:childTnLst>
                          </p:cTn>
                        </p:par>
                        <p:par>
                          <p:cTn id="262" fill="hold">
                            <p:stCondLst>
                              <p:cond delay="2000"/>
                            </p:stCondLst>
                            <p:childTnLst>
                              <p:par>
                                <p:cTn id="263" presetID="22" presetClass="entr" presetSubtype="8" fill="hold" nodeType="afterEffect">
                                  <p:stCondLst>
                                    <p:cond delay="0"/>
                                  </p:stCondLst>
                                  <p:childTnLst>
                                    <p:set>
                                      <p:cBhvr>
                                        <p:cTn id="264" dur="1" fill="hold">
                                          <p:stCondLst>
                                            <p:cond delay="0"/>
                                          </p:stCondLst>
                                        </p:cTn>
                                        <p:tgtEl>
                                          <p:spTgt spid="184"/>
                                        </p:tgtEl>
                                        <p:attrNameLst>
                                          <p:attrName>style.visibility</p:attrName>
                                        </p:attrNameLst>
                                      </p:cBhvr>
                                      <p:to>
                                        <p:strVal val="visible"/>
                                      </p:to>
                                    </p:set>
                                    <p:animEffect transition="in" filter="wipe(left)">
                                      <p:cBhvr>
                                        <p:cTn id="265" dur="1000"/>
                                        <p:tgtEl>
                                          <p:spTgt spid="184"/>
                                        </p:tgtEl>
                                      </p:cBhvr>
                                    </p:animEffect>
                                  </p:childTnLst>
                                </p:cTn>
                              </p:par>
                            </p:childTnLst>
                          </p:cTn>
                        </p:par>
                      </p:childTnLst>
                    </p:cTn>
                  </p:par>
                  <p:par>
                    <p:cTn id="266" fill="hold">
                      <p:stCondLst>
                        <p:cond delay="indefinite"/>
                      </p:stCondLst>
                      <p:childTnLst>
                        <p:par>
                          <p:cTn id="267" fill="hold">
                            <p:stCondLst>
                              <p:cond delay="0"/>
                            </p:stCondLst>
                            <p:childTnLst>
                              <p:par>
                                <p:cTn id="268" presetID="22" presetClass="exit" presetSubtype="1" fill="hold" nodeType="clickEffect">
                                  <p:stCondLst>
                                    <p:cond delay="0"/>
                                  </p:stCondLst>
                                  <p:childTnLst>
                                    <p:animEffect transition="out" filter="wipe(up)">
                                      <p:cBhvr>
                                        <p:cTn id="269" dur="500"/>
                                        <p:tgtEl>
                                          <p:spTgt spid="184"/>
                                        </p:tgtEl>
                                      </p:cBhvr>
                                    </p:animEffect>
                                    <p:set>
                                      <p:cBhvr>
                                        <p:cTn id="270" dur="1" fill="hold">
                                          <p:stCondLst>
                                            <p:cond delay="499"/>
                                          </p:stCondLst>
                                        </p:cTn>
                                        <p:tgtEl>
                                          <p:spTgt spid="184"/>
                                        </p:tgtEl>
                                        <p:attrNameLst>
                                          <p:attrName>style.visibility</p:attrName>
                                        </p:attrNameLst>
                                      </p:cBhvr>
                                      <p:to>
                                        <p:strVal val="hidden"/>
                                      </p:to>
                                    </p:set>
                                  </p:childTnLst>
                                </p:cTn>
                              </p:par>
                            </p:childTnLst>
                          </p:cTn>
                        </p:par>
                        <p:par>
                          <p:cTn id="271" fill="hold">
                            <p:stCondLst>
                              <p:cond delay="500"/>
                            </p:stCondLst>
                            <p:childTnLst>
                              <p:par>
                                <p:cTn id="272" presetID="22" presetClass="entr" presetSubtype="8" fill="hold" nodeType="afterEffect">
                                  <p:stCondLst>
                                    <p:cond delay="0"/>
                                  </p:stCondLst>
                                  <p:childTnLst>
                                    <p:set>
                                      <p:cBhvr>
                                        <p:cTn id="273" dur="1" fill="hold">
                                          <p:stCondLst>
                                            <p:cond delay="0"/>
                                          </p:stCondLst>
                                        </p:cTn>
                                        <p:tgtEl>
                                          <p:spTgt spid="185"/>
                                        </p:tgtEl>
                                        <p:attrNameLst>
                                          <p:attrName>style.visibility</p:attrName>
                                        </p:attrNameLst>
                                      </p:cBhvr>
                                      <p:to>
                                        <p:strVal val="visible"/>
                                      </p:to>
                                    </p:set>
                                    <p:animEffect transition="in" filter="wipe(left)">
                                      <p:cBhvr>
                                        <p:cTn id="274" dur="1000"/>
                                        <p:tgtEl>
                                          <p:spTgt spid="185"/>
                                        </p:tgtEl>
                                      </p:cBhvr>
                                    </p:animEffect>
                                  </p:childTnLst>
                                </p:cTn>
                              </p:par>
                            </p:childTnLst>
                          </p:cTn>
                        </p:par>
                      </p:childTnLst>
                    </p:cTn>
                  </p:par>
                  <p:par>
                    <p:cTn id="275" fill="hold">
                      <p:stCondLst>
                        <p:cond delay="indefinite"/>
                      </p:stCondLst>
                      <p:childTnLst>
                        <p:par>
                          <p:cTn id="276" fill="hold">
                            <p:stCondLst>
                              <p:cond delay="0"/>
                            </p:stCondLst>
                            <p:childTnLst>
                              <p:par>
                                <p:cTn id="277" presetID="6" presetClass="emph" presetSubtype="0" autoRev="1" fill="hold" nodeType="clickEffect">
                                  <p:stCondLst>
                                    <p:cond delay="0"/>
                                  </p:stCondLst>
                                  <p:childTnLst>
                                    <p:animScale>
                                      <p:cBhvr>
                                        <p:cTn id="278" dur="500" fill="hold"/>
                                        <p:tgtEl>
                                          <p:spTgt spid="99"/>
                                        </p:tgtEl>
                                      </p:cBhvr>
                                      <p:by x="150000" y="150000"/>
                                    </p:animScale>
                                  </p:childTnLst>
                                </p:cTn>
                              </p:par>
                            </p:childTnLst>
                          </p:cTn>
                        </p:par>
                        <p:par>
                          <p:cTn id="279" fill="hold">
                            <p:stCondLst>
                              <p:cond delay="1000"/>
                            </p:stCondLst>
                            <p:childTnLst>
                              <p:par>
                                <p:cTn id="280" presetID="22" presetClass="entr" presetSubtype="8" fill="hold" nodeType="afterEffect">
                                  <p:stCondLst>
                                    <p:cond delay="0"/>
                                  </p:stCondLst>
                                  <p:childTnLst>
                                    <p:set>
                                      <p:cBhvr>
                                        <p:cTn id="281" dur="1" fill="hold">
                                          <p:stCondLst>
                                            <p:cond delay="0"/>
                                          </p:stCondLst>
                                        </p:cTn>
                                        <p:tgtEl>
                                          <p:spTgt spid="118"/>
                                        </p:tgtEl>
                                        <p:attrNameLst>
                                          <p:attrName>style.visibility</p:attrName>
                                        </p:attrNameLst>
                                      </p:cBhvr>
                                      <p:to>
                                        <p:strVal val="visible"/>
                                      </p:to>
                                    </p:set>
                                    <p:animEffect transition="in" filter="wipe(left)">
                                      <p:cBhvr>
                                        <p:cTn id="282" dur="1000"/>
                                        <p:tgtEl>
                                          <p:spTgt spid="118"/>
                                        </p:tgtEl>
                                      </p:cBhvr>
                                    </p:animEffect>
                                  </p:childTnLst>
                                </p:cTn>
                              </p:par>
                              <p:par>
                                <p:cTn id="283" presetID="22" presetClass="entr" presetSubtype="1" fill="hold" grpId="0" nodeType="withEffect">
                                  <p:stCondLst>
                                    <p:cond delay="0"/>
                                  </p:stCondLst>
                                  <p:childTnLst>
                                    <p:set>
                                      <p:cBhvr>
                                        <p:cTn id="284" dur="1" fill="hold">
                                          <p:stCondLst>
                                            <p:cond delay="0"/>
                                          </p:stCondLst>
                                        </p:cTn>
                                        <p:tgtEl>
                                          <p:spTgt spid="194"/>
                                        </p:tgtEl>
                                        <p:attrNameLst>
                                          <p:attrName>style.visibility</p:attrName>
                                        </p:attrNameLst>
                                      </p:cBhvr>
                                      <p:to>
                                        <p:strVal val="visible"/>
                                      </p:to>
                                    </p:set>
                                    <p:animEffect transition="in" filter="wipe(up)">
                                      <p:cBhvr>
                                        <p:cTn id="285" dur="1000"/>
                                        <p:tgtEl>
                                          <p:spTgt spid="194"/>
                                        </p:tgtEl>
                                      </p:cBhvr>
                                    </p:animEffect>
                                  </p:childTnLst>
                                </p:cTn>
                              </p:par>
                            </p:childTnLst>
                          </p:cTn>
                        </p:par>
                        <p:par>
                          <p:cTn id="286" fill="hold">
                            <p:stCondLst>
                              <p:cond delay="2000"/>
                            </p:stCondLst>
                            <p:childTnLst>
                              <p:par>
                                <p:cTn id="287" presetID="22" presetClass="entr" presetSubtype="8" fill="hold" nodeType="afterEffect">
                                  <p:stCondLst>
                                    <p:cond delay="0"/>
                                  </p:stCondLst>
                                  <p:childTnLst>
                                    <p:set>
                                      <p:cBhvr>
                                        <p:cTn id="288" dur="1" fill="hold">
                                          <p:stCondLst>
                                            <p:cond delay="0"/>
                                          </p:stCondLst>
                                        </p:cTn>
                                        <p:tgtEl>
                                          <p:spTgt spid="195"/>
                                        </p:tgtEl>
                                        <p:attrNameLst>
                                          <p:attrName>style.visibility</p:attrName>
                                        </p:attrNameLst>
                                      </p:cBhvr>
                                      <p:to>
                                        <p:strVal val="visible"/>
                                      </p:to>
                                    </p:set>
                                    <p:animEffect transition="in" filter="wipe(left)">
                                      <p:cBhvr>
                                        <p:cTn id="289" dur="1000"/>
                                        <p:tgtEl>
                                          <p:spTgt spid="195"/>
                                        </p:tgtEl>
                                      </p:cBhvr>
                                    </p:animEffect>
                                  </p:childTnLst>
                                </p:cTn>
                              </p:par>
                            </p:childTnLst>
                          </p:cTn>
                        </p:par>
                      </p:childTnLst>
                    </p:cTn>
                  </p:par>
                  <p:par>
                    <p:cTn id="290" fill="hold">
                      <p:stCondLst>
                        <p:cond delay="indefinite"/>
                      </p:stCondLst>
                      <p:childTnLst>
                        <p:par>
                          <p:cTn id="291" fill="hold">
                            <p:stCondLst>
                              <p:cond delay="0"/>
                            </p:stCondLst>
                            <p:childTnLst>
                              <p:par>
                                <p:cTn id="292" presetID="22" presetClass="exit" presetSubtype="1" fill="hold" nodeType="clickEffect">
                                  <p:stCondLst>
                                    <p:cond delay="0"/>
                                  </p:stCondLst>
                                  <p:childTnLst>
                                    <p:animEffect transition="out" filter="wipe(up)">
                                      <p:cBhvr>
                                        <p:cTn id="293" dur="500"/>
                                        <p:tgtEl>
                                          <p:spTgt spid="195"/>
                                        </p:tgtEl>
                                      </p:cBhvr>
                                    </p:animEffect>
                                    <p:set>
                                      <p:cBhvr>
                                        <p:cTn id="294" dur="1" fill="hold">
                                          <p:stCondLst>
                                            <p:cond delay="499"/>
                                          </p:stCondLst>
                                        </p:cTn>
                                        <p:tgtEl>
                                          <p:spTgt spid="195"/>
                                        </p:tgtEl>
                                        <p:attrNameLst>
                                          <p:attrName>style.visibility</p:attrName>
                                        </p:attrNameLst>
                                      </p:cBhvr>
                                      <p:to>
                                        <p:strVal val="hidden"/>
                                      </p:to>
                                    </p:set>
                                  </p:childTnLst>
                                </p:cTn>
                              </p:par>
                            </p:childTnLst>
                          </p:cTn>
                        </p:par>
                        <p:par>
                          <p:cTn id="295" fill="hold">
                            <p:stCondLst>
                              <p:cond delay="500"/>
                            </p:stCondLst>
                            <p:childTnLst>
                              <p:par>
                                <p:cTn id="296" presetID="47" presetClass="exit" presetSubtype="0" fill="hold" nodeType="afterEffect">
                                  <p:stCondLst>
                                    <p:cond delay="0"/>
                                  </p:stCondLst>
                                  <p:childTnLst>
                                    <p:animEffect transition="out" filter="fade">
                                      <p:cBhvr>
                                        <p:cTn id="297" dur="1000"/>
                                        <p:tgtEl>
                                          <p:spTgt spid="118"/>
                                        </p:tgtEl>
                                      </p:cBhvr>
                                    </p:animEffect>
                                    <p:anim calcmode="lin" valueType="num">
                                      <p:cBhvr>
                                        <p:cTn id="298" dur="1000"/>
                                        <p:tgtEl>
                                          <p:spTgt spid="118"/>
                                        </p:tgtEl>
                                        <p:attrNameLst>
                                          <p:attrName>ppt_x</p:attrName>
                                        </p:attrNameLst>
                                      </p:cBhvr>
                                      <p:tavLst>
                                        <p:tav tm="0">
                                          <p:val>
                                            <p:strVal val="ppt_x"/>
                                          </p:val>
                                        </p:tav>
                                        <p:tav tm="100000">
                                          <p:val>
                                            <p:strVal val="ppt_x"/>
                                          </p:val>
                                        </p:tav>
                                      </p:tavLst>
                                    </p:anim>
                                    <p:anim calcmode="lin" valueType="num">
                                      <p:cBhvr>
                                        <p:cTn id="299" dur="1000"/>
                                        <p:tgtEl>
                                          <p:spTgt spid="118"/>
                                        </p:tgtEl>
                                        <p:attrNameLst>
                                          <p:attrName>ppt_y</p:attrName>
                                        </p:attrNameLst>
                                      </p:cBhvr>
                                      <p:tavLst>
                                        <p:tav tm="0">
                                          <p:val>
                                            <p:strVal val="ppt_y"/>
                                          </p:val>
                                        </p:tav>
                                        <p:tav tm="100000">
                                          <p:val>
                                            <p:strVal val="ppt_y-.1"/>
                                          </p:val>
                                        </p:tav>
                                      </p:tavLst>
                                    </p:anim>
                                    <p:set>
                                      <p:cBhvr>
                                        <p:cTn id="300" dur="1" fill="hold">
                                          <p:stCondLst>
                                            <p:cond delay="999"/>
                                          </p:stCondLst>
                                        </p:cTn>
                                        <p:tgtEl>
                                          <p:spTgt spid="118"/>
                                        </p:tgtEl>
                                        <p:attrNameLst>
                                          <p:attrName>style.visibility</p:attrName>
                                        </p:attrNameLst>
                                      </p:cBhvr>
                                      <p:to>
                                        <p:strVal val="hidden"/>
                                      </p:to>
                                    </p:set>
                                  </p:childTnLst>
                                </p:cTn>
                              </p:par>
                              <p:par>
                                <p:cTn id="301" presetID="26" presetClass="exit" presetSubtype="0" fill="hold" grpId="1" nodeType="withEffect">
                                  <p:stCondLst>
                                    <p:cond delay="0"/>
                                  </p:stCondLst>
                                  <p:childTnLst>
                                    <p:animEffect transition="out" filter="wipe(down)">
                                      <p:cBhvr>
                                        <p:cTn id="302" dur="180" accel="50000">
                                          <p:stCondLst>
                                            <p:cond delay="1820"/>
                                          </p:stCondLst>
                                        </p:cTn>
                                        <p:tgtEl>
                                          <p:spTgt spid="194"/>
                                        </p:tgtEl>
                                      </p:cBhvr>
                                    </p:animEffect>
                                    <p:anim calcmode="lin" valueType="num">
                                      <p:cBhvr>
                                        <p:cTn id="303" dur="1822" tmFilter="0,0; 0.14,0.31; 0.43,0.73; 0.71,0.91; 1.0,1.0">
                                          <p:stCondLst>
                                            <p:cond delay="0"/>
                                          </p:stCondLst>
                                        </p:cTn>
                                        <p:tgtEl>
                                          <p:spTgt spid="194"/>
                                        </p:tgtEl>
                                        <p:attrNameLst>
                                          <p:attrName>ppt_x</p:attrName>
                                        </p:attrNameLst>
                                      </p:cBhvr>
                                      <p:tavLst>
                                        <p:tav tm="0">
                                          <p:val>
                                            <p:strVal val="ppt_x"/>
                                          </p:val>
                                        </p:tav>
                                        <p:tav tm="100000">
                                          <p:val>
                                            <p:strVal val="#ppt_x+0.25"/>
                                          </p:val>
                                        </p:tav>
                                      </p:tavLst>
                                    </p:anim>
                                    <p:anim calcmode="lin" valueType="num">
                                      <p:cBhvr>
                                        <p:cTn id="304" dur="178">
                                          <p:stCondLst>
                                            <p:cond delay="1822"/>
                                          </p:stCondLst>
                                        </p:cTn>
                                        <p:tgtEl>
                                          <p:spTgt spid="194"/>
                                        </p:tgtEl>
                                        <p:attrNameLst>
                                          <p:attrName>ppt_x</p:attrName>
                                        </p:attrNameLst>
                                      </p:cBhvr>
                                      <p:tavLst>
                                        <p:tav tm="0">
                                          <p:val>
                                            <p:strVal val="ppt_x"/>
                                          </p:val>
                                        </p:tav>
                                        <p:tav tm="100000">
                                          <p:val>
                                            <p:strVal val="ppt_x"/>
                                          </p:val>
                                        </p:tav>
                                      </p:tavLst>
                                    </p:anim>
                                    <p:anim calcmode="lin" valueType="num">
                                      <p:cBhvr>
                                        <p:cTn id="305" dur="664" tmFilter="0.0,0.0;0.25,0.07;0.50,0.2;0.75,0.467;1.0,1.0">
                                          <p:stCondLst>
                                            <p:cond delay="0"/>
                                          </p:stCondLst>
                                        </p:cTn>
                                        <p:tgtEl>
                                          <p:spTgt spid="194"/>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06" dur="664" tmFilter="0, 0; 0.125,0.2665; 0.25,0.4; 0.375,0.465; 0.5,0.5;  0.625,0.535; 0.75,0.6; 0.875,0.7335; 1,1">
                                          <p:stCondLst>
                                            <p:cond delay="664"/>
                                          </p:stCondLst>
                                        </p:cTn>
                                        <p:tgtEl>
                                          <p:spTgt spid="194"/>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07" dur="332" tmFilter="0, 0; 0.125,0.2665; 0.25,0.4; 0.375,0.465; 0.5,0.5;  0.625,0.535; 0.75,0.6; 0.875,0.7335; 1,1">
                                          <p:stCondLst>
                                            <p:cond delay="1324"/>
                                          </p:stCondLst>
                                        </p:cTn>
                                        <p:tgtEl>
                                          <p:spTgt spid="194"/>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08" dur="164" tmFilter="0, 0; 0.125,0.2665; 0.25,0.4; 0.375,0.465; 0.5,0.5;  0.625,0.535; 0.75,0.6; 0.875,0.7335; 1,1">
                                          <p:stCondLst>
                                            <p:cond delay="1656"/>
                                          </p:stCondLst>
                                        </p:cTn>
                                        <p:tgtEl>
                                          <p:spTgt spid="194"/>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09" dur="180" accel="50000">
                                          <p:stCondLst>
                                            <p:cond delay="1820"/>
                                          </p:stCondLst>
                                        </p:cTn>
                                        <p:tgtEl>
                                          <p:spTgt spid="194"/>
                                        </p:tgtEl>
                                        <p:attrNameLst>
                                          <p:attrName>ppt_y</p:attrName>
                                        </p:attrNameLst>
                                      </p:cBhvr>
                                      <p:tavLst>
                                        <p:tav tm="0">
                                          <p:val>
                                            <p:strVal val="ppt_y"/>
                                          </p:val>
                                        </p:tav>
                                        <p:tav tm="100000">
                                          <p:val>
                                            <p:strVal val="ppt_y+ppt_h"/>
                                          </p:val>
                                        </p:tav>
                                      </p:tavLst>
                                    </p:anim>
                                    <p:animScale>
                                      <p:cBhvr>
                                        <p:cTn id="310" dur="26">
                                          <p:stCondLst>
                                            <p:cond delay="620"/>
                                          </p:stCondLst>
                                        </p:cTn>
                                        <p:tgtEl>
                                          <p:spTgt spid="194"/>
                                        </p:tgtEl>
                                      </p:cBhvr>
                                      <p:to x="100000" y="60000"/>
                                    </p:animScale>
                                    <p:animScale>
                                      <p:cBhvr>
                                        <p:cTn id="311" dur="166" decel="50000">
                                          <p:stCondLst>
                                            <p:cond delay="646"/>
                                          </p:stCondLst>
                                        </p:cTn>
                                        <p:tgtEl>
                                          <p:spTgt spid="194"/>
                                        </p:tgtEl>
                                      </p:cBhvr>
                                      <p:to x="100000" y="100000"/>
                                    </p:animScale>
                                    <p:animScale>
                                      <p:cBhvr>
                                        <p:cTn id="312" dur="26">
                                          <p:stCondLst>
                                            <p:cond delay="1312"/>
                                          </p:stCondLst>
                                        </p:cTn>
                                        <p:tgtEl>
                                          <p:spTgt spid="194"/>
                                        </p:tgtEl>
                                      </p:cBhvr>
                                      <p:to x="100000" y="80000"/>
                                    </p:animScale>
                                    <p:animScale>
                                      <p:cBhvr>
                                        <p:cTn id="313" dur="166" decel="50000">
                                          <p:stCondLst>
                                            <p:cond delay="1338"/>
                                          </p:stCondLst>
                                        </p:cTn>
                                        <p:tgtEl>
                                          <p:spTgt spid="194"/>
                                        </p:tgtEl>
                                      </p:cBhvr>
                                      <p:to x="100000" y="100000"/>
                                    </p:animScale>
                                    <p:animScale>
                                      <p:cBhvr>
                                        <p:cTn id="314" dur="26">
                                          <p:stCondLst>
                                            <p:cond delay="1642"/>
                                          </p:stCondLst>
                                        </p:cTn>
                                        <p:tgtEl>
                                          <p:spTgt spid="194"/>
                                        </p:tgtEl>
                                      </p:cBhvr>
                                      <p:to x="100000" y="90000"/>
                                    </p:animScale>
                                    <p:animScale>
                                      <p:cBhvr>
                                        <p:cTn id="315" dur="166" decel="50000">
                                          <p:stCondLst>
                                            <p:cond delay="1668"/>
                                          </p:stCondLst>
                                        </p:cTn>
                                        <p:tgtEl>
                                          <p:spTgt spid="194"/>
                                        </p:tgtEl>
                                      </p:cBhvr>
                                      <p:to x="100000" y="100000"/>
                                    </p:animScale>
                                    <p:animScale>
                                      <p:cBhvr>
                                        <p:cTn id="316" dur="26">
                                          <p:stCondLst>
                                            <p:cond delay="1808"/>
                                          </p:stCondLst>
                                        </p:cTn>
                                        <p:tgtEl>
                                          <p:spTgt spid="194"/>
                                        </p:tgtEl>
                                      </p:cBhvr>
                                      <p:to x="100000" y="95000"/>
                                    </p:animScale>
                                    <p:animScale>
                                      <p:cBhvr>
                                        <p:cTn id="317" dur="166" decel="50000">
                                          <p:stCondLst>
                                            <p:cond delay="1834"/>
                                          </p:stCondLst>
                                        </p:cTn>
                                        <p:tgtEl>
                                          <p:spTgt spid="194"/>
                                        </p:tgtEl>
                                      </p:cBhvr>
                                      <p:to x="100000" y="100000"/>
                                    </p:animScale>
                                    <p:set>
                                      <p:cBhvr>
                                        <p:cTn id="318" dur="1" fill="hold">
                                          <p:stCondLst>
                                            <p:cond delay="1999"/>
                                          </p:stCondLst>
                                        </p:cTn>
                                        <p:tgtEl>
                                          <p:spTgt spid="194"/>
                                        </p:tgtEl>
                                        <p:attrNameLst>
                                          <p:attrName>style.visibility</p:attrName>
                                        </p:attrNameLst>
                                      </p:cBhvr>
                                      <p:to>
                                        <p:strVal val="hidden"/>
                                      </p:to>
                                    </p:set>
                                  </p:childTnLst>
                                </p:cTn>
                              </p:par>
                            </p:childTnLst>
                          </p:cTn>
                        </p:par>
                        <p:par>
                          <p:cTn id="319" fill="hold">
                            <p:stCondLst>
                              <p:cond delay="2500"/>
                            </p:stCondLst>
                            <p:childTnLst>
                              <p:par>
                                <p:cTn id="320" presetID="22" presetClass="exit" presetSubtype="1" fill="hold" nodeType="afterEffect">
                                  <p:stCondLst>
                                    <p:cond delay="0"/>
                                  </p:stCondLst>
                                  <p:childTnLst>
                                    <p:animEffect transition="out" filter="wipe(up)">
                                      <p:cBhvr>
                                        <p:cTn id="321" dur="1000"/>
                                        <p:tgtEl>
                                          <p:spTgt spid="185"/>
                                        </p:tgtEl>
                                      </p:cBhvr>
                                    </p:animEffect>
                                    <p:set>
                                      <p:cBhvr>
                                        <p:cTn id="322" dur="1" fill="hold">
                                          <p:stCondLst>
                                            <p:cond delay="999"/>
                                          </p:stCondLst>
                                        </p:cTn>
                                        <p:tgtEl>
                                          <p:spTgt spid="185"/>
                                        </p:tgtEl>
                                        <p:attrNameLst>
                                          <p:attrName>style.visibility</p:attrName>
                                        </p:attrNameLst>
                                      </p:cBhvr>
                                      <p:to>
                                        <p:strVal val="hidden"/>
                                      </p:to>
                                    </p:set>
                                  </p:childTnLst>
                                </p:cTn>
                              </p:par>
                            </p:childTnLst>
                          </p:cTn>
                        </p:par>
                        <p:par>
                          <p:cTn id="323" fill="hold">
                            <p:stCondLst>
                              <p:cond delay="3500"/>
                            </p:stCondLst>
                            <p:childTnLst>
                              <p:par>
                                <p:cTn id="324" presetID="22" presetClass="entr" presetSubtype="8" fill="hold" nodeType="afterEffect">
                                  <p:stCondLst>
                                    <p:cond delay="0"/>
                                  </p:stCondLst>
                                  <p:childTnLst>
                                    <p:set>
                                      <p:cBhvr>
                                        <p:cTn id="325" dur="1" fill="hold">
                                          <p:stCondLst>
                                            <p:cond delay="0"/>
                                          </p:stCondLst>
                                        </p:cTn>
                                        <p:tgtEl>
                                          <p:spTgt spid="186"/>
                                        </p:tgtEl>
                                        <p:attrNameLst>
                                          <p:attrName>style.visibility</p:attrName>
                                        </p:attrNameLst>
                                      </p:cBhvr>
                                      <p:to>
                                        <p:strVal val="visible"/>
                                      </p:to>
                                    </p:set>
                                    <p:animEffect transition="in" filter="wipe(left)">
                                      <p:cBhvr>
                                        <p:cTn id="326" dur="1000"/>
                                        <p:tgtEl>
                                          <p:spTgt spid="186"/>
                                        </p:tgtEl>
                                      </p:cBhvr>
                                    </p:animEffect>
                                  </p:childTnLst>
                                </p:cTn>
                              </p:par>
                            </p:childTnLst>
                          </p:cTn>
                        </p:par>
                      </p:childTnLst>
                    </p:cTn>
                  </p:par>
                  <p:par>
                    <p:cTn id="327" fill="hold">
                      <p:stCondLst>
                        <p:cond delay="indefinite"/>
                      </p:stCondLst>
                      <p:childTnLst>
                        <p:par>
                          <p:cTn id="328" fill="hold">
                            <p:stCondLst>
                              <p:cond delay="0"/>
                            </p:stCondLst>
                            <p:childTnLst>
                              <p:par>
                                <p:cTn id="329" presetID="22" presetClass="exit" presetSubtype="1" fill="hold" nodeType="clickEffect">
                                  <p:stCondLst>
                                    <p:cond delay="0"/>
                                  </p:stCondLst>
                                  <p:childTnLst>
                                    <p:animEffect transition="out" filter="wipe(up)">
                                      <p:cBhvr>
                                        <p:cTn id="330" dur="500"/>
                                        <p:tgtEl>
                                          <p:spTgt spid="186"/>
                                        </p:tgtEl>
                                      </p:cBhvr>
                                    </p:animEffect>
                                    <p:set>
                                      <p:cBhvr>
                                        <p:cTn id="331" dur="1" fill="hold">
                                          <p:stCondLst>
                                            <p:cond delay="499"/>
                                          </p:stCondLst>
                                        </p:cTn>
                                        <p:tgtEl>
                                          <p:spTgt spid="186"/>
                                        </p:tgtEl>
                                        <p:attrNameLst>
                                          <p:attrName>style.visibility</p:attrName>
                                        </p:attrNameLst>
                                      </p:cBhvr>
                                      <p:to>
                                        <p:strVal val="hidden"/>
                                      </p:to>
                                    </p:set>
                                  </p:childTnLst>
                                </p:cTn>
                              </p:par>
                            </p:childTnLst>
                          </p:cTn>
                        </p:par>
                        <p:par>
                          <p:cTn id="332" fill="hold">
                            <p:stCondLst>
                              <p:cond delay="500"/>
                            </p:stCondLst>
                            <p:childTnLst>
                              <p:par>
                                <p:cTn id="333" presetID="22" presetClass="entr" presetSubtype="8" fill="hold" nodeType="afterEffect">
                                  <p:stCondLst>
                                    <p:cond delay="0"/>
                                  </p:stCondLst>
                                  <p:childTnLst>
                                    <p:set>
                                      <p:cBhvr>
                                        <p:cTn id="334" dur="1" fill="hold">
                                          <p:stCondLst>
                                            <p:cond delay="0"/>
                                          </p:stCondLst>
                                        </p:cTn>
                                        <p:tgtEl>
                                          <p:spTgt spid="187"/>
                                        </p:tgtEl>
                                        <p:attrNameLst>
                                          <p:attrName>style.visibility</p:attrName>
                                        </p:attrNameLst>
                                      </p:cBhvr>
                                      <p:to>
                                        <p:strVal val="visible"/>
                                      </p:to>
                                    </p:set>
                                    <p:animEffect transition="in" filter="wipe(left)">
                                      <p:cBhvr>
                                        <p:cTn id="335" dur="1000"/>
                                        <p:tgtEl>
                                          <p:spTgt spid="187"/>
                                        </p:tgtEl>
                                      </p:cBhvr>
                                    </p:animEffect>
                                  </p:childTnLst>
                                </p:cTn>
                              </p:par>
                            </p:childTnLst>
                          </p:cTn>
                        </p:par>
                      </p:childTnLst>
                    </p:cTn>
                  </p:par>
                  <p:par>
                    <p:cTn id="336" fill="hold">
                      <p:stCondLst>
                        <p:cond delay="indefinite"/>
                      </p:stCondLst>
                      <p:childTnLst>
                        <p:par>
                          <p:cTn id="337" fill="hold">
                            <p:stCondLst>
                              <p:cond delay="0"/>
                            </p:stCondLst>
                            <p:childTnLst>
                              <p:par>
                                <p:cTn id="338" presetID="42" presetClass="entr" presetSubtype="0" fill="hold" grpId="0" nodeType="clickEffect">
                                  <p:stCondLst>
                                    <p:cond delay="0"/>
                                  </p:stCondLst>
                                  <p:childTnLst>
                                    <p:set>
                                      <p:cBhvr>
                                        <p:cTn id="339" dur="1" fill="hold">
                                          <p:stCondLst>
                                            <p:cond delay="0"/>
                                          </p:stCondLst>
                                        </p:cTn>
                                        <p:tgtEl>
                                          <p:spTgt spid="70"/>
                                        </p:tgtEl>
                                        <p:attrNameLst>
                                          <p:attrName>style.visibility</p:attrName>
                                        </p:attrNameLst>
                                      </p:cBhvr>
                                      <p:to>
                                        <p:strVal val="visible"/>
                                      </p:to>
                                    </p:set>
                                    <p:animEffect transition="in" filter="fade">
                                      <p:cBhvr>
                                        <p:cTn id="340" dur="1000"/>
                                        <p:tgtEl>
                                          <p:spTgt spid="70"/>
                                        </p:tgtEl>
                                      </p:cBhvr>
                                    </p:animEffect>
                                    <p:anim calcmode="lin" valueType="num">
                                      <p:cBhvr>
                                        <p:cTn id="341" dur="1000" fill="hold"/>
                                        <p:tgtEl>
                                          <p:spTgt spid="70"/>
                                        </p:tgtEl>
                                        <p:attrNameLst>
                                          <p:attrName>ppt_x</p:attrName>
                                        </p:attrNameLst>
                                      </p:cBhvr>
                                      <p:tavLst>
                                        <p:tav tm="0">
                                          <p:val>
                                            <p:strVal val="#ppt_x"/>
                                          </p:val>
                                        </p:tav>
                                        <p:tav tm="100000">
                                          <p:val>
                                            <p:strVal val="#ppt_x"/>
                                          </p:val>
                                        </p:tav>
                                      </p:tavLst>
                                    </p:anim>
                                    <p:anim calcmode="lin" valueType="num">
                                      <p:cBhvr>
                                        <p:cTn id="342" dur="1000" fill="hold"/>
                                        <p:tgtEl>
                                          <p:spTgt spid="70"/>
                                        </p:tgtEl>
                                        <p:attrNameLst>
                                          <p:attrName>ppt_y</p:attrName>
                                        </p:attrNameLst>
                                      </p:cBhvr>
                                      <p:tavLst>
                                        <p:tav tm="0">
                                          <p:val>
                                            <p:strVal val="#ppt_y+.1"/>
                                          </p:val>
                                        </p:tav>
                                        <p:tav tm="100000">
                                          <p:val>
                                            <p:strVal val="#ppt_y"/>
                                          </p:val>
                                        </p:tav>
                                      </p:tavLst>
                                    </p:anim>
                                  </p:childTnLst>
                                </p:cTn>
                              </p:par>
                              <p:par>
                                <p:cTn id="343" presetID="10" presetClass="exit" presetSubtype="0" fill="hold" grpId="1" nodeType="withEffect">
                                  <p:stCondLst>
                                    <p:cond delay="500"/>
                                  </p:stCondLst>
                                  <p:childTnLst>
                                    <p:animEffect transition="out" filter="fade">
                                      <p:cBhvr>
                                        <p:cTn id="344" dur="500"/>
                                        <p:tgtEl>
                                          <p:spTgt spid="92"/>
                                        </p:tgtEl>
                                      </p:cBhvr>
                                    </p:animEffect>
                                    <p:set>
                                      <p:cBhvr>
                                        <p:cTn id="345" dur="1" fill="hold">
                                          <p:stCondLst>
                                            <p:cond delay="499"/>
                                          </p:stCondLst>
                                        </p:cTn>
                                        <p:tgtEl>
                                          <p:spTgt spid="92"/>
                                        </p:tgtEl>
                                        <p:attrNameLst>
                                          <p:attrName>style.visibility</p:attrName>
                                        </p:attrNameLst>
                                      </p:cBhvr>
                                      <p:to>
                                        <p:strVal val="hidden"/>
                                      </p:to>
                                    </p:set>
                                  </p:childTnLst>
                                </p:cTn>
                              </p:par>
                            </p:childTnLst>
                          </p:cTn>
                        </p:par>
                      </p:childTnLst>
                    </p:cTn>
                  </p:par>
                  <p:par>
                    <p:cTn id="346" fill="hold">
                      <p:stCondLst>
                        <p:cond delay="indefinite"/>
                      </p:stCondLst>
                      <p:childTnLst>
                        <p:par>
                          <p:cTn id="347" fill="hold">
                            <p:stCondLst>
                              <p:cond delay="0"/>
                            </p:stCondLst>
                            <p:childTnLst>
                              <p:par>
                                <p:cTn id="348" presetID="22" presetClass="exit" presetSubtype="1" fill="hold" nodeType="clickEffect">
                                  <p:stCondLst>
                                    <p:cond delay="0"/>
                                  </p:stCondLst>
                                  <p:childTnLst>
                                    <p:animEffect transition="out" filter="wipe(up)">
                                      <p:cBhvr>
                                        <p:cTn id="349" dur="500"/>
                                        <p:tgtEl>
                                          <p:spTgt spid="187"/>
                                        </p:tgtEl>
                                      </p:cBhvr>
                                    </p:animEffect>
                                    <p:set>
                                      <p:cBhvr>
                                        <p:cTn id="350" dur="1" fill="hold">
                                          <p:stCondLst>
                                            <p:cond delay="499"/>
                                          </p:stCondLst>
                                        </p:cTn>
                                        <p:tgtEl>
                                          <p:spTgt spid="187"/>
                                        </p:tgtEl>
                                        <p:attrNameLst>
                                          <p:attrName>style.visibility</p:attrName>
                                        </p:attrNameLst>
                                      </p:cBhvr>
                                      <p:to>
                                        <p:strVal val="hidden"/>
                                      </p:to>
                                    </p:set>
                                  </p:childTnLst>
                                </p:cTn>
                              </p:par>
                            </p:childTnLst>
                          </p:cTn>
                        </p:par>
                        <p:par>
                          <p:cTn id="351" fill="hold">
                            <p:stCondLst>
                              <p:cond delay="500"/>
                            </p:stCondLst>
                            <p:childTnLst>
                              <p:par>
                                <p:cTn id="352" presetID="22" presetClass="entr" presetSubtype="8" fill="hold" nodeType="afterEffect">
                                  <p:stCondLst>
                                    <p:cond delay="0"/>
                                  </p:stCondLst>
                                  <p:childTnLst>
                                    <p:set>
                                      <p:cBhvr>
                                        <p:cTn id="353" dur="1" fill="hold">
                                          <p:stCondLst>
                                            <p:cond delay="0"/>
                                          </p:stCondLst>
                                        </p:cTn>
                                        <p:tgtEl>
                                          <p:spTgt spid="188"/>
                                        </p:tgtEl>
                                        <p:attrNameLst>
                                          <p:attrName>style.visibility</p:attrName>
                                        </p:attrNameLst>
                                      </p:cBhvr>
                                      <p:to>
                                        <p:strVal val="visible"/>
                                      </p:to>
                                    </p:set>
                                    <p:animEffect transition="in" filter="wipe(left)">
                                      <p:cBhvr>
                                        <p:cTn id="354" dur="1000"/>
                                        <p:tgtEl>
                                          <p:spTgt spid="188"/>
                                        </p:tgtEl>
                                      </p:cBhvr>
                                    </p:animEffect>
                                  </p:childTnLst>
                                </p:cTn>
                              </p:par>
                              <p:par>
                                <p:cTn id="355" presetID="10" presetClass="exit" presetSubtype="0" fill="hold" grpId="0" nodeType="withEffect">
                                  <p:stCondLst>
                                    <p:cond delay="0"/>
                                  </p:stCondLst>
                                  <p:childTnLst>
                                    <p:animEffect transition="out" filter="fade">
                                      <p:cBhvr>
                                        <p:cTn id="356" dur="500"/>
                                        <p:tgtEl>
                                          <p:spTgt spid="79"/>
                                        </p:tgtEl>
                                      </p:cBhvr>
                                    </p:animEffect>
                                    <p:set>
                                      <p:cBhvr>
                                        <p:cTn id="357" dur="1" fill="hold">
                                          <p:stCondLst>
                                            <p:cond delay="499"/>
                                          </p:stCondLst>
                                        </p:cTn>
                                        <p:tgtEl>
                                          <p:spTgt spid="79"/>
                                        </p:tgtEl>
                                        <p:attrNameLst>
                                          <p:attrName>style.visibility</p:attrName>
                                        </p:attrNameLst>
                                      </p:cBhvr>
                                      <p:to>
                                        <p:strVal val="hidden"/>
                                      </p:to>
                                    </p:set>
                                  </p:childTnLst>
                                </p:cTn>
                              </p:par>
                            </p:childTnLst>
                          </p:cTn>
                        </p:par>
                        <p:par>
                          <p:cTn id="358" fill="hold">
                            <p:stCondLst>
                              <p:cond delay="1500"/>
                            </p:stCondLst>
                            <p:childTnLst>
                              <p:par>
                                <p:cTn id="359" presetID="22" presetClass="entr" presetSubtype="4" fill="hold" grpId="0" nodeType="afterEffect">
                                  <p:stCondLst>
                                    <p:cond delay="0"/>
                                  </p:stCondLst>
                                  <p:childTnLst>
                                    <p:set>
                                      <p:cBhvr>
                                        <p:cTn id="360" dur="1" fill="hold">
                                          <p:stCondLst>
                                            <p:cond delay="0"/>
                                          </p:stCondLst>
                                        </p:cTn>
                                        <p:tgtEl>
                                          <p:spTgt spid="71"/>
                                        </p:tgtEl>
                                        <p:attrNameLst>
                                          <p:attrName>style.visibility</p:attrName>
                                        </p:attrNameLst>
                                      </p:cBhvr>
                                      <p:to>
                                        <p:strVal val="visible"/>
                                      </p:to>
                                    </p:set>
                                    <p:animEffect transition="in" filter="wipe(down)">
                                      <p:cBhvr>
                                        <p:cTn id="361" dur="1000"/>
                                        <p:tgtEl>
                                          <p:spTgt spid="71"/>
                                        </p:tgtEl>
                                      </p:cBhvr>
                                    </p:animEffect>
                                  </p:childTnLst>
                                </p:cTn>
                              </p:par>
                            </p:childTnLst>
                          </p:cTn>
                        </p:par>
                      </p:childTnLst>
                    </p:cTn>
                  </p:par>
                  <p:par>
                    <p:cTn id="362" fill="hold">
                      <p:stCondLst>
                        <p:cond delay="indefinite"/>
                      </p:stCondLst>
                      <p:childTnLst>
                        <p:par>
                          <p:cTn id="363" fill="hold">
                            <p:stCondLst>
                              <p:cond delay="0"/>
                            </p:stCondLst>
                            <p:childTnLst>
                              <p:par>
                                <p:cTn id="364" presetID="22" presetClass="exit" presetSubtype="1" fill="hold" nodeType="clickEffect">
                                  <p:stCondLst>
                                    <p:cond delay="0"/>
                                  </p:stCondLst>
                                  <p:childTnLst>
                                    <p:animEffect transition="out" filter="wipe(up)">
                                      <p:cBhvr>
                                        <p:cTn id="365" dur="500"/>
                                        <p:tgtEl>
                                          <p:spTgt spid="188"/>
                                        </p:tgtEl>
                                      </p:cBhvr>
                                    </p:animEffect>
                                    <p:set>
                                      <p:cBhvr>
                                        <p:cTn id="366" dur="1" fill="hold">
                                          <p:stCondLst>
                                            <p:cond delay="499"/>
                                          </p:stCondLst>
                                        </p:cTn>
                                        <p:tgtEl>
                                          <p:spTgt spid="188"/>
                                        </p:tgtEl>
                                        <p:attrNameLst>
                                          <p:attrName>style.visibility</p:attrName>
                                        </p:attrNameLst>
                                      </p:cBhvr>
                                      <p:to>
                                        <p:strVal val="hidden"/>
                                      </p:to>
                                    </p:set>
                                  </p:childTnLst>
                                </p:cTn>
                              </p:par>
                            </p:childTnLst>
                          </p:cTn>
                        </p:par>
                        <p:par>
                          <p:cTn id="367" fill="hold">
                            <p:stCondLst>
                              <p:cond delay="500"/>
                            </p:stCondLst>
                            <p:childTnLst>
                              <p:par>
                                <p:cTn id="368" presetID="22" presetClass="entr" presetSubtype="8" fill="hold" nodeType="afterEffect">
                                  <p:stCondLst>
                                    <p:cond delay="0"/>
                                  </p:stCondLst>
                                  <p:childTnLst>
                                    <p:set>
                                      <p:cBhvr>
                                        <p:cTn id="369" dur="1" fill="hold">
                                          <p:stCondLst>
                                            <p:cond delay="0"/>
                                          </p:stCondLst>
                                        </p:cTn>
                                        <p:tgtEl>
                                          <p:spTgt spid="189"/>
                                        </p:tgtEl>
                                        <p:attrNameLst>
                                          <p:attrName>style.visibility</p:attrName>
                                        </p:attrNameLst>
                                      </p:cBhvr>
                                      <p:to>
                                        <p:strVal val="visible"/>
                                      </p:to>
                                    </p:set>
                                    <p:animEffect transition="in" filter="wipe(left)">
                                      <p:cBhvr>
                                        <p:cTn id="370" dur="1000"/>
                                        <p:tgtEl>
                                          <p:spTgt spid="189"/>
                                        </p:tgtEl>
                                      </p:cBhvr>
                                    </p:animEffect>
                                  </p:childTnLst>
                                </p:cTn>
                              </p:par>
                            </p:childTnLst>
                          </p:cTn>
                        </p:par>
                      </p:childTnLst>
                    </p:cTn>
                  </p:par>
                  <p:par>
                    <p:cTn id="371" fill="hold">
                      <p:stCondLst>
                        <p:cond delay="indefinite"/>
                      </p:stCondLst>
                      <p:childTnLst>
                        <p:par>
                          <p:cTn id="372" fill="hold">
                            <p:stCondLst>
                              <p:cond delay="0"/>
                            </p:stCondLst>
                            <p:childTnLst>
                              <p:par>
                                <p:cTn id="373" presetID="22" presetClass="exit" presetSubtype="1" fill="hold" nodeType="clickEffect">
                                  <p:stCondLst>
                                    <p:cond delay="0"/>
                                  </p:stCondLst>
                                  <p:childTnLst>
                                    <p:animEffect transition="out" filter="wipe(up)">
                                      <p:cBhvr>
                                        <p:cTn id="374" dur="500"/>
                                        <p:tgtEl>
                                          <p:spTgt spid="189"/>
                                        </p:tgtEl>
                                      </p:cBhvr>
                                    </p:animEffect>
                                    <p:set>
                                      <p:cBhvr>
                                        <p:cTn id="375" dur="1" fill="hold">
                                          <p:stCondLst>
                                            <p:cond delay="499"/>
                                          </p:stCondLst>
                                        </p:cTn>
                                        <p:tgtEl>
                                          <p:spTgt spid="189"/>
                                        </p:tgtEl>
                                        <p:attrNameLst>
                                          <p:attrName>style.visibility</p:attrName>
                                        </p:attrNameLst>
                                      </p:cBhvr>
                                      <p:to>
                                        <p:strVal val="hidden"/>
                                      </p:to>
                                    </p:set>
                                  </p:childTnLst>
                                </p:cTn>
                              </p:par>
                            </p:childTnLst>
                          </p:cTn>
                        </p:par>
                        <p:par>
                          <p:cTn id="376" fill="hold">
                            <p:stCondLst>
                              <p:cond delay="500"/>
                            </p:stCondLst>
                            <p:childTnLst>
                              <p:par>
                                <p:cTn id="377" presetID="22" presetClass="entr" presetSubtype="8" fill="hold" nodeType="afterEffect">
                                  <p:stCondLst>
                                    <p:cond delay="0"/>
                                  </p:stCondLst>
                                  <p:childTnLst>
                                    <p:set>
                                      <p:cBhvr>
                                        <p:cTn id="378" dur="1" fill="hold">
                                          <p:stCondLst>
                                            <p:cond delay="0"/>
                                          </p:stCondLst>
                                        </p:cTn>
                                        <p:tgtEl>
                                          <p:spTgt spid="192"/>
                                        </p:tgtEl>
                                        <p:attrNameLst>
                                          <p:attrName>style.visibility</p:attrName>
                                        </p:attrNameLst>
                                      </p:cBhvr>
                                      <p:to>
                                        <p:strVal val="visible"/>
                                      </p:to>
                                    </p:set>
                                    <p:animEffect transition="in" filter="wipe(left)">
                                      <p:cBhvr>
                                        <p:cTn id="379" dur="1000"/>
                                        <p:tgtEl>
                                          <p:spTgt spid="192"/>
                                        </p:tgtEl>
                                      </p:cBhvr>
                                    </p:animEffect>
                                  </p:childTnLst>
                                </p:cTn>
                              </p:par>
                            </p:childTnLst>
                          </p:cTn>
                        </p:par>
                      </p:childTnLst>
                    </p:cTn>
                  </p:par>
                  <p:par>
                    <p:cTn id="380" fill="hold">
                      <p:stCondLst>
                        <p:cond delay="indefinite"/>
                      </p:stCondLst>
                      <p:childTnLst>
                        <p:par>
                          <p:cTn id="381" fill="hold">
                            <p:stCondLst>
                              <p:cond delay="0"/>
                            </p:stCondLst>
                            <p:childTnLst>
                              <p:par>
                                <p:cTn id="382" presetID="42" presetClass="path" presetSubtype="0" accel="50000" decel="50000" fill="hold" nodeType="clickEffect">
                                  <p:stCondLst>
                                    <p:cond delay="0"/>
                                  </p:stCondLst>
                                  <p:childTnLst>
                                    <p:animMotion origin="layout" path="M 1.11022E-16 -0.00278 L -0.09766 0.2544 " pathEditMode="relative" rAng="0" ptsTypes="AA">
                                      <p:cBhvr>
                                        <p:cTn id="383" dur="1500" fill="hold"/>
                                        <p:tgtEl>
                                          <p:spTgt spid="99"/>
                                        </p:tgtEl>
                                        <p:attrNameLst>
                                          <p:attrName>ppt_x</p:attrName>
                                          <p:attrName>ppt_y</p:attrName>
                                        </p:attrNameLst>
                                      </p:cBhvr>
                                      <p:rCtr x="-4883" y="12847"/>
                                    </p:animMotion>
                                  </p:childTnLst>
                                </p:cTn>
                              </p:par>
                            </p:childTnLst>
                          </p:cTn>
                        </p:par>
                      </p:childTnLst>
                    </p:cTn>
                  </p:par>
                  <p:par>
                    <p:cTn id="384" fill="hold">
                      <p:stCondLst>
                        <p:cond delay="indefinite"/>
                      </p:stCondLst>
                      <p:childTnLst>
                        <p:par>
                          <p:cTn id="385" fill="hold">
                            <p:stCondLst>
                              <p:cond delay="0"/>
                            </p:stCondLst>
                            <p:childTnLst>
                              <p:par>
                                <p:cTn id="386" presetID="22" presetClass="exit" presetSubtype="1" fill="hold" nodeType="clickEffect">
                                  <p:stCondLst>
                                    <p:cond delay="0"/>
                                  </p:stCondLst>
                                  <p:childTnLst>
                                    <p:animEffect transition="out" filter="wipe(up)">
                                      <p:cBhvr>
                                        <p:cTn id="387" dur="500"/>
                                        <p:tgtEl>
                                          <p:spTgt spid="192"/>
                                        </p:tgtEl>
                                      </p:cBhvr>
                                    </p:animEffect>
                                    <p:set>
                                      <p:cBhvr>
                                        <p:cTn id="388" dur="1" fill="hold">
                                          <p:stCondLst>
                                            <p:cond delay="499"/>
                                          </p:stCondLst>
                                        </p:cTn>
                                        <p:tgtEl>
                                          <p:spTgt spid="192"/>
                                        </p:tgtEl>
                                        <p:attrNameLst>
                                          <p:attrName>style.visibility</p:attrName>
                                        </p:attrNameLst>
                                      </p:cBhvr>
                                      <p:to>
                                        <p:strVal val="hidden"/>
                                      </p:to>
                                    </p:set>
                                  </p:childTnLst>
                                </p:cTn>
                              </p:par>
                            </p:childTnLst>
                          </p:cTn>
                        </p:par>
                        <p:par>
                          <p:cTn id="389" fill="hold">
                            <p:stCondLst>
                              <p:cond delay="500"/>
                            </p:stCondLst>
                            <p:childTnLst>
                              <p:par>
                                <p:cTn id="390" presetID="22" presetClass="entr" presetSubtype="8" fill="hold" nodeType="afterEffect">
                                  <p:stCondLst>
                                    <p:cond delay="0"/>
                                  </p:stCondLst>
                                  <p:childTnLst>
                                    <p:set>
                                      <p:cBhvr>
                                        <p:cTn id="391" dur="1" fill="hold">
                                          <p:stCondLst>
                                            <p:cond delay="0"/>
                                          </p:stCondLst>
                                        </p:cTn>
                                        <p:tgtEl>
                                          <p:spTgt spid="193"/>
                                        </p:tgtEl>
                                        <p:attrNameLst>
                                          <p:attrName>style.visibility</p:attrName>
                                        </p:attrNameLst>
                                      </p:cBhvr>
                                      <p:to>
                                        <p:strVal val="visible"/>
                                      </p:to>
                                    </p:set>
                                    <p:animEffect transition="in" filter="wipe(left)">
                                      <p:cBhvr>
                                        <p:cTn id="392" dur="1000"/>
                                        <p:tgtEl>
                                          <p:spTgt spid="193"/>
                                        </p:tgtEl>
                                      </p:cBhvr>
                                    </p:animEffect>
                                  </p:childTnLst>
                                </p:cTn>
                              </p:par>
                            </p:childTnLst>
                          </p:cTn>
                        </p:par>
                      </p:childTnLst>
                    </p:cTn>
                  </p:par>
                  <p:par>
                    <p:cTn id="393" fill="hold">
                      <p:stCondLst>
                        <p:cond delay="indefinite"/>
                      </p:stCondLst>
                      <p:childTnLst>
                        <p:par>
                          <p:cTn id="394" fill="hold">
                            <p:stCondLst>
                              <p:cond delay="0"/>
                            </p:stCondLst>
                            <p:childTnLst>
                              <p:par>
                                <p:cTn id="395" presetID="6" presetClass="emph" presetSubtype="0" autoRev="1" fill="hold" nodeType="clickEffect">
                                  <p:stCondLst>
                                    <p:cond delay="0"/>
                                  </p:stCondLst>
                                  <p:childTnLst>
                                    <p:animScale>
                                      <p:cBhvr>
                                        <p:cTn id="396" dur="500" fill="hold"/>
                                        <p:tgtEl>
                                          <p:spTgt spid="99"/>
                                        </p:tgtEl>
                                      </p:cBhvr>
                                      <p:by x="150000" y="150000"/>
                                    </p:animScale>
                                  </p:childTnLst>
                                </p:cTn>
                              </p:par>
                            </p:childTnLst>
                          </p:cTn>
                        </p:par>
                        <p:par>
                          <p:cTn id="397" fill="hold">
                            <p:stCondLst>
                              <p:cond delay="1000"/>
                            </p:stCondLst>
                            <p:childTnLst>
                              <p:par>
                                <p:cTn id="398" presetID="22" presetClass="entr" presetSubtype="8" fill="hold" nodeType="afterEffect">
                                  <p:stCondLst>
                                    <p:cond delay="0"/>
                                  </p:stCondLst>
                                  <p:childTnLst>
                                    <p:set>
                                      <p:cBhvr>
                                        <p:cTn id="399" dur="1" fill="hold">
                                          <p:stCondLst>
                                            <p:cond delay="0"/>
                                          </p:stCondLst>
                                        </p:cTn>
                                        <p:tgtEl>
                                          <p:spTgt spid="121"/>
                                        </p:tgtEl>
                                        <p:attrNameLst>
                                          <p:attrName>style.visibility</p:attrName>
                                        </p:attrNameLst>
                                      </p:cBhvr>
                                      <p:to>
                                        <p:strVal val="visible"/>
                                      </p:to>
                                    </p:set>
                                    <p:animEffect transition="in" filter="wipe(left)">
                                      <p:cBhvr>
                                        <p:cTn id="400" dur="1000"/>
                                        <p:tgtEl>
                                          <p:spTgt spid="121"/>
                                        </p:tgtEl>
                                      </p:cBhvr>
                                    </p:animEffect>
                                  </p:childTnLst>
                                </p:cTn>
                              </p:par>
                              <p:par>
                                <p:cTn id="401" presetID="22" presetClass="entr" presetSubtype="1" fill="hold" grpId="0" nodeType="withEffect">
                                  <p:stCondLst>
                                    <p:cond delay="0"/>
                                  </p:stCondLst>
                                  <p:childTnLst>
                                    <p:set>
                                      <p:cBhvr>
                                        <p:cTn id="402" dur="1" fill="hold">
                                          <p:stCondLst>
                                            <p:cond delay="0"/>
                                          </p:stCondLst>
                                        </p:cTn>
                                        <p:tgtEl>
                                          <p:spTgt spid="196"/>
                                        </p:tgtEl>
                                        <p:attrNameLst>
                                          <p:attrName>style.visibility</p:attrName>
                                        </p:attrNameLst>
                                      </p:cBhvr>
                                      <p:to>
                                        <p:strVal val="visible"/>
                                      </p:to>
                                    </p:set>
                                    <p:animEffect transition="in" filter="wipe(up)">
                                      <p:cBhvr>
                                        <p:cTn id="403" dur="1000"/>
                                        <p:tgtEl>
                                          <p:spTgt spid="196"/>
                                        </p:tgtEl>
                                      </p:cBhvr>
                                    </p:animEffect>
                                  </p:childTnLst>
                                </p:cTn>
                              </p:par>
                            </p:childTnLst>
                          </p:cTn>
                        </p:par>
                        <p:par>
                          <p:cTn id="404" fill="hold">
                            <p:stCondLst>
                              <p:cond delay="2000"/>
                            </p:stCondLst>
                            <p:childTnLst>
                              <p:par>
                                <p:cTn id="405" presetID="22" presetClass="entr" presetSubtype="8" fill="hold" nodeType="afterEffect">
                                  <p:stCondLst>
                                    <p:cond delay="0"/>
                                  </p:stCondLst>
                                  <p:childTnLst>
                                    <p:set>
                                      <p:cBhvr>
                                        <p:cTn id="406" dur="1" fill="hold">
                                          <p:stCondLst>
                                            <p:cond delay="0"/>
                                          </p:stCondLst>
                                        </p:cTn>
                                        <p:tgtEl>
                                          <p:spTgt spid="197"/>
                                        </p:tgtEl>
                                        <p:attrNameLst>
                                          <p:attrName>style.visibility</p:attrName>
                                        </p:attrNameLst>
                                      </p:cBhvr>
                                      <p:to>
                                        <p:strVal val="visible"/>
                                      </p:to>
                                    </p:set>
                                    <p:animEffect transition="in" filter="wipe(left)">
                                      <p:cBhvr>
                                        <p:cTn id="407" dur="1000"/>
                                        <p:tgtEl>
                                          <p:spTgt spid="197"/>
                                        </p:tgtEl>
                                      </p:cBhvr>
                                    </p:animEffect>
                                  </p:childTnLst>
                                </p:cTn>
                              </p:par>
                            </p:childTnLst>
                          </p:cTn>
                        </p:par>
                      </p:childTnLst>
                    </p:cTn>
                  </p:par>
                  <p:par>
                    <p:cTn id="408" fill="hold">
                      <p:stCondLst>
                        <p:cond delay="indefinite"/>
                      </p:stCondLst>
                      <p:childTnLst>
                        <p:par>
                          <p:cTn id="409" fill="hold">
                            <p:stCondLst>
                              <p:cond delay="0"/>
                            </p:stCondLst>
                            <p:childTnLst>
                              <p:par>
                                <p:cTn id="410" presetID="22" presetClass="exit" presetSubtype="1" fill="hold" nodeType="clickEffect">
                                  <p:stCondLst>
                                    <p:cond delay="0"/>
                                  </p:stCondLst>
                                  <p:childTnLst>
                                    <p:animEffect transition="out" filter="wipe(up)">
                                      <p:cBhvr>
                                        <p:cTn id="411" dur="500"/>
                                        <p:tgtEl>
                                          <p:spTgt spid="197"/>
                                        </p:tgtEl>
                                      </p:cBhvr>
                                    </p:animEffect>
                                    <p:set>
                                      <p:cBhvr>
                                        <p:cTn id="412" dur="1" fill="hold">
                                          <p:stCondLst>
                                            <p:cond delay="499"/>
                                          </p:stCondLst>
                                        </p:cTn>
                                        <p:tgtEl>
                                          <p:spTgt spid="197"/>
                                        </p:tgtEl>
                                        <p:attrNameLst>
                                          <p:attrName>style.visibility</p:attrName>
                                        </p:attrNameLst>
                                      </p:cBhvr>
                                      <p:to>
                                        <p:strVal val="hidden"/>
                                      </p:to>
                                    </p:set>
                                  </p:childTnLst>
                                </p:cTn>
                              </p:par>
                            </p:childTnLst>
                          </p:cTn>
                        </p:par>
                        <p:par>
                          <p:cTn id="413" fill="hold">
                            <p:stCondLst>
                              <p:cond delay="500"/>
                            </p:stCondLst>
                            <p:childTnLst>
                              <p:par>
                                <p:cTn id="414" presetID="47" presetClass="exit" presetSubtype="0" fill="hold" nodeType="afterEffect">
                                  <p:stCondLst>
                                    <p:cond delay="0"/>
                                  </p:stCondLst>
                                  <p:childTnLst>
                                    <p:animEffect transition="out" filter="fade">
                                      <p:cBhvr>
                                        <p:cTn id="415" dur="1000"/>
                                        <p:tgtEl>
                                          <p:spTgt spid="121"/>
                                        </p:tgtEl>
                                      </p:cBhvr>
                                    </p:animEffect>
                                    <p:anim calcmode="lin" valueType="num">
                                      <p:cBhvr>
                                        <p:cTn id="416" dur="1000"/>
                                        <p:tgtEl>
                                          <p:spTgt spid="121"/>
                                        </p:tgtEl>
                                        <p:attrNameLst>
                                          <p:attrName>ppt_x</p:attrName>
                                        </p:attrNameLst>
                                      </p:cBhvr>
                                      <p:tavLst>
                                        <p:tav tm="0">
                                          <p:val>
                                            <p:strVal val="ppt_x"/>
                                          </p:val>
                                        </p:tav>
                                        <p:tav tm="100000">
                                          <p:val>
                                            <p:strVal val="ppt_x"/>
                                          </p:val>
                                        </p:tav>
                                      </p:tavLst>
                                    </p:anim>
                                    <p:anim calcmode="lin" valueType="num">
                                      <p:cBhvr>
                                        <p:cTn id="417" dur="1000"/>
                                        <p:tgtEl>
                                          <p:spTgt spid="121"/>
                                        </p:tgtEl>
                                        <p:attrNameLst>
                                          <p:attrName>ppt_y</p:attrName>
                                        </p:attrNameLst>
                                      </p:cBhvr>
                                      <p:tavLst>
                                        <p:tav tm="0">
                                          <p:val>
                                            <p:strVal val="ppt_y"/>
                                          </p:val>
                                        </p:tav>
                                        <p:tav tm="100000">
                                          <p:val>
                                            <p:strVal val="ppt_y-.1"/>
                                          </p:val>
                                        </p:tav>
                                      </p:tavLst>
                                    </p:anim>
                                    <p:set>
                                      <p:cBhvr>
                                        <p:cTn id="418" dur="1" fill="hold">
                                          <p:stCondLst>
                                            <p:cond delay="999"/>
                                          </p:stCondLst>
                                        </p:cTn>
                                        <p:tgtEl>
                                          <p:spTgt spid="121"/>
                                        </p:tgtEl>
                                        <p:attrNameLst>
                                          <p:attrName>style.visibility</p:attrName>
                                        </p:attrNameLst>
                                      </p:cBhvr>
                                      <p:to>
                                        <p:strVal val="hidden"/>
                                      </p:to>
                                    </p:set>
                                  </p:childTnLst>
                                </p:cTn>
                              </p:par>
                              <p:par>
                                <p:cTn id="419" presetID="26" presetClass="exit" presetSubtype="0" fill="hold" grpId="1" nodeType="withEffect">
                                  <p:stCondLst>
                                    <p:cond delay="0"/>
                                  </p:stCondLst>
                                  <p:childTnLst>
                                    <p:animEffect transition="out" filter="wipe(down)">
                                      <p:cBhvr>
                                        <p:cTn id="420" dur="180" accel="50000">
                                          <p:stCondLst>
                                            <p:cond delay="1820"/>
                                          </p:stCondLst>
                                        </p:cTn>
                                        <p:tgtEl>
                                          <p:spTgt spid="196"/>
                                        </p:tgtEl>
                                      </p:cBhvr>
                                    </p:animEffect>
                                    <p:anim calcmode="lin" valueType="num">
                                      <p:cBhvr>
                                        <p:cTn id="421" dur="1822" tmFilter="0,0; 0.14,0.31; 0.43,0.73; 0.71,0.91; 1.0,1.0">
                                          <p:stCondLst>
                                            <p:cond delay="0"/>
                                          </p:stCondLst>
                                        </p:cTn>
                                        <p:tgtEl>
                                          <p:spTgt spid="196"/>
                                        </p:tgtEl>
                                        <p:attrNameLst>
                                          <p:attrName>ppt_x</p:attrName>
                                        </p:attrNameLst>
                                      </p:cBhvr>
                                      <p:tavLst>
                                        <p:tav tm="0">
                                          <p:val>
                                            <p:strVal val="ppt_x"/>
                                          </p:val>
                                        </p:tav>
                                        <p:tav tm="100000">
                                          <p:val>
                                            <p:strVal val="#ppt_x+0.25"/>
                                          </p:val>
                                        </p:tav>
                                      </p:tavLst>
                                    </p:anim>
                                    <p:anim calcmode="lin" valueType="num">
                                      <p:cBhvr>
                                        <p:cTn id="422" dur="178">
                                          <p:stCondLst>
                                            <p:cond delay="1822"/>
                                          </p:stCondLst>
                                        </p:cTn>
                                        <p:tgtEl>
                                          <p:spTgt spid="196"/>
                                        </p:tgtEl>
                                        <p:attrNameLst>
                                          <p:attrName>ppt_x</p:attrName>
                                        </p:attrNameLst>
                                      </p:cBhvr>
                                      <p:tavLst>
                                        <p:tav tm="0">
                                          <p:val>
                                            <p:strVal val="ppt_x"/>
                                          </p:val>
                                        </p:tav>
                                        <p:tav tm="100000">
                                          <p:val>
                                            <p:strVal val="ppt_x"/>
                                          </p:val>
                                        </p:tav>
                                      </p:tavLst>
                                    </p:anim>
                                    <p:anim calcmode="lin" valueType="num">
                                      <p:cBhvr>
                                        <p:cTn id="423" dur="664" tmFilter="0.0,0.0;0.25,0.07;0.50,0.2;0.75,0.467;1.0,1.0">
                                          <p:stCondLst>
                                            <p:cond delay="0"/>
                                          </p:stCondLst>
                                        </p:cTn>
                                        <p:tgtEl>
                                          <p:spTgt spid="19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424" dur="664" tmFilter="0, 0; 0.125,0.2665; 0.25,0.4; 0.375,0.465; 0.5,0.5;  0.625,0.535; 0.75,0.6; 0.875,0.7335; 1,1">
                                          <p:stCondLst>
                                            <p:cond delay="664"/>
                                          </p:stCondLst>
                                        </p:cTn>
                                        <p:tgtEl>
                                          <p:spTgt spid="19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425" dur="332" tmFilter="0, 0; 0.125,0.2665; 0.25,0.4; 0.375,0.465; 0.5,0.5;  0.625,0.535; 0.75,0.6; 0.875,0.7335; 1,1">
                                          <p:stCondLst>
                                            <p:cond delay="1324"/>
                                          </p:stCondLst>
                                        </p:cTn>
                                        <p:tgtEl>
                                          <p:spTgt spid="19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426" dur="164" tmFilter="0, 0; 0.125,0.2665; 0.25,0.4; 0.375,0.465; 0.5,0.5;  0.625,0.535; 0.75,0.6; 0.875,0.7335; 1,1">
                                          <p:stCondLst>
                                            <p:cond delay="1656"/>
                                          </p:stCondLst>
                                        </p:cTn>
                                        <p:tgtEl>
                                          <p:spTgt spid="19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427" dur="180" accel="50000">
                                          <p:stCondLst>
                                            <p:cond delay="1820"/>
                                          </p:stCondLst>
                                        </p:cTn>
                                        <p:tgtEl>
                                          <p:spTgt spid="196"/>
                                        </p:tgtEl>
                                        <p:attrNameLst>
                                          <p:attrName>ppt_y</p:attrName>
                                        </p:attrNameLst>
                                      </p:cBhvr>
                                      <p:tavLst>
                                        <p:tav tm="0">
                                          <p:val>
                                            <p:strVal val="ppt_y"/>
                                          </p:val>
                                        </p:tav>
                                        <p:tav tm="100000">
                                          <p:val>
                                            <p:strVal val="ppt_y+ppt_h"/>
                                          </p:val>
                                        </p:tav>
                                      </p:tavLst>
                                    </p:anim>
                                    <p:animScale>
                                      <p:cBhvr>
                                        <p:cTn id="428" dur="26">
                                          <p:stCondLst>
                                            <p:cond delay="620"/>
                                          </p:stCondLst>
                                        </p:cTn>
                                        <p:tgtEl>
                                          <p:spTgt spid="196"/>
                                        </p:tgtEl>
                                      </p:cBhvr>
                                      <p:to x="100000" y="60000"/>
                                    </p:animScale>
                                    <p:animScale>
                                      <p:cBhvr>
                                        <p:cTn id="429" dur="166" decel="50000">
                                          <p:stCondLst>
                                            <p:cond delay="646"/>
                                          </p:stCondLst>
                                        </p:cTn>
                                        <p:tgtEl>
                                          <p:spTgt spid="196"/>
                                        </p:tgtEl>
                                      </p:cBhvr>
                                      <p:to x="100000" y="100000"/>
                                    </p:animScale>
                                    <p:animScale>
                                      <p:cBhvr>
                                        <p:cTn id="430" dur="26">
                                          <p:stCondLst>
                                            <p:cond delay="1312"/>
                                          </p:stCondLst>
                                        </p:cTn>
                                        <p:tgtEl>
                                          <p:spTgt spid="196"/>
                                        </p:tgtEl>
                                      </p:cBhvr>
                                      <p:to x="100000" y="80000"/>
                                    </p:animScale>
                                    <p:animScale>
                                      <p:cBhvr>
                                        <p:cTn id="431" dur="166" decel="50000">
                                          <p:stCondLst>
                                            <p:cond delay="1338"/>
                                          </p:stCondLst>
                                        </p:cTn>
                                        <p:tgtEl>
                                          <p:spTgt spid="196"/>
                                        </p:tgtEl>
                                      </p:cBhvr>
                                      <p:to x="100000" y="100000"/>
                                    </p:animScale>
                                    <p:animScale>
                                      <p:cBhvr>
                                        <p:cTn id="432" dur="26">
                                          <p:stCondLst>
                                            <p:cond delay="1642"/>
                                          </p:stCondLst>
                                        </p:cTn>
                                        <p:tgtEl>
                                          <p:spTgt spid="196"/>
                                        </p:tgtEl>
                                      </p:cBhvr>
                                      <p:to x="100000" y="90000"/>
                                    </p:animScale>
                                    <p:animScale>
                                      <p:cBhvr>
                                        <p:cTn id="433" dur="166" decel="50000">
                                          <p:stCondLst>
                                            <p:cond delay="1668"/>
                                          </p:stCondLst>
                                        </p:cTn>
                                        <p:tgtEl>
                                          <p:spTgt spid="196"/>
                                        </p:tgtEl>
                                      </p:cBhvr>
                                      <p:to x="100000" y="100000"/>
                                    </p:animScale>
                                    <p:animScale>
                                      <p:cBhvr>
                                        <p:cTn id="434" dur="26">
                                          <p:stCondLst>
                                            <p:cond delay="1808"/>
                                          </p:stCondLst>
                                        </p:cTn>
                                        <p:tgtEl>
                                          <p:spTgt spid="196"/>
                                        </p:tgtEl>
                                      </p:cBhvr>
                                      <p:to x="100000" y="95000"/>
                                    </p:animScale>
                                    <p:animScale>
                                      <p:cBhvr>
                                        <p:cTn id="435" dur="166" decel="50000">
                                          <p:stCondLst>
                                            <p:cond delay="1834"/>
                                          </p:stCondLst>
                                        </p:cTn>
                                        <p:tgtEl>
                                          <p:spTgt spid="196"/>
                                        </p:tgtEl>
                                      </p:cBhvr>
                                      <p:to x="100000" y="100000"/>
                                    </p:animScale>
                                    <p:set>
                                      <p:cBhvr>
                                        <p:cTn id="436" dur="1" fill="hold">
                                          <p:stCondLst>
                                            <p:cond delay="1999"/>
                                          </p:stCondLst>
                                        </p:cTn>
                                        <p:tgtEl>
                                          <p:spTgt spid="196"/>
                                        </p:tgtEl>
                                        <p:attrNameLst>
                                          <p:attrName>style.visibility</p:attrName>
                                        </p:attrNameLst>
                                      </p:cBhvr>
                                      <p:to>
                                        <p:strVal val="hidden"/>
                                      </p:to>
                                    </p:set>
                                  </p:childTnLst>
                                </p:cTn>
                              </p:par>
                            </p:childTnLst>
                          </p:cTn>
                        </p:par>
                      </p:childTnLst>
                    </p:cTn>
                  </p:par>
                  <p:par>
                    <p:cTn id="437" fill="hold">
                      <p:stCondLst>
                        <p:cond delay="indefinite"/>
                      </p:stCondLst>
                      <p:childTnLst>
                        <p:par>
                          <p:cTn id="438" fill="hold">
                            <p:stCondLst>
                              <p:cond delay="0"/>
                            </p:stCondLst>
                            <p:childTnLst>
                              <p:par>
                                <p:cTn id="439" presetID="22" presetClass="exit" presetSubtype="1" fill="hold" nodeType="clickEffect">
                                  <p:stCondLst>
                                    <p:cond delay="0"/>
                                  </p:stCondLst>
                                  <p:childTnLst>
                                    <p:animEffect transition="out" filter="wipe(up)">
                                      <p:cBhvr>
                                        <p:cTn id="440" dur="500"/>
                                        <p:tgtEl>
                                          <p:spTgt spid="193"/>
                                        </p:tgtEl>
                                      </p:cBhvr>
                                    </p:animEffect>
                                    <p:set>
                                      <p:cBhvr>
                                        <p:cTn id="441" dur="1" fill="hold">
                                          <p:stCondLst>
                                            <p:cond delay="499"/>
                                          </p:stCondLst>
                                        </p:cTn>
                                        <p:tgtEl>
                                          <p:spTgt spid="193"/>
                                        </p:tgtEl>
                                        <p:attrNameLst>
                                          <p:attrName>style.visibility</p:attrName>
                                        </p:attrNameLst>
                                      </p:cBhvr>
                                      <p:to>
                                        <p:strVal val="hidden"/>
                                      </p:to>
                                    </p:set>
                                  </p:childTnLst>
                                </p:cTn>
                              </p:par>
                            </p:childTnLst>
                          </p:cTn>
                        </p:par>
                        <p:par>
                          <p:cTn id="442" fill="hold">
                            <p:stCondLst>
                              <p:cond delay="500"/>
                            </p:stCondLst>
                            <p:childTnLst>
                              <p:par>
                                <p:cTn id="443" presetID="47" presetClass="exit" presetSubtype="0" fill="hold" nodeType="afterEffect">
                                  <p:stCondLst>
                                    <p:cond delay="0"/>
                                  </p:stCondLst>
                                  <p:childTnLst>
                                    <p:animEffect transition="out" filter="fade">
                                      <p:cBhvr>
                                        <p:cTn id="444" dur="1000"/>
                                        <p:tgtEl>
                                          <p:spTgt spid="115"/>
                                        </p:tgtEl>
                                      </p:cBhvr>
                                    </p:animEffect>
                                    <p:anim calcmode="lin" valueType="num">
                                      <p:cBhvr>
                                        <p:cTn id="445" dur="1000"/>
                                        <p:tgtEl>
                                          <p:spTgt spid="115"/>
                                        </p:tgtEl>
                                        <p:attrNameLst>
                                          <p:attrName>ppt_x</p:attrName>
                                        </p:attrNameLst>
                                      </p:cBhvr>
                                      <p:tavLst>
                                        <p:tav tm="0">
                                          <p:val>
                                            <p:strVal val="ppt_x"/>
                                          </p:val>
                                        </p:tav>
                                        <p:tav tm="100000">
                                          <p:val>
                                            <p:strVal val="ppt_x"/>
                                          </p:val>
                                        </p:tav>
                                      </p:tavLst>
                                    </p:anim>
                                    <p:anim calcmode="lin" valueType="num">
                                      <p:cBhvr>
                                        <p:cTn id="446" dur="1000"/>
                                        <p:tgtEl>
                                          <p:spTgt spid="115"/>
                                        </p:tgtEl>
                                        <p:attrNameLst>
                                          <p:attrName>ppt_y</p:attrName>
                                        </p:attrNameLst>
                                      </p:cBhvr>
                                      <p:tavLst>
                                        <p:tav tm="0">
                                          <p:val>
                                            <p:strVal val="ppt_y"/>
                                          </p:val>
                                        </p:tav>
                                        <p:tav tm="100000">
                                          <p:val>
                                            <p:strVal val="ppt_y-.1"/>
                                          </p:val>
                                        </p:tav>
                                      </p:tavLst>
                                    </p:anim>
                                    <p:set>
                                      <p:cBhvr>
                                        <p:cTn id="447" dur="1" fill="hold">
                                          <p:stCondLst>
                                            <p:cond delay="999"/>
                                          </p:stCondLst>
                                        </p:cTn>
                                        <p:tgtEl>
                                          <p:spTgt spid="115"/>
                                        </p:tgtEl>
                                        <p:attrNameLst>
                                          <p:attrName>style.visibility</p:attrName>
                                        </p:attrNameLst>
                                      </p:cBhvr>
                                      <p:to>
                                        <p:strVal val="hidden"/>
                                      </p:to>
                                    </p:set>
                                  </p:childTnLst>
                                </p:cTn>
                              </p:par>
                              <p:par>
                                <p:cTn id="448" presetID="26" presetClass="exit" presetSubtype="0" fill="hold" grpId="1" nodeType="withEffect">
                                  <p:stCondLst>
                                    <p:cond delay="0"/>
                                  </p:stCondLst>
                                  <p:childTnLst>
                                    <p:animEffect transition="out" filter="wipe(down)">
                                      <p:cBhvr>
                                        <p:cTn id="449" dur="180" accel="50000">
                                          <p:stCondLst>
                                            <p:cond delay="1820"/>
                                          </p:stCondLst>
                                        </p:cTn>
                                        <p:tgtEl>
                                          <p:spTgt spid="183"/>
                                        </p:tgtEl>
                                      </p:cBhvr>
                                    </p:animEffect>
                                    <p:anim calcmode="lin" valueType="num">
                                      <p:cBhvr>
                                        <p:cTn id="450" dur="1822" tmFilter="0,0; 0.14,0.31; 0.43,0.73; 0.71,0.91; 1.0,1.0">
                                          <p:stCondLst>
                                            <p:cond delay="0"/>
                                          </p:stCondLst>
                                        </p:cTn>
                                        <p:tgtEl>
                                          <p:spTgt spid="183"/>
                                        </p:tgtEl>
                                        <p:attrNameLst>
                                          <p:attrName>ppt_x</p:attrName>
                                        </p:attrNameLst>
                                      </p:cBhvr>
                                      <p:tavLst>
                                        <p:tav tm="0">
                                          <p:val>
                                            <p:strVal val="ppt_x"/>
                                          </p:val>
                                        </p:tav>
                                        <p:tav tm="100000">
                                          <p:val>
                                            <p:strVal val="#ppt_x+0.25"/>
                                          </p:val>
                                        </p:tav>
                                      </p:tavLst>
                                    </p:anim>
                                    <p:anim calcmode="lin" valueType="num">
                                      <p:cBhvr>
                                        <p:cTn id="451" dur="178">
                                          <p:stCondLst>
                                            <p:cond delay="1822"/>
                                          </p:stCondLst>
                                        </p:cTn>
                                        <p:tgtEl>
                                          <p:spTgt spid="183"/>
                                        </p:tgtEl>
                                        <p:attrNameLst>
                                          <p:attrName>ppt_x</p:attrName>
                                        </p:attrNameLst>
                                      </p:cBhvr>
                                      <p:tavLst>
                                        <p:tav tm="0">
                                          <p:val>
                                            <p:strVal val="ppt_x"/>
                                          </p:val>
                                        </p:tav>
                                        <p:tav tm="100000">
                                          <p:val>
                                            <p:strVal val="ppt_x"/>
                                          </p:val>
                                        </p:tav>
                                      </p:tavLst>
                                    </p:anim>
                                    <p:anim calcmode="lin" valueType="num">
                                      <p:cBhvr>
                                        <p:cTn id="452" dur="664" tmFilter="0.0,0.0;0.25,0.07;0.50,0.2;0.75,0.467;1.0,1.0">
                                          <p:stCondLst>
                                            <p:cond delay="0"/>
                                          </p:stCondLst>
                                        </p:cTn>
                                        <p:tgtEl>
                                          <p:spTgt spid="18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453" dur="664" tmFilter="0, 0; 0.125,0.2665; 0.25,0.4; 0.375,0.465; 0.5,0.5;  0.625,0.535; 0.75,0.6; 0.875,0.7335; 1,1">
                                          <p:stCondLst>
                                            <p:cond delay="664"/>
                                          </p:stCondLst>
                                        </p:cTn>
                                        <p:tgtEl>
                                          <p:spTgt spid="18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454" dur="332" tmFilter="0, 0; 0.125,0.2665; 0.25,0.4; 0.375,0.465; 0.5,0.5;  0.625,0.535; 0.75,0.6; 0.875,0.7335; 1,1">
                                          <p:stCondLst>
                                            <p:cond delay="1324"/>
                                          </p:stCondLst>
                                        </p:cTn>
                                        <p:tgtEl>
                                          <p:spTgt spid="18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455" dur="164" tmFilter="0, 0; 0.125,0.2665; 0.25,0.4; 0.375,0.465; 0.5,0.5;  0.625,0.535; 0.75,0.6; 0.875,0.7335; 1,1">
                                          <p:stCondLst>
                                            <p:cond delay="1656"/>
                                          </p:stCondLst>
                                        </p:cTn>
                                        <p:tgtEl>
                                          <p:spTgt spid="18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456" dur="180" accel="50000">
                                          <p:stCondLst>
                                            <p:cond delay="1820"/>
                                          </p:stCondLst>
                                        </p:cTn>
                                        <p:tgtEl>
                                          <p:spTgt spid="183"/>
                                        </p:tgtEl>
                                        <p:attrNameLst>
                                          <p:attrName>ppt_y</p:attrName>
                                        </p:attrNameLst>
                                      </p:cBhvr>
                                      <p:tavLst>
                                        <p:tav tm="0">
                                          <p:val>
                                            <p:strVal val="ppt_y"/>
                                          </p:val>
                                        </p:tav>
                                        <p:tav tm="100000">
                                          <p:val>
                                            <p:strVal val="ppt_y+ppt_h"/>
                                          </p:val>
                                        </p:tav>
                                      </p:tavLst>
                                    </p:anim>
                                    <p:animScale>
                                      <p:cBhvr>
                                        <p:cTn id="457" dur="26">
                                          <p:stCondLst>
                                            <p:cond delay="620"/>
                                          </p:stCondLst>
                                        </p:cTn>
                                        <p:tgtEl>
                                          <p:spTgt spid="183"/>
                                        </p:tgtEl>
                                      </p:cBhvr>
                                      <p:to x="100000" y="60000"/>
                                    </p:animScale>
                                    <p:animScale>
                                      <p:cBhvr>
                                        <p:cTn id="458" dur="166" decel="50000">
                                          <p:stCondLst>
                                            <p:cond delay="646"/>
                                          </p:stCondLst>
                                        </p:cTn>
                                        <p:tgtEl>
                                          <p:spTgt spid="183"/>
                                        </p:tgtEl>
                                      </p:cBhvr>
                                      <p:to x="100000" y="100000"/>
                                    </p:animScale>
                                    <p:animScale>
                                      <p:cBhvr>
                                        <p:cTn id="459" dur="26">
                                          <p:stCondLst>
                                            <p:cond delay="1312"/>
                                          </p:stCondLst>
                                        </p:cTn>
                                        <p:tgtEl>
                                          <p:spTgt spid="183"/>
                                        </p:tgtEl>
                                      </p:cBhvr>
                                      <p:to x="100000" y="80000"/>
                                    </p:animScale>
                                    <p:animScale>
                                      <p:cBhvr>
                                        <p:cTn id="460" dur="166" decel="50000">
                                          <p:stCondLst>
                                            <p:cond delay="1338"/>
                                          </p:stCondLst>
                                        </p:cTn>
                                        <p:tgtEl>
                                          <p:spTgt spid="183"/>
                                        </p:tgtEl>
                                      </p:cBhvr>
                                      <p:to x="100000" y="100000"/>
                                    </p:animScale>
                                    <p:animScale>
                                      <p:cBhvr>
                                        <p:cTn id="461" dur="26">
                                          <p:stCondLst>
                                            <p:cond delay="1642"/>
                                          </p:stCondLst>
                                        </p:cTn>
                                        <p:tgtEl>
                                          <p:spTgt spid="183"/>
                                        </p:tgtEl>
                                      </p:cBhvr>
                                      <p:to x="100000" y="90000"/>
                                    </p:animScale>
                                    <p:animScale>
                                      <p:cBhvr>
                                        <p:cTn id="462" dur="166" decel="50000">
                                          <p:stCondLst>
                                            <p:cond delay="1668"/>
                                          </p:stCondLst>
                                        </p:cTn>
                                        <p:tgtEl>
                                          <p:spTgt spid="183"/>
                                        </p:tgtEl>
                                      </p:cBhvr>
                                      <p:to x="100000" y="100000"/>
                                    </p:animScale>
                                    <p:animScale>
                                      <p:cBhvr>
                                        <p:cTn id="463" dur="26">
                                          <p:stCondLst>
                                            <p:cond delay="1808"/>
                                          </p:stCondLst>
                                        </p:cTn>
                                        <p:tgtEl>
                                          <p:spTgt spid="183"/>
                                        </p:tgtEl>
                                      </p:cBhvr>
                                      <p:to x="100000" y="95000"/>
                                    </p:animScale>
                                    <p:animScale>
                                      <p:cBhvr>
                                        <p:cTn id="464" dur="166" decel="50000">
                                          <p:stCondLst>
                                            <p:cond delay="1834"/>
                                          </p:stCondLst>
                                        </p:cTn>
                                        <p:tgtEl>
                                          <p:spTgt spid="183"/>
                                        </p:tgtEl>
                                      </p:cBhvr>
                                      <p:to x="100000" y="100000"/>
                                    </p:animScale>
                                    <p:set>
                                      <p:cBhvr>
                                        <p:cTn id="465" dur="1" fill="hold">
                                          <p:stCondLst>
                                            <p:cond delay="1999"/>
                                          </p:stCondLst>
                                        </p:cTn>
                                        <p:tgtEl>
                                          <p:spTgt spid="183"/>
                                        </p:tgtEl>
                                        <p:attrNameLst>
                                          <p:attrName>style.visibility</p:attrName>
                                        </p:attrNameLst>
                                      </p:cBhvr>
                                      <p:to>
                                        <p:strVal val="hidden"/>
                                      </p:to>
                                    </p:set>
                                  </p:childTnLst>
                                </p:cTn>
                              </p:par>
                            </p:childTnLst>
                          </p:cTn>
                        </p:par>
                        <p:par>
                          <p:cTn id="466" fill="hold">
                            <p:stCondLst>
                              <p:cond delay="2500"/>
                            </p:stCondLst>
                            <p:childTnLst>
                              <p:par>
                                <p:cTn id="467" presetID="22" presetClass="exit" presetSubtype="1" fill="hold" nodeType="afterEffect">
                                  <p:stCondLst>
                                    <p:cond delay="0"/>
                                  </p:stCondLst>
                                  <p:childTnLst>
                                    <p:animEffect transition="out" filter="wipe(up)">
                                      <p:cBhvr>
                                        <p:cTn id="468" dur="1000"/>
                                        <p:tgtEl>
                                          <p:spTgt spid="176"/>
                                        </p:tgtEl>
                                      </p:cBhvr>
                                    </p:animEffect>
                                    <p:set>
                                      <p:cBhvr>
                                        <p:cTn id="469" dur="1" fill="hold">
                                          <p:stCondLst>
                                            <p:cond delay="999"/>
                                          </p:stCondLst>
                                        </p:cTn>
                                        <p:tgtEl>
                                          <p:spTgt spid="176"/>
                                        </p:tgtEl>
                                        <p:attrNameLst>
                                          <p:attrName>style.visibility</p:attrName>
                                        </p:attrNameLst>
                                      </p:cBhvr>
                                      <p:to>
                                        <p:strVal val="hidden"/>
                                      </p:to>
                                    </p:set>
                                  </p:childTnLst>
                                </p:cTn>
                              </p:par>
                            </p:childTnLst>
                          </p:cTn>
                        </p:par>
                        <p:par>
                          <p:cTn id="470" fill="hold">
                            <p:stCondLst>
                              <p:cond delay="3500"/>
                            </p:stCondLst>
                            <p:childTnLst>
                              <p:par>
                                <p:cTn id="471" presetID="22" presetClass="entr" presetSubtype="8" fill="hold" nodeType="afterEffect">
                                  <p:stCondLst>
                                    <p:cond delay="0"/>
                                  </p:stCondLst>
                                  <p:childTnLst>
                                    <p:set>
                                      <p:cBhvr>
                                        <p:cTn id="472" dur="1" fill="hold">
                                          <p:stCondLst>
                                            <p:cond delay="0"/>
                                          </p:stCondLst>
                                        </p:cTn>
                                        <p:tgtEl>
                                          <p:spTgt spid="177"/>
                                        </p:tgtEl>
                                        <p:attrNameLst>
                                          <p:attrName>style.visibility</p:attrName>
                                        </p:attrNameLst>
                                      </p:cBhvr>
                                      <p:to>
                                        <p:strVal val="visible"/>
                                      </p:to>
                                    </p:set>
                                    <p:animEffect transition="in" filter="wipe(left)">
                                      <p:cBhvr>
                                        <p:cTn id="473" dur="1000"/>
                                        <p:tgtEl>
                                          <p:spTgt spid="177"/>
                                        </p:tgtEl>
                                      </p:cBhvr>
                                    </p:animEffect>
                                  </p:childTnLst>
                                </p:cTn>
                              </p:par>
                            </p:childTnLst>
                          </p:cTn>
                        </p:par>
                      </p:childTnLst>
                    </p:cTn>
                  </p:par>
                  <p:par>
                    <p:cTn id="474" fill="hold">
                      <p:stCondLst>
                        <p:cond delay="indefinite"/>
                      </p:stCondLst>
                      <p:childTnLst>
                        <p:par>
                          <p:cTn id="475" fill="hold">
                            <p:stCondLst>
                              <p:cond delay="0"/>
                            </p:stCondLst>
                            <p:childTnLst>
                              <p:par>
                                <p:cTn id="476" presetID="22" presetClass="exit" presetSubtype="1" fill="hold" nodeType="clickEffect">
                                  <p:stCondLst>
                                    <p:cond delay="0"/>
                                  </p:stCondLst>
                                  <p:childTnLst>
                                    <p:animEffect transition="out" filter="wipe(up)">
                                      <p:cBhvr>
                                        <p:cTn id="477" dur="500"/>
                                        <p:tgtEl>
                                          <p:spTgt spid="177"/>
                                        </p:tgtEl>
                                      </p:cBhvr>
                                    </p:animEffect>
                                    <p:set>
                                      <p:cBhvr>
                                        <p:cTn id="478" dur="1" fill="hold">
                                          <p:stCondLst>
                                            <p:cond delay="499"/>
                                          </p:stCondLst>
                                        </p:cTn>
                                        <p:tgtEl>
                                          <p:spTgt spid="177"/>
                                        </p:tgtEl>
                                        <p:attrNameLst>
                                          <p:attrName>style.visibility</p:attrName>
                                        </p:attrNameLst>
                                      </p:cBhvr>
                                      <p:to>
                                        <p:strVal val="hidden"/>
                                      </p:to>
                                    </p:set>
                                  </p:childTnLst>
                                </p:cTn>
                              </p:par>
                            </p:childTnLst>
                          </p:cTn>
                        </p:par>
                        <p:par>
                          <p:cTn id="479" fill="hold">
                            <p:stCondLst>
                              <p:cond delay="500"/>
                            </p:stCondLst>
                            <p:childTnLst>
                              <p:par>
                                <p:cTn id="480" presetID="22" presetClass="entr" presetSubtype="8" fill="hold" nodeType="afterEffect">
                                  <p:stCondLst>
                                    <p:cond delay="0"/>
                                  </p:stCondLst>
                                  <p:childTnLst>
                                    <p:set>
                                      <p:cBhvr>
                                        <p:cTn id="481" dur="1" fill="hold">
                                          <p:stCondLst>
                                            <p:cond delay="0"/>
                                          </p:stCondLst>
                                        </p:cTn>
                                        <p:tgtEl>
                                          <p:spTgt spid="178"/>
                                        </p:tgtEl>
                                        <p:attrNameLst>
                                          <p:attrName>style.visibility</p:attrName>
                                        </p:attrNameLst>
                                      </p:cBhvr>
                                      <p:to>
                                        <p:strVal val="visible"/>
                                      </p:to>
                                    </p:set>
                                    <p:animEffect transition="in" filter="wipe(left)">
                                      <p:cBhvr>
                                        <p:cTn id="482" dur="1000"/>
                                        <p:tgtEl>
                                          <p:spTgt spid="178"/>
                                        </p:tgtEl>
                                      </p:cBhvr>
                                    </p:animEffect>
                                  </p:childTnLst>
                                </p:cTn>
                              </p:par>
                            </p:childTnLst>
                          </p:cTn>
                        </p:par>
                      </p:childTnLst>
                    </p:cTn>
                  </p:par>
                  <p:par>
                    <p:cTn id="483" fill="hold">
                      <p:stCondLst>
                        <p:cond delay="indefinite"/>
                      </p:stCondLst>
                      <p:childTnLst>
                        <p:par>
                          <p:cTn id="484" fill="hold">
                            <p:stCondLst>
                              <p:cond delay="0"/>
                            </p:stCondLst>
                            <p:childTnLst>
                              <p:par>
                                <p:cTn id="485" presetID="22" presetClass="exit" presetSubtype="1" fill="hold" nodeType="clickEffect">
                                  <p:stCondLst>
                                    <p:cond delay="0"/>
                                  </p:stCondLst>
                                  <p:childTnLst>
                                    <p:animEffect transition="out" filter="wipe(up)">
                                      <p:cBhvr>
                                        <p:cTn id="486" dur="500"/>
                                        <p:tgtEl>
                                          <p:spTgt spid="178"/>
                                        </p:tgtEl>
                                      </p:cBhvr>
                                    </p:animEffect>
                                    <p:set>
                                      <p:cBhvr>
                                        <p:cTn id="487" dur="1" fill="hold">
                                          <p:stCondLst>
                                            <p:cond delay="499"/>
                                          </p:stCondLst>
                                        </p:cTn>
                                        <p:tgtEl>
                                          <p:spTgt spid="178"/>
                                        </p:tgtEl>
                                        <p:attrNameLst>
                                          <p:attrName>style.visibility</p:attrName>
                                        </p:attrNameLst>
                                      </p:cBhvr>
                                      <p:to>
                                        <p:strVal val="hidden"/>
                                      </p:to>
                                    </p:set>
                                  </p:childTnLst>
                                </p:cTn>
                              </p:par>
                            </p:childTnLst>
                          </p:cTn>
                        </p:par>
                        <p:par>
                          <p:cTn id="488" fill="hold">
                            <p:stCondLst>
                              <p:cond delay="500"/>
                            </p:stCondLst>
                            <p:childTnLst>
                              <p:par>
                                <p:cTn id="489" presetID="22" presetClass="entr" presetSubtype="8" fill="hold" nodeType="afterEffect">
                                  <p:stCondLst>
                                    <p:cond delay="0"/>
                                  </p:stCondLst>
                                  <p:childTnLst>
                                    <p:set>
                                      <p:cBhvr>
                                        <p:cTn id="490" dur="1" fill="hold">
                                          <p:stCondLst>
                                            <p:cond delay="0"/>
                                          </p:stCondLst>
                                        </p:cTn>
                                        <p:tgtEl>
                                          <p:spTgt spid="181"/>
                                        </p:tgtEl>
                                        <p:attrNameLst>
                                          <p:attrName>style.visibility</p:attrName>
                                        </p:attrNameLst>
                                      </p:cBhvr>
                                      <p:to>
                                        <p:strVal val="visible"/>
                                      </p:to>
                                    </p:set>
                                    <p:animEffect transition="in" filter="wipe(left)">
                                      <p:cBhvr>
                                        <p:cTn id="491" dur="1000"/>
                                        <p:tgtEl>
                                          <p:spTgt spid="181"/>
                                        </p:tgtEl>
                                      </p:cBhvr>
                                    </p:animEffect>
                                  </p:childTnLst>
                                </p:cTn>
                              </p:par>
                            </p:childTnLst>
                          </p:cTn>
                        </p:par>
                      </p:childTnLst>
                    </p:cTn>
                  </p:par>
                  <p:par>
                    <p:cTn id="492" fill="hold">
                      <p:stCondLst>
                        <p:cond delay="indefinite"/>
                      </p:stCondLst>
                      <p:childTnLst>
                        <p:par>
                          <p:cTn id="493" fill="hold">
                            <p:stCondLst>
                              <p:cond delay="0"/>
                            </p:stCondLst>
                            <p:childTnLst>
                              <p:par>
                                <p:cTn id="494" presetID="42" presetClass="entr" presetSubtype="0" fill="hold" grpId="0" nodeType="clickEffect">
                                  <p:stCondLst>
                                    <p:cond delay="0"/>
                                  </p:stCondLst>
                                  <p:childTnLst>
                                    <p:set>
                                      <p:cBhvr>
                                        <p:cTn id="495" dur="1" fill="hold">
                                          <p:stCondLst>
                                            <p:cond delay="0"/>
                                          </p:stCondLst>
                                        </p:cTn>
                                        <p:tgtEl>
                                          <p:spTgt spid="69"/>
                                        </p:tgtEl>
                                        <p:attrNameLst>
                                          <p:attrName>style.visibility</p:attrName>
                                        </p:attrNameLst>
                                      </p:cBhvr>
                                      <p:to>
                                        <p:strVal val="visible"/>
                                      </p:to>
                                    </p:set>
                                    <p:animEffect transition="in" filter="fade">
                                      <p:cBhvr>
                                        <p:cTn id="496" dur="1000"/>
                                        <p:tgtEl>
                                          <p:spTgt spid="69"/>
                                        </p:tgtEl>
                                      </p:cBhvr>
                                    </p:animEffect>
                                    <p:anim calcmode="lin" valueType="num">
                                      <p:cBhvr>
                                        <p:cTn id="497" dur="1000" fill="hold"/>
                                        <p:tgtEl>
                                          <p:spTgt spid="69"/>
                                        </p:tgtEl>
                                        <p:attrNameLst>
                                          <p:attrName>ppt_x</p:attrName>
                                        </p:attrNameLst>
                                      </p:cBhvr>
                                      <p:tavLst>
                                        <p:tav tm="0">
                                          <p:val>
                                            <p:strVal val="#ppt_x"/>
                                          </p:val>
                                        </p:tav>
                                        <p:tav tm="100000">
                                          <p:val>
                                            <p:strVal val="#ppt_x"/>
                                          </p:val>
                                        </p:tav>
                                      </p:tavLst>
                                    </p:anim>
                                    <p:anim calcmode="lin" valueType="num">
                                      <p:cBhvr>
                                        <p:cTn id="498" dur="1000" fill="hold"/>
                                        <p:tgtEl>
                                          <p:spTgt spid="69"/>
                                        </p:tgtEl>
                                        <p:attrNameLst>
                                          <p:attrName>ppt_y</p:attrName>
                                        </p:attrNameLst>
                                      </p:cBhvr>
                                      <p:tavLst>
                                        <p:tav tm="0">
                                          <p:val>
                                            <p:strVal val="#ppt_y+.1"/>
                                          </p:val>
                                        </p:tav>
                                        <p:tav tm="100000">
                                          <p:val>
                                            <p:strVal val="#ppt_y"/>
                                          </p:val>
                                        </p:tav>
                                      </p:tavLst>
                                    </p:anim>
                                  </p:childTnLst>
                                </p:cTn>
                              </p:par>
                              <p:par>
                                <p:cTn id="499" presetID="10" presetClass="exit" presetSubtype="0" fill="hold" grpId="1" nodeType="withEffect">
                                  <p:stCondLst>
                                    <p:cond delay="500"/>
                                  </p:stCondLst>
                                  <p:childTnLst>
                                    <p:animEffect transition="out" filter="fade">
                                      <p:cBhvr>
                                        <p:cTn id="500" dur="500"/>
                                        <p:tgtEl>
                                          <p:spTgt spid="93"/>
                                        </p:tgtEl>
                                      </p:cBhvr>
                                    </p:animEffect>
                                    <p:set>
                                      <p:cBhvr>
                                        <p:cTn id="501" dur="1" fill="hold">
                                          <p:stCondLst>
                                            <p:cond delay="499"/>
                                          </p:stCondLst>
                                        </p:cTn>
                                        <p:tgtEl>
                                          <p:spTgt spid="93"/>
                                        </p:tgtEl>
                                        <p:attrNameLst>
                                          <p:attrName>style.visibility</p:attrName>
                                        </p:attrNameLst>
                                      </p:cBhvr>
                                      <p:to>
                                        <p:strVal val="hidden"/>
                                      </p:to>
                                    </p:set>
                                  </p:childTnLst>
                                </p:cTn>
                              </p:par>
                            </p:childTnLst>
                          </p:cTn>
                        </p:par>
                      </p:childTnLst>
                    </p:cTn>
                  </p:par>
                  <p:par>
                    <p:cTn id="502" fill="hold">
                      <p:stCondLst>
                        <p:cond delay="indefinite"/>
                      </p:stCondLst>
                      <p:childTnLst>
                        <p:par>
                          <p:cTn id="503" fill="hold">
                            <p:stCondLst>
                              <p:cond delay="0"/>
                            </p:stCondLst>
                            <p:childTnLst>
                              <p:par>
                                <p:cTn id="504" presetID="22" presetClass="exit" presetSubtype="1" fill="hold" nodeType="clickEffect">
                                  <p:stCondLst>
                                    <p:cond delay="0"/>
                                  </p:stCondLst>
                                  <p:childTnLst>
                                    <p:animEffect transition="out" filter="wipe(up)">
                                      <p:cBhvr>
                                        <p:cTn id="505" dur="500"/>
                                        <p:tgtEl>
                                          <p:spTgt spid="181"/>
                                        </p:tgtEl>
                                      </p:cBhvr>
                                    </p:animEffect>
                                    <p:set>
                                      <p:cBhvr>
                                        <p:cTn id="506" dur="1" fill="hold">
                                          <p:stCondLst>
                                            <p:cond delay="499"/>
                                          </p:stCondLst>
                                        </p:cTn>
                                        <p:tgtEl>
                                          <p:spTgt spid="181"/>
                                        </p:tgtEl>
                                        <p:attrNameLst>
                                          <p:attrName>style.visibility</p:attrName>
                                        </p:attrNameLst>
                                      </p:cBhvr>
                                      <p:to>
                                        <p:strVal val="hidden"/>
                                      </p:to>
                                    </p:set>
                                  </p:childTnLst>
                                </p:cTn>
                              </p:par>
                            </p:childTnLst>
                          </p:cTn>
                        </p:par>
                        <p:par>
                          <p:cTn id="507" fill="hold">
                            <p:stCondLst>
                              <p:cond delay="500"/>
                            </p:stCondLst>
                            <p:childTnLst>
                              <p:par>
                                <p:cTn id="508" presetID="22" presetClass="entr" presetSubtype="8" fill="hold" nodeType="afterEffect">
                                  <p:stCondLst>
                                    <p:cond delay="0"/>
                                  </p:stCondLst>
                                  <p:childTnLst>
                                    <p:set>
                                      <p:cBhvr>
                                        <p:cTn id="509" dur="1" fill="hold">
                                          <p:stCondLst>
                                            <p:cond delay="0"/>
                                          </p:stCondLst>
                                        </p:cTn>
                                        <p:tgtEl>
                                          <p:spTgt spid="182"/>
                                        </p:tgtEl>
                                        <p:attrNameLst>
                                          <p:attrName>style.visibility</p:attrName>
                                        </p:attrNameLst>
                                      </p:cBhvr>
                                      <p:to>
                                        <p:strVal val="visible"/>
                                      </p:to>
                                    </p:set>
                                    <p:animEffect transition="in" filter="wipe(left)">
                                      <p:cBhvr>
                                        <p:cTn id="510" dur="1000"/>
                                        <p:tgtEl>
                                          <p:spTgt spid="182"/>
                                        </p:tgtEl>
                                      </p:cBhvr>
                                    </p:animEffect>
                                  </p:childTnLst>
                                </p:cTn>
                              </p:par>
                              <p:par>
                                <p:cTn id="511" presetID="10" presetClass="exit" presetSubtype="0" fill="hold" grpId="0" nodeType="withEffect">
                                  <p:stCondLst>
                                    <p:cond delay="0"/>
                                  </p:stCondLst>
                                  <p:childTnLst>
                                    <p:animEffect transition="out" filter="fade">
                                      <p:cBhvr>
                                        <p:cTn id="512" dur="500"/>
                                        <p:tgtEl>
                                          <p:spTgt spid="80"/>
                                        </p:tgtEl>
                                      </p:cBhvr>
                                    </p:animEffect>
                                    <p:set>
                                      <p:cBhvr>
                                        <p:cTn id="513" dur="1" fill="hold">
                                          <p:stCondLst>
                                            <p:cond delay="499"/>
                                          </p:stCondLst>
                                        </p:cTn>
                                        <p:tgtEl>
                                          <p:spTgt spid="80"/>
                                        </p:tgtEl>
                                        <p:attrNameLst>
                                          <p:attrName>style.visibility</p:attrName>
                                        </p:attrNameLst>
                                      </p:cBhvr>
                                      <p:to>
                                        <p:strVal val="hidden"/>
                                      </p:to>
                                    </p:set>
                                  </p:childTnLst>
                                </p:cTn>
                              </p:par>
                            </p:childTnLst>
                          </p:cTn>
                        </p:par>
                        <p:par>
                          <p:cTn id="514" fill="hold">
                            <p:stCondLst>
                              <p:cond delay="1500"/>
                            </p:stCondLst>
                            <p:childTnLst>
                              <p:par>
                                <p:cTn id="515" presetID="22" presetClass="entr" presetSubtype="4" fill="hold" grpId="0" nodeType="afterEffect">
                                  <p:stCondLst>
                                    <p:cond delay="0"/>
                                  </p:stCondLst>
                                  <p:childTnLst>
                                    <p:set>
                                      <p:cBhvr>
                                        <p:cTn id="516" dur="1" fill="hold">
                                          <p:stCondLst>
                                            <p:cond delay="0"/>
                                          </p:stCondLst>
                                        </p:cTn>
                                        <p:tgtEl>
                                          <p:spTgt spid="72"/>
                                        </p:tgtEl>
                                        <p:attrNameLst>
                                          <p:attrName>style.visibility</p:attrName>
                                        </p:attrNameLst>
                                      </p:cBhvr>
                                      <p:to>
                                        <p:strVal val="visible"/>
                                      </p:to>
                                    </p:set>
                                    <p:animEffect transition="in" filter="wipe(down)">
                                      <p:cBhvr>
                                        <p:cTn id="517" dur="1000"/>
                                        <p:tgtEl>
                                          <p:spTgt spid="72"/>
                                        </p:tgtEl>
                                      </p:cBhvr>
                                    </p:animEffect>
                                  </p:childTnLst>
                                </p:cTn>
                              </p:par>
                            </p:childTnLst>
                          </p:cTn>
                        </p:par>
                      </p:childTnLst>
                    </p:cTn>
                  </p:par>
                  <p:par>
                    <p:cTn id="518" fill="hold">
                      <p:stCondLst>
                        <p:cond delay="indefinite"/>
                      </p:stCondLst>
                      <p:childTnLst>
                        <p:par>
                          <p:cTn id="519" fill="hold">
                            <p:stCondLst>
                              <p:cond delay="0"/>
                            </p:stCondLst>
                            <p:childTnLst>
                              <p:par>
                                <p:cTn id="520" presetID="22" presetClass="exit" presetSubtype="1" fill="hold" nodeType="clickEffect">
                                  <p:stCondLst>
                                    <p:cond delay="0"/>
                                  </p:stCondLst>
                                  <p:childTnLst>
                                    <p:animEffect transition="out" filter="wipe(up)">
                                      <p:cBhvr>
                                        <p:cTn id="521" dur="500"/>
                                        <p:tgtEl>
                                          <p:spTgt spid="182"/>
                                        </p:tgtEl>
                                      </p:cBhvr>
                                    </p:animEffect>
                                    <p:set>
                                      <p:cBhvr>
                                        <p:cTn id="522" dur="1" fill="hold">
                                          <p:stCondLst>
                                            <p:cond delay="499"/>
                                          </p:stCondLst>
                                        </p:cTn>
                                        <p:tgtEl>
                                          <p:spTgt spid="182"/>
                                        </p:tgtEl>
                                        <p:attrNameLst>
                                          <p:attrName>style.visibility</p:attrName>
                                        </p:attrNameLst>
                                      </p:cBhvr>
                                      <p:to>
                                        <p:strVal val="hidden"/>
                                      </p:to>
                                    </p:set>
                                  </p:childTnLst>
                                </p:cTn>
                              </p:par>
                            </p:childTnLst>
                          </p:cTn>
                        </p:par>
                        <p:par>
                          <p:cTn id="523" fill="hold">
                            <p:stCondLst>
                              <p:cond delay="500"/>
                            </p:stCondLst>
                            <p:childTnLst>
                              <p:par>
                                <p:cTn id="524" presetID="22" presetClass="entr" presetSubtype="8" fill="hold" nodeType="afterEffect">
                                  <p:stCondLst>
                                    <p:cond delay="0"/>
                                  </p:stCondLst>
                                  <p:childTnLst>
                                    <p:set>
                                      <p:cBhvr>
                                        <p:cTn id="525" dur="1" fill="hold">
                                          <p:stCondLst>
                                            <p:cond delay="0"/>
                                          </p:stCondLst>
                                        </p:cTn>
                                        <p:tgtEl>
                                          <p:spTgt spid="179"/>
                                        </p:tgtEl>
                                        <p:attrNameLst>
                                          <p:attrName>style.visibility</p:attrName>
                                        </p:attrNameLst>
                                      </p:cBhvr>
                                      <p:to>
                                        <p:strVal val="visible"/>
                                      </p:to>
                                    </p:set>
                                    <p:animEffect transition="in" filter="wipe(left)">
                                      <p:cBhvr>
                                        <p:cTn id="526" dur="1000"/>
                                        <p:tgtEl>
                                          <p:spTgt spid="179"/>
                                        </p:tgtEl>
                                      </p:cBhvr>
                                    </p:animEffect>
                                  </p:childTnLst>
                                </p:cTn>
                              </p:par>
                            </p:childTnLst>
                          </p:cTn>
                        </p:par>
                        <p:par>
                          <p:cTn id="527" fill="hold">
                            <p:stCondLst>
                              <p:cond delay="1500"/>
                            </p:stCondLst>
                            <p:childTnLst>
                              <p:par>
                                <p:cTn id="528" presetID="64" presetClass="path" presetSubtype="0" accel="50000" decel="50000" fill="hold" nodeType="afterEffect">
                                  <p:stCondLst>
                                    <p:cond delay="0"/>
                                  </p:stCondLst>
                                  <p:childTnLst>
                                    <p:animMotion origin="layout" path="M -0.09766 0.2544 L -0.0625 0.17222 " pathEditMode="relative" rAng="0" ptsTypes="AA">
                                      <p:cBhvr>
                                        <p:cTn id="529" dur="1500" fill="hold"/>
                                        <p:tgtEl>
                                          <p:spTgt spid="99"/>
                                        </p:tgtEl>
                                        <p:attrNameLst>
                                          <p:attrName>ppt_x</p:attrName>
                                          <p:attrName>ppt_y</p:attrName>
                                        </p:attrNameLst>
                                      </p:cBhvr>
                                      <p:rCtr x="1758" y="-4120"/>
                                    </p:animMotion>
                                  </p:childTnLst>
                                </p:cTn>
                              </p:par>
                            </p:childTnLst>
                          </p:cTn>
                        </p:par>
                      </p:childTnLst>
                    </p:cTn>
                  </p:par>
                  <p:par>
                    <p:cTn id="530" fill="hold">
                      <p:stCondLst>
                        <p:cond delay="indefinite"/>
                      </p:stCondLst>
                      <p:childTnLst>
                        <p:par>
                          <p:cTn id="531" fill="hold">
                            <p:stCondLst>
                              <p:cond delay="0"/>
                            </p:stCondLst>
                            <p:childTnLst>
                              <p:par>
                                <p:cTn id="532" presetID="22" presetClass="exit" presetSubtype="1" fill="hold" nodeType="clickEffect">
                                  <p:stCondLst>
                                    <p:cond delay="0"/>
                                  </p:stCondLst>
                                  <p:childTnLst>
                                    <p:animEffect transition="out" filter="wipe(up)">
                                      <p:cBhvr>
                                        <p:cTn id="533" dur="500"/>
                                        <p:tgtEl>
                                          <p:spTgt spid="179"/>
                                        </p:tgtEl>
                                      </p:cBhvr>
                                    </p:animEffect>
                                    <p:set>
                                      <p:cBhvr>
                                        <p:cTn id="534" dur="1" fill="hold">
                                          <p:stCondLst>
                                            <p:cond delay="499"/>
                                          </p:stCondLst>
                                        </p:cTn>
                                        <p:tgtEl>
                                          <p:spTgt spid="179"/>
                                        </p:tgtEl>
                                        <p:attrNameLst>
                                          <p:attrName>style.visibility</p:attrName>
                                        </p:attrNameLst>
                                      </p:cBhvr>
                                      <p:to>
                                        <p:strVal val="hidden"/>
                                      </p:to>
                                    </p:set>
                                  </p:childTnLst>
                                </p:cTn>
                              </p:par>
                            </p:childTnLst>
                          </p:cTn>
                        </p:par>
                        <p:par>
                          <p:cTn id="535" fill="hold">
                            <p:stCondLst>
                              <p:cond delay="500"/>
                            </p:stCondLst>
                            <p:childTnLst>
                              <p:par>
                                <p:cTn id="536" presetID="22" presetClass="entr" presetSubtype="8" fill="hold" nodeType="afterEffect">
                                  <p:stCondLst>
                                    <p:cond delay="0"/>
                                  </p:stCondLst>
                                  <p:childTnLst>
                                    <p:set>
                                      <p:cBhvr>
                                        <p:cTn id="537" dur="1" fill="hold">
                                          <p:stCondLst>
                                            <p:cond delay="0"/>
                                          </p:stCondLst>
                                        </p:cTn>
                                        <p:tgtEl>
                                          <p:spTgt spid="180"/>
                                        </p:tgtEl>
                                        <p:attrNameLst>
                                          <p:attrName>style.visibility</p:attrName>
                                        </p:attrNameLst>
                                      </p:cBhvr>
                                      <p:to>
                                        <p:strVal val="visible"/>
                                      </p:to>
                                    </p:set>
                                    <p:animEffect transition="in" filter="wipe(left)">
                                      <p:cBhvr>
                                        <p:cTn id="538" dur="1000"/>
                                        <p:tgtEl>
                                          <p:spTgt spid="180"/>
                                        </p:tgtEl>
                                      </p:cBhvr>
                                    </p:animEffect>
                                  </p:childTnLst>
                                </p:cTn>
                              </p:par>
                            </p:childTnLst>
                          </p:cTn>
                        </p:par>
                      </p:childTnLst>
                    </p:cTn>
                  </p:par>
                  <p:par>
                    <p:cTn id="539" fill="hold">
                      <p:stCondLst>
                        <p:cond delay="indefinite"/>
                      </p:stCondLst>
                      <p:childTnLst>
                        <p:par>
                          <p:cTn id="540" fill="hold">
                            <p:stCondLst>
                              <p:cond delay="0"/>
                            </p:stCondLst>
                            <p:childTnLst>
                              <p:par>
                                <p:cTn id="541" presetID="6" presetClass="emph" presetSubtype="0" autoRev="1" fill="hold" nodeType="clickEffect">
                                  <p:stCondLst>
                                    <p:cond delay="0"/>
                                  </p:stCondLst>
                                  <p:childTnLst>
                                    <p:animScale>
                                      <p:cBhvr>
                                        <p:cTn id="542" dur="500" fill="hold"/>
                                        <p:tgtEl>
                                          <p:spTgt spid="99"/>
                                        </p:tgtEl>
                                      </p:cBhvr>
                                      <p:by x="150000" y="150000"/>
                                    </p:animScale>
                                  </p:childTnLst>
                                </p:cTn>
                              </p:par>
                            </p:childTnLst>
                          </p:cTn>
                        </p:par>
                        <p:par>
                          <p:cTn id="543" fill="hold">
                            <p:stCondLst>
                              <p:cond delay="1000"/>
                            </p:stCondLst>
                            <p:childTnLst>
                              <p:par>
                                <p:cTn id="544" presetID="22" presetClass="entr" presetSubtype="8" fill="hold" nodeType="afterEffect">
                                  <p:stCondLst>
                                    <p:cond delay="0"/>
                                  </p:stCondLst>
                                  <p:childTnLst>
                                    <p:set>
                                      <p:cBhvr>
                                        <p:cTn id="545" dur="1" fill="hold">
                                          <p:stCondLst>
                                            <p:cond delay="0"/>
                                          </p:stCondLst>
                                        </p:cTn>
                                        <p:tgtEl>
                                          <p:spTgt spid="124"/>
                                        </p:tgtEl>
                                        <p:attrNameLst>
                                          <p:attrName>style.visibility</p:attrName>
                                        </p:attrNameLst>
                                      </p:cBhvr>
                                      <p:to>
                                        <p:strVal val="visible"/>
                                      </p:to>
                                    </p:set>
                                    <p:animEffect transition="in" filter="wipe(left)">
                                      <p:cBhvr>
                                        <p:cTn id="546" dur="1000"/>
                                        <p:tgtEl>
                                          <p:spTgt spid="124"/>
                                        </p:tgtEl>
                                      </p:cBhvr>
                                    </p:animEffect>
                                  </p:childTnLst>
                                </p:cTn>
                              </p:par>
                              <p:par>
                                <p:cTn id="547" presetID="22" presetClass="entr" presetSubtype="1" fill="hold" grpId="0" nodeType="withEffect">
                                  <p:stCondLst>
                                    <p:cond delay="0"/>
                                  </p:stCondLst>
                                  <p:childTnLst>
                                    <p:set>
                                      <p:cBhvr>
                                        <p:cTn id="548" dur="1" fill="hold">
                                          <p:stCondLst>
                                            <p:cond delay="0"/>
                                          </p:stCondLst>
                                        </p:cTn>
                                        <p:tgtEl>
                                          <p:spTgt spid="198"/>
                                        </p:tgtEl>
                                        <p:attrNameLst>
                                          <p:attrName>style.visibility</p:attrName>
                                        </p:attrNameLst>
                                      </p:cBhvr>
                                      <p:to>
                                        <p:strVal val="visible"/>
                                      </p:to>
                                    </p:set>
                                    <p:animEffect transition="in" filter="wipe(up)">
                                      <p:cBhvr>
                                        <p:cTn id="549" dur="1000"/>
                                        <p:tgtEl>
                                          <p:spTgt spid="198"/>
                                        </p:tgtEl>
                                      </p:cBhvr>
                                    </p:animEffect>
                                  </p:childTnLst>
                                </p:cTn>
                              </p:par>
                            </p:childTnLst>
                          </p:cTn>
                        </p:par>
                        <p:par>
                          <p:cTn id="550" fill="hold">
                            <p:stCondLst>
                              <p:cond delay="2000"/>
                            </p:stCondLst>
                            <p:childTnLst>
                              <p:par>
                                <p:cTn id="551" presetID="22" presetClass="entr" presetSubtype="8" fill="hold" nodeType="afterEffect">
                                  <p:stCondLst>
                                    <p:cond delay="0"/>
                                  </p:stCondLst>
                                  <p:childTnLst>
                                    <p:set>
                                      <p:cBhvr>
                                        <p:cTn id="552" dur="1" fill="hold">
                                          <p:stCondLst>
                                            <p:cond delay="0"/>
                                          </p:stCondLst>
                                        </p:cTn>
                                        <p:tgtEl>
                                          <p:spTgt spid="199"/>
                                        </p:tgtEl>
                                        <p:attrNameLst>
                                          <p:attrName>style.visibility</p:attrName>
                                        </p:attrNameLst>
                                      </p:cBhvr>
                                      <p:to>
                                        <p:strVal val="visible"/>
                                      </p:to>
                                    </p:set>
                                    <p:animEffect transition="in" filter="wipe(left)">
                                      <p:cBhvr>
                                        <p:cTn id="553" dur="1000"/>
                                        <p:tgtEl>
                                          <p:spTgt spid="199"/>
                                        </p:tgtEl>
                                      </p:cBhvr>
                                    </p:animEffect>
                                  </p:childTnLst>
                                </p:cTn>
                              </p:par>
                            </p:childTnLst>
                          </p:cTn>
                        </p:par>
                      </p:childTnLst>
                    </p:cTn>
                  </p:par>
                  <p:par>
                    <p:cTn id="554" fill="hold">
                      <p:stCondLst>
                        <p:cond delay="indefinite"/>
                      </p:stCondLst>
                      <p:childTnLst>
                        <p:par>
                          <p:cTn id="555" fill="hold">
                            <p:stCondLst>
                              <p:cond delay="0"/>
                            </p:stCondLst>
                            <p:childTnLst>
                              <p:par>
                                <p:cTn id="556" presetID="22" presetClass="exit" presetSubtype="1" fill="hold" nodeType="clickEffect">
                                  <p:stCondLst>
                                    <p:cond delay="0"/>
                                  </p:stCondLst>
                                  <p:childTnLst>
                                    <p:animEffect transition="out" filter="wipe(up)">
                                      <p:cBhvr>
                                        <p:cTn id="557" dur="500"/>
                                        <p:tgtEl>
                                          <p:spTgt spid="199"/>
                                        </p:tgtEl>
                                      </p:cBhvr>
                                    </p:animEffect>
                                    <p:set>
                                      <p:cBhvr>
                                        <p:cTn id="558" dur="1" fill="hold">
                                          <p:stCondLst>
                                            <p:cond delay="499"/>
                                          </p:stCondLst>
                                        </p:cTn>
                                        <p:tgtEl>
                                          <p:spTgt spid="199"/>
                                        </p:tgtEl>
                                        <p:attrNameLst>
                                          <p:attrName>style.visibility</p:attrName>
                                        </p:attrNameLst>
                                      </p:cBhvr>
                                      <p:to>
                                        <p:strVal val="hidden"/>
                                      </p:to>
                                    </p:set>
                                  </p:childTnLst>
                                </p:cTn>
                              </p:par>
                            </p:childTnLst>
                          </p:cTn>
                        </p:par>
                        <p:par>
                          <p:cTn id="559" fill="hold">
                            <p:stCondLst>
                              <p:cond delay="500"/>
                            </p:stCondLst>
                            <p:childTnLst>
                              <p:par>
                                <p:cTn id="560" presetID="22" presetClass="entr" presetSubtype="8" fill="hold" nodeType="afterEffect">
                                  <p:stCondLst>
                                    <p:cond delay="0"/>
                                  </p:stCondLst>
                                  <p:childTnLst>
                                    <p:set>
                                      <p:cBhvr>
                                        <p:cTn id="561" dur="1" fill="hold">
                                          <p:stCondLst>
                                            <p:cond delay="0"/>
                                          </p:stCondLst>
                                        </p:cTn>
                                        <p:tgtEl>
                                          <p:spTgt spid="200"/>
                                        </p:tgtEl>
                                        <p:attrNameLst>
                                          <p:attrName>style.visibility</p:attrName>
                                        </p:attrNameLst>
                                      </p:cBhvr>
                                      <p:to>
                                        <p:strVal val="visible"/>
                                      </p:to>
                                    </p:set>
                                    <p:animEffect transition="in" filter="wipe(left)">
                                      <p:cBhvr>
                                        <p:cTn id="562" dur="1000"/>
                                        <p:tgtEl>
                                          <p:spTgt spid="200"/>
                                        </p:tgtEl>
                                      </p:cBhvr>
                                    </p:animEffect>
                                  </p:childTnLst>
                                </p:cTn>
                              </p:par>
                            </p:childTnLst>
                          </p:cTn>
                        </p:par>
                      </p:childTnLst>
                    </p:cTn>
                  </p:par>
                  <p:par>
                    <p:cTn id="563" fill="hold">
                      <p:stCondLst>
                        <p:cond delay="indefinite"/>
                      </p:stCondLst>
                      <p:childTnLst>
                        <p:par>
                          <p:cTn id="564" fill="hold">
                            <p:stCondLst>
                              <p:cond delay="0"/>
                            </p:stCondLst>
                            <p:childTnLst>
                              <p:par>
                                <p:cTn id="565" presetID="6" presetClass="emph" presetSubtype="0" autoRev="1" fill="hold" nodeType="clickEffect">
                                  <p:stCondLst>
                                    <p:cond delay="0"/>
                                  </p:stCondLst>
                                  <p:childTnLst>
                                    <p:animScale>
                                      <p:cBhvr>
                                        <p:cTn id="566" dur="500" fill="hold"/>
                                        <p:tgtEl>
                                          <p:spTgt spid="99"/>
                                        </p:tgtEl>
                                      </p:cBhvr>
                                      <p:by x="150000" y="150000"/>
                                    </p:animScale>
                                  </p:childTnLst>
                                </p:cTn>
                              </p:par>
                            </p:childTnLst>
                          </p:cTn>
                        </p:par>
                        <p:par>
                          <p:cTn id="567" fill="hold">
                            <p:stCondLst>
                              <p:cond delay="1000"/>
                            </p:stCondLst>
                            <p:childTnLst>
                              <p:par>
                                <p:cTn id="568" presetID="22" presetClass="entr" presetSubtype="8" fill="hold" nodeType="afterEffect">
                                  <p:stCondLst>
                                    <p:cond delay="0"/>
                                  </p:stCondLst>
                                  <p:childTnLst>
                                    <p:set>
                                      <p:cBhvr>
                                        <p:cTn id="569" dur="1" fill="hold">
                                          <p:stCondLst>
                                            <p:cond delay="0"/>
                                          </p:stCondLst>
                                        </p:cTn>
                                        <p:tgtEl>
                                          <p:spTgt spid="127"/>
                                        </p:tgtEl>
                                        <p:attrNameLst>
                                          <p:attrName>style.visibility</p:attrName>
                                        </p:attrNameLst>
                                      </p:cBhvr>
                                      <p:to>
                                        <p:strVal val="visible"/>
                                      </p:to>
                                    </p:set>
                                    <p:animEffect transition="in" filter="wipe(left)">
                                      <p:cBhvr>
                                        <p:cTn id="570" dur="1000"/>
                                        <p:tgtEl>
                                          <p:spTgt spid="127"/>
                                        </p:tgtEl>
                                      </p:cBhvr>
                                    </p:animEffect>
                                  </p:childTnLst>
                                </p:cTn>
                              </p:par>
                              <p:par>
                                <p:cTn id="571" presetID="22" presetClass="entr" presetSubtype="1" fill="hold" grpId="0" nodeType="withEffect">
                                  <p:stCondLst>
                                    <p:cond delay="0"/>
                                  </p:stCondLst>
                                  <p:childTnLst>
                                    <p:set>
                                      <p:cBhvr>
                                        <p:cTn id="572" dur="1" fill="hold">
                                          <p:stCondLst>
                                            <p:cond delay="0"/>
                                          </p:stCondLst>
                                        </p:cTn>
                                        <p:tgtEl>
                                          <p:spTgt spid="207"/>
                                        </p:tgtEl>
                                        <p:attrNameLst>
                                          <p:attrName>style.visibility</p:attrName>
                                        </p:attrNameLst>
                                      </p:cBhvr>
                                      <p:to>
                                        <p:strVal val="visible"/>
                                      </p:to>
                                    </p:set>
                                    <p:animEffect transition="in" filter="wipe(up)">
                                      <p:cBhvr>
                                        <p:cTn id="573" dur="1000"/>
                                        <p:tgtEl>
                                          <p:spTgt spid="207"/>
                                        </p:tgtEl>
                                      </p:cBhvr>
                                    </p:animEffect>
                                  </p:childTnLst>
                                </p:cTn>
                              </p:par>
                            </p:childTnLst>
                          </p:cTn>
                        </p:par>
                        <p:par>
                          <p:cTn id="574" fill="hold">
                            <p:stCondLst>
                              <p:cond delay="2000"/>
                            </p:stCondLst>
                            <p:childTnLst>
                              <p:par>
                                <p:cTn id="575" presetID="22" presetClass="entr" presetSubtype="8" fill="hold" nodeType="afterEffect">
                                  <p:stCondLst>
                                    <p:cond delay="0"/>
                                  </p:stCondLst>
                                  <p:childTnLst>
                                    <p:set>
                                      <p:cBhvr>
                                        <p:cTn id="576" dur="1" fill="hold">
                                          <p:stCondLst>
                                            <p:cond delay="0"/>
                                          </p:stCondLst>
                                        </p:cTn>
                                        <p:tgtEl>
                                          <p:spTgt spid="208"/>
                                        </p:tgtEl>
                                        <p:attrNameLst>
                                          <p:attrName>style.visibility</p:attrName>
                                        </p:attrNameLst>
                                      </p:cBhvr>
                                      <p:to>
                                        <p:strVal val="visible"/>
                                      </p:to>
                                    </p:set>
                                    <p:animEffect transition="in" filter="wipe(left)">
                                      <p:cBhvr>
                                        <p:cTn id="577" dur="1000"/>
                                        <p:tgtEl>
                                          <p:spTgt spid="208"/>
                                        </p:tgtEl>
                                      </p:cBhvr>
                                    </p:animEffect>
                                  </p:childTnLst>
                                </p:cTn>
                              </p:par>
                            </p:childTnLst>
                          </p:cTn>
                        </p:par>
                      </p:childTnLst>
                    </p:cTn>
                  </p:par>
                  <p:par>
                    <p:cTn id="578" fill="hold">
                      <p:stCondLst>
                        <p:cond delay="indefinite"/>
                      </p:stCondLst>
                      <p:childTnLst>
                        <p:par>
                          <p:cTn id="579" fill="hold">
                            <p:stCondLst>
                              <p:cond delay="0"/>
                            </p:stCondLst>
                            <p:childTnLst>
                              <p:par>
                                <p:cTn id="580" presetID="22" presetClass="exit" presetSubtype="1" fill="hold" nodeType="clickEffect">
                                  <p:stCondLst>
                                    <p:cond delay="0"/>
                                  </p:stCondLst>
                                  <p:childTnLst>
                                    <p:animEffect transition="out" filter="wipe(up)">
                                      <p:cBhvr>
                                        <p:cTn id="581" dur="500"/>
                                        <p:tgtEl>
                                          <p:spTgt spid="208"/>
                                        </p:tgtEl>
                                      </p:cBhvr>
                                    </p:animEffect>
                                    <p:set>
                                      <p:cBhvr>
                                        <p:cTn id="582" dur="1" fill="hold">
                                          <p:stCondLst>
                                            <p:cond delay="499"/>
                                          </p:stCondLst>
                                        </p:cTn>
                                        <p:tgtEl>
                                          <p:spTgt spid="208"/>
                                        </p:tgtEl>
                                        <p:attrNameLst>
                                          <p:attrName>style.visibility</p:attrName>
                                        </p:attrNameLst>
                                      </p:cBhvr>
                                      <p:to>
                                        <p:strVal val="hidden"/>
                                      </p:to>
                                    </p:set>
                                  </p:childTnLst>
                                </p:cTn>
                              </p:par>
                            </p:childTnLst>
                          </p:cTn>
                        </p:par>
                        <p:par>
                          <p:cTn id="583" fill="hold">
                            <p:stCondLst>
                              <p:cond delay="500"/>
                            </p:stCondLst>
                            <p:childTnLst>
                              <p:par>
                                <p:cTn id="584" presetID="47" presetClass="exit" presetSubtype="0" fill="hold" nodeType="afterEffect">
                                  <p:stCondLst>
                                    <p:cond delay="0"/>
                                  </p:stCondLst>
                                  <p:childTnLst>
                                    <p:animEffect transition="out" filter="fade">
                                      <p:cBhvr>
                                        <p:cTn id="585" dur="1000"/>
                                        <p:tgtEl>
                                          <p:spTgt spid="127"/>
                                        </p:tgtEl>
                                      </p:cBhvr>
                                    </p:animEffect>
                                    <p:anim calcmode="lin" valueType="num">
                                      <p:cBhvr>
                                        <p:cTn id="586" dur="1000"/>
                                        <p:tgtEl>
                                          <p:spTgt spid="127"/>
                                        </p:tgtEl>
                                        <p:attrNameLst>
                                          <p:attrName>ppt_x</p:attrName>
                                        </p:attrNameLst>
                                      </p:cBhvr>
                                      <p:tavLst>
                                        <p:tav tm="0">
                                          <p:val>
                                            <p:strVal val="ppt_x"/>
                                          </p:val>
                                        </p:tav>
                                        <p:tav tm="100000">
                                          <p:val>
                                            <p:strVal val="ppt_x"/>
                                          </p:val>
                                        </p:tav>
                                      </p:tavLst>
                                    </p:anim>
                                    <p:anim calcmode="lin" valueType="num">
                                      <p:cBhvr>
                                        <p:cTn id="587" dur="1000"/>
                                        <p:tgtEl>
                                          <p:spTgt spid="127"/>
                                        </p:tgtEl>
                                        <p:attrNameLst>
                                          <p:attrName>ppt_y</p:attrName>
                                        </p:attrNameLst>
                                      </p:cBhvr>
                                      <p:tavLst>
                                        <p:tav tm="0">
                                          <p:val>
                                            <p:strVal val="ppt_y"/>
                                          </p:val>
                                        </p:tav>
                                        <p:tav tm="100000">
                                          <p:val>
                                            <p:strVal val="ppt_y-.1"/>
                                          </p:val>
                                        </p:tav>
                                      </p:tavLst>
                                    </p:anim>
                                    <p:set>
                                      <p:cBhvr>
                                        <p:cTn id="588" dur="1" fill="hold">
                                          <p:stCondLst>
                                            <p:cond delay="999"/>
                                          </p:stCondLst>
                                        </p:cTn>
                                        <p:tgtEl>
                                          <p:spTgt spid="127"/>
                                        </p:tgtEl>
                                        <p:attrNameLst>
                                          <p:attrName>style.visibility</p:attrName>
                                        </p:attrNameLst>
                                      </p:cBhvr>
                                      <p:to>
                                        <p:strVal val="hidden"/>
                                      </p:to>
                                    </p:set>
                                  </p:childTnLst>
                                </p:cTn>
                              </p:par>
                              <p:par>
                                <p:cTn id="589" presetID="26" presetClass="exit" presetSubtype="0" fill="hold" grpId="1" nodeType="withEffect">
                                  <p:stCondLst>
                                    <p:cond delay="0"/>
                                  </p:stCondLst>
                                  <p:childTnLst>
                                    <p:animEffect transition="out" filter="wipe(down)">
                                      <p:cBhvr>
                                        <p:cTn id="590" dur="180" accel="50000">
                                          <p:stCondLst>
                                            <p:cond delay="1820"/>
                                          </p:stCondLst>
                                        </p:cTn>
                                        <p:tgtEl>
                                          <p:spTgt spid="207"/>
                                        </p:tgtEl>
                                      </p:cBhvr>
                                    </p:animEffect>
                                    <p:anim calcmode="lin" valueType="num">
                                      <p:cBhvr>
                                        <p:cTn id="591" dur="1822" tmFilter="0,0; 0.14,0.31; 0.43,0.73; 0.71,0.91; 1.0,1.0">
                                          <p:stCondLst>
                                            <p:cond delay="0"/>
                                          </p:stCondLst>
                                        </p:cTn>
                                        <p:tgtEl>
                                          <p:spTgt spid="207"/>
                                        </p:tgtEl>
                                        <p:attrNameLst>
                                          <p:attrName>ppt_x</p:attrName>
                                        </p:attrNameLst>
                                      </p:cBhvr>
                                      <p:tavLst>
                                        <p:tav tm="0">
                                          <p:val>
                                            <p:strVal val="ppt_x"/>
                                          </p:val>
                                        </p:tav>
                                        <p:tav tm="100000">
                                          <p:val>
                                            <p:strVal val="#ppt_x+0.25"/>
                                          </p:val>
                                        </p:tav>
                                      </p:tavLst>
                                    </p:anim>
                                    <p:anim calcmode="lin" valueType="num">
                                      <p:cBhvr>
                                        <p:cTn id="592" dur="178">
                                          <p:stCondLst>
                                            <p:cond delay="1822"/>
                                          </p:stCondLst>
                                        </p:cTn>
                                        <p:tgtEl>
                                          <p:spTgt spid="207"/>
                                        </p:tgtEl>
                                        <p:attrNameLst>
                                          <p:attrName>ppt_x</p:attrName>
                                        </p:attrNameLst>
                                      </p:cBhvr>
                                      <p:tavLst>
                                        <p:tav tm="0">
                                          <p:val>
                                            <p:strVal val="ppt_x"/>
                                          </p:val>
                                        </p:tav>
                                        <p:tav tm="100000">
                                          <p:val>
                                            <p:strVal val="ppt_x"/>
                                          </p:val>
                                        </p:tav>
                                      </p:tavLst>
                                    </p:anim>
                                    <p:anim calcmode="lin" valueType="num">
                                      <p:cBhvr>
                                        <p:cTn id="593" dur="664" tmFilter="0.0,0.0;0.25,0.07;0.50,0.2;0.75,0.467;1.0,1.0">
                                          <p:stCondLst>
                                            <p:cond delay="0"/>
                                          </p:stCondLst>
                                        </p:cTn>
                                        <p:tgtEl>
                                          <p:spTgt spid="207"/>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94" dur="664" tmFilter="0, 0; 0.125,0.2665; 0.25,0.4; 0.375,0.465; 0.5,0.5;  0.625,0.535; 0.75,0.6; 0.875,0.7335; 1,1">
                                          <p:stCondLst>
                                            <p:cond delay="664"/>
                                          </p:stCondLst>
                                        </p:cTn>
                                        <p:tgtEl>
                                          <p:spTgt spid="207"/>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95" dur="332" tmFilter="0, 0; 0.125,0.2665; 0.25,0.4; 0.375,0.465; 0.5,0.5;  0.625,0.535; 0.75,0.6; 0.875,0.7335; 1,1">
                                          <p:stCondLst>
                                            <p:cond delay="1324"/>
                                          </p:stCondLst>
                                        </p:cTn>
                                        <p:tgtEl>
                                          <p:spTgt spid="207"/>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96" dur="164" tmFilter="0, 0; 0.125,0.2665; 0.25,0.4; 0.375,0.465; 0.5,0.5;  0.625,0.535; 0.75,0.6; 0.875,0.7335; 1,1">
                                          <p:stCondLst>
                                            <p:cond delay="1656"/>
                                          </p:stCondLst>
                                        </p:cTn>
                                        <p:tgtEl>
                                          <p:spTgt spid="207"/>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97" dur="180" accel="50000">
                                          <p:stCondLst>
                                            <p:cond delay="1820"/>
                                          </p:stCondLst>
                                        </p:cTn>
                                        <p:tgtEl>
                                          <p:spTgt spid="207"/>
                                        </p:tgtEl>
                                        <p:attrNameLst>
                                          <p:attrName>ppt_y</p:attrName>
                                        </p:attrNameLst>
                                      </p:cBhvr>
                                      <p:tavLst>
                                        <p:tav tm="0">
                                          <p:val>
                                            <p:strVal val="ppt_y"/>
                                          </p:val>
                                        </p:tav>
                                        <p:tav tm="100000">
                                          <p:val>
                                            <p:strVal val="ppt_y+ppt_h"/>
                                          </p:val>
                                        </p:tav>
                                      </p:tavLst>
                                    </p:anim>
                                    <p:animScale>
                                      <p:cBhvr>
                                        <p:cTn id="598" dur="26">
                                          <p:stCondLst>
                                            <p:cond delay="620"/>
                                          </p:stCondLst>
                                        </p:cTn>
                                        <p:tgtEl>
                                          <p:spTgt spid="207"/>
                                        </p:tgtEl>
                                      </p:cBhvr>
                                      <p:to x="100000" y="60000"/>
                                    </p:animScale>
                                    <p:animScale>
                                      <p:cBhvr>
                                        <p:cTn id="599" dur="166" decel="50000">
                                          <p:stCondLst>
                                            <p:cond delay="646"/>
                                          </p:stCondLst>
                                        </p:cTn>
                                        <p:tgtEl>
                                          <p:spTgt spid="207"/>
                                        </p:tgtEl>
                                      </p:cBhvr>
                                      <p:to x="100000" y="100000"/>
                                    </p:animScale>
                                    <p:animScale>
                                      <p:cBhvr>
                                        <p:cTn id="600" dur="26">
                                          <p:stCondLst>
                                            <p:cond delay="1312"/>
                                          </p:stCondLst>
                                        </p:cTn>
                                        <p:tgtEl>
                                          <p:spTgt spid="207"/>
                                        </p:tgtEl>
                                      </p:cBhvr>
                                      <p:to x="100000" y="80000"/>
                                    </p:animScale>
                                    <p:animScale>
                                      <p:cBhvr>
                                        <p:cTn id="601" dur="166" decel="50000">
                                          <p:stCondLst>
                                            <p:cond delay="1338"/>
                                          </p:stCondLst>
                                        </p:cTn>
                                        <p:tgtEl>
                                          <p:spTgt spid="207"/>
                                        </p:tgtEl>
                                      </p:cBhvr>
                                      <p:to x="100000" y="100000"/>
                                    </p:animScale>
                                    <p:animScale>
                                      <p:cBhvr>
                                        <p:cTn id="602" dur="26">
                                          <p:stCondLst>
                                            <p:cond delay="1642"/>
                                          </p:stCondLst>
                                        </p:cTn>
                                        <p:tgtEl>
                                          <p:spTgt spid="207"/>
                                        </p:tgtEl>
                                      </p:cBhvr>
                                      <p:to x="100000" y="90000"/>
                                    </p:animScale>
                                    <p:animScale>
                                      <p:cBhvr>
                                        <p:cTn id="603" dur="166" decel="50000">
                                          <p:stCondLst>
                                            <p:cond delay="1668"/>
                                          </p:stCondLst>
                                        </p:cTn>
                                        <p:tgtEl>
                                          <p:spTgt spid="207"/>
                                        </p:tgtEl>
                                      </p:cBhvr>
                                      <p:to x="100000" y="100000"/>
                                    </p:animScale>
                                    <p:animScale>
                                      <p:cBhvr>
                                        <p:cTn id="604" dur="26">
                                          <p:stCondLst>
                                            <p:cond delay="1808"/>
                                          </p:stCondLst>
                                        </p:cTn>
                                        <p:tgtEl>
                                          <p:spTgt spid="207"/>
                                        </p:tgtEl>
                                      </p:cBhvr>
                                      <p:to x="100000" y="95000"/>
                                    </p:animScale>
                                    <p:animScale>
                                      <p:cBhvr>
                                        <p:cTn id="605" dur="166" decel="50000">
                                          <p:stCondLst>
                                            <p:cond delay="1834"/>
                                          </p:stCondLst>
                                        </p:cTn>
                                        <p:tgtEl>
                                          <p:spTgt spid="207"/>
                                        </p:tgtEl>
                                      </p:cBhvr>
                                      <p:to x="100000" y="100000"/>
                                    </p:animScale>
                                    <p:set>
                                      <p:cBhvr>
                                        <p:cTn id="606" dur="1" fill="hold">
                                          <p:stCondLst>
                                            <p:cond delay="1999"/>
                                          </p:stCondLst>
                                        </p:cTn>
                                        <p:tgtEl>
                                          <p:spTgt spid="207"/>
                                        </p:tgtEl>
                                        <p:attrNameLst>
                                          <p:attrName>style.visibility</p:attrName>
                                        </p:attrNameLst>
                                      </p:cBhvr>
                                      <p:to>
                                        <p:strVal val="hidden"/>
                                      </p:to>
                                    </p:set>
                                  </p:childTnLst>
                                </p:cTn>
                              </p:par>
                            </p:childTnLst>
                          </p:cTn>
                        </p:par>
                        <p:par>
                          <p:cTn id="607" fill="hold">
                            <p:stCondLst>
                              <p:cond delay="2500"/>
                            </p:stCondLst>
                            <p:childTnLst>
                              <p:par>
                                <p:cTn id="608" presetID="22" presetClass="exit" presetSubtype="1" fill="hold" nodeType="afterEffect">
                                  <p:stCondLst>
                                    <p:cond delay="0"/>
                                  </p:stCondLst>
                                  <p:childTnLst>
                                    <p:animEffect transition="out" filter="wipe(up)">
                                      <p:cBhvr>
                                        <p:cTn id="609" dur="1000"/>
                                        <p:tgtEl>
                                          <p:spTgt spid="200"/>
                                        </p:tgtEl>
                                      </p:cBhvr>
                                    </p:animEffect>
                                    <p:set>
                                      <p:cBhvr>
                                        <p:cTn id="610" dur="1" fill="hold">
                                          <p:stCondLst>
                                            <p:cond delay="999"/>
                                          </p:stCondLst>
                                        </p:cTn>
                                        <p:tgtEl>
                                          <p:spTgt spid="200"/>
                                        </p:tgtEl>
                                        <p:attrNameLst>
                                          <p:attrName>style.visibility</p:attrName>
                                        </p:attrNameLst>
                                      </p:cBhvr>
                                      <p:to>
                                        <p:strVal val="hidden"/>
                                      </p:to>
                                    </p:set>
                                  </p:childTnLst>
                                </p:cTn>
                              </p:par>
                            </p:childTnLst>
                          </p:cTn>
                        </p:par>
                        <p:par>
                          <p:cTn id="611" fill="hold">
                            <p:stCondLst>
                              <p:cond delay="3500"/>
                            </p:stCondLst>
                            <p:childTnLst>
                              <p:par>
                                <p:cTn id="612" presetID="22" presetClass="entr" presetSubtype="8" fill="hold" nodeType="afterEffect">
                                  <p:stCondLst>
                                    <p:cond delay="0"/>
                                  </p:stCondLst>
                                  <p:childTnLst>
                                    <p:set>
                                      <p:cBhvr>
                                        <p:cTn id="613" dur="1" fill="hold">
                                          <p:stCondLst>
                                            <p:cond delay="0"/>
                                          </p:stCondLst>
                                        </p:cTn>
                                        <p:tgtEl>
                                          <p:spTgt spid="201"/>
                                        </p:tgtEl>
                                        <p:attrNameLst>
                                          <p:attrName>style.visibility</p:attrName>
                                        </p:attrNameLst>
                                      </p:cBhvr>
                                      <p:to>
                                        <p:strVal val="visible"/>
                                      </p:to>
                                    </p:set>
                                    <p:animEffect transition="in" filter="wipe(left)">
                                      <p:cBhvr>
                                        <p:cTn id="614" dur="1000"/>
                                        <p:tgtEl>
                                          <p:spTgt spid="201"/>
                                        </p:tgtEl>
                                      </p:cBhvr>
                                    </p:animEffect>
                                  </p:childTnLst>
                                </p:cTn>
                              </p:par>
                            </p:childTnLst>
                          </p:cTn>
                        </p:par>
                      </p:childTnLst>
                    </p:cTn>
                  </p:par>
                  <p:par>
                    <p:cTn id="615" fill="hold">
                      <p:stCondLst>
                        <p:cond delay="indefinite"/>
                      </p:stCondLst>
                      <p:childTnLst>
                        <p:par>
                          <p:cTn id="616" fill="hold">
                            <p:stCondLst>
                              <p:cond delay="0"/>
                            </p:stCondLst>
                            <p:childTnLst>
                              <p:par>
                                <p:cTn id="617" presetID="22" presetClass="exit" presetSubtype="1" fill="hold" nodeType="clickEffect">
                                  <p:stCondLst>
                                    <p:cond delay="0"/>
                                  </p:stCondLst>
                                  <p:childTnLst>
                                    <p:animEffect transition="out" filter="wipe(up)">
                                      <p:cBhvr>
                                        <p:cTn id="618" dur="500"/>
                                        <p:tgtEl>
                                          <p:spTgt spid="201"/>
                                        </p:tgtEl>
                                      </p:cBhvr>
                                    </p:animEffect>
                                    <p:set>
                                      <p:cBhvr>
                                        <p:cTn id="619" dur="1" fill="hold">
                                          <p:stCondLst>
                                            <p:cond delay="499"/>
                                          </p:stCondLst>
                                        </p:cTn>
                                        <p:tgtEl>
                                          <p:spTgt spid="201"/>
                                        </p:tgtEl>
                                        <p:attrNameLst>
                                          <p:attrName>style.visibility</p:attrName>
                                        </p:attrNameLst>
                                      </p:cBhvr>
                                      <p:to>
                                        <p:strVal val="hidden"/>
                                      </p:to>
                                    </p:set>
                                  </p:childTnLst>
                                </p:cTn>
                              </p:par>
                            </p:childTnLst>
                          </p:cTn>
                        </p:par>
                        <p:par>
                          <p:cTn id="620" fill="hold">
                            <p:stCondLst>
                              <p:cond delay="500"/>
                            </p:stCondLst>
                            <p:childTnLst>
                              <p:par>
                                <p:cTn id="621" presetID="22" presetClass="entr" presetSubtype="8" fill="hold" nodeType="afterEffect">
                                  <p:stCondLst>
                                    <p:cond delay="0"/>
                                  </p:stCondLst>
                                  <p:childTnLst>
                                    <p:set>
                                      <p:cBhvr>
                                        <p:cTn id="622" dur="1" fill="hold">
                                          <p:stCondLst>
                                            <p:cond delay="0"/>
                                          </p:stCondLst>
                                        </p:cTn>
                                        <p:tgtEl>
                                          <p:spTgt spid="202"/>
                                        </p:tgtEl>
                                        <p:attrNameLst>
                                          <p:attrName>style.visibility</p:attrName>
                                        </p:attrNameLst>
                                      </p:cBhvr>
                                      <p:to>
                                        <p:strVal val="visible"/>
                                      </p:to>
                                    </p:set>
                                    <p:animEffect transition="in" filter="wipe(left)">
                                      <p:cBhvr>
                                        <p:cTn id="623" dur="1000"/>
                                        <p:tgtEl>
                                          <p:spTgt spid="202"/>
                                        </p:tgtEl>
                                      </p:cBhvr>
                                    </p:animEffect>
                                  </p:childTnLst>
                                </p:cTn>
                              </p:par>
                            </p:childTnLst>
                          </p:cTn>
                        </p:par>
                      </p:childTnLst>
                    </p:cTn>
                  </p:par>
                  <p:par>
                    <p:cTn id="624" fill="hold">
                      <p:stCondLst>
                        <p:cond delay="indefinite"/>
                      </p:stCondLst>
                      <p:childTnLst>
                        <p:par>
                          <p:cTn id="625" fill="hold">
                            <p:stCondLst>
                              <p:cond delay="0"/>
                            </p:stCondLst>
                            <p:childTnLst>
                              <p:par>
                                <p:cTn id="626" presetID="42" presetClass="entr" presetSubtype="0" fill="hold" grpId="0" nodeType="clickEffect">
                                  <p:stCondLst>
                                    <p:cond delay="0"/>
                                  </p:stCondLst>
                                  <p:childTnLst>
                                    <p:set>
                                      <p:cBhvr>
                                        <p:cTn id="627" dur="1" fill="hold">
                                          <p:stCondLst>
                                            <p:cond delay="0"/>
                                          </p:stCondLst>
                                        </p:cTn>
                                        <p:tgtEl>
                                          <p:spTgt spid="68"/>
                                        </p:tgtEl>
                                        <p:attrNameLst>
                                          <p:attrName>style.visibility</p:attrName>
                                        </p:attrNameLst>
                                      </p:cBhvr>
                                      <p:to>
                                        <p:strVal val="visible"/>
                                      </p:to>
                                    </p:set>
                                    <p:animEffect transition="in" filter="fade">
                                      <p:cBhvr>
                                        <p:cTn id="628" dur="1000"/>
                                        <p:tgtEl>
                                          <p:spTgt spid="68"/>
                                        </p:tgtEl>
                                      </p:cBhvr>
                                    </p:animEffect>
                                    <p:anim calcmode="lin" valueType="num">
                                      <p:cBhvr>
                                        <p:cTn id="629" dur="1000" fill="hold"/>
                                        <p:tgtEl>
                                          <p:spTgt spid="68"/>
                                        </p:tgtEl>
                                        <p:attrNameLst>
                                          <p:attrName>ppt_x</p:attrName>
                                        </p:attrNameLst>
                                      </p:cBhvr>
                                      <p:tavLst>
                                        <p:tav tm="0">
                                          <p:val>
                                            <p:strVal val="#ppt_x"/>
                                          </p:val>
                                        </p:tav>
                                        <p:tav tm="100000">
                                          <p:val>
                                            <p:strVal val="#ppt_x"/>
                                          </p:val>
                                        </p:tav>
                                      </p:tavLst>
                                    </p:anim>
                                    <p:anim calcmode="lin" valueType="num">
                                      <p:cBhvr>
                                        <p:cTn id="630" dur="1000" fill="hold"/>
                                        <p:tgtEl>
                                          <p:spTgt spid="68"/>
                                        </p:tgtEl>
                                        <p:attrNameLst>
                                          <p:attrName>ppt_y</p:attrName>
                                        </p:attrNameLst>
                                      </p:cBhvr>
                                      <p:tavLst>
                                        <p:tav tm="0">
                                          <p:val>
                                            <p:strVal val="#ppt_y+.1"/>
                                          </p:val>
                                        </p:tav>
                                        <p:tav tm="100000">
                                          <p:val>
                                            <p:strVal val="#ppt_y"/>
                                          </p:val>
                                        </p:tav>
                                      </p:tavLst>
                                    </p:anim>
                                  </p:childTnLst>
                                </p:cTn>
                              </p:par>
                              <p:par>
                                <p:cTn id="631" presetID="10" presetClass="exit" presetSubtype="0" fill="hold" grpId="1" nodeType="withEffect">
                                  <p:stCondLst>
                                    <p:cond delay="500"/>
                                  </p:stCondLst>
                                  <p:childTnLst>
                                    <p:animEffect transition="out" filter="fade">
                                      <p:cBhvr>
                                        <p:cTn id="632" dur="500"/>
                                        <p:tgtEl>
                                          <p:spTgt spid="94"/>
                                        </p:tgtEl>
                                      </p:cBhvr>
                                    </p:animEffect>
                                    <p:set>
                                      <p:cBhvr>
                                        <p:cTn id="633" dur="1" fill="hold">
                                          <p:stCondLst>
                                            <p:cond delay="499"/>
                                          </p:stCondLst>
                                        </p:cTn>
                                        <p:tgtEl>
                                          <p:spTgt spid="94"/>
                                        </p:tgtEl>
                                        <p:attrNameLst>
                                          <p:attrName>style.visibility</p:attrName>
                                        </p:attrNameLst>
                                      </p:cBhvr>
                                      <p:to>
                                        <p:strVal val="hidden"/>
                                      </p:to>
                                    </p:set>
                                  </p:childTnLst>
                                </p:cTn>
                              </p:par>
                            </p:childTnLst>
                          </p:cTn>
                        </p:par>
                      </p:childTnLst>
                    </p:cTn>
                  </p:par>
                  <p:par>
                    <p:cTn id="634" fill="hold">
                      <p:stCondLst>
                        <p:cond delay="indefinite"/>
                      </p:stCondLst>
                      <p:childTnLst>
                        <p:par>
                          <p:cTn id="635" fill="hold">
                            <p:stCondLst>
                              <p:cond delay="0"/>
                            </p:stCondLst>
                            <p:childTnLst>
                              <p:par>
                                <p:cTn id="636" presetID="22" presetClass="exit" presetSubtype="1" fill="hold" nodeType="clickEffect">
                                  <p:stCondLst>
                                    <p:cond delay="0"/>
                                  </p:stCondLst>
                                  <p:childTnLst>
                                    <p:animEffect transition="out" filter="wipe(up)">
                                      <p:cBhvr>
                                        <p:cTn id="637" dur="500"/>
                                        <p:tgtEl>
                                          <p:spTgt spid="202"/>
                                        </p:tgtEl>
                                      </p:cBhvr>
                                    </p:animEffect>
                                    <p:set>
                                      <p:cBhvr>
                                        <p:cTn id="638" dur="1" fill="hold">
                                          <p:stCondLst>
                                            <p:cond delay="499"/>
                                          </p:stCondLst>
                                        </p:cTn>
                                        <p:tgtEl>
                                          <p:spTgt spid="202"/>
                                        </p:tgtEl>
                                        <p:attrNameLst>
                                          <p:attrName>style.visibility</p:attrName>
                                        </p:attrNameLst>
                                      </p:cBhvr>
                                      <p:to>
                                        <p:strVal val="hidden"/>
                                      </p:to>
                                    </p:set>
                                  </p:childTnLst>
                                </p:cTn>
                              </p:par>
                            </p:childTnLst>
                          </p:cTn>
                        </p:par>
                        <p:par>
                          <p:cTn id="639" fill="hold">
                            <p:stCondLst>
                              <p:cond delay="500"/>
                            </p:stCondLst>
                            <p:childTnLst>
                              <p:par>
                                <p:cTn id="640" presetID="22" presetClass="entr" presetSubtype="8" fill="hold" nodeType="afterEffect">
                                  <p:stCondLst>
                                    <p:cond delay="0"/>
                                  </p:stCondLst>
                                  <p:childTnLst>
                                    <p:set>
                                      <p:cBhvr>
                                        <p:cTn id="641" dur="1" fill="hold">
                                          <p:stCondLst>
                                            <p:cond delay="0"/>
                                          </p:stCondLst>
                                        </p:cTn>
                                        <p:tgtEl>
                                          <p:spTgt spid="203"/>
                                        </p:tgtEl>
                                        <p:attrNameLst>
                                          <p:attrName>style.visibility</p:attrName>
                                        </p:attrNameLst>
                                      </p:cBhvr>
                                      <p:to>
                                        <p:strVal val="visible"/>
                                      </p:to>
                                    </p:set>
                                    <p:animEffect transition="in" filter="wipe(left)">
                                      <p:cBhvr>
                                        <p:cTn id="642" dur="1000"/>
                                        <p:tgtEl>
                                          <p:spTgt spid="203"/>
                                        </p:tgtEl>
                                      </p:cBhvr>
                                    </p:animEffect>
                                  </p:childTnLst>
                                </p:cTn>
                              </p:par>
                            </p:childTnLst>
                          </p:cTn>
                        </p:par>
                      </p:childTnLst>
                    </p:cTn>
                  </p:par>
                  <p:par>
                    <p:cTn id="643" fill="hold">
                      <p:stCondLst>
                        <p:cond delay="indefinite"/>
                      </p:stCondLst>
                      <p:childTnLst>
                        <p:par>
                          <p:cTn id="644" fill="hold">
                            <p:stCondLst>
                              <p:cond delay="0"/>
                            </p:stCondLst>
                            <p:childTnLst>
                              <p:par>
                                <p:cTn id="645" presetID="10" presetClass="exit" presetSubtype="0" fill="hold" grpId="1" nodeType="clickEffect">
                                  <p:stCondLst>
                                    <p:cond delay="0"/>
                                  </p:stCondLst>
                                  <p:childTnLst>
                                    <p:animEffect transition="out" filter="fade">
                                      <p:cBhvr>
                                        <p:cTn id="646" dur="500"/>
                                        <p:tgtEl>
                                          <p:spTgt spid="81"/>
                                        </p:tgtEl>
                                      </p:cBhvr>
                                    </p:animEffect>
                                    <p:set>
                                      <p:cBhvr>
                                        <p:cTn id="647" dur="1" fill="hold">
                                          <p:stCondLst>
                                            <p:cond delay="499"/>
                                          </p:stCondLst>
                                        </p:cTn>
                                        <p:tgtEl>
                                          <p:spTgt spid="81"/>
                                        </p:tgtEl>
                                        <p:attrNameLst>
                                          <p:attrName>style.visibility</p:attrName>
                                        </p:attrNameLst>
                                      </p:cBhvr>
                                      <p:to>
                                        <p:strVal val="hidden"/>
                                      </p:to>
                                    </p:set>
                                  </p:childTnLst>
                                </p:cTn>
                              </p:par>
                              <p:par>
                                <p:cTn id="648" presetID="22" presetClass="entr" presetSubtype="2" fill="hold" grpId="0" nodeType="withEffect">
                                  <p:stCondLst>
                                    <p:cond delay="0"/>
                                  </p:stCondLst>
                                  <p:childTnLst>
                                    <p:set>
                                      <p:cBhvr>
                                        <p:cTn id="649" dur="1" fill="hold">
                                          <p:stCondLst>
                                            <p:cond delay="0"/>
                                          </p:stCondLst>
                                        </p:cTn>
                                        <p:tgtEl>
                                          <p:spTgt spid="73"/>
                                        </p:tgtEl>
                                        <p:attrNameLst>
                                          <p:attrName>style.visibility</p:attrName>
                                        </p:attrNameLst>
                                      </p:cBhvr>
                                      <p:to>
                                        <p:strVal val="visible"/>
                                      </p:to>
                                    </p:set>
                                    <p:animEffect transition="in" filter="wipe(right)">
                                      <p:cBhvr>
                                        <p:cTn id="650" dur="1000"/>
                                        <p:tgtEl>
                                          <p:spTgt spid="73"/>
                                        </p:tgtEl>
                                      </p:cBhvr>
                                    </p:animEffect>
                                  </p:childTnLst>
                                </p:cTn>
                              </p:par>
                            </p:childTnLst>
                          </p:cTn>
                        </p:par>
                      </p:childTnLst>
                    </p:cTn>
                  </p:par>
                  <p:par>
                    <p:cTn id="651" fill="hold">
                      <p:stCondLst>
                        <p:cond delay="indefinite"/>
                      </p:stCondLst>
                      <p:childTnLst>
                        <p:par>
                          <p:cTn id="652" fill="hold">
                            <p:stCondLst>
                              <p:cond delay="0"/>
                            </p:stCondLst>
                            <p:childTnLst>
                              <p:par>
                                <p:cTn id="653" presetID="22" presetClass="exit" presetSubtype="1" fill="hold" nodeType="clickEffect">
                                  <p:stCondLst>
                                    <p:cond delay="0"/>
                                  </p:stCondLst>
                                  <p:childTnLst>
                                    <p:animEffect transition="out" filter="wipe(up)">
                                      <p:cBhvr>
                                        <p:cTn id="654" dur="500"/>
                                        <p:tgtEl>
                                          <p:spTgt spid="203"/>
                                        </p:tgtEl>
                                      </p:cBhvr>
                                    </p:animEffect>
                                    <p:set>
                                      <p:cBhvr>
                                        <p:cTn id="655" dur="1" fill="hold">
                                          <p:stCondLst>
                                            <p:cond delay="499"/>
                                          </p:stCondLst>
                                        </p:cTn>
                                        <p:tgtEl>
                                          <p:spTgt spid="203"/>
                                        </p:tgtEl>
                                        <p:attrNameLst>
                                          <p:attrName>style.visibility</p:attrName>
                                        </p:attrNameLst>
                                      </p:cBhvr>
                                      <p:to>
                                        <p:strVal val="hidden"/>
                                      </p:to>
                                    </p:set>
                                  </p:childTnLst>
                                </p:cTn>
                              </p:par>
                            </p:childTnLst>
                          </p:cTn>
                        </p:par>
                        <p:par>
                          <p:cTn id="656" fill="hold">
                            <p:stCondLst>
                              <p:cond delay="500"/>
                            </p:stCondLst>
                            <p:childTnLst>
                              <p:par>
                                <p:cTn id="657" presetID="22" presetClass="entr" presetSubtype="8" fill="hold" nodeType="afterEffect">
                                  <p:stCondLst>
                                    <p:cond delay="0"/>
                                  </p:stCondLst>
                                  <p:childTnLst>
                                    <p:set>
                                      <p:cBhvr>
                                        <p:cTn id="658" dur="1" fill="hold">
                                          <p:stCondLst>
                                            <p:cond delay="0"/>
                                          </p:stCondLst>
                                        </p:cTn>
                                        <p:tgtEl>
                                          <p:spTgt spid="204"/>
                                        </p:tgtEl>
                                        <p:attrNameLst>
                                          <p:attrName>style.visibility</p:attrName>
                                        </p:attrNameLst>
                                      </p:cBhvr>
                                      <p:to>
                                        <p:strVal val="visible"/>
                                      </p:to>
                                    </p:set>
                                    <p:animEffect transition="in" filter="wipe(left)">
                                      <p:cBhvr>
                                        <p:cTn id="659" dur="1000"/>
                                        <p:tgtEl>
                                          <p:spTgt spid="204"/>
                                        </p:tgtEl>
                                      </p:cBhvr>
                                    </p:animEffect>
                                  </p:childTnLst>
                                </p:cTn>
                              </p:par>
                            </p:childTnLst>
                          </p:cTn>
                        </p:par>
                      </p:childTnLst>
                    </p:cTn>
                  </p:par>
                  <p:par>
                    <p:cTn id="660" fill="hold">
                      <p:stCondLst>
                        <p:cond delay="indefinite"/>
                      </p:stCondLst>
                      <p:childTnLst>
                        <p:par>
                          <p:cTn id="661" fill="hold">
                            <p:stCondLst>
                              <p:cond delay="0"/>
                            </p:stCondLst>
                            <p:childTnLst>
                              <p:par>
                                <p:cTn id="662" presetID="22" presetClass="exit" presetSubtype="1" fill="hold" nodeType="clickEffect">
                                  <p:stCondLst>
                                    <p:cond delay="0"/>
                                  </p:stCondLst>
                                  <p:childTnLst>
                                    <p:animEffect transition="out" filter="wipe(up)">
                                      <p:cBhvr>
                                        <p:cTn id="663" dur="500"/>
                                        <p:tgtEl>
                                          <p:spTgt spid="204"/>
                                        </p:tgtEl>
                                      </p:cBhvr>
                                    </p:animEffect>
                                    <p:set>
                                      <p:cBhvr>
                                        <p:cTn id="664" dur="1" fill="hold">
                                          <p:stCondLst>
                                            <p:cond delay="499"/>
                                          </p:stCondLst>
                                        </p:cTn>
                                        <p:tgtEl>
                                          <p:spTgt spid="204"/>
                                        </p:tgtEl>
                                        <p:attrNameLst>
                                          <p:attrName>style.visibility</p:attrName>
                                        </p:attrNameLst>
                                      </p:cBhvr>
                                      <p:to>
                                        <p:strVal val="hidden"/>
                                      </p:to>
                                    </p:set>
                                  </p:childTnLst>
                                </p:cTn>
                              </p:par>
                            </p:childTnLst>
                          </p:cTn>
                        </p:par>
                        <p:par>
                          <p:cTn id="665" fill="hold">
                            <p:stCondLst>
                              <p:cond delay="500"/>
                            </p:stCondLst>
                            <p:childTnLst>
                              <p:par>
                                <p:cTn id="666" presetID="22" presetClass="entr" presetSubtype="8" fill="hold" nodeType="afterEffect">
                                  <p:stCondLst>
                                    <p:cond delay="0"/>
                                  </p:stCondLst>
                                  <p:childTnLst>
                                    <p:set>
                                      <p:cBhvr>
                                        <p:cTn id="667" dur="1" fill="hold">
                                          <p:stCondLst>
                                            <p:cond delay="0"/>
                                          </p:stCondLst>
                                        </p:cTn>
                                        <p:tgtEl>
                                          <p:spTgt spid="205"/>
                                        </p:tgtEl>
                                        <p:attrNameLst>
                                          <p:attrName>style.visibility</p:attrName>
                                        </p:attrNameLst>
                                      </p:cBhvr>
                                      <p:to>
                                        <p:strVal val="visible"/>
                                      </p:to>
                                    </p:set>
                                    <p:animEffect transition="in" filter="wipe(left)">
                                      <p:cBhvr>
                                        <p:cTn id="668" dur="1000"/>
                                        <p:tgtEl>
                                          <p:spTgt spid="205"/>
                                        </p:tgtEl>
                                      </p:cBhvr>
                                    </p:animEffect>
                                  </p:childTnLst>
                                </p:cTn>
                              </p:par>
                            </p:childTnLst>
                          </p:cTn>
                        </p:par>
                      </p:childTnLst>
                    </p:cTn>
                  </p:par>
                  <p:par>
                    <p:cTn id="669" fill="hold">
                      <p:stCondLst>
                        <p:cond delay="indefinite"/>
                      </p:stCondLst>
                      <p:childTnLst>
                        <p:par>
                          <p:cTn id="670" fill="hold">
                            <p:stCondLst>
                              <p:cond delay="0"/>
                            </p:stCondLst>
                            <p:childTnLst>
                              <p:par>
                                <p:cTn id="671" presetID="42" presetClass="path" presetSubtype="0" accel="50000" decel="50000" fill="hold" nodeType="clickEffect">
                                  <p:stCondLst>
                                    <p:cond delay="0"/>
                                  </p:stCondLst>
                                  <p:childTnLst>
                                    <p:animMotion origin="layout" path="M -0.06185 0.17222 L 0.00872 0.25555 " pathEditMode="relative" rAng="0" ptsTypes="AA">
                                      <p:cBhvr>
                                        <p:cTn id="672" dur="1500" fill="hold"/>
                                        <p:tgtEl>
                                          <p:spTgt spid="99"/>
                                        </p:tgtEl>
                                        <p:attrNameLst>
                                          <p:attrName>ppt_x</p:attrName>
                                          <p:attrName>ppt_y</p:attrName>
                                        </p:attrNameLst>
                                      </p:cBhvr>
                                      <p:rCtr x="3529" y="4167"/>
                                    </p:animMotion>
                                  </p:childTnLst>
                                </p:cTn>
                              </p:par>
                            </p:childTnLst>
                          </p:cTn>
                        </p:par>
                      </p:childTnLst>
                    </p:cTn>
                  </p:par>
                  <p:par>
                    <p:cTn id="673" fill="hold">
                      <p:stCondLst>
                        <p:cond delay="indefinite"/>
                      </p:stCondLst>
                      <p:childTnLst>
                        <p:par>
                          <p:cTn id="674" fill="hold">
                            <p:stCondLst>
                              <p:cond delay="0"/>
                            </p:stCondLst>
                            <p:childTnLst>
                              <p:par>
                                <p:cTn id="675" presetID="22" presetClass="exit" presetSubtype="1" fill="hold" nodeType="clickEffect">
                                  <p:stCondLst>
                                    <p:cond delay="0"/>
                                  </p:stCondLst>
                                  <p:childTnLst>
                                    <p:animEffect transition="out" filter="wipe(up)">
                                      <p:cBhvr>
                                        <p:cTn id="676" dur="500"/>
                                        <p:tgtEl>
                                          <p:spTgt spid="205"/>
                                        </p:tgtEl>
                                      </p:cBhvr>
                                    </p:animEffect>
                                    <p:set>
                                      <p:cBhvr>
                                        <p:cTn id="677" dur="1" fill="hold">
                                          <p:stCondLst>
                                            <p:cond delay="499"/>
                                          </p:stCondLst>
                                        </p:cTn>
                                        <p:tgtEl>
                                          <p:spTgt spid="205"/>
                                        </p:tgtEl>
                                        <p:attrNameLst>
                                          <p:attrName>style.visibility</p:attrName>
                                        </p:attrNameLst>
                                      </p:cBhvr>
                                      <p:to>
                                        <p:strVal val="hidden"/>
                                      </p:to>
                                    </p:set>
                                  </p:childTnLst>
                                </p:cTn>
                              </p:par>
                            </p:childTnLst>
                          </p:cTn>
                        </p:par>
                        <p:par>
                          <p:cTn id="678" fill="hold">
                            <p:stCondLst>
                              <p:cond delay="500"/>
                            </p:stCondLst>
                            <p:childTnLst>
                              <p:par>
                                <p:cTn id="679" presetID="22" presetClass="entr" presetSubtype="8" fill="hold" nodeType="afterEffect">
                                  <p:stCondLst>
                                    <p:cond delay="0"/>
                                  </p:stCondLst>
                                  <p:childTnLst>
                                    <p:set>
                                      <p:cBhvr>
                                        <p:cTn id="680" dur="1" fill="hold">
                                          <p:stCondLst>
                                            <p:cond delay="0"/>
                                          </p:stCondLst>
                                        </p:cTn>
                                        <p:tgtEl>
                                          <p:spTgt spid="206"/>
                                        </p:tgtEl>
                                        <p:attrNameLst>
                                          <p:attrName>style.visibility</p:attrName>
                                        </p:attrNameLst>
                                      </p:cBhvr>
                                      <p:to>
                                        <p:strVal val="visible"/>
                                      </p:to>
                                    </p:set>
                                    <p:animEffect transition="in" filter="wipe(left)">
                                      <p:cBhvr>
                                        <p:cTn id="681" dur="1000"/>
                                        <p:tgtEl>
                                          <p:spTgt spid="206"/>
                                        </p:tgtEl>
                                      </p:cBhvr>
                                    </p:animEffect>
                                  </p:childTnLst>
                                </p:cTn>
                              </p:par>
                            </p:childTnLst>
                          </p:cTn>
                        </p:par>
                      </p:childTnLst>
                    </p:cTn>
                  </p:par>
                  <p:par>
                    <p:cTn id="682" fill="hold">
                      <p:stCondLst>
                        <p:cond delay="indefinite"/>
                      </p:stCondLst>
                      <p:childTnLst>
                        <p:par>
                          <p:cTn id="683" fill="hold">
                            <p:stCondLst>
                              <p:cond delay="0"/>
                            </p:stCondLst>
                            <p:childTnLst>
                              <p:par>
                                <p:cTn id="684" presetID="6" presetClass="emph" presetSubtype="0" autoRev="1" fill="hold" nodeType="clickEffect">
                                  <p:stCondLst>
                                    <p:cond delay="0"/>
                                  </p:stCondLst>
                                  <p:childTnLst>
                                    <p:animScale>
                                      <p:cBhvr>
                                        <p:cTn id="685" dur="500" fill="hold"/>
                                        <p:tgtEl>
                                          <p:spTgt spid="99"/>
                                        </p:tgtEl>
                                      </p:cBhvr>
                                      <p:by x="150000" y="150000"/>
                                    </p:animScale>
                                  </p:childTnLst>
                                </p:cTn>
                              </p:par>
                            </p:childTnLst>
                          </p:cTn>
                        </p:par>
                        <p:par>
                          <p:cTn id="686" fill="hold">
                            <p:stCondLst>
                              <p:cond delay="1000"/>
                            </p:stCondLst>
                            <p:childTnLst>
                              <p:par>
                                <p:cTn id="687" presetID="22" presetClass="entr" presetSubtype="8" fill="hold" nodeType="afterEffect">
                                  <p:stCondLst>
                                    <p:cond delay="0"/>
                                  </p:stCondLst>
                                  <p:childTnLst>
                                    <p:set>
                                      <p:cBhvr>
                                        <p:cTn id="688" dur="1" fill="hold">
                                          <p:stCondLst>
                                            <p:cond delay="0"/>
                                          </p:stCondLst>
                                        </p:cTn>
                                        <p:tgtEl>
                                          <p:spTgt spid="130"/>
                                        </p:tgtEl>
                                        <p:attrNameLst>
                                          <p:attrName>style.visibility</p:attrName>
                                        </p:attrNameLst>
                                      </p:cBhvr>
                                      <p:to>
                                        <p:strVal val="visible"/>
                                      </p:to>
                                    </p:set>
                                    <p:animEffect transition="in" filter="wipe(left)">
                                      <p:cBhvr>
                                        <p:cTn id="689" dur="1000"/>
                                        <p:tgtEl>
                                          <p:spTgt spid="130"/>
                                        </p:tgtEl>
                                      </p:cBhvr>
                                    </p:animEffect>
                                  </p:childTnLst>
                                </p:cTn>
                              </p:par>
                              <p:par>
                                <p:cTn id="690" presetID="22" presetClass="entr" presetSubtype="1" fill="hold" grpId="0" nodeType="withEffect">
                                  <p:stCondLst>
                                    <p:cond delay="0"/>
                                  </p:stCondLst>
                                  <p:childTnLst>
                                    <p:set>
                                      <p:cBhvr>
                                        <p:cTn id="691" dur="1" fill="hold">
                                          <p:stCondLst>
                                            <p:cond delay="0"/>
                                          </p:stCondLst>
                                        </p:cTn>
                                        <p:tgtEl>
                                          <p:spTgt spid="173"/>
                                        </p:tgtEl>
                                        <p:attrNameLst>
                                          <p:attrName>style.visibility</p:attrName>
                                        </p:attrNameLst>
                                      </p:cBhvr>
                                      <p:to>
                                        <p:strVal val="visible"/>
                                      </p:to>
                                    </p:set>
                                    <p:animEffect transition="in" filter="wipe(up)">
                                      <p:cBhvr>
                                        <p:cTn id="692" dur="1000"/>
                                        <p:tgtEl>
                                          <p:spTgt spid="173"/>
                                        </p:tgtEl>
                                      </p:cBhvr>
                                    </p:animEffect>
                                  </p:childTnLst>
                                </p:cTn>
                              </p:par>
                            </p:childTnLst>
                          </p:cTn>
                        </p:par>
                        <p:par>
                          <p:cTn id="693" fill="hold">
                            <p:stCondLst>
                              <p:cond delay="2000"/>
                            </p:stCondLst>
                            <p:childTnLst>
                              <p:par>
                                <p:cTn id="694" presetID="22" presetClass="entr" presetSubtype="8" fill="hold" nodeType="afterEffect">
                                  <p:stCondLst>
                                    <p:cond delay="0"/>
                                  </p:stCondLst>
                                  <p:childTnLst>
                                    <p:set>
                                      <p:cBhvr>
                                        <p:cTn id="695" dur="1" fill="hold">
                                          <p:stCondLst>
                                            <p:cond delay="0"/>
                                          </p:stCondLst>
                                        </p:cTn>
                                        <p:tgtEl>
                                          <p:spTgt spid="190"/>
                                        </p:tgtEl>
                                        <p:attrNameLst>
                                          <p:attrName>style.visibility</p:attrName>
                                        </p:attrNameLst>
                                      </p:cBhvr>
                                      <p:to>
                                        <p:strVal val="visible"/>
                                      </p:to>
                                    </p:set>
                                    <p:animEffect transition="in" filter="wipe(left)">
                                      <p:cBhvr>
                                        <p:cTn id="696" dur="1000"/>
                                        <p:tgtEl>
                                          <p:spTgt spid="190"/>
                                        </p:tgtEl>
                                      </p:cBhvr>
                                    </p:animEffect>
                                  </p:childTnLst>
                                </p:cTn>
                              </p:par>
                            </p:childTnLst>
                          </p:cTn>
                        </p:par>
                      </p:childTnLst>
                    </p:cTn>
                  </p:par>
                  <p:par>
                    <p:cTn id="697" fill="hold">
                      <p:stCondLst>
                        <p:cond delay="indefinite"/>
                      </p:stCondLst>
                      <p:childTnLst>
                        <p:par>
                          <p:cTn id="698" fill="hold">
                            <p:stCondLst>
                              <p:cond delay="0"/>
                            </p:stCondLst>
                            <p:childTnLst>
                              <p:par>
                                <p:cTn id="699" presetID="22" presetClass="exit" presetSubtype="1" fill="hold" nodeType="clickEffect">
                                  <p:stCondLst>
                                    <p:cond delay="0"/>
                                  </p:stCondLst>
                                  <p:childTnLst>
                                    <p:animEffect transition="out" filter="wipe(up)">
                                      <p:cBhvr>
                                        <p:cTn id="700" dur="500"/>
                                        <p:tgtEl>
                                          <p:spTgt spid="190"/>
                                        </p:tgtEl>
                                      </p:cBhvr>
                                    </p:animEffect>
                                    <p:set>
                                      <p:cBhvr>
                                        <p:cTn id="701" dur="1" fill="hold">
                                          <p:stCondLst>
                                            <p:cond delay="499"/>
                                          </p:stCondLst>
                                        </p:cTn>
                                        <p:tgtEl>
                                          <p:spTgt spid="190"/>
                                        </p:tgtEl>
                                        <p:attrNameLst>
                                          <p:attrName>style.visibility</p:attrName>
                                        </p:attrNameLst>
                                      </p:cBhvr>
                                      <p:to>
                                        <p:strVal val="hidden"/>
                                      </p:to>
                                    </p:set>
                                  </p:childTnLst>
                                </p:cTn>
                              </p:par>
                            </p:childTnLst>
                          </p:cTn>
                        </p:par>
                        <p:par>
                          <p:cTn id="702" fill="hold">
                            <p:stCondLst>
                              <p:cond delay="500"/>
                            </p:stCondLst>
                            <p:childTnLst>
                              <p:par>
                                <p:cTn id="703" presetID="47" presetClass="exit" presetSubtype="0" fill="hold" nodeType="afterEffect">
                                  <p:stCondLst>
                                    <p:cond delay="0"/>
                                  </p:stCondLst>
                                  <p:childTnLst>
                                    <p:animEffect transition="out" filter="fade">
                                      <p:cBhvr>
                                        <p:cTn id="704" dur="1000"/>
                                        <p:tgtEl>
                                          <p:spTgt spid="130"/>
                                        </p:tgtEl>
                                      </p:cBhvr>
                                    </p:animEffect>
                                    <p:anim calcmode="lin" valueType="num">
                                      <p:cBhvr>
                                        <p:cTn id="705" dur="1000"/>
                                        <p:tgtEl>
                                          <p:spTgt spid="130"/>
                                        </p:tgtEl>
                                        <p:attrNameLst>
                                          <p:attrName>ppt_x</p:attrName>
                                        </p:attrNameLst>
                                      </p:cBhvr>
                                      <p:tavLst>
                                        <p:tav tm="0">
                                          <p:val>
                                            <p:strVal val="ppt_x"/>
                                          </p:val>
                                        </p:tav>
                                        <p:tav tm="100000">
                                          <p:val>
                                            <p:strVal val="ppt_x"/>
                                          </p:val>
                                        </p:tav>
                                      </p:tavLst>
                                    </p:anim>
                                    <p:anim calcmode="lin" valueType="num">
                                      <p:cBhvr>
                                        <p:cTn id="706" dur="1000"/>
                                        <p:tgtEl>
                                          <p:spTgt spid="130"/>
                                        </p:tgtEl>
                                        <p:attrNameLst>
                                          <p:attrName>ppt_y</p:attrName>
                                        </p:attrNameLst>
                                      </p:cBhvr>
                                      <p:tavLst>
                                        <p:tav tm="0">
                                          <p:val>
                                            <p:strVal val="ppt_y"/>
                                          </p:val>
                                        </p:tav>
                                        <p:tav tm="100000">
                                          <p:val>
                                            <p:strVal val="ppt_y-.1"/>
                                          </p:val>
                                        </p:tav>
                                      </p:tavLst>
                                    </p:anim>
                                    <p:set>
                                      <p:cBhvr>
                                        <p:cTn id="707" dur="1" fill="hold">
                                          <p:stCondLst>
                                            <p:cond delay="999"/>
                                          </p:stCondLst>
                                        </p:cTn>
                                        <p:tgtEl>
                                          <p:spTgt spid="130"/>
                                        </p:tgtEl>
                                        <p:attrNameLst>
                                          <p:attrName>style.visibility</p:attrName>
                                        </p:attrNameLst>
                                      </p:cBhvr>
                                      <p:to>
                                        <p:strVal val="hidden"/>
                                      </p:to>
                                    </p:set>
                                  </p:childTnLst>
                                </p:cTn>
                              </p:par>
                              <p:par>
                                <p:cTn id="708" presetID="26" presetClass="exit" presetSubtype="0" fill="hold" grpId="1" nodeType="withEffect">
                                  <p:stCondLst>
                                    <p:cond delay="0"/>
                                  </p:stCondLst>
                                  <p:childTnLst>
                                    <p:animEffect transition="out" filter="wipe(down)">
                                      <p:cBhvr>
                                        <p:cTn id="709" dur="180" accel="50000">
                                          <p:stCondLst>
                                            <p:cond delay="1820"/>
                                          </p:stCondLst>
                                        </p:cTn>
                                        <p:tgtEl>
                                          <p:spTgt spid="173"/>
                                        </p:tgtEl>
                                      </p:cBhvr>
                                    </p:animEffect>
                                    <p:anim calcmode="lin" valueType="num">
                                      <p:cBhvr>
                                        <p:cTn id="710" dur="1822" tmFilter="0,0; 0.14,0.31; 0.43,0.73; 0.71,0.91; 1.0,1.0">
                                          <p:stCondLst>
                                            <p:cond delay="0"/>
                                          </p:stCondLst>
                                        </p:cTn>
                                        <p:tgtEl>
                                          <p:spTgt spid="173"/>
                                        </p:tgtEl>
                                        <p:attrNameLst>
                                          <p:attrName>ppt_x</p:attrName>
                                        </p:attrNameLst>
                                      </p:cBhvr>
                                      <p:tavLst>
                                        <p:tav tm="0">
                                          <p:val>
                                            <p:strVal val="ppt_x"/>
                                          </p:val>
                                        </p:tav>
                                        <p:tav tm="100000">
                                          <p:val>
                                            <p:strVal val="#ppt_x+0.25"/>
                                          </p:val>
                                        </p:tav>
                                      </p:tavLst>
                                    </p:anim>
                                    <p:anim calcmode="lin" valueType="num">
                                      <p:cBhvr>
                                        <p:cTn id="711" dur="178">
                                          <p:stCondLst>
                                            <p:cond delay="1822"/>
                                          </p:stCondLst>
                                        </p:cTn>
                                        <p:tgtEl>
                                          <p:spTgt spid="173"/>
                                        </p:tgtEl>
                                        <p:attrNameLst>
                                          <p:attrName>ppt_x</p:attrName>
                                        </p:attrNameLst>
                                      </p:cBhvr>
                                      <p:tavLst>
                                        <p:tav tm="0">
                                          <p:val>
                                            <p:strVal val="ppt_x"/>
                                          </p:val>
                                        </p:tav>
                                        <p:tav tm="100000">
                                          <p:val>
                                            <p:strVal val="ppt_x"/>
                                          </p:val>
                                        </p:tav>
                                      </p:tavLst>
                                    </p:anim>
                                    <p:anim calcmode="lin" valueType="num">
                                      <p:cBhvr>
                                        <p:cTn id="712" dur="664" tmFilter="0.0,0.0;0.25,0.07;0.50,0.2;0.75,0.467;1.0,1.0">
                                          <p:stCondLst>
                                            <p:cond delay="0"/>
                                          </p:stCondLst>
                                        </p:cTn>
                                        <p:tgtEl>
                                          <p:spTgt spid="17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713" dur="664" tmFilter="0, 0; 0.125,0.2665; 0.25,0.4; 0.375,0.465; 0.5,0.5;  0.625,0.535; 0.75,0.6; 0.875,0.7335; 1,1">
                                          <p:stCondLst>
                                            <p:cond delay="664"/>
                                          </p:stCondLst>
                                        </p:cTn>
                                        <p:tgtEl>
                                          <p:spTgt spid="17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714" dur="332" tmFilter="0, 0; 0.125,0.2665; 0.25,0.4; 0.375,0.465; 0.5,0.5;  0.625,0.535; 0.75,0.6; 0.875,0.7335; 1,1">
                                          <p:stCondLst>
                                            <p:cond delay="1324"/>
                                          </p:stCondLst>
                                        </p:cTn>
                                        <p:tgtEl>
                                          <p:spTgt spid="17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715" dur="164" tmFilter="0, 0; 0.125,0.2665; 0.25,0.4; 0.375,0.465; 0.5,0.5;  0.625,0.535; 0.75,0.6; 0.875,0.7335; 1,1">
                                          <p:stCondLst>
                                            <p:cond delay="1656"/>
                                          </p:stCondLst>
                                        </p:cTn>
                                        <p:tgtEl>
                                          <p:spTgt spid="17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716" dur="180" accel="50000">
                                          <p:stCondLst>
                                            <p:cond delay="1820"/>
                                          </p:stCondLst>
                                        </p:cTn>
                                        <p:tgtEl>
                                          <p:spTgt spid="173"/>
                                        </p:tgtEl>
                                        <p:attrNameLst>
                                          <p:attrName>ppt_y</p:attrName>
                                        </p:attrNameLst>
                                      </p:cBhvr>
                                      <p:tavLst>
                                        <p:tav tm="0">
                                          <p:val>
                                            <p:strVal val="ppt_y"/>
                                          </p:val>
                                        </p:tav>
                                        <p:tav tm="100000">
                                          <p:val>
                                            <p:strVal val="ppt_y+ppt_h"/>
                                          </p:val>
                                        </p:tav>
                                      </p:tavLst>
                                    </p:anim>
                                    <p:animScale>
                                      <p:cBhvr>
                                        <p:cTn id="717" dur="26">
                                          <p:stCondLst>
                                            <p:cond delay="620"/>
                                          </p:stCondLst>
                                        </p:cTn>
                                        <p:tgtEl>
                                          <p:spTgt spid="173"/>
                                        </p:tgtEl>
                                      </p:cBhvr>
                                      <p:to x="100000" y="60000"/>
                                    </p:animScale>
                                    <p:animScale>
                                      <p:cBhvr>
                                        <p:cTn id="718" dur="166" decel="50000">
                                          <p:stCondLst>
                                            <p:cond delay="646"/>
                                          </p:stCondLst>
                                        </p:cTn>
                                        <p:tgtEl>
                                          <p:spTgt spid="173"/>
                                        </p:tgtEl>
                                      </p:cBhvr>
                                      <p:to x="100000" y="100000"/>
                                    </p:animScale>
                                    <p:animScale>
                                      <p:cBhvr>
                                        <p:cTn id="719" dur="26">
                                          <p:stCondLst>
                                            <p:cond delay="1312"/>
                                          </p:stCondLst>
                                        </p:cTn>
                                        <p:tgtEl>
                                          <p:spTgt spid="173"/>
                                        </p:tgtEl>
                                      </p:cBhvr>
                                      <p:to x="100000" y="80000"/>
                                    </p:animScale>
                                    <p:animScale>
                                      <p:cBhvr>
                                        <p:cTn id="720" dur="166" decel="50000">
                                          <p:stCondLst>
                                            <p:cond delay="1338"/>
                                          </p:stCondLst>
                                        </p:cTn>
                                        <p:tgtEl>
                                          <p:spTgt spid="173"/>
                                        </p:tgtEl>
                                      </p:cBhvr>
                                      <p:to x="100000" y="100000"/>
                                    </p:animScale>
                                    <p:animScale>
                                      <p:cBhvr>
                                        <p:cTn id="721" dur="26">
                                          <p:stCondLst>
                                            <p:cond delay="1642"/>
                                          </p:stCondLst>
                                        </p:cTn>
                                        <p:tgtEl>
                                          <p:spTgt spid="173"/>
                                        </p:tgtEl>
                                      </p:cBhvr>
                                      <p:to x="100000" y="90000"/>
                                    </p:animScale>
                                    <p:animScale>
                                      <p:cBhvr>
                                        <p:cTn id="722" dur="166" decel="50000">
                                          <p:stCondLst>
                                            <p:cond delay="1668"/>
                                          </p:stCondLst>
                                        </p:cTn>
                                        <p:tgtEl>
                                          <p:spTgt spid="173"/>
                                        </p:tgtEl>
                                      </p:cBhvr>
                                      <p:to x="100000" y="100000"/>
                                    </p:animScale>
                                    <p:animScale>
                                      <p:cBhvr>
                                        <p:cTn id="723" dur="26">
                                          <p:stCondLst>
                                            <p:cond delay="1808"/>
                                          </p:stCondLst>
                                        </p:cTn>
                                        <p:tgtEl>
                                          <p:spTgt spid="173"/>
                                        </p:tgtEl>
                                      </p:cBhvr>
                                      <p:to x="100000" y="95000"/>
                                    </p:animScale>
                                    <p:animScale>
                                      <p:cBhvr>
                                        <p:cTn id="724" dur="166" decel="50000">
                                          <p:stCondLst>
                                            <p:cond delay="1834"/>
                                          </p:stCondLst>
                                        </p:cTn>
                                        <p:tgtEl>
                                          <p:spTgt spid="173"/>
                                        </p:tgtEl>
                                      </p:cBhvr>
                                      <p:to x="100000" y="100000"/>
                                    </p:animScale>
                                    <p:set>
                                      <p:cBhvr>
                                        <p:cTn id="725" dur="1" fill="hold">
                                          <p:stCondLst>
                                            <p:cond delay="1999"/>
                                          </p:stCondLst>
                                        </p:cTn>
                                        <p:tgtEl>
                                          <p:spTgt spid="173"/>
                                        </p:tgtEl>
                                        <p:attrNameLst>
                                          <p:attrName>style.visibility</p:attrName>
                                        </p:attrNameLst>
                                      </p:cBhvr>
                                      <p:to>
                                        <p:strVal val="hidden"/>
                                      </p:to>
                                    </p:set>
                                  </p:childTnLst>
                                </p:cTn>
                              </p:par>
                            </p:childTnLst>
                          </p:cTn>
                        </p:par>
                      </p:childTnLst>
                    </p:cTn>
                  </p:par>
                  <p:par>
                    <p:cTn id="726" fill="hold">
                      <p:stCondLst>
                        <p:cond delay="indefinite"/>
                      </p:stCondLst>
                      <p:childTnLst>
                        <p:par>
                          <p:cTn id="727" fill="hold">
                            <p:stCondLst>
                              <p:cond delay="0"/>
                            </p:stCondLst>
                            <p:childTnLst>
                              <p:par>
                                <p:cTn id="728" presetID="22" presetClass="exit" presetSubtype="1" fill="hold" nodeType="clickEffect">
                                  <p:stCondLst>
                                    <p:cond delay="0"/>
                                  </p:stCondLst>
                                  <p:childTnLst>
                                    <p:animEffect transition="out" filter="wipe(up)">
                                      <p:cBhvr>
                                        <p:cTn id="729" dur="500"/>
                                        <p:tgtEl>
                                          <p:spTgt spid="206"/>
                                        </p:tgtEl>
                                      </p:cBhvr>
                                    </p:animEffect>
                                    <p:set>
                                      <p:cBhvr>
                                        <p:cTn id="730" dur="1" fill="hold">
                                          <p:stCondLst>
                                            <p:cond delay="499"/>
                                          </p:stCondLst>
                                        </p:cTn>
                                        <p:tgtEl>
                                          <p:spTgt spid="206"/>
                                        </p:tgtEl>
                                        <p:attrNameLst>
                                          <p:attrName>style.visibility</p:attrName>
                                        </p:attrNameLst>
                                      </p:cBhvr>
                                      <p:to>
                                        <p:strVal val="hidden"/>
                                      </p:to>
                                    </p:set>
                                  </p:childTnLst>
                                </p:cTn>
                              </p:par>
                            </p:childTnLst>
                          </p:cTn>
                        </p:par>
                      </p:childTnLst>
                    </p:cTn>
                  </p:par>
                  <p:par>
                    <p:cTn id="731" fill="hold">
                      <p:stCondLst>
                        <p:cond delay="indefinite"/>
                      </p:stCondLst>
                      <p:childTnLst>
                        <p:par>
                          <p:cTn id="732" fill="hold">
                            <p:stCondLst>
                              <p:cond delay="0"/>
                            </p:stCondLst>
                            <p:childTnLst>
                              <p:par>
                                <p:cTn id="733" presetID="47" presetClass="exit" presetSubtype="0" fill="hold" nodeType="clickEffect">
                                  <p:stCondLst>
                                    <p:cond delay="0"/>
                                  </p:stCondLst>
                                  <p:childTnLst>
                                    <p:animEffect transition="out" filter="fade">
                                      <p:cBhvr>
                                        <p:cTn id="734" dur="1000"/>
                                        <p:tgtEl>
                                          <p:spTgt spid="124"/>
                                        </p:tgtEl>
                                      </p:cBhvr>
                                    </p:animEffect>
                                    <p:anim calcmode="lin" valueType="num">
                                      <p:cBhvr>
                                        <p:cTn id="735" dur="1000"/>
                                        <p:tgtEl>
                                          <p:spTgt spid="124"/>
                                        </p:tgtEl>
                                        <p:attrNameLst>
                                          <p:attrName>ppt_x</p:attrName>
                                        </p:attrNameLst>
                                      </p:cBhvr>
                                      <p:tavLst>
                                        <p:tav tm="0">
                                          <p:val>
                                            <p:strVal val="ppt_x"/>
                                          </p:val>
                                        </p:tav>
                                        <p:tav tm="100000">
                                          <p:val>
                                            <p:strVal val="ppt_x"/>
                                          </p:val>
                                        </p:tav>
                                      </p:tavLst>
                                    </p:anim>
                                    <p:anim calcmode="lin" valueType="num">
                                      <p:cBhvr>
                                        <p:cTn id="736" dur="1000"/>
                                        <p:tgtEl>
                                          <p:spTgt spid="124"/>
                                        </p:tgtEl>
                                        <p:attrNameLst>
                                          <p:attrName>ppt_y</p:attrName>
                                        </p:attrNameLst>
                                      </p:cBhvr>
                                      <p:tavLst>
                                        <p:tav tm="0">
                                          <p:val>
                                            <p:strVal val="ppt_y"/>
                                          </p:val>
                                        </p:tav>
                                        <p:tav tm="100000">
                                          <p:val>
                                            <p:strVal val="ppt_y-.1"/>
                                          </p:val>
                                        </p:tav>
                                      </p:tavLst>
                                    </p:anim>
                                    <p:set>
                                      <p:cBhvr>
                                        <p:cTn id="737" dur="1" fill="hold">
                                          <p:stCondLst>
                                            <p:cond delay="999"/>
                                          </p:stCondLst>
                                        </p:cTn>
                                        <p:tgtEl>
                                          <p:spTgt spid="124"/>
                                        </p:tgtEl>
                                        <p:attrNameLst>
                                          <p:attrName>style.visibility</p:attrName>
                                        </p:attrNameLst>
                                      </p:cBhvr>
                                      <p:to>
                                        <p:strVal val="hidden"/>
                                      </p:to>
                                    </p:set>
                                  </p:childTnLst>
                                </p:cTn>
                              </p:par>
                              <p:par>
                                <p:cTn id="738" presetID="26" presetClass="exit" presetSubtype="0" fill="hold" grpId="1" nodeType="withEffect">
                                  <p:stCondLst>
                                    <p:cond delay="0"/>
                                  </p:stCondLst>
                                  <p:childTnLst>
                                    <p:animEffect transition="out" filter="wipe(down)">
                                      <p:cBhvr>
                                        <p:cTn id="739" dur="180" accel="50000">
                                          <p:stCondLst>
                                            <p:cond delay="1820"/>
                                          </p:stCondLst>
                                        </p:cTn>
                                        <p:tgtEl>
                                          <p:spTgt spid="198"/>
                                        </p:tgtEl>
                                      </p:cBhvr>
                                    </p:animEffect>
                                    <p:anim calcmode="lin" valueType="num">
                                      <p:cBhvr>
                                        <p:cTn id="740" dur="1822" tmFilter="0,0; 0.14,0.31; 0.43,0.73; 0.71,0.91; 1.0,1.0">
                                          <p:stCondLst>
                                            <p:cond delay="0"/>
                                          </p:stCondLst>
                                        </p:cTn>
                                        <p:tgtEl>
                                          <p:spTgt spid="198"/>
                                        </p:tgtEl>
                                        <p:attrNameLst>
                                          <p:attrName>ppt_x</p:attrName>
                                        </p:attrNameLst>
                                      </p:cBhvr>
                                      <p:tavLst>
                                        <p:tav tm="0">
                                          <p:val>
                                            <p:strVal val="ppt_x"/>
                                          </p:val>
                                        </p:tav>
                                        <p:tav tm="100000">
                                          <p:val>
                                            <p:strVal val="#ppt_x+0.25"/>
                                          </p:val>
                                        </p:tav>
                                      </p:tavLst>
                                    </p:anim>
                                    <p:anim calcmode="lin" valueType="num">
                                      <p:cBhvr>
                                        <p:cTn id="741" dur="178">
                                          <p:stCondLst>
                                            <p:cond delay="1822"/>
                                          </p:stCondLst>
                                        </p:cTn>
                                        <p:tgtEl>
                                          <p:spTgt spid="198"/>
                                        </p:tgtEl>
                                        <p:attrNameLst>
                                          <p:attrName>ppt_x</p:attrName>
                                        </p:attrNameLst>
                                      </p:cBhvr>
                                      <p:tavLst>
                                        <p:tav tm="0">
                                          <p:val>
                                            <p:strVal val="ppt_x"/>
                                          </p:val>
                                        </p:tav>
                                        <p:tav tm="100000">
                                          <p:val>
                                            <p:strVal val="ppt_x"/>
                                          </p:val>
                                        </p:tav>
                                      </p:tavLst>
                                    </p:anim>
                                    <p:anim calcmode="lin" valueType="num">
                                      <p:cBhvr>
                                        <p:cTn id="742" dur="664" tmFilter="0.0,0.0;0.25,0.07;0.50,0.2;0.75,0.467;1.0,1.0">
                                          <p:stCondLst>
                                            <p:cond delay="0"/>
                                          </p:stCondLst>
                                        </p:cTn>
                                        <p:tgtEl>
                                          <p:spTgt spid="19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743" dur="664" tmFilter="0, 0; 0.125,0.2665; 0.25,0.4; 0.375,0.465; 0.5,0.5;  0.625,0.535; 0.75,0.6; 0.875,0.7335; 1,1">
                                          <p:stCondLst>
                                            <p:cond delay="664"/>
                                          </p:stCondLst>
                                        </p:cTn>
                                        <p:tgtEl>
                                          <p:spTgt spid="19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744" dur="332" tmFilter="0, 0; 0.125,0.2665; 0.25,0.4; 0.375,0.465; 0.5,0.5;  0.625,0.535; 0.75,0.6; 0.875,0.7335; 1,1">
                                          <p:stCondLst>
                                            <p:cond delay="1324"/>
                                          </p:stCondLst>
                                        </p:cTn>
                                        <p:tgtEl>
                                          <p:spTgt spid="19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745" dur="164" tmFilter="0, 0; 0.125,0.2665; 0.25,0.4; 0.375,0.465; 0.5,0.5;  0.625,0.535; 0.75,0.6; 0.875,0.7335; 1,1">
                                          <p:stCondLst>
                                            <p:cond delay="1656"/>
                                          </p:stCondLst>
                                        </p:cTn>
                                        <p:tgtEl>
                                          <p:spTgt spid="19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746" dur="180" accel="50000">
                                          <p:stCondLst>
                                            <p:cond delay="1820"/>
                                          </p:stCondLst>
                                        </p:cTn>
                                        <p:tgtEl>
                                          <p:spTgt spid="198"/>
                                        </p:tgtEl>
                                        <p:attrNameLst>
                                          <p:attrName>ppt_y</p:attrName>
                                        </p:attrNameLst>
                                      </p:cBhvr>
                                      <p:tavLst>
                                        <p:tav tm="0">
                                          <p:val>
                                            <p:strVal val="ppt_y"/>
                                          </p:val>
                                        </p:tav>
                                        <p:tav tm="100000">
                                          <p:val>
                                            <p:strVal val="ppt_y+ppt_h"/>
                                          </p:val>
                                        </p:tav>
                                      </p:tavLst>
                                    </p:anim>
                                    <p:animScale>
                                      <p:cBhvr>
                                        <p:cTn id="747" dur="26">
                                          <p:stCondLst>
                                            <p:cond delay="620"/>
                                          </p:stCondLst>
                                        </p:cTn>
                                        <p:tgtEl>
                                          <p:spTgt spid="198"/>
                                        </p:tgtEl>
                                      </p:cBhvr>
                                      <p:to x="100000" y="60000"/>
                                    </p:animScale>
                                    <p:animScale>
                                      <p:cBhvr>
                                        <p:cTn id="748" dur="166" decel="50000">
                                          <p:stCondLst>
                                            <p:cond delay="646"/>
                                          </p:stCondLst>
                                        </p:cTn>
                                        <p:tgtEl>
                                          <p:spTgt spid="198"/>
                                        </p:tgtEl>
                                      </p:cBhvr>
                                      <p:to x="100000" y="100000"/>
                                    </p:animScale>
                                    <p:animScale>
                                      <p:cBhvr>
                                        <p:cTn id="749" dur="26">
                                          <p:stCondLst>
                                            <p:cond delay="1312"/>
                                          </p:stCondLst>
                                        </p:cTn>
                                        <p:tgtEl>
                                          <p:spTgt spid="198"/>
                                        </p:tgtEl>
                                      </p:cBhvr>
                                      <p:to x="100000" y="80000"/>
                                    </p:animScale>
                                    <p:animScale>
                                      <p:cBhvr>
                                        <p:cTn id="750" dur="166" decel="50000">
                                          <p:stCondLst>
                                            <p:cond delay="1338"/>
                                          </p:stCondLst>
                                        </p:cTn>
                                        <p:tgtEl>
                                          <p:spTgt spid="198"/>
                                        </p:tgtEl>
                                      </p:cBhvr>
                                      <p:to x="100000" y="100000"/>
                                    </p:animScale>
                                    <p:animScale>
                                      <p:cBhvr>
                                        <p:cTn id="751" dur="26">
                                          <p:stCondLst>
                                            <p:cond delay="1642"/>
                                          </p:stCondLst>
                                        </p:cTn>
                                        <p:tgtEl>
                                          <p:spTgt spid="198"/>
                                        </p:tgtEl>
                                      </p:cBhvr>
                                      <p:to x="100000" y="90000"/>
                                    </p:animScale>
                                    <p:animScale>
                                      <p:cBhvr>
                                        <p:cTn id="752" dur="166" decel="50000">
                                          <p:stCondLst>
                                            <p:cond delay="1668"/>
                                          </p:stCondLst>
                                        </p:cTn>
                                        <p:tgtEl>
                                          <p:spTgt spid="198"/>
                                        </p:tgtEl>
                                      </p:cBhvr>
                                      <p:to x="100000" y="100000"/>
                                    </p:animScale>
                                    <p:animScale>
                                      <p:cBhvr>
                                        <p:cTn id="753" dur="26">
                                          <p:stCondLst>
                                            <p:cond delay="1808"/>
                                          </p:stCondLst>
                                        </p:cTn>
                                        <p:tgtEl>
                                          <p:spTgt spid="198"/>
                                        </p:tgtEl>
                                      </p:cBhvr>
                                      <p:to x="100000" y="95000"/>
                                    </p:animScale>
                                    <p:animScale>
                                      <p:cBhvr>
                                        <p:cTn id="754" dur="166" decel="50000">
                                          <p:stCondLst>
                                            <p:cond delay="1834"/>
                                          </p:stCondLst>
                                        </p:cTn>
                                        <p:tgtEl>
                                          <p:spTgt spid="198"/>
                                        </p:tgtEl>
                                      </p:cBhvr>
                                      <p:to x="100000" y="100000"/>
                                    </p:animScale>
                                    <p:set>
                                      <p:cBhvr>
                                        <p:cTn id="755" dur="1" fill="hold">
                                          <p:stCondLst>
                                            <p:cond delay="1999"/>
                                          </p:stCondLst>
                                        </p:cTn>
                                        <p:tgtEl>
                                          <p:spTgt spid="198"/>
                                        </p:tgtEl>
                                        <p:attrNameLst>
                                          <p:attrName>style.visibility</p:attrName>
                                        </p:attrNameLst>
                                      </p:cBhvr>
                                      <p:to>
                                        <p:strVal val="hidden"/>
                                      </p:to>
                                    </p:set>
                                  </p:childTnLst>
                                </p:cTn>
                              </p:par>
                            </p:childTnLst>
                          </p:cTn>
                        </p:par>
                      </p:childTnLst>
                    </p:cTn>
                  </p:par>
                  <p:par>
                    <p:cTn id="756" fill="hold">
                      <p:stCondLst>
                        <p:cond delay="indefinite"/>
                      </p:stCondLst>
                      <p:childTnLst>
                        <p:par>
                          <p:cTn id="757" fill="hold">
                            <p:stCondLst>
                              <p:cond delay="0"/>
                            </p:stCondLst>
                            <p:childTnLst>
                              <p:par>
                                <p:cTn id="758" presetID="22" presetClass="exit" presetSubtype="1" fill="hold" nodeType="clickEffect">
                                  <p:stCondLst>
                                    <p:cond delay="0"/>
                                  </p:stCondLst>
                                  <p:childTnLst>
                                    <p:animEffect transition="out" filter="wipe(up)">
                                      <p:cBhvr>
                                        <p:cTn id="759" dur="500"/>
                                        <p:tgtEl>
                                          <p:spTgt spid="180"/>
                                        </p:tgtEl>
                                      </p:cBhvr>
                                    </p:animEffect>
                                    <p:set>
                                      <p:cBhvr>
                                        <p:cTn id="760" dur="1" fill="hold">
                                          <p:stCondLst>
                                            <p:cond delay="499"/>
                                          </p:stCondLst>
                                        </p:cTn>
                                        <p:tgtEl>
                                          <p:spTgt spid="180"/>
                                        </p:tgtEl>
                                        <p:attrNameLst>
                                          <p:attrName>style.visibility</p:attrName>
                                        </p:attrNameLst>
                                      </p:cBhvr>
                                      <p:to>
                                        <p:strVal val="hidden"/>
                                      </p:to>
                                    </p:set>
                                  </p:childTnLst>
                                </p:cTn>
                              </p:par>
                            </p:childTnLst>
                          </p:cTn>
                        </p:par>
                      </p:childTnLst>
                    </p:cTn>
                  </p:par>
                  <p:par>
                    <p:cTn id="761" fill="hold">
                      <p:stCondLst>
                        <p:cond delay="indefinite"/>
                      </p:stCondLst>
                      <p:childTnLst>
                        <p:par>
                          <p:cTn id="762" fill="hold">
                            <p:stCondLst>
                              <p:cond delay="0"/>
                            </p:stCondLst>
                            <p:childTnLst>
                              <p:par>
                                <p:cTn id="763" presetID="47" presetClass="exit" presetSubtype="0" fill="hold" nodeType="clickEffect">
                                  <p:stCondLst>
                                    <p:cond delay="0"/>
                                  </p:stCondLst>
                                  <p:childTnLst>
                                    <p:animEffect transition="out" filter="fade">
                                      <p:cBhvr>
                                        <p:cTn id="764" dur="1000"/>
                                        <p:tgtEl>
                                          <p:spTgt spid="112"/>
                                        </p:tgtEl>
                                      </p:cBhvr>
                                    </p:animEffect>
                                    <p:anim calcmode="lin" valueType="num">
                                      <p:cBhvr>
                                        <p:cTn id="765" dur="1000"/>
                                        <p:tgtEl>
                                          <p:spTgt spid="112"/>
                                        </p:tgtEl>
                                        <p:attrNameLst>
                                          <p:attrName>ppt_x</p:attrName>
                                        </p:attrNameLst>
                                      </p:cBhvr>
                                      <p:tavLst>
                                        <p:tav tm="0">
                                          <p:val>
                                            <p:strVal val="ppt_x"/>
                                          </p:val>
                                        </p:tav>
                                        <p:tav tm="100000">
                                          <p:val>
                                            <p:strVal val="ppt_x"/>
                                          </p:val>
                                        </p:tav>
                                      </p:tavLst>
                                    </p:anim>
                                    <p:anim calcmode="lin" valueType="num">
                                      <p:cBhvr>
                                        <p:cTn id="766" dur="1000"/>
                                        <p:tgtEl>
                                          <p:spTgt spid="112"/>
                                        </p:tgtEl>
                                        <p:attrNameLst>
                                          <p:attrName>ppt_y</p:attrName>
                                        </p:attrNameLst>
                                      </p:cBhvr>
                                      <p:tavLst>
                                        <p:tav tm="0">
                                          <p:val>
                                            <p:strVal val="ppt_y"/>
                                          </p:val>
                                        </p:tav>
                                        <p:tav tm="100000">
                                          <p:val>
                                            <p:strVal val="ppt_y-.1"/>
                                          </p:val>
                                        </p:tav>
                                      </p:tavLst>
                                    </p:anim>
                                    <p:set>
                                      <p:cBhvr>
                                        <p:cTn id="767" dur="1" fill="hold">
                                          <p:stCondLst>
                                            <p:cond delay="999"/>
                                          </p:stCondLst>
                                        </p:cTn>
                                        <p:tgtEl>
                                          <p:spTgt spid="112"/>
                                        </p:tgtEl>
                                        <p:attrNameLst>
                                          <p:attrName>style.visibility</p:attrName>
                                        </p:attrNameLst>
                                      </p:cBhvr>
                                      <p:to>
                                        <p:strVal val="hidden"/>
                                      </p:to>
                                    </p:set>
                                  </p:childTnLst>
                                </p:cTn>
                              </p:par>
                              <p:par>
                                <p:cTn id="768" presetID="26" presetClass="exit" presetSubtype="0" fill="hold" grpId="1" nodeType="withEffect">
                                  <p:stCondLst>
                                    <p:cond delay="0"/>
                                  </p:stCondLst>
                                  <p:childTnLst>
                                    <p:animEffect transition="out" filter="wipe(down)">
                                      <p:cBhvr>
                                        <p:cTn id="769" dur="180" accel="50000">
                                          <p:stCondLst>
                                            <p:cond delay="1820"/>
                                          </p:stCondLst>
                                        </p:cTn>
                                        <p:tgtEl>
                                          <p:spTgt spid="174"/>
                                        </p:tgtEl>
                                      </p:cBhvr>
                                    </p:animEffect>
                                    <p:anim calcmode="lin" valueType="num">
                                      <p:cBhvr>
                                        <p:cTn id="770" dur="1822" tmFilter="0,0; 0.14,0.31; 0.43,0.73; 0.71,0.91; 1.0,1.0">
                                          <p:stCondLst>
                                            <p:cond delay="0"/>
                                          </p:stCondLst>
                                        </p:cTn>
                                        <p:tgtEl>
                                          <p:spTgt spid="174"/>
                                        </p:tgtEl>
                                        <p:attrNameLst>
                                          <p:attrName>ppt_x</p:attrName>
                                        </p:attrNameLst>
                                      </p:cBhvr>
                                      <p:tavLst>
                                        <p:tav tm="0">
                                          <p:val>
                                            <p:strVal val="ppt_x"/>
                                          </p:val>
                                        </p:tav>
                                        <p:tav tm="100000">
                                          <p:val>
                                            <p:strVal val="#ppt_x+0.25"/>
                                          </p:val>
                                        </p:tav>
                                      </p:tavLst>
                                    </p:anim>
                                    <p:anim calcmode="lin" valueType="num">
                                      <p:cBhvr>
                                        <p:cTn id="771" dur="178">
                                          <p:stCondLst>
                                            <p:cond delay="1822"/>
                                          </p:stCondLst>
                                        </p:cTn>
                                        <p:tgtEl>
                                          <p:spTgt spid="174"/>
                                        </p:tgtEl>
                                        <p:attrNameLst>
                                          <p:attrName>ppt_x</p:attrName>
                                        </p:attrNameLst>
                                      </p:cBhvr>
                                      <p:tavLst>
                                        <p:tav tm="0">
                                          <p:val>
                                            <p:strVal val="ppt_x"/>
                                          </p:val>
                                        </p:tav>
                                        <p:tav tm="100000">
                                          <p:val>
                                            <p:strVal val="ppt_x"/>
                                          </p:val>
                                        </p:tav>
                                      </p:tavLst>
                                    </p:anim>
                                    <p:anim calcmode="lin" valueType="num">
                                      <p:cBhvr>
                                        <p:cTn id="772" dur="664" tmFilter="0.0,0.0;0.25,0.07;0.50,0.2;0.75,0.467;1.0,1.0">
                                          <p:stCondLst>
                                            <p:cond delay="0"/>
                                          </p:stCondLst>
                                        </p:cTn>
                                        <p:tgtEl>
                                          <p:spTgt spid="174"/>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773" dur="664" tmFilter="0, 0; 0.125,0.2665; 0.25,0.4; 0.375,0.465; 0.5,0.5;  0.625,0.535; 0.75,0.6; 0.875,0.7335; 1,1">
                                          <p:stCondLst>
                                            <p:cond delay="664"/>
                                          </p:stCondLst>
                                        </p:cTn>
                                        <p:tgtEl>
                                          <p:spTgt spid="174"/>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774" dur="332" tmFilter="0, 0; 0.125,0.2665; 0.25,0.4; 0.375,0.465; 0.5,0.5;  0.625,0.535; 0.75,0.6; 0.875,0.7335; 1,1">
                                          <p:stCondLst>
                                            <p:cond delay="1324"/>
                                          </p:stCondLst>
                                        </p:cTn>
                                        <p:tgtEl>
                                          <p:spTgt spid="174"/>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775" dur="164" tmFilter="0, 0; 0.125,0.2665; 0.25,0.4; 0.375,0.465; 0.5,0.5;  0.625,0.535; 0.75,0.6; 0.875,0.7335; 1,1">
                                          <p:stCondLst>
                                            <p:cond delay="1656"/>
                                          </p:stCondLst>
                                        </p:cTn>
                                        <p:tgtEl>
                                          <p:spTgt spid="174"/>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776" dur="180" accel="50000">
                                          <p:stCondLst>
                                            <p:cond delay="1820"/>
                                          </p:stCondLst>
                                        </p:cTn>
                                        <p:tgtEl>
                                          <p:spTgt spid="174"/>
                                        </p:tgtEl>
                                        <p:attrNameLst>
                                          <p:attrName>ppt_y</p:attrName>
                                        </p:attrNameLst>
                                      </p:cBhvr>
                                      <p:tavLst>
                                        <p:tav tm="0">
                                          <p:val>
                                            <p:strVal val="ppt_y"/>
                                          </p:val>
                                        </p:tav>
                                        <p:tav tm="100000">
                                          <p:val>
                                            <p:strVal val="ppt_y+ppt_h"/>
                                          </p:val>
                                        </p:tav>
                                      </p:tavLst>
                                    </p:anim>
                                    <p:animScale>
                                      <p:cBhvr>
                                        <p:cTn id="777" dur="26">
                                          <p:stCondLst>
                                            <p:cond delay="620"/>
                                          </p:stCondLst>
                                        </p:cTn>
                                        <p:tgtEl>
                                          <p:spTgt spid="174"/>
                                        </p:tgtEl>
                                      </p:cBhvr>
                                      <p:to x="100000" y="60000"/>
                                    </p:animScale>
                                    <p:animScale>
                                      <p:cBhvr>
                                        <p:cTn id="778" dur="166" decel="50000">
                                          <p:stCondLst>
                                            <p:cond delay="646"/>
                                          </p:stCondLst>
                                        </p:cTn>
                                        <p:tgtEl>
                                          <p:spTgt spid="174"/>
                                        </p:tgtEl>
                                      </p:cBhvr>
                                      <p:to x="100000" y="100000"/>
                                    </p:animScale>
                                    <p:animScale>
                                      <p:cBhvr>
                                        <p:cTn id="779" dur="26">
                                          <p:stCondLst>
                                            <p:cond delay="1312"/>
                                          </p:stCondLst>
                                        </p:cTn>
                                        <p:tgtEl>
                                          <p:spTgt spid="174"/>
                                        </p:tgtEl>
                                      </p:cBhvr>
                                      <p:to x="100000" y="80000"/>
                                    </p:animScale>
                                    <p:animScale>
                                      <p:cBhvr>
                                        <p:cTn id="780" dur="166" decel="50000">
                                          <p:stCondLst>
                                            <p:cond delay="1338"/>
                                          </p:stCondLst>
                                        </p:cTn>
                                        <p:tgtEl>
                                          <p:spTgt spid="174"/>
                                        </p:tgtEl>
                                      </p:cBhvr>
                                      <p:to x="100000" y="100000"/>
                                    </p:animScale>
                                    <p:animScale>
                                      <p:cBhvr>
                                        <p:cTn id="781" dur="26">
                                          <p:stCondLst>
                                            <p:cond delay="1642"/>
                                          </p:stCondLst>
                                        </p:cTn>
                                        <p:tgtEl>
                                          <p:spTgt spid="174"/>
                                        </p:tgtEl>
                                      </p:cBhvr>
                                      <p:to x="100000" y="90000"/>
                                    </p:animScale>
                                    <p:animScale>
                                      <p:cBhvr>
                                        <p:cTn id="782" dur="166" decel="50000">
                                          <p:stCondLst>
                                            <p:cond delay="1668"/>
                                          </p:stCondLst>
                                        </p:cTn>
                                        <p:tgtEl>
                                          <p:spTgt spid="174"/>
                                        </p:tgtEl>
                                      </p:cBhvr>
                                      <p:to x="100000" y="100000"/>
                                    </p:animScale>
                                    <p:animScale>
                                      <p:cBhvr>
                                        <p:cTn id="783" dur="26">
                                          <p:stCondLst>
                                            <p:cond delay="1808"/>
                                          </p:stCondLst>
                                        </p:cTn>
                                        <p:tgtEl>
                                          <p:spTgt spid="174"/>
                                        </p:tgtEl>
                                      </p:cBhvr>
                                      <p:to x="100000" y="95000"/>
                                    </p:animScale>
                                    <p:animScale>
                                      <p:cBhvr>
                                        <p:cTn id="784" dur="166" decel="50000">
                                          <p:stCondLst>
                                            <p:cond delay="1834"/>
                                          </p:stCondLst>
                                        </p:cTn>
                                        <p:tgtEl>
                                          <p:spTgt spid="174"/>
                                        </p:tgtEl>
                                      </p:cBhvr>
                                      <p:to x="100000" y="100000"/>
                                    </p:animScale>
                                    <p:set>
                                      <p:cBhvr>
                                        <p:cTn id="785" dur="1" fill="hold">
                                          <p:stCondLst>
                                            <p:cond delay="1999"/>
                                          </p:stCondLst>
                                        </p:cTn>
                                        <p:tgtEl>
                                          <p:spTgt spid="174"/>
                                        </p:tgtEl>
                                        <p:attrNameLst>
                                          <p:attrName>style.visibility</p:attrName>
                                        </p:attrNameLst>
                                      </p:cBhvr>
                                      <p:to>
                                        <p:strVal val="hidden"/>
                                      </p:to>
                                    </p:set>
                                  </p:childTnLst>
                                </p:cTn>
                              </p:par>
                            </p:childTnLst>
                          </p:cTn>
                        </p:par>
                      </p:childTnLst>
                    </p:cTn>
                  </p:par>
                  <p:par>
                    <p:cTn id="786" fill="hold">
                      <p:stCondLst>
                        <p:cond delay="indefinite"/>
                      </p:stCondLst>
                      <p:childTnLst>
                        <p:par>
                          <p:cTn id="787" fill="hold">
                            <p:stCondLst>
                              <p:cond delay="0"/>
                            </p:stCondLst>
                            <p:childTnLst>
                              <p:par>
                                <p:cTn id="788" presetID="22" presetClass="exit" presetSubtype="1" fill="hold" nodeType="clickEffect">
                                  <p:stCondLst>
                                    <p:cond delay="0"/>
                                  </p:stCondLst>
                                  <p:childTnLst>
                                    <p:animEffect transition="out" filter="wipe(up)">
                                      <p:cBhvr>
                                        <p:cTn id="789" dur="500"/>
                                        <p:tgtEl>
                                          <p:spTgt spid="166"/>
                                        </p:tgtEl>
                                      </p:cBhvr>
                                    </p:animEffect>
                                    <p:set>
                                      <p:cBhvr>
                                        <p:cTn id="790" dur="1" fill="hold">
                                          <p:stCondLst>
                                            <p:cond delay="499"/>
                                          </p:stCondLst>
                                        </p:cTn>
                                        <p:tgtEl>
                                          <p:spTgt spid="166"/>
                                        </p:tgtEl>
                                        <p:attrNameLst>
                                          <p:attrName>style.visibility</p:attrName>
                                        </p:attrNameLst>
                                      </p:cBhvr>
                                      <p:to>
                                        <p:strVal val="hidden"/>
                                      </p:to>
                                    </p:set>
                                  </p:childTnLst>
                                </p:cTn>
                              </p:par>
                            </p:childTnLst>
                          </p:cTn>
                        </p:par>
                        <p:par>
                          <p:cTn id="791" fill="hold">
                            <p:stCondLst>
                              <p:cond delay="500"/>
                            </p:stCondLst>
                            <p:childTnLst>
                              <p:par>
                                <p:cTn id="792" presetID="22" presetClass="entr" presetSubtype="8" fill="hold" nodeType="afterEffect">
                                  <p:stCondLst>
                                    <p:cond delay="0"/>
                                  </p:stCondLst>
                                  <p:childTnLst>
                                    <p:set>
                                      <p:cBhvr>
                                        <p:cTn id="793" dur="1" fill="hold">
                                          <p:stCondLst>
                                            <p:cond delay="0"/>
                                          </p:stCondLst>
                                        </p:cTn>
                                        <p:tgtEl>
                                          <p:spTgt spid="167"/>
                                        </p:tgtEl>
                                        <p:attrNameLst>
                                          <p:attrName>style.visibility</p:attrName>
                                        </p:attrNameLst>
                                      </p:cBhvr>
                                      <p:to>
                                        <p:strVal val="visible"/>
                                      </p:to>
                                    </p:set>
                                    <p:animEffect transition="in" filter="wipe(left)">
                                      <p:cBhvr>
                                        <p:cTn id="794" dur="1000"/>
                                        <p:tgtEl>
                                          <p:spTgt spid="167"/>
                                        </p:tgtEl>
                                      </p:cBhvr>
                                    </p:animEffect>
                                  </p:childTnLst>
                                </p:cTn>
                              </p:par>
                            </p:childTnLst>
                          </p:cTn>
                        </p:par>
                      </p:childTnLst>
                    </p:cTn>
                  </p:par>
                  <p:par>
                    <p:cTn id="795" fill="hold">
                      <p:stCondLst>
                        <p:cond delay="indefinite"/>
                      </p:stCondLst>
                      <p:childTnLst>
                        <p:par>
                          <p:cTn id="796" fill="hold">
                            <p:stCondLst>
                              <p:cond delay="0"/>
                            </p:stCondLst>
                            <p:childTnLst>
                              <p:par>
                                <p:cTn id="797" presetID="22" presetClass="exit" presetSubtype="1" fill="hold" nodeType="clickEffect">
                                  <p:stCondLst>
                                    <p:cond delay="0"/>
                                  </p:stCondLst>
                                  <p:childTnLst>
                                    <p:animEffect transition="out" filter="wipe(up)">
                                      <p:cBhvr>
                                        <p:cTn id="798" dur="500"/>
                                        <p:tgtEl>
                                          <p:spTgt spid="167"/>
                                        </p:tgtEl>
                                      </p:cBhvr>
                                    </p:animEffect>
                                    <p:set>
                                      <p:cBhvr>
                                        <p:cTn id="799" dur="1" fill="hold">
                                          <p:stCondLst>
                                            <p:cond delay="499"/>
                                          </p:stCondLst>
                                        </p:cTn>
                                        <p:tgtEl>
                                          <p:spTgt spid="167"/>
                                        </p:tgtEl>
                                        <p:attrNameLst>
                                          <p:attrName>style.visibility</p:attrName>
                                        </p:attrNameLst>
                                      </p:cBhvr>
                                      <p:to>
                                        <p:strVal val="hidden"/>
                                      </p:to>
                                    </p:set>
                                  </p:childTnLst>
                                </p:cTn>
                              </p:par>
                            </p:childTnLst>
                          </p:cTn>
                        </p:par>
                        <p:par>
                          <p:cTn id="800" fill="hold">
                            <p:stCondLst>
                              <p:cond delay="500"/>
                            </p:stCondLst>
                            <p:childTnLst>
                              <p:par>
                                <p:cTn id="801" presetID="22" presetClass="entr" presetSubtype="8" fill="hold" nodeType="afterEffect">
                                  <p:stCondLst>
                                    <p:cond delay="0"/>
                                  </p:stCondLst>
                                  <p:childTnLst>
                                    <p:set>
                                      <p:cBhvr>
                                        <p:cTn id="802" dur="1" fill="hold">
                                          <p:stCondLst>
                                            <p:cond delay="0"/>
                                          </p:stCondLst>
                                        </p:cTn>
                                        <p:tgtEl>
                                          <p:spTgt spid="168"/>
                                        </p:tgtEl>
                                        <p:attrNameLst>
                                          <p:attrName>style.visibility</p:attrName>
                                        </p:attrNameLst>
                                      </p:cBhvr>
                                      <p:to>
                                        <p:strVal val="visible"/>
                                      </p:to>
                                    </p:set>
                                    <p:animEffect transition="in" filter="wipe(left)">
                                      <p:cBhvr>
                                        <p:cTn id="803" dur="1000"/>
                                        <p:tgtEl>
                                          <p:spTgt spid="168"/>
                                        </p:tgtEl>
                                      </p:cBhvr>
                                    </p:animEffect>
                                  </p:childTnLst>
                                </p:cTn>
                              </p:par>
                            </p:childTnLst>
                          </p:cTn>
                        </p:par>
                      </p:childTnLst>
                    </p:cTn>
                  </p:par>
                  <p:par>
                    <p:cTn id="804" fill="hold">
                      <p:stCondLst>
                        <p:cond delay="indefinite"/>
                      </p:stCondLst>
                      <p:childTnLst>
                        <p:par>
                          <p:cTn id="805" fill="hold">
                            <p:stCondLst>
                              <p:cond delay="0"/>
                            </p:stCondLst>
                            <p:childTnLst>
                              <p:par>
                                <p:cTn id="806" presetID="22" presetClass="exit" presetSubtype="1" fill="hold" nodeType="clickEffect">
                                  <p:stCondLst>
                                    <p:cond delay="0"/>
                                  </p:stCondLst>
                                  <p:childTnLst>
                                    <p:animEffect transition="out" filter="wipe(up)">
                                      <p:cBhvr>
                                        <p:cTn id="807" dur="500"/>
                                        <p:tgtEl>
                                          <p:spTgt spid="168"/>
                                        </p:tgtEl>
                                      </p:cBhvr>
                                    </p:animEffect>
                                    <p:set>
                                      <p:cBhvr>
                                        <p:cTn id="808" dur="1" fill="hold">
                                          <p:stCondLst>
                                            <p:cond delay="499"/>
                                          </p:stCondLst>
                                        </p:cTn>
                                        <p:tgtEl>
                                          <p:spTgt spid="168"/>
                                        </p:tgtEl>
                                        <p:attrNameLst>
                                          <p:attrName>style.visibility</p:attrName>
                                        </p:attrNameLst>
                                      </p:cBhvr>
                                      <p:to>
                                        <p:strVal val="hidden"/>
                                      </p:to>
                                    </p:set>
                                  </p:childTnLst>
                                </p:cTn>
                              </p:par>
                            </p:childTnLst>
                          </p:cTn>
                        </p:par>
                        <p:par>
                          <p:cTn id="809" fill="hold">
                            <p:stCondLst>
                              <p:cond delay="500"/>
                            </p:stCondLst>
                            <p:childTnLst>
                              <p:par>
                                <p:cTn id="810" presetID="22" presetClass="entr" presetSubtype="8" fill="hold" nodeType="afterEffect">
                                  <p:stCondLst>
                                    <p:cond delay="0"/>
                                  </p:stCondLst>
                                  <p:childTnLst>
                                    <p:set>
                                      <p:cBhvr>
                                        <p:cTn id="811" dur="1" fill="hold">
                                          <p:stCondLst>
                                            <p:cond delay="0"/>
                                          </p:stCondLst>
                                        </p:cTn>
                                        <p:tgtEl>
                                          <p:spTgt spid="171"/>
                                        </p:tgtEl>
                                        <p:attrNameLst>
                                          <p:attrName>style.visibility</p:attrName>
                                        </p:attrNameLst>
                                      </p:cBhvr>
                                      <p:to>
                                        <p:strVal val="visible"/>
                                      </p:to>
                                    </p:set>
                                    <p:animEffect transition="in" filter="wipe(left)">
                                      <p:cBhvr>
                                        <p:cTn id="812" dur="1000"/>
                                        <p:tgtEl>
                                          <p:spTgt spid="171"/>
                                        </p:tgtEl>
                                      </p:cBhvr>
                                    </p:animEffect>
                                  </p:childTnLst>
                                </p:cTn>
                              </p:par>
                            </p:childTnLst>
                          </p:cTn>
                        </p:par>
                      </p:childTnLst>
                    </p:cTn>
                  </p:par>
                  <p:par>
                    <p:cTn id="813" fill="hold">
                      <p:stCondLst>
                        <p:cond delay="indefinite"/>
                      </p:stCondLst>
                      <p:childTnLst>
                        <p:par>
                          <p:cTn id="814" fill="hold">
                            <p:stCondLst>
                              <p:cond delay="0"/>
                            </p:stCondLst>
                            <p:childTnLst>
                              <p:par>
                                <p:cTn id="815" presetID="42" presetClass="entr" presetSubtype="0" fill="hold" grpId="0" nodeType="clickEffect">
                                  <p:stCondLst>
                                    <p:cond delay="0"/>
                                  </p:stCondLst>
                                  <p:childTnLst>
                                    <p:set>
                                      <p:cBhvr>
                                        <p:cTn id="816" dur="1" fill="hold">
                                          <p:stCondLst>
                                            <p:cond delay="0"/>
                                          </p:stCondLst>
                                        </p:cTn>
                                        <p:tgtEl>
                                          <p:spTgt spid="67"/>
                                        </p:tgtEl>
                                        <p:attrNameLst>
                                          <p:attrName>style.visibility</p:attrName>
                                        </p:attrNameLst>
                                      </p:cBhvr>
                                      <p:to>
                                        <p:strVal val="visible"/>
                                      </p:to>
                                    </p:set>
                                    <p:animEffect transition="in" filter="fade">
                                      <p:cBhvr>
                                        <p:cTn id="817" dur="1000"/>
                                        <p:tgtEl>
                                          <p:spTgt spid="67"/>
                                        </p:tgtEl>
                                      </p:cBhvr>
                                    </p:animEffect>
                                    <p:anim calcmode="lin" valueType="num">
                                      <p:cBhvr>
                                        <p:cTn id="818" dur="1000" fill="hold"/>
                                        <p:tgtEl>
                                          <p:spTgt spid="67"/>
                                        </p:tgtEl>
                                        <p:attrNameLst>
                                          <p:attrName>ppt_x</p:attrName>
                                        </p:attrNameLst>
                                      </p:cBhvr>
                                      <p:tavLst>
                                        <p:tav tm="0">
                                          <p:val>
                                            <p:strVal val="#ppt_x"/>
                                          </p:val>
                                        </p:tav>
                                        <p:tav tm="100000">
                                          <p:val>
                                            <p:strVal val="#ppt_x"/>
                                          </p:val>
                                        </p:tav>
                                      </p:tavLst>
                                    </p:anim>
                                    <p:anim calcmode="lin" valueType="num">
                                      <p:cBhvr>
                                        <p:cTn id="819" dur="1000" fill="hold"/>
                                        <p:tgtEl>
                                          <p:spTgt spid="67"/>
                                        </p:tgtEl>
                                        <p:attrNameLst>
                                          <p:attrName>ppt_y</p:attrName>
                                        </p:attrNameLst>
                                      </p:cBhvr>
                                      <p:tavLst>
                                        <p:tav tm="0">
                                          <p:val>
                                            <p:strVal val="#ppt_y+.1"/>
                                          </p:val>
                                        </p:tav>
                                        <p:tav tm="100000">
                                          <p:val>
                                            <p:strVal val="#ppt_y"/>
                                          </p:val>
                                        </p:tav>
                                      </p:tavLst>
                                    </p:anim>
                                  </p:childTnLst>
                                </p:cTn>
                              </p:par>
                              <p:par>
                                <p:cTn id="820" presetID="10" presetClass="exit" presetSubtype="0" fill="hold" grpId="1" nodeType="withEffect">
                                  <p:stCondLst>
                                    <p:cond delay="500"/>
                                  </p:stCondLst>
                                  <p:childTnLst>
                                    <p:animEffect transition="out" filter="fade">
                                      <p:cBhvr>
                                        <p:cTn id="821" dur="500"/>
                                        <p:tgtEl>
                                          <p:spTgt spid="95"/>
                                        </p:tgtEl>
                                      </p:cBhvr>
                                    </p:animEffect>
                                    <p:set>
                                      <p:cBhvr>
                                        <p:cTn id="822" dur="1" fill="hold">
                                          <p:stCondLst>
                                            <p:cond delay="499"/>
                                          </p:stCondLst>
                                        </p:cTn>
                                        <p:tgtEl>
                                          <p:spTgt spid="95"/>
                                        </p:tgtEl>
                                        <p:attrNameLst>
                                          <p:attrName>style.visibility</p:attrName>
                                        </p:attrNameLst>
                                      </p:cBhvr>
                                      <p:to>
                                        <p:strVal val="hidden"/>
                                      </p:to>
                                    </p:set>
                                  </p:childTnLst>
                                </p:cTn>
                              </p:par>
                            </p:childTnLst>
                          </p:cTn>
                        </p:par>
                      </p:childTnLst>
                    </p:cTn>
                  </p:par>
                  <p:par>
                    <p:cTn id="823" fill="hold">
                      <p:stCondLst>
                        <p:cond delay="indefinite"/>
                      </p:stCondLst>
                      <p:childTnLst>
                        <p:par>
                          <p:cTn id="824" fill="hold">
                            <p:stCondLst>
                              <p:cond delay="0"/>
                            </p:stCondLst>
                            <p:childTnLst>
                              <p:par>
                                <p:cTn id="825" presetID="22" presetClass="exit" presetSubtype="1" fill="hold" nodeType="clickEffect">
                                  <p:stCondLst>
                                    <p:cond delay="0"/>
                                  </p:stCondLst>
                                  <p:childTnLst>
                                    <p:animEffect transition="out" filter="wipe(up)">
                                      <p:cBhvr>
                                        <p:cTn id="826" dur="500"/>
                                        <p:tgtEl>
                                          <p:spTgt spid="171"/>
                                        </p:tgtEl>
                                      </p:cBhvr>
                                    </p:animEffect>
                                    <p:set>
                                      <p:cBhvr>
                                        <p:cTn id="827" dur="1" fill="hold">
                                          <p:stCondLst>
                                            <p:cond delay="499"/>
                                          </p:stCondLst>
                                        </p:cTn>
                                        <p:tgtEl>
                                          <p:spTgt spid="171"/>
                                        </p:tgtEl>
                                        <p:attrNameLst>
                                          <p:attrName>style.visibility</p:attrName>
                                        </p:attrNameLst>
                                      </p:cBhvr>
                                      <p:to>
                                        <p:strVal val="hidden"/>
                                      </p:to>
                                    </p:set>
                                  </p:childTnLst>
                                </p:cTn>
                              </p:par>
                            </p:childTnLst>
                          </p:cTn>
                        </p:par>
                        <p:par>
                          <p:cTn id="828" fill="hold">
                            <p:stCondLst>
                              <p:cond delay="500"/>
                            </p:stCondLst>
                            <p:childTnLst>
                              <p:par>
                                <p:cTn id="829" presetID="22" presetClass="entr" presetSubtype="8" fill="hold" nodeType="afterEffect">
                                  <p:stCondLst>
                                    <p:cond delay="0"/>
                                  </p:stCondLst>
                                  <p:childTnLst>
                                    <p:set>
                                      <p:cBhvr>
                                        <p:cTn id="830" dur="1" fill="hold">
                                          <p:stCondLst>
                                            <p:cond delay="0"/>
                                          </p:stCondLst>
                                        </p:cTn>
                                        <p:tgtEl>
                                          <p:spTgt spid="172"/>
                                        </p:tgtEl>
                                        <p:attrNameLst>
                                          <p:attrName>style.visibility</p:attrName>
                                        </p:attrNameLst>
                                      </p:cBhvr>
                                      <p:to>
                                        <p:strVal val="visible"/>
                                      </p:to>
                                    </p:set>
                                    <p:animEffect transition="in" filter="wipe(left)">
                                      <p:cBhvr>
                                        <p:cTn id="831" dur="1000"/>
                                        <p:tgtEl>
                                          <p:spTgt spid="172"/>
                                        </p:tgtEl>
                                      </p:cBhvr>
                                    </p:animEffect>
                                  </p:childTnLst>
                                </p:cTn>
                              </p:par>
                            </p:childTnLst>
                          </p:cTn>
                        </p:par>
                      </p:childTnLst>
                    </p:cTn>
                  </p:par>
                  <p:par>
                    <p:cTn id="832" fill="hold">
                      <p:stCondLst>
                        <p:cond delay="indefinite"/>
                      </p:stCondLst>
                      <p:childTnLst>
                        <p:par>
                          <p:cTn id="833" fill="hold">
                            <p:stCondLst>
                              <p:cond delay="0"/>
                            </p:stCondLst>
                            <p:childTnLst>
                              <p:par>
                                <p:cTn id="834" presetID="10" presetClass="exit" presetSubtype="0" fill="hold" grpId="0" nodeType="clickEffect">
                                  <p:stCondLst>
                                    <p:cond delay="0"/>
                                  </p:stCondLst>
                                  <p:childTnLst>
                                    <p:animEffect transition="out" filter="fade">
                                      <p:cBhvr>
                                        <p:cTn id="835" dur="500"/>
                                        <p:tgtEl>
                                          <p:spTgt spid="82"/>
                                        </p:tgtEl>
                                      </p:cBhvr>
                                    </p:animEffect>
                                    <p:set>
                                      <p:cBhvr>
                                        <p:cTn id="836" dur="1" fill="hold">
                                          <p:stCondLst>
                                            <p:cond delay="499"/>
                                          </p:stCondLst>
                                        </p:cTn>
                                        <p:tgtEl>
                                          <p:spTgt spid="82"/>
                                        </p:tgtEl>
                                        <p:attrNameLst>
                                          <p:attrName>style.visibility</p:attrName>
                                        </p:attrNameLst>
                                      </p:cBhvr>
                                      <p:to>
                                        <p:strVal val="hidden"/>
                                      </p:to>
                                    </p:set>
                                  </p:childTnLst>
                                </p:cTn>
                              </p:par>
                              <p:par>
                                <p:cTn id="837" presetID="22" presetClass="entr" presetSubtype="4" fill="hold" grpId="0" nodeType="withEffect">
                                  <p:stCondLst>
                                    <p:cond delay="0"/>
                                  </p:stCondLst>
                                  <p:childTnLst>
                                    <p:set>
                                      <p:cBhvr>
                                        <p:cTn id="838" dur="1" fill="hold">
                                          <p:stCondLst>
                                            <p:cond delay="0"/>
                                          </p:stCondLst>
                                        </p:cTn>
                                        <p:tgtEl>
                                          <p:spTgt spid="74"/>
                                        </p:tgtEl>
                                        <p:attrNameLst>
                                          <p:attrName>style.visibility</p:attrName>
                                        </p:attrNameLst>
                                      </p:cBhvr>
                                      <p:to>
                                        <p:strVal val="visible"/>
                                      </p:to>
                                    </p:set>
                                    <p:animEffect transition="in" filter="wipe(down)">
                                      <p:cBhvr>
                                        <p:cTn id="839" dur="1000"/>
                                        <p:tgtEl>
                                          <p:spTgt spid="74"/>
                                        </p:tgtEl>
                                      </p:cBhvr>
                                    </p:animEffect>
                                  </p:childTnLst>
                                </p:cTn>
                              </p:par>
                            </p:childTnLst>
                          </p:cTn>
                        </p:par>
                      </p:childTnLst>
                    </p:cTn>
                  </p:par>
                  <p:par>
                    <p:cTn id="840" fill="hold">
                      <p:stCondLst>
                        <p:cond delay="indefinite"/>
                      </p:stCondLst>
                      <p:childTnLst>
                        <p:par>
                          <p:cTn id="841" fill="hold">
                            <p:stCondLst>
                              <p:cond delay="0"/>
                            </p:stCondLst>
                            <p:childTnLst>
                              <p:par>
                                <p:cTn id="842" presetID="22" presetClass="exit" presetSubtype="1" fill="hold" nodeType="clickEffect">
                                  <p:stCondLst>
                                    <p:cond delay="0"/>
                                  </p:stCondLst>
                                  <p:childTnLst>
                                    <p:animEffect transition="out" filter="wipe(up)">
                                      <p:cBhvr>
                                        <p:cTn id="843" dur="500"/>
                                        <p:tgtEl>
                                          <p:spTgt spid="172"/>
                                        </p:tgtEl>
                                      </p:cBhvr>
                                    </p:animEffect>
                                    <p:set>
                                      <p:cBhvr>
                                        <p:cTn id="844" dur="1" fill="hold">
                                          <p:stCondLst>
                                            <p:cond delay="499"/>
                                          </p:stCondLst>
                                        </p:cTn>
                                        <p:tgtEl>
                                          <p:spTgt spid="172"/>
                                        </p:tgtEl>
                                        <p:attrNameLst>
                                          <p:attrName>style.visibility</p:attrName>
                                        </p:attrNameLst>
                                      </p:cBhvr>
                                      <p:to>
                                        <p:strVal val="hidden"/>
                                      </p:to>
                                    </p:set>
                                  </p:childTnLst>
                                </p:cTn>
                              </p:par>
                            </p:childTnLst>
                          </p:cTn>
                        </p:par>
                        <p:par>
                          <p:cTn id="845" fill="hold">
                            <p:stCondLst>
                              <p:cond delay="500"/>
                            </p:stCondLst>
                            <p:childTnLst>
                              <p:par>
                                <p:cTn id="846" presetID="22" presetClass="entr" presetSubtype="8" fill="hold" nodeType="afterEffect">
                                  <p:stCondLst>
                                    <p:cond delay="0"/>
                                  </p:stCondLst>
                                  <p:childTnLst>
                                    <p:set>
                                      <p:cBhvr>
                                        <p:cTn id="847" dur="1" fill="hold">
                                          <p:stCondLst>
                                            <p:cond delay="0"/>
                                          </p:stCondLst>
                                        </p:cTn>
                                        <p:tgtEl>
                                          <p:spTgt spid="169"/>
                                        </p:tgtEl>
                                        <p:attrNameLst>
                                          <p:attrName>style.visibility</p:attrName>
                                        </p:attrNameLst>
                                      </p:cBhvr>
                                      <p:to>
                                        <p:strVal val="visible"/>
                                      </p:to>
                                    </p:set>
                                    <p:animEffect transition="in" filter="wipe(left)">
                                      <p:cBhvr>
                                        <p:cTn id="848" dur="1000"/>
                                        <p:tgtEl>
                                          <p:spTgt spid="169"/>
                                        </p:tgtEl>
                                      </p:cBhvr>
                                    </p:animEffect>
                                  </p:childTnLst>
                                </p:cTn>
                              </p:par>
                            </p:childTnLst>
                          </p:cTn>
                        </p:par>
                        <p:par>
                          <p:cTn id="849" fill="hold">
                            <p:stCondLst>
                              <p:cond delay="1500"/>
                            </p:stCondLst>
                            <p:childTnLst>
                              <p:par>
                                <p:cTn id="850" presetID="64" presetClass="path" presetSubtype="0" accel="50000" decel="50000" fill="hold" nodeType="afterEffect">
                                  <p:stCondLst>
                                    <p:cond delay="0"/>
                                  </p:stCondLst>
                                  <p:childTnLst>
                                    <p:animMotion origin="layout" path="M 0.00872 0.25555 L 0.06237 0.08958 " pathEditMode="relative" rAng="0" ptsTypes="AA">
                                      <p:cBhvr>
                                        <p:cTn id="851" dur="1500" fill="hold"/>
                                        <p:tgtEl>
                                          <p:spTgt spid="99"/>
                                        </p:tgtEl>
                                        <p:attrNameLst>
                                          <p:attrName>ppt_x</p:attrName>
                                          <p:attrName>ppt_y</p:attrName>
                                        </p:attrNameLst>
                                      </p:cBhvr>
                                      <p:rCtr x="2682" y="-8310"/>
                                    </p:animMotion>
                                  </p:childTnLst>
                                </p:cTn>
                              </p:par>
                            </p:childTnLst>
                          </p:cTn>
                        </p:par>
                      </p:childTnLst>
                    </p:cTn>
                  </p:par>
                  <p:par>
                    <p:cTn id="852" fill="hold">
                      <p:stCondLst>
                        <p:cond delay="indefinite"/>
                      </p:stCondLst>
                      <p:childTnLst>
                        <p:par>
                          <p:cTn id="853" fill="hold">
                            <p:stCondLst>
                              <p:cond delay="0"/>
                            </p:stCondLst>
                            <p:childTnLst>
                              <p:par>
                                <p:cTn id="854" presetID="22" presetClass="exit" presetSubtype="1" fill="hold" nodeType="clickEffect">
                                  <p:stCondLst>
                                    <p:cond delay="0"/>
                                  </p:stCondLst>
                                  <p:childTnLst>
                                    <p:animEffect transition="out" filter="wipe(up)">
                                      <p:cBhvr>
                                        <p:cTn id="855" dur="500"/>
                                        <p:tgtEl>
                                          <p:spTgt spid="169"/>
                                        </p:tgtEl>
                                      </p:cBhvr>
                                    </p:animEffect>
                                    <p:set>
                                      <p:cBhvr>
                                        <p:cTn id="856" dur="1" fill="hold">
                                          <p:stCondLst>
                                            <p:cond delay="499"/>
                                          </p:stCondLst>
                                        </p:cTn>
                                        <p:tgtEl>
                                          <p:spTgt spid="169"/>
                                        </p:tgtEl>
                                        <p:attrNameLst>
                                          <p:attrName>style.visibility</p:attrName>
                                        </p:attrNameLst>
                                      </p:cBhvr>
                                      <p:to>
                                        <p:strVal val="hidden"/>
                                      </p:to>
                                    </p:set>
                                  </p:childTnLst>
                                </p:cTn>
                              </p:par>
                            </p:childTnLst>
                          </p:cTn>
                        </p:par>
                        <p:par>
                          <p:cTn id="857" fill="hold">
                            <p:stCondLst>
                              <p:cond delay="500"/>
                            </p:stCondLst>
                            <p:childTnLst>
                              <p:par>
                                <p:cTn id="858" presetID="22" presetClass="entr" presetSubtype="8" fill="hold" nodeType="afterEffect">
                                  <p:stCondLst>
                                    <p:cond delay="0"/>
                                  </p:stCondLst>
                                  <p:childTnLst>
                                    <p:set>
                                      <p:cBhvr>
                                        <p:cTn id="859" dur="1" fill="hold">
                                          <p:stCondLst>
                                            <p:cond delay="0"/>
                                          </p:stCondLst>
                                        </p:cTn>
                                        <p:tgtEl>
                                          <p:spTgt spid="170"/>
                                        </p:tgtEl>
                                        <p:attrNameLst>
                                          <p:attrName>style.visibility</p:attrName>
                                        </p:attrNameLst>
                                      </p:cBhvr>
                                      <p:to>
                                        <p:strVal val="visible"/>
                                      </p:to>
                                    </p:set>
                                    <p:animEffect transition="in" filter="wipe(left)">
                                      <p:cBhvr>
                                        <p:cTn id="860" dur="1000"/>
                                        <p:tgtEl>
                                          <p:spTgt spid="170"/>
                                        </p:tgtEl>
                                      </p:cBhvr>
                                    </p:animEffect>
                                  </p:childTnLst>
                                </p:cTn>
                              </p:par>
                            </p:childTnLst>
                          </p:cTn>
                        </p:par>
                      </p:childTnLst>
                    </p:cTn>
                  </p:par>
                  <p:par>
                    <p:cTn id="861" fill="hold">
                      <p:stCondLst>
                        <p:cond delay="indefinite"/>
                      </p:stCondLst>
                      <p:childTnLst>
                        <p:par>
                          <p:cTn id="862" fill="hold">
                            <p:stCondLst>
                              <p:cond delay="0"/>
                            </p:stCondLst>
                            <p:childTnLst>
                              <p:par>
                                <p:cTn id="863" presetID="6" presetClass="emph" presetSubtype="0" autoRev="1" fill="hold" nodeType="clickEffect">
                                  <p:stCondLst>
                                    <p:cond delay="0"/>
                                  </p:stCondLst>
                                  <p:childTnLst>
                                    <p:animScale>
                                      <p:cBhvr>
                                        <p:cTn id="864" dur="500" fill="hold"/>
                                        <p:tgtEl>
                                          <p:spTgt spid="99"/>
                                        </p:tgtEl>
                                      </p:cBhvr>
                                      <p:by x="150000" y="150000"/>
                                    </p:animScale>
                                  </p:childTnLst>
                                </p:cTn>
                              </p:par>
                            </p:childTnLst>
                          </p:cTn>
                        </p:par>
                        <p:par>
                          <p:cTn id="865" fill="hold">
                            <p:stCondLst>
                              <p:cond delay="1000"/>
                            </p:stCondLst>
                            <p:childTnLst>
                              <p:par>
                                <p:cTn id="866" presetID="22" presetClass="entr" presetSubtype="8" fill="hold" nodeType="afterEffect">
                                  <p:stCondLst>
                                    <p:cond delay="0"/>
                                  </p:stCondLst>
                                  <p:childTnLst>
                                    <p:set>
                                      <p:cBhvr>
                                        <p:cTn id="867" dur="1" fill="hold">
                                          <p:stCondLst>
                                            <p:cond delay="0"/>
                                          </p:stCondLst>
                                        </p:cTn>
                                        <p:tgtEl>
                                          <p:spTgt spid="133"/>
                                        </p:tgtEl>
                                        <p:attrNameLst>
                                          <p:attrName>style.visibility</p:attrName>
                                        </p:attrNameLst>
                                      </p:cBhvr>
                                      <p:to>
                                        <p:strVal val="visible"/>
                                      </p:to>
                                    </p:set>
                                    <p:animEffect transition="in" filter="wipe(left)">
                                      <p:cBhvr>
                                        <p:cTn id="868" dur="1000"/>
                                        <p:tgtEl>
                                          <p:spTgt spid="133"/>
                                        </p:tgtEl>
                                      </p:cBhvr>
                                    </p:animEffect>
                                  </p:childTnLst>
                                </p:cTn>
                              </p:par>
                              <p:par>
                                <p:cTn id="869" presetID="22" presetClass="entr" presetSubtype="1" fill="hold" grpId="0" nodeType="withEffect">
                                  <p:stCondLst>
                                    <p:cond delay="0"/>
                                  </p:stCondLst>
                                  <p:childTnLst>
                                    <p:set>
                                      <p:cBhvr>
                                        <p:cTn id="870" dur="1" fill="hold">
                                          <p:stCondLst>
                                            <p:cond delay="0"/>
                                          </p:stCondLst>
                                        </p:cTn>
                                        <p:tgtEl>
                                          <p:spTgt spid="191"/>
                                        </p:tgtEl>
                                        <p:attrNameLst>
                                          <p:attrName>style.visibility</p:attrName>
                                        </p:attrNameLst>
                                      </p:cBhvr>
                                      <p:to>
                                        <p:strVal val="visible"/>
                                      </p:to>
                                    </p:set>
                                    <p:animEffect transition="in" filter="wipe(up)">
                                      <p:cBhvr>
                                        <p:cTn id="871" dur="1000"/>
                                        <p:tgtEl>
                                          <p:spTgt spid="191"/>
                                        </p:tgtEl>
                                      </p:cBhvr>
                                    </p:animEffect>
                                  </p:childTnLst>
                                </p:cTn>
                              </p:par>
                            </p:childTnLst>
                          </p:cTn>
                        </p:par>
                        <p:par>
                          <p:cTn id="872" fill="hold">
                            <p:stCondLst>
                              <p:cond delay="2000"/>
                            </p:stCondLst>
                            <p:childTnLst>
                              <p:par>
                                <p:cTn id="873" presetID="22" presetClass="entr" presetSubtype="8" fill="hold" nodeType="afterEffect">
                                  <p:stCondLst>
                                    <p:cond delay="0"/>
                                  </p:stCondLst>
                                  <p:childTnLst>
                                    <p:set>
                                      <p:cBhvr>
                                        <p:cTn id="874" dur="1" fill="hold">
                                          <p:stCondLst>
                                            <p:cond delay="0"/>
                                          </p:stCondLst>
                                        </p:cTn>
                                        <p:tgtEl>
                                          <p:spTgt spid="209"/>
                                        </p:tgtEl>
                                        <p:attrNameLst>
                                          <p:attrName>style.visibility</p:attrName>
                                        </p:attrNameLst>
                                      </p:cBhvr>
                                      <p:to>
                                        <p:strVal val="visible"/>
                                      </p:to>
                                    </p:set>
                                    <p:animEffect transition="in" filter="wipe(left)">
                                      <p:cBhvr>
                                        <p:cTn id="875" dur="1000"/>
                                        <p:tgtEl>
                                          <p:spTgt spid="209"/>
                                        </p:tgtEl>
                                      </p:cBhvr>
                                    </p:animEffect>
                                  </p:childTnLst>
                                </p:cTn>
                              </p:par>
                            </p:childTnLst>
                          </p:cTn>
                        </p:par>
                      </p:childTnLst>
                    </p:cTn>
                  </p:par>
                  <p:par>
                    <p:cTn id="876" fill="hold">
                      <p:stCondLst>
                        <p:cond delay="indefinite"/>
                      </p:stCondLst>
                      <p:childTnLst>
                        <p:par>
                          <p:cTn id="877" fill="hold">
                            <p:stCondLst>
                              <p:cond delay="0"/>
                            </p:stCondLst>
                            <p:childTnLst>
                              <p:par>
                                <p:cTn id="878" presetID="22" presetClass="exit" presetSubtype="1" fill="hold" nodeType="clickEffect">
                                  <p:stCondLst>
                                    <p:cond delay="0"/>
                                  </p:stCondLst>
                                  <p:childTnLst>
                                    <p:animEffect transition="out" filter="wipe(up)">
                                      <p:cBhvr>
                                        <p:cTn id="879" dur="500"/>
                                        <p:tgtEl>
                                          <p:spTgt spid="209"/>
                                        </p:tgtEl>
                                      </p:cBhvr>
                                    </p:animEffect>
                                    <p:set>
                                      <p:cBhvr>
                                        <p:cTn id="880" dur="1" fill="hold">
                                          <p:stCondLst>
                                            <p:cond delay="499"/>
                                          </p:stCondLst>
                                        </p:cTn>
                                        <p:tgtEl>
                                          <p:spTgt spid="209"/>
                                        </p:tgtEl>
                                        <p:attrNameLst>
                                          <p:attrName>style.visibility</p:attrName>
                                        </p:attrNameLst>
                                      </p:cBhvr>
                                      <p:to>
                                        <p:strVal val="hidden"/>
                                      </p:to>
                                    </p:set>
                                  </p:childTnLst>
                                </p:cTn>
                              </p:par>
                            </p:childTnLst>
                          </p:cTn>
                        </p:par>
                        <p:par>
                          <p:cTn id="881" fill="hold">
                            <p:stCondLst>
                              <p:cond delay="500"/>
                            </p:stCondLst>
                            <p:childTnLst>
                              <p:par>
                                <p:cTn id="882" presetID="22" presetClass="entr" presetSubtype="8" fill="hold" nodeType="afterEffect">
                                  <p:stCondLst>
                                    <p:cond delay="0"/>
                                  </p:stCondLst>
                                  <p:childTnLst>
                                    <p:set>
                                      <p:cBhvr>
                                        <p:cTn id="883" dur="1" fill="hold">
                                          <p:stCondLst>
                                            <p:cond delay="0"/>
                                          </p:stCondLst>
                                        </p:cTn>
                                        <p:tgtEl>
                                          <p:spTgt spid="210"/>
                                        </p:tgtEl>
                                        <p:attrNameLst>
                                          <p:attrName>style.visibility</p:attrName>
                                        </p:attrNameLst>
                                      </p:cBhvr>
                                      <p:to>
                                        <p:strVal val="visible"/>
                                      </p:to>
                                    </p:set>
                                    <p:animEffect transition="in" filter="wipe(left)">
                                      <p:cBhvr>
                                        <p:cTn id="884" dur="1000"/>
                                        <p:tgtEl>
                                          <p:spTgt spid="210"/>
                                        </p:tgtEl>
                                      </p:cBhvr>
                                    </p:animEffect>
                                  </p:childTnLst>
                                </p:cTn>
                              </p:par>
                            </p:childTnLst>
                          </p:cTn>
                        </p:par>
                      </p:childTnLst>
                    </p:cTn>
                  </p:par>
                  <p:par>
                    <p:cTn id="885" fill="hold">
                      <p:stCondLst>
                        <p:cond delay="indefinite"/>
                      </p:stCondLst>
                      <p:childTnLst>
                        <p:par>
                          <p:cTn id="886" fill="hold">
                            <p:stCondLst>
                              <p:cond delay="0"/>
                            </p:stCondLst>
                            <p:childTnLst>
                              <p:par>
                                <p:cTn id="887" presetID="6" presetClass="emph" presetSubtype="0" autoRev="1" fill="hold" nodeType="clickEffect">
                                  <p:stCondLst>
                                    <p:cond delay="0"/>
                                  </p:stCondLst>
                                  <p:childTnLst>
                                    <p:animScale>
                                      <p:cBhvr>
                                        <p:cTn id="888" dur="500" fill="hold"/>
                                        <p:tgtEl>
                                          <p:spTgt spid="99"/>
                                        </p:tgtEl>
                                      </p:cBhvr>
                                      <p:by x="150000" y="150000"/>
                                    </p:animScale>
                                  </p:childTnLst>
                                </p:cTn>
                              </p:par>
                            </p:childTnLst>
                          </p:cTn>
                        </p:par>
                        <p:par>
                          <p:cTn id="889" fill="hold">
                            <p:stCondLst>
                              <p:cond delay="1000"/>
                            </p:stCondLst>
                            <p:childTnLst>
                              <p:par>
                                <p:cTn id="890" presetID="22" presetClass="entr" presetSubtype="8" fill="hold" nodeType="afterEffect">
                                  <p:stCondLst>
                                    <p:cond delay="0"/>
                                  </p:stCondLst>
                                  <p:childTnLst>
                                    <p:set>
                                      <p:cBhvr>
                                        <p:cTn id="891" dur="1" fill="hold">
                                          <p:stCondLst>
                                            <p:cond delay="0"/>
                                          </p:stCondLst>
                                        </p:cTn>
                                        <p:tgtEl>
                                          <p:spTgt spid="136"/>
                                        </p:tgtEl>
                                        <p:attrNameLst>
                                          <p:attrName>style.visibility</p:attrName>
                                        </p:attrNameLst>
                                      </p:cBhvr>
                                      <p:to>
                                        <p:strVal val="visible"/>
                                      </p:to>
                                    </p:set>
                                    <p:animEffect transition="in" filter="wipe(left)">
                                      <p:cBhvr>
                                        <p:cTn id="892" dur="1000"/>
                                        <p:tgtEl>
                                          <p:spTgt spid="136"/>
                                        </p:tgtEl>
                                      </p:cBhvr>
                                    </p:animEffect>
                                  </p:childTnLst>
                                </p:cTn>
                              </p:par>
                              <p:par>
                                <p:cTn id="893" presetID="22" presetClass="entr" presetSubtype="1" fill="hold" grpId="0" nodeType="withEffect">
                                  <p:stCondLst>
                                    <p:cond delay="0"/>
                                  </p:stCondLst>
                                  <p:childTnLst>
                                    <p:set>
                                      <p:cBhvr>
                                        <p:cTn id="894" dur="1" fill="hold">
                                          <p:stCondLst>
                                            <p:cond delay="0"/>
                                          </p:stCondLst>
                                        </p:cTn>
                                        <p:tgtEl>
                                          <p:spTgt spid="217"/>
                                        </p:tgtEl>
                                        <p:attrNameLst>
                                          <p:attrName>style.visibility</p:attrName>
                                        </p:attrNameLst>
                                      </p:cBhvr>
                                      <p:to>
                                        <p:strVal val="visible"/>
                                      </p:to>
                                    </p:set>
                                    <p:animEffect transition="in" filter="wipe(up)">
                                      <p:cBhvr>
                                        <p:cTn id="895" dur="1000"/>
                                        <p:tgtEl>
                                          <p:spTgt spid="217"/>
                                        </p:tgtEl>
                                      </p:cBhvr>
                                    </p:animEffect>
                                  </p:childTnLst>
                                </p:cTn>
                              </p:par>
                            </p:childTnLst>
                          </p:cTn>
                        </p:par>
                        <p:par>
                          <p:cTn id="896" fill="hold">
                            <p:stCondLst>
                              <p:cond delay="2000"/>
                            </p:stCondLst>
                            <p:childTnLst>
                              <p:par>
                                <p:cTn id="897" presetID="22" presetClass="entr" presetSubtype="8" fill="hold" nodeType="afterEffect">
                                  <p:stCondLst>
                                    <p:cond delay="0"/>
                                  </p:stCondLst>
                                  <p:childTnLst>
                                    <p:set>
                                      <p:cBhvr>
                                        <p:cTn id="898" dur="1" fill="hold">
                                          <p:stCondLst>
                                            <p:cond delay="0"/>
                                          </p:stCondLst>
                                        </p:cTn>
                                        <p:tgtEl>
                                          <p:spTgt spid="218"/>
                                        </p:tgtEl>
                                        <p:attrNameLst>
                                          <p:attrName>style.visibility</p:attrName>
                                        </p:attrNameLst>
                                      </p:cBhvr>
                                      <p:to>
                                        <p:strVal val="visible"/>
                                      </p:to>
                                    </p:set>
                                    <p:animEffect transition="in" filter="wipe(left)">
                                      <p:cBhvr>
                                        <p:cTn id="899" dur="1000"/>
                                        <p:tgtEl>
                                          <p:spTgt spid="218"/>
                                        </p:tgtEl>
                                      </p:cBhvr>
                                    </p:animEffect>
                                  </p:childTnLst>
                                </p:cTn>
                              </p:par>
                            </p:childTnLst>
                          </p:cTn>
                        </p:par>
                      </p:childTnLst>
                    </p:cTn>
                  </p:par>
                  <p:par>
                    <p:cTn id="900" fill="hold">
                      <p:stCondLst>
                        <p:cond delay="indefinite"/>
                      </p:stCondLst>
                      <p:childTnLst>
                        <p:par>
                          <p:cTn id="901" fill="hold">
                            <p:stCondLst>
                              <p:cond delay="0"/>
                            </p:stCondLst>
                            <p:childTnLst>
                              <p:par>
                                <p:cTn id="902" presetID="22" presetClass="exit" presetSubtype="1" fill="hold" nodeType="clickEffect">
                                  <p:stCondLst>
                                    <p:cond delay="0"/>
                                  </p:stCondLst>
                                  <p:childTnLst>
                                    <p:animEffect transition="out" filter="wipe(up)">
                                      <p:cBhvr>
                                        <p:cTn id="903" dur="500"/>
                                        <p:tgtEl>
                                          <p:spTgt spid="218"/>
                                        </p:tgtEl>
                                      </p:cBhvr>
                                    </p:animEffect>
                                    <p:set>
                                      <p:cBhvr>
                                        <p:cTn id="904" dur="1" fill="hold">
                                          <p:stCondLst>
                                            <p:cond delay="499"/>
                                          </p:stCondLst>
                                        </p:cTn>
                                        <p:tgtEl>
                                          <p:spTgt spid="218"/>
                                        </p:tgtEl>
                                        <p:attrNameLst>
                                          <p:attrName>style.visibility</p:attrName>
                                        </p:attrNameLst>
                                      </p:cBhvr>
                                      <p:to>
                                        <p:strVal val="hidden"/>
                                      </p:to>
                                    </p:set>
                                  </p:childTnLst>
                                </p:cTn>
                              </p:par>
                            </p:childTnLst>
                          </p:cTn>
                        </p:par>
                      </p:childTnLst>
                    </p:cTn>
                  </p:par>
                  <p:par>
                    <p:cTn id="905" fill="hold">
                      <p:stCondLst>
                        <p:cond delay="indefinite"/>
                      </p:stCondLst>
                      <p:childTnLst>
                        <p:par>
                          <p:cTn id="906" fill="hold">
                            <p:stCondLst>
                              <p:cond delay="0"/>
                            </p:stCondLst>
                            <p:childTnLst>
                              <p:par>
                                <p:cTn id="907" presetID="47" presetClass="exit" presetSubtype="0" fill="hold" nodeType="clickEffect">
                                  <p:stCondLst>
                                    <p:cond delay="0"/>
                                  </p:stCondLst>
                                  <p:childTnLst>
                                    <p:animEffect transition="out" filter="fade">
                                      <p:cBhvr>
                                        <p:cTn id="908" dur="1000"/>
                                        <p:tgtEl>
                                          <p:spTgt spid="136"/>
                                        </p:tgtEl>
                                      </p:cBhvr>
                                    </p:animEffect>
                                    <p:anim calcmode="lin" valueType="num">
                                      <p:cBhvr>
                                        <p:cTn id="909" dur="1000"/>
                                        <p:tgtEl>
                                          <p:spTgt spid="136"/>
                                        </p:tgtEl>
                                        <p:attrNameLst>
                                          <p:attrName>ppt_x</p:attrName>
                                        </p:attrNameLst>
                                      </p:cBhvr>
                                      <p:tavLst>
                                        <p:tav tm="0">
                                          <p:val>
                                            <p:strVal val="ppt_x"/>
                                          </p:val>
                                        </p:tav>
                                        <p:tav tm="100000">
                                          <p:val>
                                            <p:strVal val="ppt_x"/>
                                          </p:val>
                                        </p:tav>
                                      </p:tavLst>
                                    </p:anim>
                                    <p:anim calcmode="lin" valueType="num">
                                      <p:cBhvr>
                                        <p:cTn id="910" dur="1000"/>
                                        <p:tgtEl>
                                          <p:spTgt spid="136"/>
                                        </p:tgtEl>
                                        <p:attrNameLst>
                                          <p:attrName>ppt_y</p:attrName>
                                        </p:attrNameLst>
                                      </p:cBhvr>
                                      <p:tavLst>
                                        <p:tav tm="0">
                                          <p:val>
                                            <p:strVal val="ppt_y"/>
                                          </p:val>
                                        </p:tav>
                                        <p:tav tm="100000">
                                          <p:val>
                                            <p:strVal val="ppt_y-.1"/>
                                          </p:val>
                                        </p:tav>
                                      </p:tavLst>
                                    </p:anim>
                                    <p:set>
                                      <p:cBhvr>
                                        <p:cTn id="911" dur="1" fill="hold">
                                          <p:stCondLst>
                                            <p:cond delay="999"/>
                                          </p:stCondLst>
                                        </p:cTn>
                                        <p:tgtEl>
                                          <p:spTgt spid="136"/>
                                        </p:tgtEl>
                                        <p:attrNameLst>
                                          <p:attrName>style.visibility</p:attrName>
                                        </p:attrNameLst>
                                      </p:cBhvr>
                                      <p:to>
                                        <p:strVal val="hidden"/>
                                      </p:to>
                                    </p:set>
                                  </p:childTnLst>
                                </p:cTn>
                              </p:par>
                              <p:par>
                                <p:cTn id="912" presetID="26" presetClass="exit" presetSubtype="0" fill="hold" grpId="1" nodeType="withEffect">
                                  <p:stCondLst>
                                    <p:cond delay="0"/>
                                  </p:stCondLst>
                                  <p:childTnLst>
                                    <p:animEffect transition="out" filter="wipe(down)">
                                      <p:cBhvr>
                                        <p:cTn id="913" dur="180" accel="50000">
                                          <p:stCondLst>
                                            <p:cond delay="1820"/>
                                          </p:stCondLst>
                                        </p:cTn>
                                        <p:tgtEl>
                                          <p:spTgt spid="217"/>
                                        </p:tgtEl>
                                      </p:cBhvr>
                                    </p:animEffect>
                                    <p:anim calcmode="lin" valueType="num">
                                      <p:cBhvr>
                                        <p:cTn id="914" dur="1822" tmFilter="0,0; 0.14,0.31; 0.43,0.73; 0.71,0.91; 1.0,1.0">
                                          <p:stCondLst>
                                            <p:cond delay="0"/>
                                          </p:stCondLst>
                                        </p:cTn>
                                        <p:tgtEl>
                                          <p:spTgt spid="217"/>
                                        </p:tgtEl>
                                        <p:attrNameLst>
                                          <p:attrName>ppt_x</p:attrName>
                                        </p:attrNameLst>
                                      </p:cBhvr>
                                      <p:tavLst>
                                        <p:tav tm="0">
                                          <p:val>
                                            <p:strVal val="ppt_x"/>
                                          </p:val>
                                        </p:tav>
                                        <p:tav tm="100000">
                                          <p:val>
                                            <p:strVal val="#ppt_x+0.25"/>
                                          </p:val>
                                        </p:tav>
                                      </p:tavLst>
                                    </p:anim>
                                    <p:anim calcmode="lin" valueType="num">
                                      <p:cBhvr>
                                        <p:cTn id="915" dur="178">
                                          <p:stCondLst>
                                            <p:cond delay="1822"/>
                                          </p:stCondLst>
                                        </p:cTn>
                                        <p:tgtEl>
                                          <p:spTgt spid="217"/>
                                        </p:tgtEl>
                                        <p:attrNameLst>
                                          <p:attrName>ppt_x</p:attrName>
                                        </p:attrNameLst>
                                      </p:cBhvr>
                                      <p:tavLst>
                                        <p:tav tm="0">
                                          <p:val>
                                            <p:strVal val="ppt_x"/>
                                          </p:val>
                                        </p:tav>
                                        <p:tav tm="100000">
                                          <p:val>
                                            <p:strVal val="ppt_x"/>
                                          </p:val>
                                        </p:tav>
                                      </p:tavLst>
                                    </p:anim>
                                    <p:anim calcmode="lin" valueType="num">
                                      <p:cBhvr>
                                        <p:cTn id="916" dur="664" tmFilter="0.0,0.0;0.25,0.07;0.50,0.2;0.75,0.467;1.0,1.0">
                                          <p:stCondLst>
                                            <p:cond delay="0"/>
                                          </p:stCondLst>
                                        </p:cTn>
                                        <p:tgtEl>
                                          <p:spTgt spid="217"/>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917" dur="664" tmFilter="0, 0; 0.125,0.2665; 0.25,0.4; 0.375,0.465; 0.5,0.5;  0.625,0.535; 0.75,0.6; 0.875,0.7335; 1,1">
                                          <p:stCondLst>
                                            <p:cond delay="664"/>
                                          </p:stCondLst>
                                        </p:cTn>
                                        <p:tgtEl>
                                          <p:spTgt spid="217"/>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918" dur="332" tmFilter="0, 0; 0.125,0.2665; 0.25,0.4; 0.375,0.465; 0.5,0.5;  0.625,0.535; 0.75,0.6; 0.875,0.7335; 1,1">
                                          <p:stCondLst>
                                            <p:cond delay="1324"/>
                                          </p:stCondLst>
                                        </p:cTn>
                                        <p:tgtEl>
                                          <p:spTgt spid="217"/>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919" dur="164" tmFilter="0, 0; 0.125,0.2665; 0.25,0.4; 0.375,0.465; 0.5,0.5;  0.625,0.535; 0.75,0.6; 0.875,0.7335; 1,1">
                                          <p:stCondLst>
                                            <p:cond delay="1656"/>
                                          </p:stCondLst>
                                        </p:cTn>
                                        <p:tgtEl>
                                          <p:spTgt spid="217"/>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920" dur="180" accel="50000">
                                          <p:stCondLst>
                                            <p:cond delay="1820"/>
                                          </p:stCondLst>
                                        </p:cTn>
                                        <p:tgtEl>
                                          <p:spTgt spid="217"/>
                                        </p:tgtEl>
                                        <p:attrNameLst>
                                          <p:attrName>ppt_y</p:attrName>
                                        </p:attrNameLst>
                                      </p:cBhvr>
                                      <p:tavLst>
                                        <p:tav tm="0">
                                          <p:val>
                                            <p:strVal val="ppt_y"/>
                                          </p:val>
                                        </p:tav>
                                        <p:tav tm="100000">
                                          <p:val>
                                            <p:strVal val="ppt_y+ppt_h"/>
                                          </p:val>
                                        </p:tav>
                                      </p:tavLst>
                                    </p:anim>
                                    <p:animScale>
                                      <p:cBhvr>
                                        <p:cTn id="921" dur="26">
                                          <p:stCondLst>
                                            <p:cond delay="620"/>
                                          </p:stCondLst>
                                        </p:cTn>
                                        <p:tgtEl>
                                          <p:spTgt spid="217"/>
                                        </p:tgtEl>
                                      </p:cBhvr>
                                      <p:to x="100000" y="60000"/>
                                    </p:animScale>
                                    <p:animScale>
                                      <p:cBhvr>
                                        <p:cTn id="922" dur="166" decel="50000">
                                          <p:stCondLst>
                                            <p:cond delay="646"/>
                                          </p:stCondLst>
                                        </p:cTn>
                                        <p:tgtEl>
                                          <p:spTgt spid="217"/>
                                        </p:tgtEl>
                                      </p:cBhvr>
                                      <p:to x="100000" y="100000"/>
                                    </p:animScale>
                                    <p:animScale>
                                      <p:cBhvr>
                                        <p:cTn id="923" dur="26">
                                          <p:stCondLst>
                                            <p:cond delay="1312"/>
                                          </p:stCondLst>
                                        </p:cTn>
                                        <p:tgtEl>
                                          <p:spTgt spid="217"/>
                                        </p:tgtEl>
                                      </p:cBhvr>
                                      <p:to x="100000" y="80000"/>
                                    </p:animScale>
                                    <p:animScale>
                                      <p:cBhvr>
                                        <p:cTn id="924" dur="166" decel="50000">
                                          <p:stCondLst>
                                            <p:cond delay="1338"/>
                                          </p:stCondLst>
                                        </p:cTn>
                                        <p:tgtEl>
                                          <p:spTgt spid="217"/>
                                        </p:tgtEl>
                                      </p:cBhvr>
                                      <p:to x="100000" y="100000"/>
                                    </p:animScale>
                                    <p:animScale>
                                      <p:cBhvr>
                                        <p:cTn id="925" dur="26">
                                          <p:stCondLst>
                                            <p:cond delay="1642"/>
                                          </p:stCondLst>
                                        </p:cTn>
                                        <p:tgtEl>
                                          <p:spTgt spid="217"/>
                                        </p:tgtEl>
                                      </p:cBhvr>
                                      <p:to x="100000" y="90000"/>
                                    </p:animScale>
                                    <p:animScale>
                                      <p:cBhvr>
                                        <p:cTn id="926" dur="166" decel="50000">
                                          <p:stCondLst>
                                            <p:cond delay="1668"/>
                                          </p:stCondLst>
                                        </p:cTn>
                                        <p:tgtEl>
                                          <p:spTgt spid="217"/>
                                        </p:tgtEl>
                                      </p:cBhvr>
                                      <p:to x="100000" y="100000"/>
                                    </p:animScale>
                                    <p:animScale>
                                      <p:cBhvr>
                                        <p:cTn id="927" dur="26">
                                          <p:stCondLst>
                                            <p:cond delay="1808"/>
                                          </p:stCondLst>
                                        </p:cTn>
                                        <p:tgtEl>
                                          <p:spTgt spid="217"/>
                                        </p:tgtEl>
                                      </p:cBhvr>
                                      <p:to x="100000" y="95000"/>
                                    </p:animScale>
                                    <p:animScale>
                                      <p:cBhvr>
                                        <p:cTn id="928" dur="166" decel="50000">
                                          <p:stCondLst>
                                            <p:cond delay="1834"/>
                                          </p:stCondLst>
                                        </p:cTn>
                                        <p:tgtEl>
                                          <p:spTgt spid="217"/>
                                        </p:tgtEl>
                                      </p:cBhvr>
                                      <p:to x="100000" y="100000"/>
                                    </p:animScale>
                                    <p:set>
                                      <p:cBhvr>
                                        <p:cTn id="929" dur="1" fill="hold">
                                          <p:stCondLst>
                                            <p:cond delay="1999"/>
                                          </p:stCondLst>
                                        </p:cTn>
                                        <p:tgtEl>
                                          <p:spTgt spid="217"/>
                                        </p:tgtEl>
                                        <p:attrNameLst>
                                          <p:attrName>style.visibility</p:attrName>
                                        </p:attrNameLst>
                                      </p:cBhvr>
                                      <p:to>
                                        <p:strVal val="hidden"/>
                                      </p:to>
                                    </p:set>
                                  </p:childTnLst>
                                </p:cTn>
                              </p:par>
                            </p:childTnLst>
                          </p:cTn>
                        </p:par>
                        <p:par>
                          <p:cTn id="930" fill="hold">
                            <p:stCondLst>
                              <p:cond delay="2000"/>
                            </p:stCondLst>
                            <p:childTnLst>
                              <p:par>
                                <p:cTn id="931" presetID="22" presetClass="exit" presetSubtype="1" fill="hold" nodeType="afterEffect">
                                  <p:stCondLst>
                                    <p:cond delay="0"/>
                                  </p:stCondLst>
                                  <p:childTnLst>
                                    <p:animEffect transition="out" filter="wipe(up)">
                                      <p:cBhvr>
                                        <p:cTn id="932" dur="1000"/>
                                        <p:tgtEl>
                                          <p:spTgt spid="210"/>
                                        </p:tgtEl>
                                      </p:cBhvr>
                                    </p:animEffect>
                                    <p:set>
                                      <p:cBhvr>
                                        <p:cTn id="933" dur="1" fill="hold">
                                          <p:stCondLst>
                                            <p:cond delay="999"/>
                                          </p:stCondLst>
                                        </p:cTn>
                                        <p:tgtEl>
                                          <p:spTgt spid="210"/>
                                        </p:tgtEl>
                                        <p:attrNameLst>
                                          <p:attrName>style.visibility</p:attrName>
                                        </p:attrNameLst>
                                      </p:cBhvr>
                                      <p:to>
                                        <p:strVal val="hidden"/>
                                      </p:to>
                                    </p:set>
                                  </p:childTnLst>
                                </p:cTn>
                              </p:par>
                            </p:childTnLst>
                          </p:cTn>
                        </p:par>
                        <p:par>
                          <p:cTn id="934" fill="hold">
                            <p:stCondLst>
                              <p:cond delay="3000"/>
                            </p:stCondLst>
                            <p:childTnLst>
                              <p:par>
                                <p:cTn id="935" presetID="22" presetClass="entr" presetSubtype="8" fill="hold" nodeType="afterEffect">
                                  <p:stCondLst>
                                    <p:cond delay="0"/>
                                  </p:stCondLst>
                                  <p:childTnLst>
                                    <p:set>
                                      <p:cBhvr>
                                        <p:cTn id="936" dur="1" fill="hold">
                                          <p:stCondLst>
                                            <p:cond delay="0"/>
                                          </p:stCondLst>
                                        </p:cTn>
                                        <p:tgtEl>
                                          <p:spTgt spid="211"/>
                                        </p:tgtEl>
                                        <p:attrNameLst>
                                          <p:attrName>style.visibility</p:attrName>
                                        </p:attrNameLst>
                                      </p:cBhvr>
                                      <p:to>
                                        <p:strVal val="visible"/>
                                      </p:to>
                                    </p:set>
                                    <p:animEffect transition="in" filter="wipe(left)">
                                      <p:cBhvr>
                                        <p:cTn id="937" dur="1000"/>
                                        <p:tgtEl>
                                          <p:spTgt spid="211"/>
                                        </p:tgtEl>
                                      </p:cBhvr>
                                    </p:animEffect>
                                  </p:childTnLst>
                                </p:cTn>
                              </p:par>
                            </p:childTnLst>
                          </p:cTn>
                        </p:par>
                      </p:childTnLst>
                    </p:cTn>
                  </p:par>
                  <p:par>
                    <p:cTn id="938" fill="hold">
                      <p:stCondLst>
                        <p:cond delay="indefinite"/>
                      </p:stCondLst>
                      <p:childTnLst>
                        <p:par>
                          <p:cTn id="939" fill="hold">
                            <p:stCondLst>
                              <p:cond delay="0"/>
                            </p:stCondLst>
                            <p:childTnLst>
                              <p:par>
                                <p:cTn id="940" presetID="22" presetClass="exit" presetSubtype="1" fill="hold" nodeType="clickEffect">
                                  <p:stCondLst>
                                    <p:cond delay="0"/>
                                  </p:stCondLst>
                                  <p:childTnLst>
                                    <p:animEffect transition="out" filter="wipe(up)">
                                      <p:cBhvr>
                                        <p:cTn id="941" dur="500"/>
                                        <p:tgtEl>
                                          <p:spTgt spid="211"/>
                                        </p:tgtEl>
                                      </p:cBhvr>
                                    </p:animEffect>
                                    <p:set>
                                      <p:cBhvr>
                                        <p:cTn id="942" dur="1" fill="hold">
                                          <p:stCondLst>
                                            <p:cond delay="499"/>
                                          </p:stCondLst>
                                        </p:cTn>
                                        <p:tgtEl>
                                          <p:spTgt spid="211"/>
                                        </p:tgtEl>
                                        <p:attrNameLst>
                                          <p:attrName>style.visibility</p:attrName>
                                        </p:attrNameLst>
                                      </p:cBhvr>
                                      <p:to>
                                        <p:strVal val="hidden"/>
                                      </p:to>
                                    </p:set>
                                  </p:childTnLst>
                                </p:cTn>
                              </p:par>
                            </p:childTnLst>
                          </p:cTn>
                        </p:par>
                        <p:par>
                          <p:cTn id="943" fill="hold">
                            <p:stCondLst>
                              <p:cond delay="500"/>
                            </p:stCondLst>
                            <p:childTnLst>
                              <p:par>
                                <p:cTn id="944" presetID="22" presetClass="entr" presetSubtype="8" fill="hold" nodeType="afterEffect">
                                  <p:stCondLst>
                                    <p:cond delay="0"/>
                                  </p:stCondLst>
                                  <p:childTnLst>
                                    <p:set>
                                      <p:cBhvr>
                                        <p:cTn id="945" dur="1" fill="hold">
                                          <p:stCondLst>
                                            <p:cond delay="0"/>
                                          </p:stCondLst>
                                        </p:cTn>
                                        <p:tgtEl>
                                          <p:spTgt spid="215"/>
                                        </p:tgtEl>
                                        <p:attrNameLst>
                                          <p:attrName>style.visibility</p:attrName>
                                        </p:attrNameLst>
                                      </p:cBhvr>
                                      <p:to>
                                        <p:strVal val="visible"/>
                                      </p:to>
                                    </p:set>
                                    <p:animEffect transition="in" filter="wipe(left)">
                                      <p:cBhvr>
                                        <p:cTn id="946" dur="1000"/>
                                        <p:tgtEl>
                                          <p:spTgt spid="215"/>
                                        </p:tgtEl>
                                      </p:cBhvr>
                                    </p:animEffect>
                                  </p:childTnLst>
                                </p:cTn>
                              </p:par>
                            </p:childTnLst>
                          </p:cTn>
                        </p:par>
                      </p:childTnLst>
                    </p:cTn>
                  </p:par>
                  <p:par>
                    <p:cTn id="947" fill="hold">
                      <p:stCondLst>
                        <p:cond delay="indefinite"/>
                      </p:stCondLst>
                      <p:childTnLst>
                        <p:par>
                          <p:cTn id="948" fill="hold">
                            <p:stCondLst>
                              <p:cond delay="0"/>
                            </p:stCondLst>
                            <p:childTnLst>
                              <p:par>
                                <p:cTn id="949" presetID="42" presetClass="entr" presetSubtype="0" fill="hold" grpId="0" nodeType="clickEffect">
                                  <p:stCondLst>
                                    <p:cond delay="0"/>
                                  </p:stCondLst>
                                  <p:childTnLst>
                                    <p:set>
                                      <p:cBhvr>
                                        <p:cTn id="950" dur="1" fill="hold">
                                          <p:stCondLst>
                                            <p:cond delay="0"/>
                                          </p:stCondLst>
                                        </p:cTn>
                                        <p:tgtEl>
                                          <p:spTgt spid="66"/>
                                        </p:tgtEl>
                                        <p:attrNameLst>
                                          <p:attrName>style.visibility</p:attrName>
                                        </p:attrNameLst>
                                      </p:cBhvr>
                                      <p:to>
                                        <p:strVal val="visible"/>
                                      </p:to>
                                    </p:set>
                                    <p:animEffect transition="in" filter="fade">
                                      <p:cBhvr>
                                        <p:cTn id="951" dur="1000"/>
                                        <p:tgtEl>
                                          <p:spTgt spid="66"/>
                                        </p:tgtEl>
                                      </p:cBhvr>
                                    </p:animEffect>
                                    <p:anim calcmode="lin" valueType="num">
                                      <p:cBhvr>
                                        <p:cTn id="952" dur="1000" fill="hold"/>
                                        <p:tgtEl>
                                          <p:spTgt spid="66"/>
                                        </p:tgtEl>
                                        <p:attrNameLst>
                                          <p:attrName>ppt_x</p:attrName>
                                        </p:attrNameLst>
                                      </p:cBhvr>
                                      <p:tavLst>
                                        <p:tav tm="0">
                                          <p:val>
                                            <p:strVal val="#ppt_x"/>
                                          </p:val>
                                        </p:tav>
                                        <p:tav tm="100000">
                                          <p:val>
                                            <p:strVal val="#ppt_x"/>
                                          </p:val>
                                        </p:tav>
                                      </p:tavLst>
                                    </p:anim>
                                    <p:anim calcmode="lin" valueType="num">
                                      <p:cBhvr>
                                        <p:cTn id="953" dur="1000" fill="hold"/>
                                        <p:tgtEl>
                                          <p:spTgt spid="66"/>
                                        </p:tgtEl>
                                        <p:attrNameLst>
                                          <p:attrName>ppt_y</p:attrName>
                                        </p:attrNameLst>
                                      </p:cBhvr>
                                      <p:tavLst>
                                        <p:tav tm="0">
                                          <p:val>
                                            <p:strVal val="#ppt_y+.1"/>
                                          </p:val>
                                        </p:tav>
                                        <p:tav tm="100000">
                                          <p:val>
                                            <p:strVal val="#ppt_y"/>
                                          </p:val>
                                        </p:tav>
                                      </p:tavLst>
                                    </p:anim>
                                  </p:childTnLst>
                                </p:cTn>
                              </p:par>
                              <p:par>
                                <p:cTn id="954" presetID="10" presetClass="exit" presetSubtype="0" fill="hold" grpId="1" nodeType="withEffect">
                                  <p:stCondLst>
                                    <p:cond delay="500"/>
                                  </p:stCondLst>
                                  <p:childTnLst>
                                    <p:animEffect transition="out" filter="fade">
                                      <p:cBhvr>
                                        <p:cTn id="955" dur="500"/>
                                        <p:tgtEl>
                                          <p:spTgt spid="96"/>
                                        </p:tgtEl>
                                      </p:cBhvr>
                                    </p:animEffect>
                                    <p:set>
                                      <p:cBhvr>
                                        <p:cTn id="956" dur="1" fill="hold">
                                          <p:stCondLst>
                                            <p:cond delay="499"/>
                                          </p:stCondLst>
                                        </p:cTn>
                                        <p:tgtEl>
                                          <p:spTgt spid="96"/>
                                        </p:tgtEl>
                                        <p:attrNameLst>
                                          <p:attrName>style.visibility</p:attrName>
                                        </p:attrNameLst>
                                      </p:cBhvr>
                                      <p:to>
                                        <p:strVal val="hidden"/>
                                      </p:to>
                                    </p:set>
                                  </p:childTnLst>
                                </p:cTn>
                              </p:par>
                            </p:childTnLst>
                          </p:cTn>
                        </p:par>
                      </p:childTnLst>
                    </p:cTn>
                  </p:par>
                  <p:par>
                    <p:cTn id="957" fill="hold">
                      <p:stCondLst>
                        <p:cond delay="indefinite"/>
                      </p:stCondLst>
                      <p:childTnLst>
                        <p:par>
                          <p:cTn id="958" fill="hold">
                            <p:stCondLst>
                              <p:cond delay="0"/>
                            </p:stCondLst>
                            <p:childTnLst>
                              <p:par>
                                <p:cTn id="959" presetID="22" presetClass="exit" presetSubtype="1" fill="hold" nodeType="clickEffect">
                                  <p:stCondLst>
                                    <p:cond delay="0"/>
                                  </p:stCondLst>
                                  <p:childTnLst>
                                    <p:animEffect transition="out" filter="wipe(up)">
                                      <p:cBhvr>
                                        <p:cTn id="960" dur="500"/>
                                        <p:tgtEl>
                                          <p:spTgt spid="215"/>
                                        </p:tgtEl>
                                      </p:cBhvr>
                                    </p:animEffect>
                                    <p:set>
                                      <p:cBhvr>
                                        <p:cTn id="961" dur="1" fill="hold">
                                          <p:stCondLst>
                                            <p:cond delay="499"/>
                                          </p:stCondLst>
                                        </p:cTn>
                                        <p:tgtEl>
                                          <p:spTgt spid="215"/>
                                        </p:tgtEl>
                                        <p:attrNameLst>
                                          <p:attrName>style.visibility</p:attrName>
                                        </p:attrNameLst>
                                      </p:cBhvr>
                                      <p:to>
                                        <p:strVal val="hidden"/>
                                      </p:to>
                                    </p:set>
                                  </p:childTnLst>
                                </p:cTn>
                              </p:par>
                            </p:childTnLst>
                          </p:cTn>
                        </p:par>
                        <p:par>
                          <p:cTn id="962" fill="hold">
                            <p:stCondLst>
                              <p:cond delay="500"/>
                            </p:stCondLst>
                            <p:childTnLst>
                              <p:par>
                                <p:cTn id="963" presetID="22" presetClass="entr" presetSubtype="8" fill="hold" nodeType="afterEffect">
                                  <p:stCondLst>
                                    <p:cond delay="0"/>
                                  </p:stCondLst>
                                  <p:childTnLst>
                                    <p:set>
                                      <p:cBhvr>
                                        <p:cTn id="964" dur="1" fill="hold">
                                          <p:stCondLst>
                                            <p:cond delay="0"/>
                                          </p:stCondLst>
                                        </p:cTn>
                                        <p:tgtEl>
                                          <p:spTgt spid="216"/>
                                        </p:tgtEl>
                                        <p:attrNameLst>
                                          <p:attrName>style.visibility</p:attrName>
                                        </p:attrNameLst>
                                      </p:cBhvr>
                                      <p:to>
                                        <p:strVal val="visible"/>
                                      </p:to>
                                    </p:set>
                                    <p:animEffect transition="in" filter="wipe(left)">
                                      <p:cBhvr>
                                        <p:cTn id="965" dur="1000"/>
                                        <p:tgtEl>
                                          <p:spTgt spid="216"/>
                                        </p:tgtEl>
                                      </p:cBhvr>
                                    </p:animEffect>
                                  </p:childTnLst>
                                </p:cTn>
                              </p:par>
                            </p:childTnLst>
                          </p:cTn>
                        </p:par>
                      </p:childTnLst>
                    </p:cTn>
                  </p:par>
                  <p:par>
                    <p:cTn id="966" fill="hold">
                      <p:stCondLst>
                        <p:cond delay="indefinite"/>
                      </p:stCondLst>
                      <p:childTnLst>
                        <p:par>
                          <p:cTn id="967" fill="hold">
                            <p:stCondLst>
                              <p:cond delay="0"/>
                            </p:stCondLst>
                            <p:childTnLst>
                              <p:par>
                                <p:cTn id="968" presetID="10" presetClass="exit" presetSubtype="0" fill="hold" grpId="0" nodeType="clickEffect">
                                  <p:stCondLst>
                                    <p:cond delay="0"/>
                                  </p:stCondLst>
                                  <p:childTnLst>
                                    <p:animEffect transition="out" filter="fade">
                                      <p:cBhvr>
                                        <p:cTn id="969" dur="500"/>
                                        <p:tgtEl>
                                          <p:spTgt spid="83"/>
                                        </p:tgtEl>
                                      </p:cBhvr>
                                    </p:animEffect>
                                    <p:set>
                                      <p:cBhvr>
                                        <p:cTn id="970" dur="1" fill="hold">
                                          <p:stCondLst>
                                            <p:cond delay="499"/>
                                          </p:stCondLst>
                                        </p:cTn>
                                        <p:tgtEl>
                                          <p:spTgt spid="83"/>
                                        </p:tgtEl>
                                        <p:attrNameLst>
                                          <p:attrName>style.visibility</p:attrName>
                                        </p:attrNameLst>
                                      </p:cBhvr>
                                      <p:to>
                                        <p:strVal val="hidden"/>
                                      </p:to>
                                    </p:set>
                                  </p:childTnLst>
                                </p:cTn>
                              </p:par>
                              <p:par>
                                <p:cTn id="971" presetID="22" presetClass="entr" presetSubtype="4" fill="hold" grpId="0" nodeType="withEffect">
                                  <p:stCondLst>
                                    <p:cond delay="0"/>
                                  </p:stCondLst>
                                  <p:childTnLst>
                                    <p:set>
                                      <p:cBhvr>
                                        <p:cTn id="972" dur="1" fill="hold">
                                          <p:stCondLst>
                                            <p:cond delay="0"/>
                                          </p:stCondLst>
                                        </p:cTn>
                                        <p:tgtEl>
                                          <p:spTgt spid="75"/>
                                        </p:tgtEl>
                                        <p:attrNameLst>
                                          <p:attrName>style.visibility</p:attrName>
                                        </p:attrNameLst>
                                      </p:cBhvr>
                                      <p:to>
                                        <p:strVal val="visible"/>
                                      </p:to>
                                    </p:set>
                                    <p:animEffect transition="in" filter="wipe(down)">
                                      <p:cBhvr>
                                        <p:cTn id="973" dur="1000"/>
                                        <p:tgtEl>
                                          <p:spTgt spid="75"/>
                                        </p:tgtEl>
                                      </p:cBhvr>
                                    </p:animEffect>
                                  </p:childTnLst>
                                </p:cTn>
                              </p:par>
                            </p:childTnLst>
                          </p:cTn>
                        </p:par>
                      </p:childTnLst>
                    </p:cTn>
                  </p:par>
                  <p:par>
                    <p:cTn id="974" fill="hold">
                      <p:stCondLst>
                        <p:cond delay="indefinite"/>
                      </p:stCondLst>
                      <p:childTnLst>
                        <p:par>
                          <p:cTn id="975" fill="hold">
                            <p:stCondLst>
                              <p:cond delay="0"/>
                            </p:stCondLst>
                            <p:childTnLst>
                              <p:par>
                                <p:cTn id="976" presetID="22" presetClass="exit" presetSubtype="1" fill="hold" nodeType="clickEffect">
                                  <p:stCondLst>
                                    <p:cond delay="0"/>
                                  </p:stCondLst>
                                  <p:childTnLst>
                                    <p:animEffect transition="out" filter="wipe(up)">
                                      <p:cBhvr>
                                        <p:cTn id="977" dur="500"/>
                                        <p:tgtEl>
                                          <p:spTgt spid="216"/>
                                        </p:tgtEl>
                                      </p:cBhvr>
                                    </p:animEffect>
                                    <p:set>
                                      <p:cBhvr>
                                        <p:cTn id="978" dur="1" fill="hold">
                                          <p:stCondLst>
                                            <p:cond delay="499"/>
                                          </p:stCondLst>
                                        </p:cTn>
                                        <p:tgtEl>
                                          <p:spTgt spid="216"/>
                                        </p:tgtEl>
                                        <p:attrNameLst>
                                          <p:attrName>style.visibility</p:attrName>
                                        </p:attrNameLst>
                                      </p:cBhvr>
                                      <p:to>
                                        <p:strVal val="hidden"/>
                                      </p:to>
                                    </p:set>
                                  </p:childTnLst>
                                </p:cTn>
                              </p:par>
                            </p:childTnLst>
                          </p:cTn>
                        </p:par>
                        <p:par>
                          <p:cTn id="979" fill="hold">
                            <p:stCondLst>
                              <p:cond delay="500"/>
                            </p:stCondLst>
                            <p:childTnLst>
                              <p:par>
                                <p:cTn id="980" presetID="22" presetClass="entr" presetSubtype="8" fill="hold" nodeType="afterEffect">
                                  <p:stCondLst>
                                    <p:cond delay="0"/>
                                  </p:stCondLst>
                                  <p:childTnLst>
                                    <p:set>
                                      <p:cBhvr>
                                        <p:cTn id="981" dur="1" fill="hold">
                                          <p:stCondLst>
                                            <p:cond delay="0"/>
                                          </p:stCondLst>
                                        </p:cTn>
                                        <p:tgtEl>
                                          <p:spTgt spid="212"/>
                                        </p:tgtEl>
                                        <p:attrNameLst>
                                          <p:attrName>style.visibility</p:attrName>
                                        </p:attrNameLst>
                                      </p:cBhvr>
                                      <p:to>
                                        <p:strVal val="visible"/>
                                      </p:to>
                                    </p:set>
                                    <p:animEffect transition="in" filter="wipe(left)">
                                      <p:cBhvr>
                                        <p:cTn id="982" dur="1000"/>
                                        <p:tgtEl>
                                          <p:spTgt spid="212"/>
                                        </p:tgtEl>
                                      </p:cBhvr>
                                    </p:animEffect>
                                  </p:childTnLst>
                                </p:cTn>
                              </p:par>
                            </p:childTnLst>
                          </p:cTn>
                        </p:par>
                      </p:childTnLst>
                    </p:cTn>
                  </p:par>
                  <p:par>
                    <p:cTn id="983" fill="hold">
                      <p:stCondLst>
                        <p:cond delay="indefinite"/>
                      </p:stCondLst>
                      <p:childTnLst>
                        <p:par>
                          <p:cTn id="984" fill="hold">
                            <p:stCondLst>
                              <p:cond delay="0"/>
                            </p:stCondLst>
                            <p:childTnLst>
                              <p:par>
                                <p:cTn id="985" presetID="22" presetClass="exit" presetSubtype="1" fill="hold" nodeType="clickEffect">
                                  <p:stCondLst>
                                    <p:cond delay="0"/>
                                  </p:stCondLst>
                                  <p:childTnLst>
                                    <p:animEffect transition="out" filter="wipe(up)">
                                      <p:cBhvr>
                                        <p:cTn id="986" dur="500"/>
                                        <p:tgtEl>
                                          <p:spTgt spid="212"/>
                                        </p:tgtEl>
                                      </p:cBhvr>
                                    </p:animEffect>
                                    <p:set>
                                      <p:cBhvr>
                                        <p:cTn id="987" dur="1" fill="hold">
                                          <p:stCondLst>
                                            <p:cond delay="499"/>
                                          </p:stCondLst>
                                        </p:cTn>
                                        <p:tgtEl>
                                          <p:spTgt spid="212"/>
                                        </p:tgtEl>
                                        <p:attrNameLst>
                                          <p:attrName>style.visibility</p:attrName>
                                        </p:attrNameLst>
                                      </p:cBhvr>
                                      <p:to>
                                        <p:strVal val="hidden"/>
                                      </p:to>
                                    </p:set>
                                  </p:childTnLst>
                                </p:cTn>
                              </p:par>
                            </p:childTnLst>
                          </p:cTn>
                        </p:par>
                        <p:par>
                          <p:cTn id="988" fill="hold">
                            <p:stCondLst>
                              <p:cond delay="500"/>
                            </p:stCondLst>
                            <p:childTnLst>
                              <p:par>
                                <p:cTn id="989" presetID="22" presetClass="entr" presetSubtype="8" fill="hold" nodeType="afterEffect">
                                  <p:stCondLst>
                                    <p:cond delay="0"/>
                                  </p:stCondLst>
                                  <p:childTnLst>
                                    <p:set>
                                      <p:cBhvr>
                                        <p:cTn id="990" dur="1" fill="hold">
                                          <p:stCondLst>
                                            <p:cond delay="0"/>
                                          </p:stCondLst>
                                        </p:cTn>
                                        <p:tgtEl>
                                          <p:spTgt spid="213"/>
                                        </p:tgtEl>
                                        <p:attrNameLst>
                                          <p:attrName>style.visibility</p:attrName>
                                        </p:attrNameLst>
                                      </p:cBhvr>
                                      <p:to>
                                        <p:strVal val="visible"/>
                                      </p:to>
                                    </p:set>
                                    <p:animEffect transition="in" filter="wipe(left)">
                                      <p:cBhvr>
                                        <p:cTn id="991" dur="1000"/>
                                        <p:tgtEl>
                                          <p:spTgt spid="213"/>
                                        </p:tgtEl>
                                      </p:cBhvr>
                                    </p:animEffect>
                                  </p:childTnLst>
                                </p:cTn>
                              </p:par>
                            </p:childTnLst>
                          </p:cTn>
                        </p:par>
                        <p:par>
                          <p:cTn id="992" fill="hold">
                            <p:stCondLst>
                              <p:cond delay="1500"/>
                            </p:stCondLst>
                            <p:childTnLst>
                              <p:par>
                                <p:cTn id="993" presetID="42" presetClass="path" presetSubtype="0" accel="50000" decel="50000" fill="hold" nodeType="afterEffect">
                                  <p:stCondLst>
                                    <p:cond delay="0"/>
                                  </p:stCondLst>
                                  <p:childTnLst>
                                    <p:animMotion origin="layout" path="M 0.06237 0.08958 L 0.08776 0.1743 " pathEditMode="relative" rAng="0" ptsTypes="AA">
                                      <p:cBhvr>
                                        <p:cTn id="994" dur="1500" fill="hold"/>
                                        <p:tgtEl>
                                          <p:spTgt spid="99"/>
                                        </p:tgtEl>
                                        <p:attrNameLst>
                                          <p:attrName>ppt_x</p:attrName>
                                          <p:attrName>ppt_y</p:attrName>
                                        </p:attrNameLst>
                                      </p:cBhvr>
                                      <p:rCtr x="1263" y="4236"/>
                                    </p:animMotion>
                                  </p:childTnLst>
                                </p:cTn>
                              </p:par>
                            </p:childTnLst>
                          </p:cTn>
                        </p:par>
                      </p:childTnLst>
                    </p:cTn>
                  </p:par>
                  <p:par>
                    <p:cTn id="995" fill="hold">
                      <p:stCondLst>
                        <p:cond delay="indefinite"/>
                      </p:stCondLst>
                      <p:childTnLst>
                        <p:par>
                          <p:cTn id="996" fill="hold">
                            <p:stCondLst>
                              <p:cond delay="0"/>
                            </p:stCondLst>
                            <p:childTnLst>
                              <p:par>
                                <p:cTn id="997" presetID="22" presetClass="exit" presetSubtype="1" fill="hold" nodeType="clickEffect">
                                  <p:stCondLst>
                                    <p:cond delay="0"/>
                                  </p:stCondLst>
                                  <p:childTnLst>
                                    <p:animEffect transition="out" filter="wipe(up)">
                                      <p:cBhvr>
                                        <p:cTn id="998" dur="500"/>
                                        <p:tgtEl>
                                          <p:spTgt spid="213"/>
                                        </p:tgtEl>
                                      </p:cBhvr>
                                    </p:animEffect>
                                    <p:set>
                                      <p:cBhvr>
                                        <p:cTn id="999" dur="1" fill="hold">
                                          <p:stCondLst>
                                            <p:cond delay="499"/>
                                          </p:stCondLst>
                                        </p:cTn>
                                        <p:tgtEl>
                                          <p:spTgt spid="213"/>
                                        </p:tgtEl>
                                        <p:attrNameLst>
                                          <p:attrName>style.visibility</p:attrName>
                                        </p:attrNameLst>
                                      </p:cBhvr>
                                      <p:to>
                                        <p:strVal val="hidden"/>
                                      </p:to>
                                    </p:set>
                                  </p:childTnLst>
                                </p:cTn>
                              </p:par>
                            </p:childTnLst>
                          </p:cTn>
                        </p:par>
                        <p:par>
                          <p:cTn id="1000" fill="hold">
                            <p:stCondLst>
                              <p:cond delay="500"/>
                            </p:stCondLst>
                            <p:childTnLst>
                              <p:par>
                                <p:cTn id="1001" presetID="22" presetClass="entr" presetSubtype="8" fill="hold" nodeType="afterEffect">
                                  <p:stCondLst>
                                    <p:cond delay="0"/>
                                  </p:stCondLst>
                                  <p:childTnLst>
                                    <p:set>
                                      <p:cBhvr>
                                        <p:cTn id="1002" dur="1" fill="hold">
                                          <p:stCondLst>
                                            <p:cond delay="0"/>
                                          </p:stCondLst>
                                        </p:cTn>
                                        <p:tgtEl>
                                          <p:spTgt spid="214"/>
                                        </p:tgtEl>
                                        <p:attrNameLst>
                                          <p:attrName>style.visibility</p:attrName>
                                        </p:attrNameLst>
                                      </p:cBhvr>
                                      <p:to>
                                        <p:strVal val="visible"/>
                                      </p:to>
                                    </p:set>
                                    <p:animEffect transition="in" filter="wipe(left)">
                                      <p:cBhvr>
                                        <p:cTn id="1003" dur="1000"/>
                                        <p:tgtEl>
                                          <p:spTgt spid="214"/>
                                        </p:tgtEl>
                                      </p:cBhvr>
                                    </p:animEffect>
                                  </p:childTnLst>
                                </p:cTn>
                              </p:par>
                            </p:childTnLst>
                          </p:cTn>
                        </p:par>
                      </p:childTnLst>
                    </p:cTn>
                  </p:par>
                  <p:par>
                    <p:cTn id="1004" fill="hold">
                      <p:stCondLst>
                        <p:cond delay="indefinite"/>
                      </p:stCondLst>
                      <p:childTnLst>
                        <p:par>
                          <p:cTn id="1005" fill="hold">
                            <p:stCondLst>
                              <p:cond delay="0"/>
                            </p:stCondLst>
                            <p:childTnLst>
                              <p:par>
                                <p:cTn id="1006" presetID="6" presetClass="emph" presetSubtype="0" autoRev="1" fill="hold" nodeType="clickEffect">
                                  <p:stCondLst>
                                    <p:cond delay="0"/>
                                  </p:stCondLst>
                                  <p:childTnLst>
                                    <p:animScale>
                                      <p:cBhvr>
                                        <p:cTn id="1007" dur="500" fill="hold"/>
                                        <p:tgtEl>
                                          <p:spTgt spid="99"/>
                                        </p:tgtEl>
                                      </p:cBhvr>
                                      <p:by x="150000" y="150000"/>
                                    </p:animScale>
                                  </p:childTnLst>
                                </p:cTn>
                              </p:par>
                            </p:childTnLst>
                          </p:cTn>
                        </p:par>
                        <p:par>
                          <p:cTn id="1008" fill="hold">
                            <p:stCondLst>
                              <p:cond delay="1000"/>
                            </p:stCondLst>
                            <p:childTnLst>
                              <p:par>
                                <p:cTn id="1009" presetID="22" presetClass="entr" presetSubtype="8" fill="hold" nodeType="afterEffect">
                                  <p:stCondLst>
                                    <p:cond delay="0"/>
                                  </p:stCondLst>
                                  <p:childTnLst>
                                    <p:set>
                                      <p:cBhvr>
                                        <p:cTn id="1010" dur="1" fill="hold">
                                          <p:stCondLst>
                                            <p:cond delay="0"/>
                                          </p:stCondLst>
                                        </p:cTn>
                                        <p:tgtEl>
                                          <p:spTgt spid="139"/>
                                        </p:tgtEl>
                                        <p:attrNameLst>
                                          <p:attrName>style.visibility</p:attrName>
                                        </p:attrNameLst>
                                      </p:cBhvr>
                                      <p:to>
                                        <p:strVal val="visible"/>
                                      </p:to>
                                    </p:set>
                                    <p:animEffect transition="in" filter="wipe(left)">
                                      <p:cBhvr>
                                        <p:cTn id="1011" dur="1000"/>
                                        <p:tgtEl>
                                          <p:spTgt spid="139"/>
                                        </p:tgtEl>
                                      </p:cBhvr>
                                    </p:animEffect>
                                  </p:childTnLst>
                                </p:cTn>
                              </p:par>
                              <p:par>
                                <p:cTn id="1012" presetID="22" presetClass="entr" presetSubtype="1" fill="hold" grpId="0" nodeType="withEffect">
                                  <p:stCondLst>
                                    <p:cond delay="0"/>
                                  </p:stCondLst>
                                  <p:childTnLst>
                                    <p:set>
                                      <p:cBhvr>
                                        <p:cTn id="1013" dur="1" fill="hold">
                                          <p:stCondLst>
                                            <p:cond delay="0"/>
                                          </p:stCondLst>
                                        </p:cTn>
                                        <p:tgtEl>
                                          <p:spTgt spid="219"/>
                                        </p:tgtEl>
                                        <p:attrNameLst>
                                          <p:attrName>style.visibility</p:attrName>
                                        </p:attrNameLst>
                                      </p:cBhvr>
                                      <p:to>
                                        <p:strVal val="visible"/>
                                      </p:to>
                                    </p:set>
                                    <p:animEffect transition="in" filter="wipe(up)">
                                      <p:cBhvr>
                                        <p:cTn id="1014" dur="1000"/>
                                        <p:tgtEl>
                                          <p:spTgt spid="219"/>
                                        </p:tgtEl>
                                      </p:cBhvr>
                                    </p:animEffect>
                                  </p:childTnLst>
                                </p:cTn>
                              </p:par>
                            </p:childTnLst>
                          </p:cTn>
                        </p:par>
                        <p:par>
                          <p:cTn id="1015" fill="hold">
                            <p:stCondLst>
                              <p:cond delay="2000"/>
                            </p:stCondLst>
                            <p:childTnLst>
                              <p:par>
                                <p:cTn id="1016" presetID="22" presetClass="entr" presetSubtype="8" fill="hold" nodeType="afterEffect">
                                  <p:stCondLst>
                                    <p:cond delay="0"/>
                                  </p:stCondLst>
                                  <p:childTnLst>
                                    <p:set>
                                      <p:cBhvr>
                                        <p:cTn id="1017" dur="1" fill="hold">
                                          <p:stCondLst>
                                            <p:cond delay="0"/>
                                          </p:stCondLst>
                                        </p:cTn>
                                        <p:tgtEl>
                                          <p:spTgt spid="220"/>
                                        </p:tgtEl>
                                        <p:attrNameLst>
                                          <p:attrName>style.visibility</p:attrName>
                                        </p:attrNameLst>
                                      </p:cBhvr>
                                      <p:to>
                                        <p:strVal val="visible"/>
                                      </p:to>
                                    </p:set>
                                    <p:animEffect transition="in" filter="wipe(left)">
                                      <p:cBhvr>
                                        <p:cTn id="1018" dur="1000"/>
                                        <p:tgtEl>
                                          <p:spTgt spid="220"/>
                                        </p:tgtEl>
                                      </p:cBhvr>
                                    </p:animEffect>
                                  </p:childTnLst>
                                </p:cTn>
                              </p:par>
                            </p:childTnLst>
                          </p:cTn>
                        </p:par>
                      </p:childTnLst>
                    </p:cTn>
                  </p:par>
                  <p:par>
                    <p:cTn id="1019" fill="hold">
                      <p:stCondLst>
                        <p:cond delay="indefinite"/>
                      </p:stCondLst>
                      <p:childTnLst>
                        <p:par>
                          <p:cTn id="1020" fill="hold">
                            <p:stCondLst>
                              <p:cond delay="0"/>
                            </p:stCondLst>
                            <p:childTnLst>
                              <p:par>
                                <p:cTn id="1021" presetID="22" presetClass="exit" presetSubtype="1" fill="hold" nodeType="clickEffect">
                                  <p:stCondLst>
                                    <p:cond delay="0"/>
                                  </p:stCondLst>
                                  <p:childTnLst>
                                    <p:animEffect transition="out" filter="wipe(up)">
                                      <p:cBhvr>
                                        <p:cTn id="1022" dur="500"/>
                                        <p:tgtEl>
                                          <p:spTgt spid="220"/>
                                        </p:tgtEl>
                                      </p:cBhvr>
                                    </p:animEffect>
                                    <p:set>
                                      <p:cBhvr>
                                        <p:cTn id="1023" dur="1" fill="hold">
                                          <p:stCondLst>
                                            <p:cond delay="499"/>
                                          </p:stCondLst>
                                        </p:cTn>
                                        <p:tgtEl>
                                          <p:spTgt spid="220"/>
                                        </p:tgtEl>
                                        <p:attrNameLst>
                                          <p:attrName>style.visibility</p:attrName>
                                        </p:attrNameLst>
                                      </p:cBhvr>
                                      <p:to>
                                        <p:strVal val="hidden"/>
                                      </p:to>
                                    </p:set>
                                  </p:childTnLst>
                                </p:cTn>
                              </p:par>
                            </p:childTnLst>
                          </p:cTn>
                        </p:par>
                        <p:par>
                          <p:cTn id="1024" fill="hold">
                            <p:stCondLst>
                              <p:cond delay="500"/>
                            </p:stCondLst>
                            <p:childTnLst>
                              <p:par>
                                <p:cTn id="1025" presetID="47" presetClass="exit" presetSubtype="0" fill="hold" nodeType="afterEffect">
                                  <p:stCondLst>
                                    <p:cond delay="0"/>
                                  </p:stCondLst>
                                  <p:childTnLst>
                                    <p:animEffect transition="out" filter="fade">
                                      <p:cBhvr>
                                        <p:cTn id="1026" dur="1000"/>
                                        <p:tgtEl>
                                          <p:spTgt spid="139"/>
                                        </p:tgtEl>
                                      </p:cBhvr>
                                    </p:animEffect>
                                    <p:anim calcmode="lin" valueType="num">
                                      <p:cBhvr>
                                        <p:cTn id="1027" dur="1000"/>
                                        <p:tgtEl>
                                          <p:spTgt spid="139"/>
                                        </p:tgtEl>
                                        <p:attrNameLst>
                                          <p:attrName>ppt_x</p:attrName>
                                        </p:attrNameLst>
                                      </p:cBhvr>
                                      <p:tavLst>
                                        <p:tav tm="0">
                                          <p:val>
                                            <p:strVal val="ppt_x"/>
                                          </p:val>
                                        </p:tav>
                                        <p:tav tm="100000">
                                          <p:val>
                                            <p:strVal val="ppt_x"/>
                                          </p:val>
                                        </p:tav>
                                      </p:tavLst>
                                    </p:anim>
                                    <p:anim calcmode="lin" valueType="num">
                                      <p:cBhvr>
                                        <p:cTn id="1028" dur="1000"/>
                                        <p:tgtEl>
                                          <p:spTgt spid="139"/>
                                        </p:tgtEl>
                                        <p:attrNameLst>
                                          <p:attrName>ppt_y</p:attrName>
                                        </p:attrNameLst>
                                      </p:cBhvr>
                                      <p:tavLst>
                                        <p:tav tm="0">
                                          <p:val>
                                            <p:strVal val="ppt_y"/>
                                          </p:val>
                                        </p:tav>
                                        <p:tav tm="100000">
                                          <p:val>
                                            <p:strVal val="ppt_y-.1"/>
                                          </p:val>
                                        </p:tav>
                                      </p:tavLst>
                                    </p:anim>
                                    <p:set>
                                      <p:cBhvr>
                                        <p:cTn id="1029" dur="1" fill="hold">
                                          <p:stCondLst>
                                            <p:cond delay="999"/>
                                          </p:stCondLst>
                                        </p:cTn>
                                        <p:tgtEl>
                                          <p:spTgt spid="139"/>
                                        </p:tgtEl>
                                        <p:attrNameLst>
                                          <p:attrName>style.visibility</p:attrName>
                                        </p:attrNameLst>
                                      </p:cBhvr>
                                      <p:to>
                                        <p:strVal val="hidden"/>
                                      </p:to>
                                    </p:set>
                                  </p:childTnLst>
                                </p:cTn>
                              </p:par>
                              <p:par>
                                <p:cTn id="1030" presetID="26" presetClass="exit" presetSubtype="0" fill="hold" grpId="1" nodeType="withEffect">
                                  <p:stCondLst>
                                    <p:cond delay="0"/>
                                  </p:stCondLst>
                                  <p:childTnLst>
                                    <p:animEffect transition="out" filter="wipe(down)">
                                      <p:cBhvr>
                                        <p:cTn id="1031" dur="180" accel="50000">
                                          <p:stCondLst>
                                            <p:cond delay="1820"/>
                                          </p:stCondLst>
                                        </p:cTn>
                                        <p:tgtEl>
                                          <p:spTgt spid="219"/>
                                        </p:tgtEl>
                                      </p:cBhvr>
                                    </p:animEffect>
                                    <p:anim calcmode="lin" valueType="num">
                                      <p:cBhvr>
                                        <p:cTn id="1032" dur="1822" tmFilter="0,0; 0.14,0.31; 0.43,0.73; 0.71,0.91; 1.0,1.0">
                                          <p:stCondLst>
                                            <p:cond delay="0"/>
                                          </p:stCondLst>
                                        </p:cTn>
                                        <p:tgtEl>
                                          <p:spTgt spid="219"/>
                                        </p:tgtEl>
                                        <p:attrNameLst>
                                          <p:attrName>ppt_x</p:attrName>
                                        </p:attrNameLst>
                                      </p:cBhvr>
                                      <p:tavLst>
                                        <p:tav tm="0">
                                          <p:val>
                                            <p:strVal val="ppt_x"/>
                                          </p:val>
                                        </p:tav>
                                        <p:tav tm="100000">
                                          <p:val>
                                            <p:strVal val="#ppt_x+0.25"/>
                                          </p:val>
                                        </p:tav>
                                      </p:tavLst>
                                    </p:anim>
                                    <p:anim calcmode="lin" valueType="num">
                                      <p:cBhvr>
                                        <p:cTn id="1033" dur="178">
                                          <p:stCondLst>
                                            <p:cond delay="1822"/>
                                          </p:stCondLst>
                                        </p:cTn>
                                        <p:tgtEl>
                                          <p:spTgt spid="219"/>
                                        </p:tgtEl>
                                        <p:attrNameLst>
                                          <p:attrName>ppt_x</p:attrName>
                                        </p:attrNameLst>
                                      </p:cBhvr>
                                      <p:tavLst>
                                        <p:tav tm="0">
                                          <p:val>
                                            <p:strVal val="ppt_x"/>
                                          </p:val>
                                        </p:tav>
                                        <p:tav tm="100000">
                                          <p:val>
                                            <p:strVal val="ppt_x"/>
                                          </p:val>
                                        </p:tav>
                                      </p:tavLst>
                                    </p:anim>
                                    <p:anim calcmode="lin" valueType="num">
                                      <p:cBhvr>
                                        <p:cTn id="1034" dur="664" tmFilter="0.0,0.0;0.25,0.07;0.50,0.2;0.75,0.467;1.0,1.0">
                                          <p:stCondLst>
                                            <p:cond delay="0"/>
                                          </p:stCondLst>
                                        </p:cTn>
                                        <p:tgtEl>
                                          <p:spTgt spid="219"/>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35" dur="664" tmFilter="0, 0; 0.125,0.2665; 0.25,0.4; 0.375,0.465; 0.5,0.5;  0.625,0.535; 0.75,0.6; 0.875,0.7335; 1,1">
                                          <p:stCondLst>
                                            <p:cond delay="664"/>
                                          </p:stCondLst>
                                        </p:cTn>
                                        <p:tgtEl>
                                          <p:spTgt spid="219"/>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036" dur="332" tmFilter="0, 0; 0.125,0.2665; 0.25,0.4; 0.375,0.465; 0.5,0.5;  0.625,0.535; 0.75,0.6; 0.875,0.7335; 1,1">
                                          <p:stCondLst>
                                            <p:cond delay="1324"/>
                                          </p:stCondLst>
                                        </p:cTn>
                                        <p:tgtEl>
                                          <p:spTgt spid="219"/>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037" dur="164" tmFilter="0, 0; 0.125,0.2665; 0.25,0.4; 0.375,0.465; 0.5,0.5;  0.625,0.535; 0.75,0.6; 0.875,0.7335; 1,1">
                                          <p:stCondLst>
                                            <p:cond delay="1656"/>
                                          </p:stCondLst>
                                        </p:cTn>
                                        <p:tgtEl>
                                          <p:spTgt spid="219"/>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038" dur="180" accel="50000">
                                          <p:stCondLst>
                                            <p:cond delay="1820"/>
                                          </p:stCondLst>
                                        </p:cTn>
                                        <p:tgtEl>
                                          <p:spTgt spid="219"/>
                                        </p:tgtEl>
                                        <p:attrNameLst>
                                          <p:attrName>ppt_y</p:attrName>
                                        </p:attrNameLst>
                                      </p:cBhvr>
                                      <p:tavLst>
                                        <p:tav tm="0">
                                          <p:val>
                                            <p:strVal val="ppt_y"/>
                                          </p:val>
                                        </p:tav>
                                        <p:tav tm="100000">
                                          <p:val>
                                            <p:strVal val="ppt_y+ppt_h"/>
                                          </p:val>
                                        </p:tav>
                                      </p:tavLst>
                                    </p:anim>
                                    <p:animScale>
                                      <p:cBhvr>
                                        <p:cTn id="1039" dur="26">
                                          <p:stCondLst>
                                            <p:cond delay="620"/>
                                          </p:stCondLst>
                                        </p:cTn>
                                        <p:tgtEl>
                                          <p:spTgt spid="219"/>
                                        </p:tgtEl>
                                      </p:cBhvr>
                                      <p:to x="100000" y="60000"/>
                                    </p:animScale>
                                    <p:animScale>
                                      <p:cBhvr>
                                        <p:cTn id="1040" dur="166" decel="50000">
                                          <p:stCondLst>
                                            <p:cond delay="646"/>
                                          </p:stCondLst>
                                        </p:cTn>
                                        <p:tgtEl>
                                          <p:spTgt spid="219"/>
                                        </p:tgtEl>
                                      </p:cBhvr>
                                      <p:to x="100000" y="100000"/>
                                    </p:animScale>
                                    <p:animScale>
                                      <p:cBhvr>
                                        <p:cTn id="1041" dur="26">
                                          <p:stCondLst>
                                            <p:cond delay="1312"/>
                                          </p:stCondLst>
                                        </p:cTn>
                                        <p:tgtEl>
                                          <p:spTgt spid="219"/>
                                        </p:tgtEl>
                                      </p:cBhvr>
                                      <p:to x="100000" y="80000"/>
                                    </p:animScale>
                                    <p:animScale>
                                      <p:cBhvr>
                                        <p:cTn id="1042" dur="166" decel="50000">
                                          <p:stCondLst>
                                            <p:cond delay="1338"/>
                                          </p:stCondLst>
                                        </p:cTn>
                                        <p:tgtEl>
                                          <p:spTgt spid="219"/>
                                        </p:tgtEl>
                                      </p:cBhvr>
                                      <p:to x="100000" y="100000"/>
                                    </p:animScale>
                                    <p:animScale>
                                      <p:cBhvr>
                                        <p:cTn id="1043" dur="26">
                                          <p:stCondLst>
                                            <p:cond delay="1642"/>
                                          </p:stCondLst>
                                        </p:cTn>
                                        <p:tgtEl>
                                          <p:spTgt spid="219"/>
                                        </p:tgtEl>
                                      </p:cBhvr>
                                      <p:to x="100000" y="90000"/>
                                    </p:animScale>
                                    <p:animScale>
                                      <p:cBhvr>
                                        <p:cTn id="1044" dur="166" decel="50000">
                                          <p:stCondLst>
                                            <p:cond delay="1668"/>
                                          </p:stCondLst>
                                        </p:cTn>
                                        <p:tgtEl>
                                          <p:spTgt spid="219"/>
                                        </p:tgtEl>
                                      </p:cBhvr>
                                      <p:to x="100000" y="100000"/>
                                    </p:animScale>
                                    <p:animScale>
                                      <p:cBhvr>
                                        <p:cTn id="1045" dur="26">
                                          <p:stCondLst>
                                            <p:cond delay="1808"/>
                                          </p:stCondLst>
                                        </p:cTn>
                                        <p:tgtEl>
                                          <p:spTgt spid="219"/>
                                        </p:tgtEl>
                                      </p:cBhvr>
                                      <p:to x="100000" y="95000"/>
                                    </p:animScale>
                                    <p:animScale>
                                      <p:cBhvr>
                                        <p:cTn id="1046" dur="166" decel="50000">
                                          <p:stCondLst>
                                            <p:cond delay="1834"/>
                                          </p:stCondLst>
                                        </p:cTn>
                                        <p:tgtEl>
                                          <p:spTgt spid="219"/>
                                        </p:tgtEl>
                                      </p:cBhvr>
                                      <p:to x="100000" y="100000"/>
                                    </p:animScale>
                                    <p:set>
                                      <p:cBhvr>
                                        <p:cTn id="1047" dur="1" fill="hold">
                                          <p:stCondLst>
                                            <p:cond delay="1999"/>
                                          </p:stCondLst>
                                        </p:cTn>
                                        <p:tgtEl>
                                          <p:spTgt spid="219"/>
                                        </p:tgtEl>
                                        <p:attrNameLst>
                                          <p:attrName>style.visibility</p:attrName>
                                        </p:attrNameLst>
                                      </p:cBhvr>
                                      <p:to>
                                        <p:strVal val="hidden"/>
                                      </p:to>
                                    </p:set>
                                  </p:childTnLst>
                                </p:cTn>
                              </p:par>
                            </p:childTnLst>
                          </p:cTn>
                        </p:par>
                      </p:childTnLst>
                    </p:cTn>
                  </p:par>
                  <p:par>
                    <p:cTn id="1048" fill="hold">
                      <p:stCondLst>
                        <p:cond delay="indefinite"/>
                      </p:stCondLst>
                      <p:childTnLst>
                        <p:par>
                          <p:cTn id="1049" fill="hold">
                            <p:stCondLst>
                              <p:cond delay="0"/>
                            </p:stCondLst>
                            <p:childTnLst>
                              <p:par>
                                <p:cTn id="1050" presetID="22" presetClass="exit" presetSubtype="1" fill="hold" nodeType="clickEffect">
                                  <p:stCondLst>
                                    <p:cond delay="0"/>
                                  </p:stCondLst>
                                  <p:childTnLst>
                                    <p:animEffect transition="out" filter="wipe(up)">
                                      <p:cBhvr>
                                        <p:cTn id="1051" dur="500"/>
                                        <p:tgtEl>
                                          <p:spTgt spid="214"/>
                                        </p:tgtEl>
                                      </p:cBhvr>
                                    </p:animEffect>
                                    <p:set>
                                      <p:cBhvr>
                                        <p:cTn id="1052" dur="1" fill="hold">
                                          <p:stCondLst>
                                            <p:cond delay="499"/>
                                          </p:stCondLst>
                                        </p:cTn>
                                        <p:tgtEl>
                                          <p:spTgt spid="214"/>
                                        </p:tgtEl>
                                        <p:attrNameLst>
                                          <p:attrName>style.visibility</p:attrName>
                                        </p:attrNameLst>
                                      </p:cBhvr>
                                      <p:to>
                                        <p:strVal val="hidden"/>
                                      </p:to>
                                    </p:set>
                                  </p:childTnLst>
                                </p:cTn>
                              </p:par>
                            </p:childTnLst>
                          </p:cTn>
                        </p:par>
                        <p:par>
                          <p:cTn id="1053" fill="hold">
                            <p:stCondLst>
                              <p:cond delay="500"/>
                            </p:stCondLst>
                            <p:childTnLst>
                              <p:par>
                                <p:cTn id="1054" presetID="47" presetClass="exit" presetSubtype="0" fill="hold" nodeType="afterEffect">
                                  <p:stCondLst>
                                    <p:cond delay="0"/>
                                  </p:stCondLst>
                                  <p:childTnLst>
                                    <p:animEffect transition="out" filter="fade">
                                      <p:cBhvr>
                                        <p:cTn id="1055" dur="1000"/>
                                        <p:tgtEl>
                                          <p:spTgt spid="133"/>
                                        </p:tgtEl>
                                      </p:cBhvr>
                                    </p:animEffect>
                                    <p:anim calcmode="lin" valueType="num">
                                      <p:cBhvr>
                                        <p:cTn id="1056" dur="1000"/>
                                        <p:tgtEl>
                                          <p:spTgt spid="133"/>
                                        </p:tgtEl>
                                        <p:attrNameLst>
                                          <p:attrName>ppt_x</p:attrName>
                                        </p:attrNameLst>
                                      </p:cBhvr>
                                      <p:tavLst>
                                        <p:tav tm="0">
                                          <p:val>
                                            <p:strVal val="ppt_x"/>
                                          </p:val>
                                        </p:tav>
                                        <p:tav tm="100000">
                                          <p:val>
                                            <p:strVal val="ppt_x"/>
                                          </p:val>
                                        </p:tav>
                                      </p:tavLst>
                                    </p:anim>
                                    <p:anim calcmode="lin" valueType="num">
                                      <p:cBhvr>
                                        <p:cTn id="1057" dur="1000"/>
                                        <p:tgtEl>
                                          <p:spTgt spid="133"/>
                                        </p:tgtEl>
                                        <p:attrNameLst>
                                          <p:attrName>ppt_y</p:attrName>
                                        </p:attrNameLst>
                                      </p:cBhvr>
                                      <p:tavLst>
                                        <p:tav tm="0">
                                          <p:val>
                                            <p:strVal val="ppt_y"/>
                                          </p:val>
                                        </p:tav>
                                        <p:tav tm="100000">
                                          <p:val>
                                            <p:strVal val="ppt_y-.1"/>
                                          </p:val>
                                        </p:tav>
                                      </p:tavLst>
                                    </p:anim>
                                    <p:set>
                                      <p:cBhvr>
                                        <p:cTn id="1058" dur="1" fill="hold">
                                          <p:stCondLst>
                                            <p:cond delay="999"/>
                                          </p:stCondLst>
                                        </p:cTn>
                                        <p:tgtEl>
                                          <p:spTgt spid="133"/>
                                        </p:tgtEl>
                                        <p:attrNameLst>
                                          <p:attrName>style.visibility</p:attrName>
                                        </p:attrNameLst>
                                      </p:cBhvr>
                                      <p:to>
                                        <p:strVal val="hidden"/>
                                      </p:to>
                                    </p:set>
                                  </p:childTnLst>
                                </p:cTn>
                              </p:par>
                              <p:par>
                                <p:cTn id="1059" presetID="26" presetClass="exit" presetSubtype="0" fill="hold" grpId="1" nodeType="withEffect">
                                  <p:stCondLst>
                                    <p:cond delay="0"/>
                                  </p:stCondLst>
                                  <p:childTnLst>
                                    <p:animEffect transition="out" filter="wipe(down)">
                                      <p:cBhvr>
                                        <p:cTn id="1060" dur="180" accel="50000">
                                          <p:stCondLst>
                                            <p:cond delay="1820"/>
                                          </p:stCondLst>
                                        </p:cTn>
                                        <p:tgtEl>
                                          <p:spTgt spid="191"/>
                                        </p:tgtEl>
                                      </p:cBhvr>
                                    </p:animEffect>
                                    <p:anim calcmode="lin" valueType="num">
                                      <p:cBhvr>
                                        <p:cTn id="1061" dur="1822" tmFilter="0,0; 0.14,0.31; 0.43,0.73; 0.71,0.91; 1.0,1.0">
                                          <p:stCondLst>
                                            <p:cond delay="0"/>
                                          </p:stCondLst>
                                        </p:cTn>
                                        <p:tgtEl>
                                          <p:spTgt spid="191"/>
                                        </p:tgtEl>
                                        <p:attrNameLst>
                                          <p:attrName>ppt_x</p:attrName>
                                        </p:attrNameLst>
                                      </p:cBhvr>
                                      <p:tavLst>
                                        <p:tav tm="0">
                                          <p:val>
                                            <p:strVal val="ppt_x"/>
                                          </p:val>
                                        </p:tav>
                                        <p:tav tm="100000">
                                          <p:val>
                                            <p:strVal val="#ppt_x+0.25"/>
                                          </p:val>
                                        </p:tav>
                                      </p:tavLst>
                                    </p:anim>
                                    <p:anim calcmode="lin" valueType="num">
                                      <p:cBhvr>
                                        <p:cTn id="1062" dur="178">
                                          <p:stCondLst>
                                            <p:cond delay="1822"/>
                                          </p:stCondLst>
                                        </p:cTn>
                                        <p:tgtEl>
                                          <p:spTgt spid="191"/>
                                        </p:tgtEl>
                                        <p:attrNameLst>
                                          <p:attrName>ppt_x</p:attrName>
                                        </p:attrNameLst>
                                      </p:cBhvr>
                                      <p:tavLst>
                                        <p:tav tm="0">
                                          <p:val>
                                            <p:strVal val="ppt_x"/>
                                          </p:val>
                                        </p:tav>
                                        <p:tav tm="100000">
                                          <p:val>
                                            <p:strVal val="ppt_x"/>
                                          </p:val>
                                        </p:tav>
                                      </p:tavLst>
                                    </p:anim>
                                    <p:anim calcmode="lin" valueType="num">
                                      <p:cBhvr>
                                        <p:cTn id="1063" dur="664" tmFilter="0.0,0.0;0.25,0.07;0.50,0.2;0.75,0.467;1.0,1.0">
                                          <p:stCondLst>
                                            <p:cond delay="0"/>
                                          </p:stCondLst>
                                        </p:cTn>
                                        <p:tgtEl>
                                          <p:spTgt spid="191"/>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64" dur="664" tmFilter="0, 0; 0.125,0.2665; 0.25,0.4; 0.375,0.465; 0.5,0.5;  0.625,0.535; 0.75,0.6; 0.875,0.7335; 1,1">
                                          <p:stCondLst>
                                            <p:cond delay="664"/>
                                          </p:stCondLst>
                                        </p:cTn>
                                        <p:tgtEl>
                                          <p:spTgt spid="191"/>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065" dur="332" tmFilter="0, 0; 0.125,0.2665; 0.25,0.4; 0.375,0.465; 0.5,0.5;  0.625,0.535; 0.75,0.6; 0.875,0.7335; 1,1">
                                          <p:stCondLst>
                                            <p:cond delay="1324"/>
                                          </p:stCondLst>
                                        </p:cTn>
                                        <p:tgtEl>
                                          <p:spTgt spid="191"/>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066" dur="164" tmFilter="0, 0; 0.125,0.2665; 0.25,0.4; 0.375,0.465; 0.5,0.5;  0.625,0.535; 0.75,0.6; 0.875,0.7335; 1,1">
                                          <p:stCondLst>
                                            <p:cond delay="1656"/>
                                          </p:stCondLst>
                                        </p:cTn>
                                        <p:tgtEl>
                                          <p:spTgt spid="191"/>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067" dur="180" accel="50000">
                                          <p:stCondLst>
                                            <p:cond delay="1820"/>
                                          </p:stCondLst>
                                        </p:cTn>
                                        <p:tgtEl>
                                          <p:spTgt spid="191"/>
                                        </p:tgtEl>
                                        <p:attrNameLst>
                                          <p:attrName>ppt_y</p:attrName>
                                        </p:attrNameLst>
                                      </p:cBhvr>
                                      <p:tavLst>
                                        <p:tav tm="0">
                                          <p:val>
                                            <p:strVal val="ppt_y"/>
                                          </p:val>
                                        </p:tav>
                                        <p:tav tm="100000">
                                          <p:val>
                                            <p:strVal val="ppt_y+ppt_h"/>
                                          </p:val>
                                        </p:tav>
                                      </p:tavLst>
                                    </p:anim>
                                    <p:animScale>
                                      <p:cBhvr>
                                        <p:cTn id="1068" dur="26">
                                          <p:stCondLst>
                                            <p:cond delay="620"/>
                                          </p:stCondLst>
                                        </p:cTn>
                                        <p:tgtEl>
                                          <p:spTgt spid="191"/>
                                        </p:tgtEl>
                                      </p:cBhvr>
                                      <p:to x="100000" y="60000"/>
                                    </p:animScale>
                                    <p:animScale>
                                      <p:cBhvr>
                                        <p:cTn id="1069" dur="166" decel="50000">
                                          <p:stCondLst>
                                            <p:cond delay="646"/>
                                          </p:stCondLst>
                                        </p:cTn>
                                        <p:tgtEl>
                                          <p:spTgt spid="191"/>
                                        </p:tgtEl>
                                      </p:cBhvr>
                                      <p:to x="100000" y="100000"/>
                                    </p:animScale>
                                    <p:animScale>
                                      <p:cBhvr>
                                        <p:cTn id="1070" dur="26">
                                          <p:stCondLst>
                                            <p:cond delay="1312"/>
                                          </p:stCondLst>
                                        </p:cTn>
                                        <p:tgtEl>
                                          <p:spTgt spid="191"/>
                                        </p:tgtEl>
                                      </p:cBhvr>
                                      <p:to x="100000" y="80000"/>
                                    </p:animScale>
                                    <p:animScale>
                                      <p:cBhvr>
                                        <p:cTn id="1071" dur="166" decel="50000">
                                          <p:stCondLst>
                                            <p:cond delay="1338"/>
                                          </p:stCondLst>
                                        </p:cTn>
                                        <p:tgtEl>
                                          <p:spTgt spid="191"/>
                                        </p:tgtEl>
                                      </p:cBhvr>
                                      <p:to x="100000" y="100000"/>
                                    </p:animScale>
                                    <p:animScale>
                                      <p:cBhvr>
                                        <p:cTn id="1072" dur="26">
                                          <p:stCondLst>
                                            <p:cond delay="1642"/>
                                          </p:stCondLst>
                                        </p:cTn>
                                        <p:tgtEl>
                                          <p:spTgt spid="191"/>
                                        </p:tgtEl>
                                      </p:cBhvr>
                                      <p:to x="100000" y="90000"/>
                                    </p:animScale>
                                    <p:animScale>
                                      <p:cBhvr>
                                        <p:cTn id="1073" dur="166" decel="50000">
                                          <p:stCondLst>
                                            <p:cond delay="1668"/>
                                          </p:stCondLst>
                                        </p:cTn>
                                        <p:tgtEl>
                                          <p:spTgt spid="191"/>
                                        </p:tgtEl>
                                      </p:cBhvr>
                                      <p:to x="100000" y="100000"/>
                                    </p:animScale>
                                    <p:animScale>
                                      <p:cBhvr>
                                        <p:cTn id="1074" dur="26">
                                          <p:stCondLst>
                                            <p:cond delay="1808"/>
                                          </p:stCondLst>
                                        </p:cTn>
                                        <p:tgtEl>
                                          <p:spTgt spid="191"/>
                                        </p:tgtEl>
                                      </p:cBhvr>
                                      <p:to x="100000" y="95000"/>
                                    </p:animScale>
                                    <p:animScale>
                                      <p:cBhvr>
                                        <p:cTn id="1075" dur="166" decel="50000">
                                          <p:stCondLst>
                                            <p:cond delay="1834"/>
                                          </p:stCondLst>
                                        </p:cTn>
                                        <p:tgtEl>
                                          <p:spTgt spid="191"/>
                                        </p:tgtEl>
                                      </p:cBhvr>
                                      <p:to x="100000" y="100000"/>
                                    </p:animScale>
                                    <p:set>
                                      <p:cBhvr>
                                        <p:cTn id="1076" dur="1" fill="hold">
                                          <p:stCondLst>
                                            <p:cond delay="1999"/>
                                          </p:stCondLst>
                                        </p:cTn>
                                        <p:tgtEl>
                                          <p:spTgt spid="191"/>
                                        </p:tgtEl>
                                        <p:attrNameLst>
                                          <p:attrName>style.visibility</p:attrName>
                                        </p:attrNameLst>
                                      </p:cBhvr>
                                      <p:to>
                                        <p:strVal val="hidden"/>
                                      </p:to>
                                    </p:set>
                                  </p:childTnLst>
                                </p:cTn>
                              </p:par>
                            </p:childTnLst>
                          </p:cTn>
                        </p:par>
                      </p:childTnLst>
                    </p:cTn>
                  </p:par>
                  <p:par>
                    <p:cTn id="1077" fill="hold">
                      <p:stCondLst>
                        <p:cond delay="indefinite"/>
                      </p:stCondLst>
                      <p:childTnLst>
                        <p:par>
                          <p:cTn id="1078" fill="hold">
                            <p:stCondLst>
                              <p:cond delay="0"/>
                            </p:stCondLst>
                            <p:childTnLst>
                              <p:par>
                                <p:cTn id="1079" presetID="22" presetClass="exit" presetSubtype="1" fill="hold" nodeType="clickEffect">
                                  <p:stCondLst>
                                    <p:cond delay="0"/>
                                  </p:stCondLst>
                                  <p:childTnLst>
                                    <p:animEffect transition="out" filter="wipe(up)">
                                      <p:cBhvr>
                                        <p:cTn id="1080" dur="500"/>
                                        <p:tgtEl>
                                          <p:spTgt spid="170"/>
                                        </p:tgtEl>
                                      </p:cBhvr>
                                    </p:animEffect>
                                    <p:set>
                                      <p:cBhvr>
                                        <p:cTn id="1081" dur="1" fill="hold">
                                          <p:stCondLst>
                                            <p:cond delay="499"/>
                                          </p:stCondLst>
                                        </p:cTn>
                                        <p:tgtEl>
                                          <p:spTgt spid="170"/>
                                        </p:tgtEl>
                                        <p:attrNameLst>
                                          <p:attrName>style.visibility</p:attrName>
                                        </p:attrNameLst>
                                      </p:cBhvr>
                                      <p:to>
                                        <p:strVal val="hidden"/>
                                      </p:to>
                                    </p:set>
                                  </p:childTnLst>
                                </p:cTn>
                              </p:par>
                            </p:childTnLst>
                          </p:cTn>
                        </p:par>
                        <p:par>
                          <p:cTn id="1082" fill="hold">
                            <p:stCondLst>
                              <p:cond delay="500"/>
                            </p:stCondLst>
                            <p:childTnLst>
                              <p:par>
                                <p:cTn id="1083" presetID="47" presetClass="exit" presetSubtype="0" fill="hold" nodeType="afterEffect">
                                  <p:stCondLst>
                                    <p:cond delay="0"/>
                                  </p:stCondLst>
                                  <p:childTnLst>
                                    <p:animEffect transition="out" filter="fade">
                                      <p:cBhvr>
                                        <p:cTn id="1084" dur="1000"/>
                                        <p:tgtEl>
                                          <p:spTgt spid="89"/>
                                        </p:tgtEl>
                                      </p:cBhvr>
                                    </p:animEffect>
                                    <p:anim calcmode="lin" valueType="num">
                                      <p:cBhvr>
                                        <p:cTn id="1085" dur="1000"/>
                                        <p:tgtEl>
                                          <p:spTgt spid="89"/>
                                        </p:tgtEl>
                                        <p:attrNameLst>
                                          <p:attrName>ppt_x</p:attrName>
                                        </p:attrNameLst>
                                      </p:cBhvr>
                                      <p:tavLst>
                                        <p:tav tm="0">
                                          <p:val>
                                            <p:strVal val="ppt_x"/>
                                          </p:val>
                                        </p:tav>
                                        <p:tav tm="100000">
                                          <p:val>
                                            <p:strVal val="ppt_x"/>
                                          </p:val>
                                        </p:tav>
                                      </p:tavLst>
                                    </p:anim>
                                    <p:anim calcmode="lin" valueType="num">
                                      <p:cBhvr>
                                        <p:cTn id="1086" dur="1000"/>
                                        <p:tgtEl>
                                          <p:spTgt spid="89"/>
                                        </p:tgtEl>
                                        <p:attrNameLst>
                                          <p:attrName>ppt_y</p:attrName>
                                        </p:attrNameLst>
                                      </p:cBhvr>
                                      <p:tavLst>
                                        <p:tav tm="0">
                                          <p:val>
                                            <p:strVal val="ppt_y"/>
                                          </p:val>
                                        </p:tav>
                                        <p:tav tm="100000">
                                          <p:val>
                                            <p:strVal val="ppt_y-.1"/>
                                          </p:val>
                                        </p:tav>
                                      </p:tavLst>
                                    </p:anim>
                                    <p:set>
                                      <p:cBhvr>
                                        <p:cTn id="1087" dur="1" fill="hold">
                                          <p:stCondLst>
                                            <p:cond delay="999"/>
                                          </p:stCondLst>
                                        </p:cTn>
                                        <p:tgtEl>
                                          <p:spTgt spid="89"/>
                                        </p:tgtEl>
                                        <p:attrNameLst>
                                          <p:attrName>style.visibility</p:attrName>
                                        </p:attrNameLst>
                                      </p:cBhvr>
                                      <p:to>
                                        <p:strVal val="hidden"/>
                                      </p:to>
                                    </p:set>
                                  </p:childTnLst>
                                </p:cTn>
                              </p:par>
                              <p:par>
                                <p:cTn id="1088" presetID="26" presetClass="exit" presetSubtype="0" fill="hold" grpId="1" nodeType="withEffect">
                                  <p:stCondLst>
                                    <p:cond delay="0"/>
                                  </p:stCondLst>
                                  <p:childTnLst>
                                    <p:animEffect transition="out" filter="wipe(down)">
                                      <p:cBhvr>
                                        <p:cTn id="1089" dur="180" accel="50000">
                                          <p:stCondLst>
                                            <p:cond delay="1820"/>
                                          </p:stCondLst>
                                        </p:cTn>
                                        <p:tgtEl>
                                          <p:spTgt spid="164">
                                            <p:txEl>
                                              <p:pRg st="0" end="0"/>
                                            </p:txEl>
                                          </p:spTgt>
                                        </p:tgtEl>
                                      </p:cBhvr>
                                    </p:animEffect>
                                    <p:anim calcmode="lin" valueType="num">
                                      <p:cBhvr>
                                        <p:cTn id="1090" dur="1822" tmFilter="0,0; 0.14,0.31; 0.43,0.73; 0.71,0.91; 1.0,1.0">
                                          <p:stCondLst>
                                            <p:cond delay="0"/>
                                          </p:stCondLst>
                                        </p:cTn>
                                        <p:tgtEl>
                                          <p:spTgt spid="164">
                                            <p:txEl>
                                              <p:pRg st="0" end="0"/>
                                            </p:txEl>
                                          </p:spTgt>
                                        </p:tgtEl>
                                        <p:attrNameLst>
                                          <p:attrName>ppt_x</p:attrName>
                                        </p:attrNameLst>
                                      </p:cBhvr>
                                      <p:tavLst>
                                        <p:tav tm="0">
                                          <p:val>
                                            <p:strVal val="ppt_x"/>
                                          </p:val>
                                        </p:tav>
                                        <p:tav tm="100000">
                                          <p:val>
                                            <p:strVal val="#ppt_x+0.25"/>
                                          </p:val>
                                        </p:tav>
                                      </p:tavLst>
                                    </p:anim>
                                    <p:anim calcmode="lin" valueType="num">
                                      <p:cBhvr>
                                        <p:cTn id="1091" dur="178">
                                          <p:stCondLst>
                                            <p:cond delay="1822"/>
                                          </p:stCondLst>
                                        </p:cTn>
                                        <p:tgtEl>
                                          <p:spTgt spid="164">
                                            <p:txEl>
                                              <p:pRg st="0" end="0"/>
                                            </p:txEl>
                                          </p:spTgt>
                                        </p:tgtEl>
                                        <p:attrNameLst>
                                          <p:attrName>ppt_x</p:attrName>
                                        </p:attrNameLst>
                                      </p:cBhvr>
                                      <p:tavLst>
                                        <p:tav tm="0">
                                          <p:val>
                                            <p:strVal val="ppt_x"/>
                                          </p:val>
                                        </p:tav>
                                        <p:tav tm="100000">
                                          <p:val>
                                            <p:strVal val="ppt_x"/>
                                          </p:val>
                                        </p:tav>
                                      </p:tavLst>
                                    </p:anim>
                                    <p:anim calcmode="lin" valueType="num">
                                      <p:cBhvr>
                                        <p:cTn id="1092" dur="664" tmFilter="0.0,0.0;0.25,0.07;0.50,0.2;0.75,0.467;1.0,1.0">
                                          <p:stCondLst>
                                            <p:cond delay="0"/>
                                          </p:stCondLst>
                                        </p:cTn>
                                        <p:tgtEl>
                                          <p:spTgt spid="164">
                                            <p:txEl>
                                              <p:pRg st="0" end="0"/>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93" dur="664" tmFilter="0, 0; 0.125,0.2665; 0.25,0.4; 0.375,0.465; 0.5,0.5;  0.625,0.535; 0.75,0.6; 0.875,0.7335; 1,1">
                                          <p:stCondLst>
                                            <p:cond delay="664"/>
                                          </p:stCondLst>
                                        </p:cTn>
                                        <p:tgtEl>
                                          <p:spTgt spid="164">
                                            <p:txEl>
                                              <p:pRg st="0" end="0"/>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094" dur="332" tmFilter="0, 0; 0.125,0.2665; 0.25,0.4; 0.375,0.465; 0.5,0.5;  0.625,0.535; 0.75,0.6; 0.875,0.7335; 1,1">
                                          <p:stCondLst>
                                            <p:cond delay="1324"/>
                                          </p:stCondLst>
                                        </p:cTn>
                                        <p:tgtEl>
                                          <p:spTgt spid="164">
                                            <p:txEl>
                                              <p:pRg st="0" end="0"/>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095" dur="164" tmFilter="0, 0; 0.125,0.2665; 0.25,0.4; 0.375,0.465; 0.5,0.5;  0.625,0.535; 0.75,0.6; 0.875,0.7335; 1,1">
                                          <p:stCondLst>
                                            <p:cond delay="1656"/>
                                          </p:stCondLst>
                                        </p:cTn>
                                        <p:tgtEl>
                                          <p:spTgt spid="164">
                                            <p:txEl>
                                              <p:pRg st="0" end="0"/>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096" dur="180" accel="50000">
                                          <p:stCondLst>
                                            <p:cond delay="1820"/>
                                          </p:stCondLst>
                                        </p:cTn>
                                        <p:tgtEl>
                                          <p:spTgt spid="164">
                                            <p:txEl>
                                              <p:pRg st="0" end="0"/>
                                            </p:txEl>
                                          </p:spTgt>
                                        </p:tgtEl>
                                        <p:attrNameLst>
                                          <p:attrName>ppt_y</p:attrName>
                                        </p:attrNameLst>
                                      </p:cBhvr>
                                      <p:tavLst>
                                        <p:tav tm="0">
                                          <p:val>
                                            <p:strVal val="ppt_y"/>
                                          </p:val>
                                        </p:tav>
                                        <p:tav tm="100000">
                                          <p:val>
                                            <p:strVal val="ppt_y+ppt_h"/>
                                          </p:val>
                                        </p:tav>
                                      </p:tavLst>
                                    </p:anim>
                                    <p:animScale>
                                      <p:cBhvr>
                                        <p:cTn id="1097" dur="26">
                                          <p:stCondLst>
                                            <p:cond delay="620"/>
                                          </p:stCondLst>
                                        </p:cTn>
                                        <p:tgtEl>
                                          <p:spTgt spid="164">
                                            <p:txEl>
                                              <p:pRg st="0" end="0"/>
                                            </p:txEl>
                                          </p:spTgt>
                                        </p:tgtEl>
                                      </p:cBhvr>
                                      <p:to x="100000" y="60000"/>
                                    </p:animScale>
                                    <p:animScale>
                                      <p:cBhvr>
                                        <p:cTn id="1098" dur="166" decel="50000">
                                          <p:stCondLst>
                                            <p:cond delay="646"/>
                                          </p:stCondLst>
                                        </p:cTn>
                                        <p:tgtEl>
                                          <p:spTgt spid="164">
                                            <p:txEl>
                                              <p:pRg st="0" end="0"/>
                                            </p:txEl>
                                          </p:spTgt>
                                        </p:tgtEl>
                                      </p:cBhvr>
                                      <p:to x="100000" y="100000"/>
                                    </p:animScale>
                                    <p:animScale>
                                      <p:cBhvr>
                                        <p:cTn id="1099" dur="26">
                                          <p:stCondLst>
                                            <p:cond delay="1312"/>
                                          </p:stCondLst>
                                        </p:cTn>
                                        <p:tgtEl>
                                          <p:spTgt spid="164">
                                            <p:txEl>
                                              <p:pRg st="0" end="0"/>
                                            </p:txEl>
                                          </p:spTgt>
                                        </p:tgtEl>
                                      </p:cBhvr>
                                      <p:to x="100000" y="80000"/>
                                    </p:animScale>
                                    <p:animScale>
                                      <p:cBhvr>
                                        <p:cTn id="1100" dur="166" decel="50000">
                                          <p:stCondLst>
                                            <p:cond delay="1338"/>
                                          </p:stCondLst>
                                        </p:cTn>
                                        <p:tgtEl>
                                          <p:spTgt spid="164">
                                            <p:txEl>
                                              <p:pRg st="0" end="0"/>
                                            </p:txEl>
                                          </p:spTgt>
                                        </p:tgtEl>
                                      </p:cBhvr>
                                      <p:to x="100000" y="100000"/>
                                    </p:animScale>
                                    <p:animScale>
                                      <p:cBhvr>
                                        <p:cTn id="1101" dur="26">
                                          <p:stCondLst>
                                            <p:cond delay="1642"/>
                                          </p:stCondLst>
                                        </p:cTn>
                                        <p:tgtEl>
                                          <p:spTgt spid="164">
                                            <p:txEl>
                                              <p:pRg st="0" end="0"/>
                                            </p:txEl>
                                          </p:spTgt>
                                        </p:tgtEl>
                                      </p:cBhvr>
                                      <p:to x="100000" y="90000"/>
                                    </p:animScale>
                                    <p:animScale>
                                      <p:cBhvr>
                                        <p:cTn id="1102" dur="166" decel="50000">
                                          <p:stCondLst>
                                            <p:cond delay="1668"/>
                                          </p:stCondLst>
                                        </p:cTn>
                                        <p:tgtEl>
                                          <p:spTgt spid="164">
                                            <p:txEl>
                                              <p:pRg st="0" end="0"/>
                                            </p:txEl>
                                          </p:spTgt>
                                        </p:tgtEl>
                                      </p:cBhvr>
                                      <p:to x="100000" y="100000"/>
                                    </p:animScale>
                                    <p:animScale>
                                      <p:cBhvr>
                                        <p:cTn id="1103" dur="26">
                                          <p:stCondLst>
                                            <p:cond delay="1808"/>
                                          </p:stCondLst>
                                        </p:cTn>
                                        <p:tgtEl>
                                          <p:spTgt spid="164">
                                            <p:txEl>
                                              <p:pRg st="0" end="0"/>
                                            </p:txEl>
                                          </p:spTgt>
                                        </p:tgtEl>
                                      </p:cBhvr>
                                      <p:to x="100000" y="95000"/>
                                    </p:animScale>
                                    <p:animScale>
                                      <p:cBhvr>
                                        <p:cTn id="1104" dur="166" decel="50000">
                                          <p:stCondLst>
                                            <p:cond delay="1834"/>
                                          </p:stCondLst>
                                        </p:cTn>
                                        <p:tgtEl>
                                          <p:spTgt spid="164">
                                            <p:txEl>
                                              <p:pRg st="0" end="0"/>
                                            </p:txEl>
                                          </p:spTgt>
                                        </p:tgtEl>
                                      </p:cBhvr>
                                      <p:to x="100000" y="100000"/>
                                    </p:animScale>
                                    <p:set>
                                      <p:cBhvr>
                                        <p:cTn id="1105" dur="1" fill="hold">
                                          <p:stCondLst>
                                            <p:cond delay="1999"/>
                                          </p:stCondLst>
                                        </p:cTn>
                                        <p:tgtEl>
                                          <p:spTgt spid="164">
                                            <p:txEl>
                                              <p:pRg st="0" end="0"/>
                                            </p:txEl>
                                          </p:spTgt>
                                        </p:tgtEl>
                                        <p:attrNameLst>
                                          <p:attrName>style.visibility</p:attrName>
                                        </p:attrNameLst>
                                      </p:cBhvr>
                                      <p:to>
                                        <p:strVal val="hidden"/>
                                      </p:to>
                                    </p:set>
                                  </p:childTnLst>
                                </p:cTn>
                              </p:par>
                              <p:par>
                                <p:cTn id="1106" presetID="26" presetClass="exit" presetSubtype="0" fill="hold" grpId="1" nodeType="withEffect">
                                  <p:stCondLst>
                                    <p:cond delay="0"/>
                                  </p:stCondLst>
                                  <p:childTnLst>
                                    <p:animEffect transition="out" filter="wipe(down)">
                                      <p:cBhvr>
                                        <p:cTn id="1107" dur="180" accel="50000">
                                          <p:stCondLst>
                                            <p:cond delay="1820"/>
                                          </p:stCondLst>
                                        </p:cTn>
                                        <p:tgtEl>
                                          <p:spTgt spid="164">
                                            <p:txEl>
                                              <p:pRg st="1" end="1"/>
                                            </p:txEl>
                                          </p:spTgt>
                                        </p:tgtEl>
                                      </p:cBhvr>
                                    </p:animEffect>
                                    <p:anim calcmode="lin" valueType="num">
                                      <p:cBhvr>
                                        <p:cTn id="1108" dur="1822" tmFilter="0,0; 0.14,0.31; 0.43,0.73; 0.71,0.91; 1.0,1.0">
                                          <p:stCondLst>
                                            <p:cond delay="0"/>
                                          </p:stCondLst>
                                        </p:cTn>
                                        <p:tgtEl>
                                          <p:spTgt spid="164">
                                            <p:txEl>
                                              <p:pRg st="1" end="1"/>
                                            </p:txEl>
                                          </p:spTgt>
                                        </p:tgtEl>
                                        <p:attrNameLst>
                                          <p:attrName>ppt_x</p:attrName>
                                        </p:attrNameLst>
                                      </p:cBhvr>
                                      <p:tavLst>
                                        <p:tav tm="0">
                                          <p:val>
                                            <p:strVal val="ppt_x"/>
                                          </p:val>
                                        </p:tav>
                                        <p:tav tm="100000">
                                          <p:val>
                                            <p:strVal val="#ppt_x+0.25"/>
                                          </p:val>
                                        </p:tav>
                                      </p:tavLst>
                                    </p:anim>
                                    <p:anim calcmode="lin" valueType="num">
                                      <p:cBhvr>
                                        <p:cTn id="1109" dur="178">
                                          <p:stCondLst>
                                            <p:cond delay="1822"/>
                                          </p:stCondLst>
                                        </p:cTn>
                                        <p:tgtEl>
                                          <p:spTgt spid="164">
                                            <p:txEl>
                                              <p:pRg st="1" end="1"/>
                                            </p:txEl>
                                          </p:spTgt>
                                        </p:tgtEl>
                                        <p:attrNameLst>
                                          <p:attrName>ppt_x</p:attrName>
                                        </p:attrNameLst>
                                      </p:cBhvr>
                                      <p:tavLst>
                                        <p:tav tm="0">
                                          <p:val>
                                            <p:strVal val="ppt_x"/>
                                          </p:val>
                                        </p:tav>
                                        <p:tav tm="100000">
                                          <p:val>
                                            <p:strVal val="ppt_x"/>
                                          </p:val>
                                        </p:tav>
                                      </p:tavLst>
                                    </p:anim>
                                    <p:anim calcmode="lin" valueType="num">
                                      <p:cBhvr>
                                        <p:cTn id="1110" dur="664" tmFilter="0.0,0.0;0.25,0.07;0.50,0.2;0.75,0.467;1.0,1.0">
                                          <p:stCondLst>
                                            <p:cond delay="0"/>
                                          </p:stCondLst>
                                        </p:cTn>
                                        <p:tgtEl>
                                          <p:spTgt spid="164">
                                            <p:txEl>
                                              <p:pRg st="1" end="1"/>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11" dur="664" tmFilter="0, 0; 0.125,0.2665; 0.25,0.4; 0.375,0.465; 0.5,0.5;  0.625,0.535; 0.75,0.6; 0.875,0.7335; 1,1">
                                          <p:stCondLst>
                                            <p:cond delay="664"/>
                                          </p:stCondLst>
                                        </p:cTn>
                                        <p:tgtEl>
                                          <p:spTgt spid="164">
                                            <p:txEl>
                                              <p:pRg st="1" end="1"/>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12" dur="332" tmFilter="0, 0; 0.125,0.2665; 0.25,0.4; 0.375,0.465; 0.5,0.5;  0.625,0.535; 0.75,0.6; 0.875,0.7335; 1,1">
                                          <p:stCondLst>
                                            <p:cond delay="1324"/>
                                          </p:stCondLst>
                                        </p:cTn>
                                        <p:tgtEl>
                                          <p:spTgt spid="164">
                                            <p:txEl>
                                              <p:pRg st="1" end="1"/>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13" dur="164" tmFilter="0, 0; 0.125,0.2665; 0.25,0.4; 0.375,0.465; 0.5,0.5;  0.625,0.535; 0.75,0.6; 0.875,0.7335; 1,1">
                                          <p:stCondLst>
                                            <p:cond delay="1656"/>
                                          </p:stCondLst>
                                        </p:cTn>
                                        <p:tgtEl>
                                          <p:spTgt spid="164">
                                            <p:txEl>
                                              <p:pRg st="1" end="1"/>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14" dur="180" accel="50000">
                                          <p:stCondLst>
                                            <p:cond delay="1820"/>
                                          </p:stCondLst>
                                        </p:cTn>
                                        <p:tgtEl>
                                          <p:spTgt spid="164">
                                            <p:txEl>
                                              <p:pRg st="1" end="1"/>
                                            </p:txEl>
                                          </p:spTgt>
                                        </p:tgtEl>
                                        <p:attrNameLst>
                                          <p:attrName>ppt_y</p:attrName>
                                        </p:attrNameLst>
                                      </p:cBhvr>
                                      <p:tavLst>
                                        <p:tav tm="0">
                                          <p:val>
                                            <p:strVal val="ppt_y"/>
                                          </p:val>
                                        </p:tav>
                                        <p:tav tm="100000">
                                          <p:val>
                                            <p:strVal val="ppt_y+ppt_h"/>
                                          </p:val>
                                        </p:tav>
                                      </p:tavLst>
                                    </p:anim>
                                    <p:animScale>
                                      <p:cBhvr>
                                        <p:cTn id="1115" dur="26">
                                          <p:stCondLst>
                                            <p:cond delay="620"/>
                                          </p:stCondLst>
                                        </p:cTn>
                                        <p:tgtEl>
                                          <p:spTgt spid="164">
                                            <p:txEl>
                                              <p:pRg st="1" end="1"/>
                                            </p:txEl>
                                          </p:spTgt>
                                        </p:tgtEl>
                                      </p:cBhvr>
                                      <p:to x="100000" y="60000"/>
                                    </p:animScale>
                                    <p:animScale>
                                      <p:cBhvr>
                                        <p:cTn id="1116" dur="166" decel="50000">
                                          <p:stCondLst>
                                            <p:cond delay="646"/>
                                          </p:stCondLst>
                                        </p:cTn>
                                        <p:tgtEl>
                                          <p:spTgt spid="164">
                                            <p:txEl>
                                              <p:pRg st="1" end="1"/>
                                            </p:txEl>
                                          </p:spTgt>
                                        </p:tgtEl>
                                      </p:cBhvr>
                                      <p:to x="100000" y="100000"/>
                                    </p:animScale>
                                    <p:animScale>
                                      <p:cBhvr>
                                        <p:cTn id="1117" dur="26">
                                          <p:stCondLst>
                                            <p:cond delay="1312"/>
                                          </p:stCondLst>
                                        </p:cTn>
                                        <p:tgtEl>
                                          <p:spTgt spid="164">
                                            <p:txEl>
                                              <p:pRg st="1" end="1"/>
                                            </p:txEl>
                                          </p:spTgt>
                                        </p:tgtEl>
                                      </p:cBhvr>
                                      <p:to x="100000" y="80000"/>
                                    </p:animScale>
                                    <p:animScale>
                                      <p:cBhvr>
                                        <p:cTn id="1118" dur="166" decel="50000">
                                          <p:stCondLst>
                                            <p:cond delay="1338"/>
                                          </p:stCondLst>
                                        </p:cTn>
                                        <p:tgtEl>
                                          <p:spTgt spid="164">
                                            <p:txEl>
                                              <p:pRg st="1" end="1"/>
                                            </p:txEl>
                                          </p:spTgt>
                                        </p:tgtEl>
                                      </p:cBhvr>
                                      <p:to x="100000" y="100000"/>
                                    </p:animScale>
                                    <p:animScale>
                                      <p:cBhvr>
                                        <p:cTn id="1119" dur="26">
                                          <p:stCondLst>
                                            <p:cond delay="1642"/>
                                          </p:stCondLst>
                                        </p:cTn>
                                        <p:tgtEl>
                                          <p:spTgt spid="164">
                                            <p:txEl>
                                              <p:pRg st="1" end="1"/>
                                            </p:txEl>
                                          </p:spTgt>
                                        </p:tgtEl>
                                      </p:cBhvr>
                                      <p:to x="100000" y="90000"/>
                                    </p:animScale>
                                    <p:animScale>
                                      <p:cBhvr>
                                        <p:cTn id="1120" dur="166" decel="50000">
                                          <p:stCondLst>
                                            <p:cond delay="1668"/>
                                          </p:stCondLst>
                                        </p:cTn>
                                        <p:tgtEl>
                                          <p:spTgt spid="164">
                                            <p:txEl>
                                              <p:pRg st="1" end="1"/>
                                            </p:txEl>
                                          </p:spTgt>
                                        </p:tgtEl>
                                      </p:cBhvr>
                                      <p:to x="100000" y="100000"/>
                                    </p:animScale>
                                    <p:animScale>
                                      <p:cBhvr>
                                        <p:cTn id="1121" dur="26">
                                          <p:stCondLst>
                                            <p:cond delay="1808"/>
                                          </p:stCondLst>
                                        </p:cTn>
                                        <p:tgtEl>
                                          <p:spTgt spid="164">
                                            <p:txEl>
                                              <p:pRg st="1" end="1"/>
                                            </p:txEl>
                                          </p:spTgt>
                                        </p:tgtEl>
                                      </p:cBhvr>
                                      <p:to x="100000" y="95000"/>
                                    </p:animScale>
                                    <p:animScale>
                                      <p:cBhvr>
                                        <p:cTn id="1122" dur="166" decel="50000">
                                          <p:stCondLst>
                                            <p:cond delay="1834"/>
                                          </p:stCondLst>
                                        </p:cTn>
                                        <p:tgtEl>
                                          <p:spTgt spid="164">
                                            <p:txEl>
                                              <p:pRg st="1" end="1"/>
                                            </p:txEl>
                                          </p:spTgt>
                                        </p:tgtEl>
                                      </p:cBhvr>
                                      <p:to x="100000" y="100000"/>
                                    </p:animScale>
                                    <p:set>
                                      <p:cBhvr>
                                        <p:cTn id="1123" dur="1" fill="hold">
                                          <p:stCondLst>
                                            <p:cond delay="1999"/>
                                          </p:stCondLst>
                                        </p:cTn>
                                        <p:tgtEl>
                                          <p:spTgt spid="164">
                                            <p:txEl>
                                              <p:pRg st="1" end="1"/>
                                            </p:txEl>
                                          </p:spTgt>
                                        </p:tgtEl>
                                        <p:attrNameLst>
                                          <p:attrName>style.visibility</p:attrName>
                                        </p:attrNameLst>
                                      </p:cBhvr>
                                      <p:to>
                                        <p:strVal val="hidden"/>
                                      </p:to>
                                    </p:set>
                                  </p:childTnLst>
                                </p:cTn>
                              </p:par>
                              <p:par>
                                <p:cTn id="1124" presetID="26" presetClass="exit" presetSubtype="0" fill="hold" grpId="1" nodeType="withEffect">
                                  <p:stCondLst>
                                    <p:cond delay="0"/>
                                  </p:stCondLst>
                                  <p:childTnLst>
                                    <p:animEffect transition="out" filter="wipe(down)">
                                      <p:cBhvr>
                                        <p:cTn id="1125" dur="180" accel="50000">
                                          <p:stCondLst>
                                            <p:cond delay="1820"/>
                                          </p:stCondLst>
                                        </p:cTn>
                                        <p:tgtEl>
                                          <p:spTgt spid="164">
                                            <p:txEl>
                                              <p:pRg st="2" end="2"/>
                                            </p:txEl>
                                          </p:spTgt>
                                        </p:tgtEl>
                                      </p:cBhvr>
                                    </p:animEffect>
                                    <p:anim calcmode="lin" valueType="num">
                                      <p:cBhvr>
                                        <p:cTn id="1126" dur="1822" tmFilter="0,0; 0.14,0.31; 0.43,0.73; 0.71,0.91; 1.0,1.0">
                                          <p:stCondLst>
                                            <p:cond delay="0"/>
                                          </p:stCondLst>
                                        </p:cTn>
                                        <p:tgtEl>
                                          <p:spTgt spid="164">
                                            <p:txEl>
                                              <p:pRg st="2" end="2"/>
                                            </p:txEl>
                                          </p:spTgt>
                                        </p:tgtEl>
                                        <p:attrNameLst>
                                          <p:attrName>ppt_x</p:attrName>
                                        </p:attrNameLst>
                                      </p:cBhvr>
                                      <p:tavLst>
                                        <p:tav tm="0">
                                          <p:val>
                                            <p:strVal val="ppt_x"/>
                                          </p:val>
                                        </p:tav>
                                        <p:tav tm="100000">
                                          <p:val>
                                            <p:strVal val="#ppt_x+0.25"/>
                                          </p:val>
                                        </p:tav>
                                      </p:tavLst>
                                    </p:anim>
                                    <p:anim calcmode="lin" valueType="num">
                                      <p:cBhvr>
                                        <p:cTn id="1127" dur="178">
                                          <p:stCondLst>
                                            <p:cond delay="1822"/>
                                          </p:stCondLst>
                                        </p:cTn>
                                        <p:tgtEl>
                                          <p:spTgt spid="164">
                                            <p:txEl>
                                              <p:pRg st="2" end="2"/>
                                            </p:txEl>
                                          </p:spTgt>
                                        </p:tgtEl>
                                        <p:attrNameLst>
                                          <p:attrName>ppt_x</p:attrName>
                                        </p:attrNameLst>
                                      </p:cBhvr>
                                      <p:tavLst>
                                        <p:tav tm="0">
                                          <p:val>
                                            <p:strVal val="ppt_x"/>
                                          </p:val>
                                        </p:tav>
                                        <p:tav tm="100000">
                                          <p:val>
                                            <p:strVal val="ppt_x"/>
                                          </p:val>
                                        </p:tav>
                                      </p:tavLst>
                                    </p:anim>
                                    <p:anim calcmode="lin" valueType="num">
                                      <p:cBhvr>
                                        <p:cTn id="1128" dur="664" tmFilter="0.0,0.0;0.25,0.07;0.50,0.2;0.75,0.467;1.0,1.0">
                                          <p:stCondLst>
                                            <p:cond delay="0"/>
                                          </p:stCondLst>
                                        </p:cTn>
                                        <p:tgtEl>
                                          <p:spTgt spid="164">
                                            <p:txEl>
                                              <p:pRg st="2" end="2"/>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29" dur="664" tmFilter="0, 0; 0.125,0.2665; 0.25,0.4; 0.375,0.465; 0.5,0.5;  0.625,0.535; 0.75,0.6; 0.875,0.7335; 1,1">
                                          <p:stCondLst>
                                            <p:cond delay="664"/>
                                          </p:stCondLst>
                                        </p:cTn>
                                        <p:tgtEl>
                                          <p:spTgt spid="164">
                                            <p:txEl>
                                              <p:pRg st="2" end="2"/>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30" dur="332" tmFilter="0, 0; 0.125,0.2665; 0.25,0.4; 0.375,0.465; 0.5,0.5;  0.625,0.535; 0.75,0.6; 0.875,0.7335; 1,1">
                                          <p:stCondLst>
                                            <p:cond delay="1324"/>
                                          </p:stCondLst>
                                        </p:cTn>
                                        <p:tgtEl>
                                          <p:spTgt spid="164">
                                            <p:txEl>
                                              <p:pRg st="2" end="2"/>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31" dur="164" tmFilter="0, 0; 0.125,0.2665; 0.25,0.4; 0.375,0.465; 0.5,0.5;  0.625,0.535; 0.75,0.6; 0.875,0.7335; 1,1">
                                          <p:stCondLst>
                                            <p:cond delay="1656"/>
                                          </p:stCondLst>
                                        </p:cTn>
                                        <p:tgtEl>
                                          <p:spTgt spid="164">
                                            <p:txEl>
                                              <p:pRg st="2" end="2"/>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32" dur="180" accel="50000">
                                          <p:stCondLst>
                                            <p:cond delay="1820"/>
                                          </p:stCondLst>
                                        </p:cTn>
                                        <p:tgtEl>
                                          <p:spTgt spid="164">
                                            <p:txEl>
                                              <p:pRg st="2" end="2"/>
                                            </p:txEl>
                                          </p:spTgt>
                                        </p:tgtEl>
                                        <p:attrNameLst>
                                          <p:attrName>ppt_y</p:attrName>
                                        </p:attrNameLst>
                                      </p:cBhvr>
                                      <p:tavLst>
                                        <p:tav tm="0">
                                          <p:val>
                                            <p:strVal val="ppt_y"/>
                                          </p:val>
                                        </p:tav>
                                        <p:tav tm="100000">
                                          <p:val>
                                            <p:strVal val="ppt_y+ppt_h"/>
                                          </p:val>
                                        </p:tav>
                                      </p:tavLst>
                                    </p:anim>
                                    <p:animScale>
                                      <p:cBhvr>
                                        <p:cTn id="1133" dur="26">
                                          <p:stCondLst>
                                            <p:cond delay="620"/>
                                          </p:stCondLst>
                                        </p:cTn>
                                        <p:tgtEl>
                                          <p:spTgt spid="164">
                                            <p:txEl>
                                              <p:pRg st="2" end="2"/>
                                            </p:txEl>
                                          </p:spTgt>
                                        </p:tgtEl>
                                      </p:cBhvr>
                                      <p:to x="100000" y="60000"/>
                                    </p:animScale>
                                    <p:animScale>
                                      <p:cBhvr>
                                        <p:cTn id="1134" dur="166" decel="50000">
                                          <p:stCondLst>
                                            <p:cond delay="646"/>
                                          </p:stCondLst>
                                        </p:cTn>
                                        <p:tgtEl>
                                          <p:spTgt spid="164">
                                            <p:txEl>
                                              <p:pRg st="2" end="2"/>
                                            </p:txEl>
                                          </p:spTgt>
                                        </p:tgtEl>
                                      </p:cBhvr>
                                      <p:to x="100000" y="100000"/>
                                    </p:animScale>
                                    <p:animScale>
                                      <p:cBhvr>
                                        <p:cTn id="1135" dur="26">
                                          <p:stCondLst>
                                            <p:cond delay="1312"/>
                                          </p:stCondLst>
                                        </p:cTn>
                                        <p:tgtEl>
                                          <p:spTgt spid="164">
                                            <p:txEl>
                                              <p:pRg st="2" end="2"/>
                                            </p:txEl>
                                          </p:spTgt>
                                        </p:tgtEl>
                                      </p:cBhvr>
                                      <p:to x="100000" y="80000"/>
                                    </p:animScale>
                                    <p:animScale>
                                      <p:cBhvr>
                                        <p:cTn id="1136" dur="166" decel="50000">
                                          <p:stCondLst>
                                            <p:cond delay="1338"/>
                                          </p:stCondLst>
                                        </p:cTn>
                                        <p:tgtEl>
                                          <p:spTgt spid="164">
                                            <p:txEl>
                                              <p:pRg st="2" end="2"/>
                                            </p:txEl>
                                          </p:spTgt>
                                        </p:tgtEl>
                                      </p:cBhvr>
                                      <p:to x="100000" y="100000"/>
                                    </p:animScale>
                                    <p:animScale>
                                      <p:cBhvr>
                                        <p:cTn id="1137" dur="26">
                                          <p:stCondLst>
                                            <p:cond delay="1642"/>
                                          </p:stCondLst>
                                        </p:cTn>
                                        <p:tgtEl>
                                          <p:spTgt spid="164">
                                            <p:txEl>
                                              <p:pRg st="2" end="2"/>
                                            </p:txEl>
                                          </p:spTgt>
                                        </p:tgtEl>
                                      </p:cBhvr>
                                      <p:to x="100000" y="90000"/>
                                    </p:animScale>
                                    <p:animScale>
                                      <p:cBhvr>
                                        <p:cTn id="1138" dur="166" decel="50000">
                                          <p:stCondLst>
                                            <p:cond delay="1668"/>
                                          </p:stCondLst>
                                        </p:cTn>
                                        <p:tgtEl>
                                          <p:spTgt spid="164">
                                            <p:txEl>
                                              <p:pRg st="2" end="2"/>
                                            </p:txEl>
                                          </p:spTgt>
                                        </p:tgtEl>
                                      </p:cBhvr>
                                      <p:to x="100000" y="100000"/>
                                    </p:animScale>
                                    <p:animScale>
                                      <p:cBhvr>
                                        <p:cTn id="1139" dur="26">
                                          <p:stCondLst>
                                            <p:cond delay="1808"/>
                                          </p:stCondLst>
                                        </p:cTn>
                                        <p:tgtEl>
                                          <p:spTgt spid="164">
                                            <p:txEl>
                                              <p:pRg st="2" end="2"/>
                                            </p:txEl>
                                          </p:spTgt>
                                        </p:tgtEl>
                                      </p:cBhvr>
                                      <p:to x="100000" y="95000"/>
                                    </p:animScale>
                                    <p:animScale>
                                      <p:cBhvr>
                                        <p:cTn id="1140" dur="166" decel="50000">
                                          <p:stCondLst>
                                            <p:cond delay="1834"/>
                                          </p:stCondLst>
                                        </p:cTn>
                                        <p:tgtEl>
                                          <p:spTgt spid="164">
                                            <p:txEl>
                                              <p:pRg st="2" end="2"/>
                                            </p:txEl>
                                          </p:spTgt>
                                        </p:tgtEl>
                                      </p:cBhvr>
                                      <p:to x="100000" y="100000"/>
                                    </p:animScale>
                                    <p:set>
                                      <p:cBhvr>
                                        <p:cTn id="1141" dur="1" fill="hold">
                                          <p:stCondLst>
                                            <p:cond delay="1999"/>
                                          </p:stCondLst>
                                        </p:cTn>
                                        <p:tgtEl>
                                          <p:spTgt spid="164">
                                            <p:txEl>
                                              <p:pRg st="2" end="2"/>
                                            </p:txEl>
                                          </p:spTgt>
                                        </p:tgtEl>
                                        <p:attrNameLst>
                                          <p:attrName>style.visibility</p:attrName>
                                        </p:attrNameLst>
                                      </p:cBhvr>
                                      <p:to>
                                        <p:strVal val="hidden"/>
                                      </p:to>
                                    </p:set>
                                  </p:childTnLst>
                                </p:cTn>
                              </p:par>
                              <p:par>
                                <p:cTn id="1142" presetID="26" presetClass="exit" presetSubtype="0" fill="hold" grpId="1" nodeType="withEffect">
                                  <p:stCondLst>
                                    <p:cond delay="0"/>
                                  </p:stCondLst>
                                  <p:childTnLst>
                                    <p:animEffect transition="out" filter="wipe(down)">
                                      <p:cBhvr>
                                        <p:cTn id="1143" dur="180" accel="50000">
                                          <p:stCondLst>
                                            <p:cond delay="1820"/>
                                          </p:stCondLst>
                                        </p:cTn>
                                        <p:tgtEl>
                                          <p:spTgt spid="164">
                                            <p:txEl>
                                              <p:pRg st="3" end="3"/>
                                            </p:txEl>
                                          </p:spTgt>
                                        </p:tgtEl>
                                      </p:cBhvr>
                                    </p:animEffect>
                                    <p:anim calcmode="lin" valueType="num">
                                      <p:cBhvr>
                                        <p:cTn id="1144" dur="1822" tmFilter="0,0; 0.14,0.31; 0.43,0.73; 0.71,0.91; 1.0,1.0">
                                          <p:stCondLst>
                                            <p:cond delay="0"/>
                                          </p:stCondLst>
                                        </p:cTn>
                                        <p:tgtEl>
                                          <p:spTgt spid="164">
                                            <p:txEl>
                                              <p:pRg st="3" end="3"/>
                                            </p:txEl>
                                          </p:spTgt>
                                        </p:tgtEl>
                                        <p:attrNameLst>
                                          <p:attrName>ppt_x</p:attrName>
                                        </p:attrNameLst>
                                      </p:cBhvr>
                                      <p:tavLst>
                                        <p:tav tm="0">
                                          <p:val>
                                            <p:strVal val="ppt_x"/>
                                          </p:val>
                                        </p:tav>
                                        <p:tav tm="100000">
                                          <p:val>
                                            <p:strVal val="#ppt_x+0.25"/>
                                          </p:val>
                                        </p:tav>
                                      </p:tavLst>
                                    </p:anim>
                                    <p:anim calcmode="lin" valueType="num">
                                      <p:cBhvr>
                                        <p:cTn id="1145" dur="178">
                                          <p:stCondLst>
                                            <p:cond delay="1822"/>
                                          </p:stCondLst>
                                        </p:cTn>
                                        <p:tgtEl>
                                          <p:spTgt spid="164">
                                            <p:txEl>
                                              <p:pRg st="3" end="3"/>
                                            </p:txEl>
                                          </p:spTgt>
                                        </p:tgtEl>
                                        <p:attrNameLst>
                                          <p:attrName>ppt_x</p:attrName>
                                        </p:attrNameLst>
                                      </p:cBhvr>
                                      <p:tavLst>
                                        <p:tav tm="0">
                                          <p:val>
                                            <p:strVal val="ppt_x"/>
                                          </p:val>
                                        </p:tav>
                                        <p:tav tm="100000">
                                          <p:val>
                                            <p:strVal val="ppt_x"/>
                                          </p:val>
                                        </p:tav>
                                      </p:tavLst>
                                    </p:anim>
                                    <p:anim calcmode="lin" valueType="num">
                                      <p:cBhvr>
                                        <p:cTn id="1146" dur="664" tmFilter="0.0,0.0;0.25,0.07;0.50,0.2;0.75,0.467;1.0,1.0">
                                          <p:stCondLst>
                                            <p:cond delay="0"/>
                                          </p:stCondLst>
                                        </p:cTn>
                                        <p:tgtEl>
                                          <p:spTgt spid="164">
                                            <p:txEl>
                                              <p:pRg st="3" end="3"/>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47" dur="664" tmFilter="0, 0; 0.125,0.2665; 0.25,0.4; 0.375,0.465; 0.5,0.5;  0.625,0.535; 0.75,0.6; 0.875,0.7335; 1,1">
                                          <p:stCondLst>
                                            <p:cond delay="664"/>
                                          </p:stCondLst>
                                        </p:cTn>
                                        <p:tgtEl>
                                          <p:spTgt spid="164">
                                            <p:txEl>
                                              <p:pRg st="3" end="3"/>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48" dur="332" tmFilter="0, 0; 0.125,0.2665; 0.25,0.4; 0.375,0.465; 0.5,0.5;  0.625,0.535; 0.75,0.6; 0.875,0.7335; 1,1">
                                          <p:stCondLst>
                                            <p:cond delay="1324"/>
                                          </p:stCondLst>
                                        </p:cTn>
                                        <p:tgtEl>
                                          <p:spTgt spid="164">
                                            <p:txEl>
                                              <p:pRg st="3" end="3"/>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49" dur="164" tmFilter="0, 0; 0.125,0.2665; 0.25,0.4; 0.375,0.465; 0.5,0.5;  0.625,0.535; 0.75,0.6; 0.875,0.7335; 1,1">
                                          <p:stCondLst>
                                            <p:cond delay="1656"/>
                                          </p:stCondLst>
                                        </p:cTn>
                                        <p:tgtEl>
                                          <p:spTgt spid="164">
                                            <p:txEl>
                                              <p:pRg st="3" end="3"/>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50" dur="180" accel="50000">
                                          <p:stCondLst>
                                            <p:cond delay="1820"/>
                                          </p:stCondLst>
                                        </p:cTn>
                                        <p:tgtEl>
                                          <p:spTgt spid="164">
                                            <p:txEl>
                                              <p:pRg st="3" end="3"/>
                                            </p:txEl>
                                          </p:spTgt>
                                        </p:tgtEl>
                                        <p:attrNameLst>
                                          <p:attrName>ppt_y</p:attrName>
                                        </p:attrNameLst>
                                      </p:cBhvr>
                                      <p:tavLst>
                                        <p:tav tm="0">
                                          <p:val>
                                            <p:strVal val="ppt_y"/>
                                          </p:val>
                                        </p:tav>
                                        <p:tav tm="100000">
                                          <p:val>
                                            <p:strVal val="ppt_y+ppt_h"/>
                                          </p:val>
                                        </p:tav>
                                      </p:tavLst>
                                    </p:anim>
                                    <p:animScale>
                                      <p:cBhvr>
                                        <p:cTn id="1151" dur="26">
                                          <p:stCondLst>
                                            <p:cond delay="620"/>
                                          </p:stCondLst>
                                        </p:cTn>
                                        <p:tgtEl>
                                          <p:spTgt spid="164">
                                            <p:txEl>
                                              <p:pRg st="3" end="3"/>
                                            </p:txEl>
                                          </p:spTgt>
                                        </p:tgtEl>
                                      </p:cBhvr>
                                      <p:to x="100000" y="60000"/>
                                    </p:animScale>
                                    <p:animScale>
                                      <p:cBhvr>
                                        <p:cTn id="1152" dur="166" decel="50000">
                                          <p:stCondLst>
                                            <p:cond delay="646"/>
                                          </p:stCondLst>
                                        </p:cTn>
                                        <p:tgtEl>
                                          <p:spTgt spid="164">
                                            <p:txEl>
                                              <p:pRg st="3" end="3"/>
                                            </p:txEl>
                                          </p:spTgt>
                                        </p:tgtEl>
                                      </p:cBhvr>
                                      <p:to x="100000" y="100000"/>
                                    </p:animScale>
                                    <p:animScale>
                                      <p:cBhvr>
                                        <p:cTn id="1153" dur="26">
                                          <p:stCondLst>
                                            <p:cond delay="1312"/>
                                          </p:stCondLst>
                                        </p:cTn>
                                        <p:tgtEl>
                                          <p:spTgt spid="164">
                                            <p:txEl>
                                              <p:pRg st="3" end="3"/>
                                            </p:txEl>
                                          </p:spTgt>
                                        </p:tgtEl>
                                      </p:cBhvr>
                                      <p:to x="100000" y="80000"/>
                                    </p:animScale>
                                    <p:animScale>
                                      <p:cBhvr>
                                        <p:cTn id="1154" dur="166" decel="50000">
                                          <p:stCondLst>
                                            <p:cond delay="1338"/>
                                          </p:stCondLst>
                                        </p:cTn>
                                        <p:tgtEl>
                                          <p:spTgt spid="164">
                                            <p:txEl>
                                              <p:pRg st="3" end="3"/>
                                            </p:txEl>
                                          </p:spTgt>
                                        </p:tgtEl>
                                      </p:cBhvr>
                                      <p:to x="100000" y="100000"/>
                                    </p:animScale>
                                    <p:animScale>
                                      <p:cBhvr>
                                        <p:cTn id="1155" dur="26">
                                          <p:stCondLst>
                                            <p:cond delay="1642"/>
                                          </p:stCondLst>
                                        </p:cTn>
                                        <p:tgtEl>
                                          <p:spTgt spid="164">
                                            <p:txEl>
                                              <p:pRg st="3" end="3"/>
                                            </p:txEl>
                                          </p:spTgt>
                                        </p:tgtEl>
                                      </p:cBhvr>
                                      <p:to x="100000" y="90000"/>
                                    </p:animScale>
                                    <p:animScale>
                                      <p:cBhvr>
                                        <p:cTn id="1156" dur="166" decel="50000">
                                          <p:stCondLst>
                                            <p:cond delay="1668"/>
                                          </p:stCondLst>
                                        </p:cTn>
                                        <p:tgtEl>
                                          <p:spTgt spid="164">
                                            <p:txEl>
                                              <p:pRg st="3" end="3"/>
                                            </p:txEl>
                                          </p:spTgt>
                                        </p:tgtEl>
                                      </p:cBhvr>
                                      <p:to x="100000" y="100000"/>
                                    </p:animScale>
                                    <p:animScale>
                                      <p:cBhvr>
                                        <p:cTn id="1157" dur="26">
                                          <p:stCondLst>
                                            <p:cond delay="1808"/>
                                          </p:stCondLst>
                                        </p:cTn>
                                        <p:tgtEl>
                                          <p:spTgt spid="164">
                                            <p:txEl>
                                              <p:pRg st="3" end="3"/>
                                            </p:txEl>
                                          </p:spTgt>
                                        </p:tgtEl>
                                      </p:cBhvr>
                                      <p:to x="100000" y="95000"/>
                                    </p:animScale>
                                    <p:animScale>
                                      <p:cBhvr>
                                        <p:cTn id="1158" dur="166" decel="50000">
                                          <p:stCondLst>
                                            <p:cond delay="1834"/>
                                          </p:stCondLst>
                                        </p:cTn>
                                        <p:tgtEl>
                                          <p:spTgt spid="164">
                                            <p:txEl>
                                              <p:pRg st="3" end="3"/>
                                            </p:txEl>
                                          </p:spTgt>
                                        </p:tgtEl>
                                      </p:cBhvr>
                                      <p:to x="100000" y="100000"/>
                                    </p:animScale>
                                    <p:set>
                                      <p:cBhvr>
                                        <p:cTn id="1159" dur="1" fill="hold">
                                          <p:stCondLst>
                                            <p:cond delay="1999"/>
                                          </p:stCondLst>
                                        </p:cTn>
                                        <p:tgtEl>
                                          <p:spTgt spid="164">
                                            <p:txEl>
                                              <p:pRg st="3" end="3"/>
                                            </p:txEl>
                                          </p:spTgt>
                                        </p:tgtEl>
                                        <p:attrNameLst>
                                          <p:attrName>style.visibility</p:attrName>
                                        </p:attrNameLst>
                                      </p:cBhvr>
                                      <p:to>
                                        <p:strVal val="hidden"/>
                                      </p:to>
                                    </p:set>
                                  </p:childTnLst>
                                </p:cTn>
                              </p:par>
                              <p:par>
                                <p:cTn id="1160" presetID="26" presetClass="exit" presetSubtype="0" fill="hold" grpId="1" nodeType="withEffect">
                                  <p:stCondLst>
                                    <p:cond delay="0"/>
                                  </p:stCondLst>
                                  <p:childTnLst>
                                    <p:animEffect transition="out" filter="wipe(down)">
                                      <p:cBhvr>
                                        <p:cTn id="1161" dur="180" accel="50000">
                                          <p:stCondLst>
                                            <p:cond delay="1820"/>
                                          </p:stCondLst>
                                        </p:cTn>
                                        <p:tgtEl>
                                          <p:spTgt spid="164">
                                            <p:txEl>
                                              <p:pRg st="4" end="4"/>
                                            </p:txEl>
                                          </p:spTgt>
                                        </p:tgtEl>
                                      </p:cBhvr>
                                    </p:animEffect>
                                    <p:anim calcmode="lin" valueType="num">
                                      <p:cBhvr>
                                        <p:cTn id="1162" dur="1822" tmFilter="0,0; 0.14,0.31; 0.43,0.73; 0.71,0.91; 1.0,1.0">
                                          <p:stCondLst>
                                            <p:cond delay="0"/>
                                          </p:stCondLst>
                                        </p:cTn>
                                        <p:tgtEl>
                                          <p:spTgt spid="164">
                                            <p:txEl>
                                              <p:pRg st="4" end="4"/>
                                            </p:txEl>
                                          </p:spTgt>
                                        </p:tgtEl>
                                        <p:attrNameLst>
                                          <p:attrName>ppt_x</p:attrName>
                                        </p:attrNameLst>
                                      </p:cBhvr>
                                      <p:tavLst>
                                        <p:tav tm="0">
                                          <p:val>
                                            <p:strVal val="ppt_x"/>
                                          </p:val>
                                        </p:tav>
                                        <p:tav tm="100000">
                                          <p:val>
                                            <p:strVal val="#ppt_x+0.25"/>
                                          </p:val>
                                        </p:tav>
                                      </p:tavLst>
                                    </p:anim>
                                    <p:anim calcmode="lin" valueType="num">
                                      <p:cBhvr>
                                        <p:cTn id="1163" dur="178">
                                          <p:stCondLst>
                                            <p:cond delay="1822"/>
                                          </p:stCondLst>
                                        </p:cTn>
                                        <p:tgtEl>
                                          <p:spTgt spid="164">
                                            <p:txEl>
                                              <p:pRg st="4" end="4"/>
                                            </p:txEl>
                                          </p:spTgt>
                                        </p:tgtEl>
                                        <p:attrNameLst>
                                          <p:attrName>ppt_x</p:attrName>
                                        </p:attrNameLst>
                                      </p:cBhvr>
                                      <p:tavLst>
                                        <p:tav tm="0">
                                          <p:val>
                                            <p:strVal val="ppt_x"/>
                                          </p:val>
                                        </p:tav>
                                        <p:tav tm="100000">
                                          <p:val>
                                            <p:strVal val="ppt_x"/>
                                          </p:val>
                                        </p:tav>
                                      </p:tavLst>
                                    </p:anim>
                                    <p:anim calcmode="lin" valueType="num">
                                      <p:cBhvr>
                                        <p:cTn id="1164" dur="664" tmFilter="0.0,0.0;0.25,0.07;0.50,0.2;0.75,0.467;1.0,1.0">
                                          <p:stCondLst>
                                            <p:cond delay="0"/>
                                          </p:stCondLst>
                                        </p:cTn>
                                        <p:tgtEl>
                                          <p:spTgt spid="164">
                                            <p:txEl>
                                              <p:pRg st="4" end="4"/>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65" dur="664" tmFilter="0, 0; 0.125,0.2665; 0.25,0.4; 0.375,0.465; 0.5,0.5;  0.625,0.535; 0.75,0.6; 0.875,0.7335; 1,1">
                                          <p:stCondLst>
                                            <p:cond delay="664"/>
                                          </p:stCondLst>
                                        </p:cTn>
                                        <p:tgtEl>
                                          <p:spTgt spid="164">
                                            <p:txEl>
                                              <p:pRg st="4" end="4"/>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66" dur="332" tmFilter="0, 0; 0.125,0.2665; 0.25,0.4; 0.375,0.465; 0.5,0.5;  0.625,0.535; 0.75,0.6; 0.875,0.7335; 1,1">
                                          <p:stCondLst>
                                            <p:cond delay="1324"/>
                                          </p:stCondLst>
                                        </p:cTn>
                                        <p:tgtEl>
                                          <p:spTgt spid="164">
                                            <p:txEl>
                                              <p:pRg st="4" end="4"/>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67" dur="164" tmFilter="0, 0; 0.125,0.2665; 0.25,0.4; 0.375,0.465; 0.5,0.5;  0.625,0.535; 0.75,0.6; 0.875,0.7335; 1,1">
                                          <p:stCondLst>
                                            <p:cond delay="1656"/>
                                          </p:stCondLst>
                                        </p:cTn>
                                        <p:tgtEl>
                                          <p:spTgt spid="164">
                                            <p:txEl>
                                              <p:pRg st="4" end="4"/>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68" dur="180" accel="50000">
                                          <p:stCondLst>
                                            <p:cond delay="1820"/>
                                          </p:stCondLst>
                                        </p:cTn>
                                        <p:tgtEl>
                                          <p:spTgt spid="164">
                                            <p:txEl>
                                              <p:pRg st="4" end="4"/>
                                            </p:txEl>
                                          </p:spTgt>
                                        </p:tgtEl>
                                        <p:attrNameLst>
                                          <p:attrName>ppt_y</p:attrName>
                                        </p:attrNameLst>
                                      </p:cBhvr>
                                      <p:tavLst>
                                        <p:tav tm="0">
                                          <p:val>
                                            <p:strVal val="ppt_y"/>
                                          </p:val>
                                        </p:tav>
                                        <p:tav tm="100000">
                                          <p:val>
                                            <p:strVal val="ppt_y+ppt_h"/>
                                          </p:val>
                                        </p:tav>
                                      </p:tavLst>
                                    </p:anim>
                                    <p:animScale>
                                      <p:cBhvr>
                                        <p:cTn id="1169" dur="26">
                                          <p:stCondLst>
                                            <p:cond delay="620"/>
                                          </p:stCondLst>
                                        </p:cTn>
                                        <p:tgtEl>
                                          <p:spTgt spid="164">
                                            <p:txEl>
                                              <p:pRg st="4" end="4"/>
                                            </p:txEl>
                                          </p:spTgt>
                                        </p:tgtEl>
                                      </p:cBhvr>
                                      <p:to x="100000" y="60000"/>
                                    </p:animScale>
                                    <p:animScale>
                                      <p:cBhvr>
                                        <p:cTn id="1170" dur="166" decel="50000">
                                          <p:stCondLst>
                                            <p:cond delay="646"/>
                                          </p:stCondLst>
                                        </p:cTn>
                                        <p:tgtEl>
                                          <p:spTgt spid="164">
                                            <p:txEl>
                                              <p:pRg st="4" end="4"/>
                                            </p:txEl>
                                          </p:spTgt>
                                        </p:tgtEl>
                                      </p:cBhvr>
                                      <p:to x="100000" y="100000"/>
                                    </p:animScale>
                                    <p:animScale>
                                      <p:cBhvr>
                                        <p:cTn id="1171" dur="26">
                                          <p:stCondLst>
                                            <p:cond delay="1312"/>
                                          </p:stCondLst>
                                        </p:cTn>
                                        <p:tgtEl>
                                          <p:spTgt spid="164">
                                            <p:txEl>
                                              <p:pRg st="4" end="4"/>
                                            </p:txEl>
                                          </p:spTgt>
                                        </p:tgtEl>
                                      </p:cBhvr>
                                      <p:to x="100000" y="80000"/>
                                    </p:animScale>
                                    <p:animScale>
                                      <p:cBhvr>
                                        <p:cTn id="1172" dur="166" decel="50000">
                                          <p:stCondLst>
                                            <p:cond delay="1338"/>
                                          </p:stCondLst>
                                        </p:cTn>
                                        <p:tgtEl>
                                          <p:spTgt spid="164">
                                            <p:txEl>
                                              <p:pRg st="4" end="4"/>
                                            </p:txEl>
                                          </p:spTgt>
                                        </p:tgtEl>
                                      </p:cBhvr>
                                      <p:to x="100000" y="100000"/>
                                    </p:animScale>
                                    <p:animScale>
                                      <p:cBhvr>
                                        <p:cTn id="1173" dur="26">
                                          <p:stCondLst>
                                            <p:cond delay="1642"/>
                                          </p:stCondLst>
                                        </p:cTn>
                                        <p:tgtEl>
                                          <p:spTgt spid="164">
                                            <p:txEl>
                                              <p:pRg st="4" end="4"/>
                                            </p:txEl>
                                          </p:spTgt>
                                        </p:tgtEl>
                                      </p:cBhvr>
                                      <p:to x="100000" y="90000"/>
                                    </p:animScale>
                                    <p:animScale>
                                      <p:cBhvr>
                                        <p:cTn id="1174" dur="166" decel="50000">
                                          <p:stCondLst>
                                            <p:cond delay="1668"/>
                                          </p:stCondLst>
                                        </p:cTn>
                                        <p:tgtEl>
                                          <p:spTgt spid="164">
                                            <p:txEl>
                                              <p:pRg st="4" end="4"/>
                                            </p:txEl>
                                          </p:spTgt>
                                        </p:tgtEl>
                                      </p:cBhvr>
                                      <p:to x="100000" y="100000"/>
                                    </p:animScale>
                                    <p:animScale>
                                      <p:cBhvr>
                                        <p:cTn id="1175" dur="26">
                                          <p:stCondLst>
                                            <p:cond delay="1808"/>
                                          </p:stCondLst>
                                        </p:cTn>
                                        <p:tgtEl>
                                          <p:spTgt spid="164">
                                            <p:txEl>
                                              <p:pRg st="4" end="4"/>
                                            </p:txEl>
                                          </p:spTgt>
                                        </p:tgtEl>
                                      </p:cBhvr>
                                      <p:to x="100000" y="95000"/>
                                    </p:animScale>
                                    <p:animScale>
                                      <p:cBhvr>
                                        <p:cTn id="1176" dur="166" decel="50000">
                                          <p:stCondLst>
                                            <p:cond delay="1834"/>
                                          </p:stCondLst>
                                        </p:cTn>
                                        <p:tgtEl>
                                          <p:spTgt spid="164">
                                            <p:txEl>
                                              <p:pRg st="4" end="4"/>
                                            </p:txEl>
                                          </p:spTgt>
                                        </p:tgtEl>
                                      </p:cBhvr>
                                      <p:to x="100000" y="100000"/>
                                    </p:animScale>
                                    <p:set>
                                      <p:cBhvr>
                                        <p:cTn id="1177" dur="1" fill="hold">
                                          <p:stCondLst>
                                            <p:cond delay="1999"/>
                                          </p:stCondLst>
                                        </p:cTn>
                                        <p:tgtEl>
                                          <p:spTgt spid="164">
                                            <p:txEl>
                                              <p:pRg st="4" end="4"/>
                                            </p:txEl>
                                          </p:spTgt>
                                        </p:tgtEl>
                                        <p:attrNameLst>
                                          <p:attrName>style.visibility</p:attrName>
                                        </p:attrNameLst>
                                      </p:cBhvr>
                                      <p:to>
                                        <p:strVal val="hidden"/>
                                      </p:to>
                                    </p:set>
                                  </p:childTnLst>
                                </p:cTn>
                              </p:par>
                              <p:par>
                                <p:cTn id="1178" presetID="26" presetClass="exit" presetSubtype="0" fill="hold" grpId="1" nodeType="withEffect">
                                  <p:stCondLst>
                                    <p:cond delay="0"/>
                                  </p:stCondLst>
                                  <p:childTnLst>
                                    <p:animEffect transition="out" filter="wipe(down)">
                                      <p:cBhvr>
                                        <p:cTn id="1179" dur="180" accel="50000">
                                          <p:stCondLst>
                                            <p:cond delay="1820"/>
                                          </p:stCondLst>
                                        </p:cTn>
                                        <p:tgtEl>
                                          <p:spTgt spid="164">
                                            <p:txEl>
                                              <p:pRg st="5" end="5"/>
                                            </p:txEl>
                                          </p:spTgt>
                                        </p:tgtEl>
                                      </p:cBhvr>
                                    </p:animEffect>
                                    <p:anim calcmode="lin" valueType="num">
                                      <p:cBhvr>
                                        <p:cTn id="1180" dur="1822" tmFilter="0,0; 0.14,0.31; 0.43,0.73; 0.71,0.91; 1.0,1.0">
                                          <p:stCondLst>
                                            <p:cond delay="0"/>
                                          </p:stCondLst>
                                        </p:cTn>
                                        <p:tgtEl>
                                          <p:spTgt spid="164">
                                            <p:txEl>
                                              <p:pRg st="5" end="5"/>
                                            </p:txEl>
                                          </p:spTgt>
                                        </p:tgtEl>
                                        <p:attrNameLst>
                                          <p:attrName>ppt_x</p:attrName>
                                        </p:attrNameLst>
                                      </p:cBhvr>
                                      <p:tavLst>
                                        <p:tav tm="0">
                                          <p:val>
                                            <p:strVal val="ppt_x"/>
                                          </p:val>
                                        </p:tav>
                                        <p:tav tm="100000">
                                          <p:val>
                                            <p:strVal val="#ppt_x+0.25"/>
                                          </p:val>
                                        </p:tav>
                                      </p:tavLst>
                                    </p:anim>
                                    <p:anim calcmode="lin" valueType="num">
                                      <p:cBhvr>
                                        <p:cTn id="1181" dur="178">
                                          <p:stCondLst>
                                            <p:cond delay="1822"/>
                                          </p:stCondLst>
                                        </p:cTn>
                                        <p:tgtEl>
                                          <p:spTgt spid="164">
                                            <p:txEl>
                                              <p:pRg st="5" end="5"/>
                                            </p:txEl>
                                          </p:spTgt>
                                        </p:tgtEl>
                                        <p:attrNameLst>
                                          <p:attrName>ppt_x</p:attrName>
                                        </p:attrNameLst>
                                      </p:cBhvr>
                                      <p:tavLst>
                                        <p:tav tm="0">
                                          <p:val>
                                            <p:strVal val="ppt_x"/>
                                          </p:val>
                                        </p:tav>
                                        <p:tav tm="100000">
                                          <p:val>
                                            <p:strVal val="ppt_x"/>
                                          </p:val>
                                        </p:tav>
                                      </p:tavLst>
                                    </p:anim>
                                    <p:anim calcmode="lin" valueType="num">
                                      <p:cBhvr>
                                        <p:cTn id="1182" dur="664" tmFilter="0.0,0.0;0.25,0.07;0.50,0.2;0.75,0.467;1.0,1.0">
                                          <p:stCondLst>
                                            <p:cond delay="0"/>
                                          </p:stCondLst>
                                        </p:cTn>
                                        <p:tgtEl>
                                          <p:spTgt spid="164">
                                            <p:txEl>
                                              <p:pRg st="5" end="5"/>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83" dur="664" tmFilter="0, 0; 0.125,0.2665; 0.25,0.4; 0.375,0.465; 0.5,0.5;  0.625,0.535; 0.75,0.6; 0.875,0.7335; 1,1">
                                          <p:stCondLst>
                                            <p:cond delay="664"/>
                                          </p:stCondLst>
                                        </p:cTn>
                                        <p:tgtEl>
                                          <p:spTgt spid="164">
                                            <p:txEl>
                                              <p:pRg st="5" end="5"/>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84" dur="332" tmFilter="0, 0; 0.125,0.2665; 0.25,0.4; 0.375,0.465; 0.5,0.5;  0.625,0.535; 0.75,0.6; 0.875,0.7335; 1,1">
                                          <p:stCondLst>
                                            <p:cond delay="1324"/>
                                          </p:stCondLst>
                                        </p:cTn>
                                        <p:tgtEl>
                                          <p:spTgt spid="164">
                                            <p:txEl>
                                              <p:pRg st="5" end="5"/>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85" dur="164" tmFilter="0, 0; 0.125,0.2665; 0.25,0.4; 0.375,0.465; 0.5,0.5;  0.625,0.535; 0.75,0.6; 0.875,0.7335; 1,1">
                                          <p:stCondLst>
                                            <p:cond delay="1656"/>
                                          </p:stCondLst>
                                        </p:cTn>
                                        <p:tgtEl>
                                          <p:spTgt spid="164">
                                            <p:txEl>
                                              <p:pRg st="5" end="5"/>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86" dur="180" accel="50000">
                                          <p:stCondLst>
                                            <p:cond delay="1820"/>
                                          </p:stCondLst>
                                        </p:cTn>
                                        <p:tgtEl>
                                          <p:spTgt spid="164">
                                            <p:txEl>
                                              <p:pRg st="5" end="5"/>
                                            </p:txEl>
                                          </p:spTgt>
                                        </p:tgtEl>
                                        <p:attrNameLst>
                                          <p:attrName>ppt_y</p:attrName>
                                        </p:attrNameLst>
                                      </p:cBhvr>
                                      <p:tavLst>
                                        <p:tav tm="0">
                                          <p:val>
                                            <p:strVal val="ppt_y"/>
                                          </p:val>
                                        </p:tav>
                                        <p:tav tm="100000">
                                          <p:val>
                                            <p:strVal val="ppt_y+ppt_h"/>
                                          </p:val>
                                        </p:tav>
                                      </p:tavLst>
                                    </p:anim>
                                    <p:animScale>
                                      <p:cBhvr>
                                        <p:cTn id="1187" dur="26">
                                          <p:stCondLst>
                                            <p:cond delay="620"/>
                                          </p:stCondLst>
                                        </p:cTn>
                                        <p:tgtEl>
                                          <p:spTgt spid="164">
                                            <p:txEl>
                                              <p:pRg st="5" end="5"/>
                                            </p:txEl>
                                          </p:spTgt>
                                        </p:tgtEl>
                                      </p:cBhvr>
                                      <p:to x="100000" y="60000"/>
                                    </p:animScale>
                                    <p:animScale>
                                      <p:cBhvr>
                                        <p:cTn id="1188" dur="166" decel="50000">
                                          <p:stCondLst>
                                            <p:cond delay="646"/>
                                          </p:stCondLst>
                                        </p:cTn>
                                        <p:tgtEl>
                                          <p:spTgt spid="164">
                                            <p:txEl>
                                              <p:pRg st="5" end="5"/>
                                            </p:txEl>
                                          </p:spTgt>
                                        </p:tgtEl>
                                      </p:cBhvr>
                                      <p:to x="100000" y="100000"/>
                                    </p:animScale>
                                    <p:animScale>
                                      <p:cBhvr>
                                        <p:cTn id="1189" dur="26">
                                          <p:stCondLst>
                                            <p:cond delay="1312"/>
                                          </p:stCondLst>
                                        </p:cTn>
                                        <p:tgtEl>
                                          <p:spTgt spid="164">
                                            <p:txEl>
                                              <p:pRg st="5" end="5"/>
                                            </p:txEl>
                                          </p:spTgt>
                                        </p:tgtEl>
                                      </p:cBhvr>
                                      <p:to x="100000" y="80000"/>
                                    </p:animScale>
                                    <p:animScale>
                                      <p:cBhvr>
                                        <p:cTn id="1190" dur="166" decel="50000">
                                          <p:stCondLst>
                                            <p:cond delay="1338"/>
                                          </p:stCondLst>
                                        </p:cTn>
                                        <p:tgtEl>
                                          <p:spTgt spid="164">
                                            <p:txEl>
                                              <p:pRg st="5" end="5"/>
                                            </p:txEl>
                                          </p:spTgt>
                                        </p:tgtEl>
                                      </p:cBhvr>
                                      <p:to x="100000" y="100000"/>
                                    </p:animScale>
                                    <p:animScale>
                                      <p:cBhvr>
                                        <p:cTn id="1191" dur="26">
                                          <p:stCondLst>
                                            <p:cond delay="1642"/>
                                          </p:stCondLst>
                                        </p:cTn>
                                        <p:tgtEl>
                                          <p:spTgt spid="164">
                                            <p:txEl>
                                              <p:pRg st="5" end="5"/>
                                            </p:txEl>
                                          </p:spTgt>
                                        </p:tgtEl>
                                      </p:cBhvr>
                                      <p:to x="100000" y="90000"/>
                                    </p:animScale>
                                    <p:animScale>
                                      <p:cBhvr>
                                        <p:cTn id="1192" dur="166" decel="50000">
                                          <p:stCondLst>
                                            <p:cond delay="1668"/>
                                          </p:stCondLst>
                                        </p:cTn>
                                        <p:tgtEl>
                                          <p:spTgt spid="164">
                                            <p:txEl>
                                              <p:pRg st="5" end="5"/>
                                            </p:txEl>
                                          </p:spTgt>
                                        </p:tgtEl>
                                      </p:cBhvr>
                                      <p:to x="100000" y="100000"/>
                                    </p:animScale>
                                    <p:animScale>
                                      <p:cBhvr>
                                        <p:cTn id="1193" dur="26">
                                          <p:stCondLst>
                                            <p:cond delay="1808"/>
                                          </p:stCondLst>
                                        </p:cTn>
                                        <p:tgtEl>
                                          <p:spTgt spid="164">
                                            <p:txEl>
                                              <p:pRg st="5" end="5"/>
                                            </p:txEl>
                                          </p:spTgt>
                                        </p:tgtEl>
                                      </p:cBhvr>
                                      <p:to x="100000" y="95000"/>
                                    </p:animScale>
                                    <p:animScale>
                                      <p:cBhvr>
                                        <p:cTn id="1194" dur="166" decel="50000">
                                          <p:stCondLst>
                                            <p:cond delay="1834"/>
                                          </p:stCondLst>
                                        </p:cTn>
                                        <p:tgtEl>
                                          <p:spTgt spid="164">
                                            <p:txEl>
                                              <p:pRg st="5" end="5"/>
                                            </p:txEl>
                                          </p:spTgt>
                                        </p:tgtEl>
                                      </p:cBhvr>
                                      <p:to x="100000" y="100000"/>
                                    </p:animScale>
                                    <p:set>
                                      <p:cBhvr>
                                        <p:cTn id="1195" dur="1" fill="hold">
                                          <p:stCondLst>
                                            <p:cond delay="1999"/>
                                          </p:stCondLst>
                                        </p:cTn>
                                        <p:tgtEl>
                                          <p:spTgt spid="164">
                                            <p:txEl>
                                              <p:pRg st="5" end="5"/>
                                            </p:txEl>
                                          </p:spTgt>
                                        </p:tgtEl>
                                        <p:attrNameLst>
                                          <p:attrName>style.visibility</p:attrName>
                                        </p:attrNameLst>
                                      </p:cBhvr>
                                      <p:to>
                                        <p:strVal val="hidden"/>
                                      </p:to>
                                    </p:set>
                                  </p:childTnLst>
                                </p:cTn>
                              </p:par>
                              <p:par>
                                <p:cTn id="1196" presetID="26" presetClass="exit" presetSubtype="0" fill="hold" grpId="1" nodeType="withEffect">
                                  <p:stCondLst>
                                    <p:cond delay="0"/>
                                  </p:stCondLst>
                                  <p:childTnLst>
                                    <p:animEffect transition="out" filter="wipe(down)">
                                      <p:cBhvr>
                                        <p:cTn id="1197" dur="180" accel="50000">
                                          <p:stCondLst>
                                            <p:cond delay="1820"/>
                                          </p:stCondLst>
                                        </p:cTn>
                                        <p:tgtEl>
                                          <p:spTgt spid="164">
                                            <p:txEl>
                                              <p:pRg st="6" end="6"/>
                                            </p:txEl>
                                          </p:spTgt>
                                        </p:tgtEl>
                                      </p:cBhvr>
                                    </p:animEffect>
                                    <p:anim calcmode="lin" valueType="num">
                                      <p:cBhvr>
                                        <p:cTn id="1198" dur="1822" tmFilter="0,0; 0.14,0.31; 0.43,0.73; 0.71,0.91; 1.0,1.0">
                                          <p:stCondLst>
                                            <p:cond delay="0"/>
                                          </p:stCondLst>
                                        </p:cTn>
                                        <p:tgtEl>
                                          <p:spTgt spid="164">
                                            <p:txEl>
                                              <p:pRg st="6" end="6"/>
                                            </p:txEl>
                                          </p:spTgt>
                                        </p:tgtEl>
                                        <p:attrNameLst>
                                          <p:attrName>ppt_x</p:attrName>
                                        </p:attrNameLst>
                                      </p:cBhvr>
                                      <p:tavLst>
                                        <p:tav tm="0">
                                          <p:val>
                                            <p:strVal val="ppt_x"/>
                                          </p:val>
                                        </p:tav>
                                        <p:tav tm="100000">
                                          <p:val>
                                            <p:strVal val="#ppt_x+0.25"/>
                                          </p:val>
                                        </p:tav>
                                      </p:tavLst>
                                    </p:anim>
                                    <p:anim calcmode="lin" valueType="num">
                                      <p:cBhvr>
                                        <p:cTn id="1199" dur="178">
                                          <p:stCondLst>
                                            <p:cond delay="1822"/>
                                          </p:stCondLst>
                                        </p:cTn>
                                        <p:tgtEl>
                                          <p:spTgt spid="164">
                                            <p:txEl>
                                              <p:pRg st="6" end="6"/>
                                            </p:txEl>
                                          </p:spTgt>
                                        </p:tgtEl>
                                        <p:attrNameLst>
                                          <p:attrName>ppt_x</p:attrName>
                                        </p:attrNameLst>
                                      </p:cBhvr>
                                      <p:tavLst>
                                        <p:tav tm="0">
                                          <p:val>
                                            <p:strVal val="ppt_x"/>
                                          </p:val>
                                        </p:tav>
                                        <p:tav tm="100000">
                                          <p:val>
                                            <p:strVal val="ppt_x"/>
                                          </p:val>
                                        </p:tav>
                                      </p:tavLst>
                                    </p:anim>
                                    <p:anim calcmode="lin" valueType="num">
                                      <p:cBhvr>
                                        <p:cTn id="1200" dur="664" tmFilter="0.0,0.0;0.25,0.07;0.50,0.2;0.75,0.467;1.0,1.0">
                                          <p:stCondLst>
                                            <p:cond delay="0"/>
                                          </p:stCondLst>
                                        </p:cTn>
                                        <p:tgtEl>
                                          <p:spTgt spid="164">
                                            <p:txEl>
                                              <p:pRg st="6" end="6"/>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201" dur="664" tmFilter="0, 0; 0.125,0.2665; 0.25,0.4; 0.375,0.465; 0.5,0.5;  0.625,0.535; 0.75,0.6; 0.875,0.7335; 1,1">
                                          <p:stCondLst>
                                            <p:cond delay="664"/>
                                          </p:stCondLst>
                                        </p:cTn>
                                        <p:tgtEl>
                                          <p:spTgt spid="164">
                                            <p:txEl>
                                              <p:pRg st="6" end="6"/>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202" dur="332" tmFilter="0, 0; 0.125,0.2665; 0.25,0.4; 0.375,0.465; 0.5,0.5;  0.625,0.535; 0.75,0.6; 0.875,0.7335; 1,1">
                                          <p:stCondLst>
                                            <p:cond delay="1324"/>
                                          </p:stCondLst>
                                        </p:cTn>
                                        <p:tgtEl>
                                          <p:spTgt spid="164">
                                            <p:txEl>
                                              <p:pRg st="6" end="6"/>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03" dur="164" tmFilter="0, 0; 0.125,0.2665; 0.25,0.4; 0.375,0.465; 0.5,0.5;  0.625,0.535; 0.75,0.6; 0.875,0.7335; 1,1">
                                          <p:stCondLst>
                                            <p:cond delay="1656"/>
                                          </p:stCondLst>
                                        </p:cTn>
                                        <p:tgtEl>
                                          <p:spTgt spid="164">
                                            <p:txEl>
                                              <p:pRg st="6" end="6"/>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204" dur="180" accel="50000">
                                          <p:stCondLst>
                                            <p:cond delay="1820"/>
                                          </p:stCondLst>
                                        </p:cTn>
                                        <p:tgtEl>
                                          <p:spTgt spid="164">
                                            <p:txEl>
                                              <p:pRg st="6" end="6"/>
                                            </p:txEl>
                                          </p:spTgt>
                                        </p:tgtEl>
                                        <p:attrNameLst>
                                          <p:attrName>ppt_y</p:attrName>
                                        </p:attrNameLst>
                                      </p:cBhvr>
                                      <p:tavLst>
                                        <p:tav tm="0">
                                          <p:val>
                                            <p:strVal val="ppt_y"/>
                                          </p:val>
                                        </p:tav>
                                        <p:tav tm="100000">
                                          <p:val>
                                            <p:strVal val="ppt_y+ppt_h"/>
                                          </p:val>
                                        </p:tav>
                                      </p:tavLst>
                                    </p:anim>
                                    <p:animScale>
                                      <p:cBhvr>
                                        <p:cTn id="1205" dur="26">
                                          <p:stCondLst>
                                            <p:cond delay="620"/>
                                          </p:stCondLst>
                                        </p:cTn>
                                        <p:tgtEl>
                                          <p:spTgt spid="164">
                                            <p:txEl>
                                              <p:pRg st="6" end="6"/>
                                            </p:txEl>
                                          </p:spTgt>
                                        </p:tgtEl>
                                      </p:cBhvr>
                                      <p:to x="100000" y="60000"/>
                                    </p:animScale>
                                    <p:animScale>
                                      <p:cBhvr>
                                        <p:cTn id="1206" dur="166" decel="50000">
                                          <p:stCondLst>
                                            <p:cond delay="646"/>
                                          </p:stCondLst>
                                        </p:cTn>
                                        <p:tgtEl>
                                          <p:spTgt spid="164">
                                            <p:txEl>
                                              <p:pRg st="6" end="6"/>
                                            </p:txEl>
                                          </p:spTgt>
                                        </p:tgtEl>
                                      </p:cBhvr>
                                      <p:to x="100000" y="100000"/>
                                    </p:animScale>
                                    <p:animScale>
                                      <p:cBhvr>
                                        <p:cTn id="1207" dur="26">
                                          <p:stCondLst>
                                            <p:cond delay="1312"/>
                                          </p:stCondLst>
                                        </p:cTn>
                                        <p:tgtEl>
                                          <p:spTgt spid="164">
                                            <p:txEl>
                                              <p:pRg st="6" end="6"/>
                                            </p:txEl>
                                          </p:spTgt>
                                        </p:tgtEl>
                                      </p:cBhvr>
                                      <p:to x="100000" y="80000"/>
                                    </p:animScale>
                                    <p:animScale>
                                      <p:cBhvr>
                                        <p:cTn id="1208" dur="166" decel="50000">
                                          <p:stCondLst>
                                            <p:cond delay="1338"/>
                                          </p:stCondLst>
                                        </p:cTn>
                                        <p:tgtEl>
                                          <p:spTgt spid="164">
                                            <p:txEl>
                                              <p:pRg st="6" end="6"/>
                                            </p:txEl>
                                          </p:spTgt>
                                        </p:tgtEl>
                                      </p:cBhvr>
                                      <p:to x="100000" y="100000"/>
                                    </p:animScale>
                                    <p:animScale>
                                      <p:cBhvr>
                                        <p:cTn id="1209" dur="26">
                                          <p:stCondLst>
                                            <p:cond delay="1642"/>
                                          </p:stCondLst>
                                        </p:cTn>
                                        <p:tgtEl>
                                          <p:spTgt spid="164">
                                            <p:txEl>
                                              <p:pRg st="6" end="6"/>
                                            </p:txEl>
                                          </p:spTgt>
                                        </p:tgtEl>
                                      </p:cBhvr>
                                      <p:to x="100000" y="90000"/>
                                    </p:animScale>
                                    <p:animScale>
                                      <p:cBhvr>
                                        <p:cTn id="1210" dur="166" decel="50000">
                                          <p:stCondLst>
                                            <p:cond delay="1668"/>
                                          </p:stCondLst>
                                        </p:cTn>
                                        <p:tgtEl>
                                          <p:spTgt spid="164">
                                            <p:txEl>
                                              <p:pRg st="6" end="6"/>
                                            </p:txEl>
                                          </p:spTgt>
                                        </p:tgtEl>
                                      </p:cBhvr>
                                      <p:to x="100000" y="100000"/>
                                    </p:animScale>
                                    <p:animScale>
                                      <p:cBhvr>
                                        <p:cTn id="1211" dur="26">
                                          <p:stCondLst>
                                            <p:cond delay="1808"/>
                                          </p:stCondLst>
                                        </p:cTn>
                                        <p:tgtEl>
                                          <p:spTgt spid="164">
                                            <p:txEl>
                                              <p:pRg st="6" end="6"/>
                                            </p:txEl>
                                          </p:spTgt>
                                        </p:tgtEl>
                                      </p:cBhvr>
                                      <p:to x="100000" y="95000"/>
                                    </p:animScale>
                                    <p:animScale>
                                      <p:cBhvr>
                                        <p:cTn id="1212" dur="166" decel="50000">
                                          <p:stCondLst>
                                            <p:cond delay="1834"/>
                                          </p:stCondLst>
                                        </p:cTn>
                                        <p:tgtEl>
                                          <p:spTgt spid="164">
                                            <p:txEl>
                                              <p:pRg st="6" end="6"/>
                                            </p:txEl>
                                          </p:spTgt>
                                        </p:tgtEl>
                                      </p:cBhvr>
                                      <p:to x="100000" y="100000"/>
                                    </p:animScale>
                                    <p:set>
                                      <p:cBhvr>
                                        <p:cTn id="1213" dur="1" fill="hold">
                                          <p:stCondLst>
                                            <p:cond delay="1999"/>
                                          </p:stCondLst>
                                        </p:cTn>
                                        <p:tgtEl>
                                          <p:spTgt spid="164">
                                            <p:txEl>
                                              <p:pRg st="6" end="6"/>
                                            </p:txEl>
                                          </p:spTgt>
                                        </p:tgtEl>
                                        <p:attrNameLst>
                                          <p:attrName>style.visibility</p:attrName>
                                        </p:attrNameLst>
                                      </p:cBhvr>
                                      <p:to>
                                        <p:strVal val="hidden"/>
                                      </p:to>
                                    </p:set>
                                  </p:childTnLst>
                                </p:cTn>
                              </p:par>
                              <p:par>
                                <p:cTn id="1214" presetID="26" presetClass="exit" presetSubtype="0" fill="hold" grpId="1" nodeType="withEffect">
                                  <p:stCondLst>
                                    <p:cond delay="0"/>
                                  </p:stCondLst>
                                  <p:childTnLst>
                                    <p:animEffect transition="out" filter="wipe(down)">
                                      <p:cBhvr>
                                        <p:cTn id="1215" dur="180" accel="50000">
                                          <p:stCondLst>
                                            <p:cond delay="1820"/>
                                          </p:stCondLst>
                                        </p:cTn>
                                        <p:tgtEl>
                                          <p:spTgt spid="164">
                                            <p:txEl>
                                              <p:pRg st="7" end="7"/>
                                            </p:txEl>
                                          </p:spTgt>
                                        </p:tgtEl>
                                      </p:cBhvr>
                                    </p:animEffect>
                                    <p:anim calcmode="lin" valueType="num">
                                      <p:cBhvr>
                                        <p:cTn id="1216" dur="1822" tmFilter="0,0; 0.14,0.31; 0.43,0.73; 0.71,0.91; 1.0,1.0">
                                          <p:stCondLst>
                                            <p:cond delay="0"/>
                                          </p:stCondLst>
                                        </p:cTn>
                                        <p:tgtEl>
                                          <p:spTgt spid="164">
                                            <p:txEl>
                                              <p:pRg st="7" end="7"/>
                                            </p:txEl>
                                          </p:spTgt>
                                        </p:tgtEl>
                                        <p:attrNameLst>
                                          <p:attrName>ppt_x</p:attrName>
                                        </p:attrNameLst>
                                      </p:cBhvr>
                                      <p:tavLst>
                                        <p:tav tm="0">
                                          <p:val>
                                            <p:strVal val="ppt_x"/>
                                          </p:val>
                                        </p:tav>
                                        <p:tav tm="100000">
                                          <p:val>
                                            <p:strVal val="#ppt_x+0.25"/>
                                          </p:val>
                                        </p:tav>
                                      </p:tavLst>
                                    </p:anim>
                                    <p:anim calcmode="lin" valueType="num">
                                      <p:cBhvr>
                                        <p:cTn id="1217" dur="178">
                                          <p:stCondLst>
                                            <p:cond delay="1822"/>
                                          </p:stCondLst>
                                        </p:cTn>
                                        <p:tgtEl>
                                          <p:spTgt spid="164">
                                            <p:txEl>
                                              <p:pRg st="7" end="7"/>
                                            </p:txEl>
                                          </p:spTgt>
                                        </p:tgtEl>
                                        <p:attrNameLst>
                                          <p:attrName>ppt_x</p:attrName>
                                        </p:attrNameLst>
                                      </p:cBhvr>
                                      <p:tavLst>
                                        <p:tav tm="0">
                                          <p:val>
                                            <p:strVal val="ppt_x"/>
                                          </p:val>
                                        </p:tav>
                                        <p:tav tm="100000">
                                          <p:val>
                                            <p:strVal val="ppt_x"/>
                                          </p:val>
                                        </p:tav>
                                      </p:tavLst>
                                    </p:anim>
                                    <p:anim calcmode="lin" valueType="num">
                                      <p:cBhvr>
                                        <p:cTn id="1218" dur="664" tmFilter="0.0,0.0;0.25,0.07;0.50,0.2;0.75,0.467;1.0,1.0">
                                          <p:stCondLst>
                                            <p:cond delay="0"/>
                                          </p:stCondLst>
                                        </p:cTn>
                                        <p:tgtEl>
                                          <p:spTgt spid="164">
                                            <p:txEl>
                                              <p:pRg st="7" end="7"/>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219" dur="664" tmFilter="0, 0; 0.125,0.2665; 0.25,0.4; 0.375,0.465; 0.5,0.5;  0.625,0.535; 0.75,0.6; 0.875,0.7335; 1,1">
                                          <p:stCondLst>
                                            <p:cond delay="664"/>
                                          </p:stCondLst>
                                        </p:cTn>
                                        <p:tgtEl>
                                          <p:spTgt spid="164">
                                            <p:txEl>
                                              <p:pRg st="7" end="7"/>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220" dur="332" tmFilter="0, 0; 0.125,0.2665; 0.25,0.4; 0.375,0.465; 0.5,0.5;  0.625,0.535; 0.75,0.6; 0.875,0.7335; 1,1">
                                          <p:stCondLst>
                                            <p:cond delay="1324"/>
                                          </p:stCondLst>
                                        </p:cTn>
                                        <p:tgtEl>
                                          <p:spTgt spid="164">
                                            <p:txEl>
                                              <p:pRg st="7" end="7"/>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21" dur="164" tmFilter="0, 0; 0.125,0.2665; 0.25,0.4; 0.375,0.465; 0.5,0.5;  0.625,0.535; 0.75,0.6; 0.875,0.7335; 1,1">
                                          <p:stCondLst>
                                            <p:cond delay="1656"/>
                                          </p:stCondLst>
                                        </p:cTn>
                                        <p:tgtEl>
                                          <p:spTgt spid="164">
                                            <p:txEl>
                                              <p:pRg st="7" end="7"/>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222" dur="180" accel="50000">
                                          <p:stCondLst>
                                            <p:cond delay="1820"/>
                                          </p:stCondLst>
                                        </p:cTn>
                                        <p:tgtEl>
                                          <p:spTgt spid="164">
                                            <p:txEl>
                                              <p:pRg st="7" end="7"/>
                                            </p:txEl>
                                          </p:spTgt>
                                        </p:tgtEl>
                                        <p:attrNameLst>
                                          <p:attrName>ppt_y</p:attrName>
                                        </p:attrNameLst>
                                      </p:cBhvr>
                                      <p:tavLst>
                                        <p:tav tm="0">
                                          <p:val>
                                            <p:strVal val="ppt_y"/>
                                          </p:val>
                                        </p:tav>
                                        <p:tav tm="100000">
                                          <p:val>
                                            <p:strVal val="ppt_y+ppt_h"/>
                                          </p:val>
                                        </p:tav>
                                      </p:tavLst>
                                    </p:anim>
                                    <p:animScale>
                                      <p:cBhvr>
                                        <p:cTn id="1223" dur="26">
                                          <p:stCondLst>
                                            <p:cond delay="620"/>
                                          </p:stCondLst>
                                        </p:cTn>
                                        <p:tgtEl>
                                          <p:spTgt spid="164">
                                            <p:txEl>
                                              <p:pRg st="7" end="7"/>
                                            </p:txEl>
                                          </p:spTgt>
                                        </p:tgtEl>
                                      </p:cBhvr>
                                      <p:to x="100000" y="60000"/>
                                    </p:animScale>
                                    <p:animScale>
                                      <p:cBhvr>
                                        <p:cTn id="1224" dur="166" decel="50000">
                                          <p:stCondLst>
                                            <p:cond delay="646"/>
                                          </p:stCondLst>
                                        </p:cTn>
                                        <p:tgtEl>
                                          <p:spTgt spid="164">
                                            <p:txEl>
                                              <p:pRg st="7" end="7"/>
                                            </p:txEl>
                                          </p:spTgt>
                                        </p:tgtEl>
                                      </p:cBhvr>
                                      <p:to x="100000" y="100000"/>
                                    </p:animScale>
                                    <p:animScale>
                                      <p:cBhvr>
                                        <p:cTn id="1225" dur="26">
                                          <p:stCondLst>
                                            <p:cond delay="1312"/>
                                          </p:stCondLst>
                                        </p:cTn>
                                        <p:tgtEl>
                                          <p:spTgt spid="164">
                                            <p:txEl>
                                              <p:pRg st="7" end="7"/>
                                            </p:txEl>
                                          </p:spTgt>
                                        </p:tgtEl>
                                      </p:cBhvr>
                                      <p:to x="100000" y="80000"/>
                                    </p:animScale>
                                    <p:animScale>
                                      <p:cBhvr>
                                        <p:cTn id="1226" dur="166" decel="50000">
                                          <p:stCondLst>
                                            <p:cond delay="1338"/>
                                          </p:stCondLst>
                                        </p:cTn>
                                        <p:tgtEl>
                                          <p:spTgt spid="164">
                                            <p:txEl>
                                              <p:pRg st="7" end="7"/>
                                            </p:txEl>
                                          </p:spTgt>
                                        </p:tgtEl>
                                      </p:cBhvr>
                                      <p:to x="100000" y="100000"/>
                                    </p:animScale>
                                    <p:animScale>
                                      <p:cBhvr>
                                        <p:cTn id="1227" dur="26">
                                          <p:stCondLst>
                                            <p:cond delay="1642"/>
                                          </p:stCondLst>
                                        </p:cTn>
                                        <p:tgtEl>
                                          <p:spTgt spid="164">
                                            <p:txEl>
                                              <p:pRg st="7" end="7"/>
                                            </p:txEl>
                                          </p:spTgt>
                                        </p:tgtEl>
                                      </p:cBhvr>
                                      <p:to x="100000" y="90000"/>
                                    </p:animScale>
                                    <p:animScale>
                                      <p:cBhvr>
                                        <p:cTn id="1228" dur="166" decel="50000">
                                          <p:stCondLst>
                                            <p:cond delay="1668"/>
                                          </p:stCondLst>
                                        </p:cTn>
                                        <p:tgtEl>
                                          <p:spTgt spid="164">
                                            <p:txEl>
                                              <p:pRg st="7" end="7"/>
                                            </p:txEl>
                                          </p:spTgt>
                                        </p:tgtEl>
                                      </p:cBhvr>
                                      <p:to x="100000" y="100000"/>
                                    </p:animScale>
                                    <p:animScale>
                                      <p:cBhvr>
                                        <p:cTn id="1229" dur="26">
                                          <p:stCondLst>
                                            <p:cond delay="1808"/>
                                          </p:stCondLst>
                                        </p:cTn>
                                        <p:tgtEl>
                                          <p:spTgt spid="164">
                                            <p:txEl>
                                              <p:pRg st="7" end="7"/>
                                            </p:txEl>
                                          </p:spTgt>
                                        </p:tgtEl>
                                      </p:cBhvr>
                                      <p:to x="100000" y="95000"/>
                                    </p:animScale>
                                    <p:animScale>
                                      <p:cBhvr>
                                        <p:cTn id="1230" dur="166" decel="50000">
                                          <p:stCondLst>
                                            <p:cond delay="1834"/>
                                          </p:stCondLst>
                                        </p:cTn>
                                        <p:tgtEl>
                                          <p:spTgt spid="164">
                                            <p:txEl>
                                              <p:pRg st="7" end="7"/>
                                            </p:txEl>
                                          </p:spTgt>
                                        </p:tgtEl>
                                      </p:cBhvr>
                                      <p:to x="100000" y="100000"/>
                                    </p:animScale>
                                    <p:set>
                                      <p:cBhvr>
                                        <p:cTn id="1231" dur="1" fill="hold">
                                          <p:stCondLst>
                                            <p:cond delay="1999"/>
                                          </p:stCondLst>
                                        </p:cTn>
                                        <p:tgtEl>
                                          <p:spTgt spid="164">
                                            <p:txEl>
                                              <p:pRg st="7" end="7"/>
                                            </p:txEl>
                                          </p:spTgt>
                                        </p:tgtEl>
                                        <p:attrNameLst>
                                          <p:attrName>style.visibility</p:attrName>
                                        </p:attrNameLst>
                                      </p:cBhvr>
                                      <p:to>
                                        <p:strVal val="hidden"/>
                                      </p:to>
                                    </p:set>
                                  </p:childTnLst>
                                </p:cTn>
                              </p:par>
                              <p:par>
                                <p:cTn id="1232" presetID="26" presetClass="exit" presetSubtype="0" fill="hold" grpId="1" nodeType="withEffect">
                                  <p:stCondLst>
                                    <p:cond delay="0"/>
                                  </p:stCondLst>
                                  <p:childTnLst>
                                    <p:animEffect transition="out" filter="wipe(down)">
                                      <p:cBhvr>
                                        <p:cTn id="1233" dur="180" accel="50000">
                                          <p:stCondLst>
                                            <p:cond delay="1820"/>
                                          </p:stCondLst>
                                        </p:cTn>
                                        <p:tgtEl>
                                          <p:spTgt spid="164">
                                            <p:txEl>
                                              <p:pRg st="8" end="8"/>
                                            </p:txEl>
                                          </p:spTgt>
                                        </p:tgtEl>
                                      </p:cBhvr>
                                    </p:animEffect>
                                    <p:anim calcmode="lin" valueType="num">
                                      <p:cBhvr>
                                        <p:cTn id="1234" dur="1822" tmFilter="0,0; 0.14,0.31; 0.43,0.73; 0.71,0.91; 1.0,1.0">
                                          <p:stCondLst>
                                            <p:cond delay="0"/>
                                          </p:stCondLst>
                                        </p:cTn>
                                        <p:tgtEl>
                                          <p:spTgt spid="164">
                                            <p:txEl>
                                              <p:pRg st="8" end="8"/>
                                            </p:txEl>
                                          </p:spTgt>
                                        </p:tgtEl>
                                        <p:attrNameLst>
                                          <p:attrName>ppt_x</p:attrName>
                                        </p:attrNameLst>
                                      </p:cBhvr>
                                      <p:tavLst>
                                        <p:tav tm="0">
                                          <p:val>
                                            <p:strVal val="ppt_x"/>
                                          </p:val>
                                        </p:tav>
                                        <p:tav tm="100000">
                                          <p:val>
                                            <p:strVal val="#ppt_x+0.25"/>
                                          </p:val>
                                        </p:tav>
                                      </p:tavLst>
                                    </p:anim>
                                    <p:anim calcmode="lin" valueType="num">
                                      <p:cBhvr>
                                        <p:cTn id="1235" dur="178">
                                          <p:stCondLst>
                                            <p:cond delay="1822"/>
                                          </p:stCondLst>
                                        </p:cTn>
                                        <p:tgtEl>
                                          <p:spTgt spid="164">
                                            <p:txEl>
                                              <p:pRg st="8" end="8"/>
                                            </p:txEl>
                                          </p:spTgt>
                                        </p:tgtEl>
                                        <p:attrNameLst>
                                          <p:attrName>ppt_x</p:attrName>
                                        </p:attrNameLst>
                                      </p:cBhvr>
                                      <p:tavLst>
                                        <p:tav tm="0">
                                          <p:val>
                                            <p:strVal val="ppt_x"/>
                                          </p:val>
                                        </p:tav>
                                        <p:tav tm="100000">
                                          <p:val>
                                            <p:strVal val="ppt_x"/>
                                          </p:val>
                                        </p:tav>
                                      </p:tavLst>
                                    </p:anim>
                                    <p:anim calcmode="lin" valueType="num">
                                      <p:cBhvr>
                                        <p:cTn id="1236" dur="664" tmFilter="0.0,0.0;0.25,0.07;0.50,0.2;0.75,0.467;1.0,1.0">
                                          <p:stCondLst>
                                            <p:cond delay="0"/>
                                          </p:stCondLst>
                                        </p:cTn>
                                        <p:tgtEl>
                                          <p:spTgt spid="164">
                                            <p:txEl>
                                              <p:pRg st="8" end="8"/>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237" dur="664" tmFilter="0, 0; 0.125,0.2665; 0.25,0.4; 0.375,0.465; 0.5,0.5;  0.625,0.535; 0.75,0.6; 0.875,0.7335; 1,1">
                                          <p:stCondLst>
                                            <p:cond delay="664"/>
                                          </p:stCondLst>
                                        </p:cTn>
                                        <p:tgtEl>
                                          <p:spTgt spid="164">
                                            <p:txEl>
                                              <p:pRg st="8" end="8"/>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238" dur="332" tmFilter="0, 0; 0.125,0.2665; 0.25,0.4; 0.375,0.465; 0.5,0.5;  0.625,0.535; 0.75,0.6; 0.875,0.7335; 1,1">
                                          <p:stCondLst>
                                            <p:cond delay="1324"/>
                                          </p:stCondLst>
                                        </p:cTn>
                                        <p:tgtEl>
                                          <p:spTgt spid="164">
                                            <p:txEl>
                                              <p:pRg st="8" end="8"/>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39" dur="164" tmFilter="0, 0; 0.125,0.2665; 0.25,0.4; 0.375,0.465; 0.5,0.5;  0.625,0.535; 0.75,0.6; 0.875,0.7335; 1,1">
                                          <p:stCondLst>
                                            <p:cond delay="1656"/>
                                          </p:stCondLst>
                                        </p:cTn>
                                        <p:tgtEl>
                                          <p:spTgt spid="164">
                                            <p:txEl>
                                              <p:pRg st="8" end="8"/>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240" dur="180" accel="50000">
                                          <p:stCondLst>
                                            <p:cond delay="1820"/>
                                          </p:stCondLst>
                                        </p:cTn>
                                        <p:tgtEl>
                                          <p:spTgt spid="164">
                                            <p:txEl>
                                              <p:pRg st="8" end="8"/>
                                            </p:txEl>
                                          </p:spTgt>
                                        </p:tgtEl>
                                        <p:attrNameLst>
                                          <p:attrName>ppt_y</p:attrName>
                                        </p:attrNameLst>
                                      </p:cBhvr>
                                      <p:tavLst>
                                        <p:tav tm="0">
                                          <p:val>
                                            <p:strVal val="ppt_y"/>
                                          </p:val>
                                        </p:tav>
                                        <p:tav tm="100000">
                                          <p:val>
                                            <p:strVal val="ppt_y+ppt_h"/>
                                          </p:val>
                                        </p:tav>
                                      </p:tavLst>
                                    </p:anim>
                                    <p:animScale>
                                      <p:cBhvr>
                                        <p:cTn id="1241" dur="26">
                                          <p:stCondLst>
                                            <p:cond delay="620"/>
                                          </p:stCondLst>
                                        </p:cTn>
                                        <p:tgtEl>
                                          <p:spTgt spid="164">
                                            <p:txEl>
                                              <p:pRg st="8" end="8"/>
                                            </p:txEl>
                                          </p:spTgt>
                                        </p:tgtEl>
                                      </p:cBhvr>
                                      <p:to x="100000" y="60000"/>
                                    </p:animScale>
                                    <p:animScale>
                                      <p:cBhvr>
                                        <p:cTn id="1242" dur="166" decel="50000">
                                          <p:stCondLst>
                                            <p:cond delay="646"/>
                                          </p:stCondLst>
                                        </p:cTn>
                                        <p:tgtEl>
                                          <p:spTgt spid="164">
                                            <p:txEl>
                                              <p:pRg st="8" end="8"/>
                                            </p:txEl>
                                          </p:spTgt>
                                        </p:tgtEl>
                                      </p:cBhvr>
                                      <p:to x="100000" y="100000"/>
                                    </p:animScale>
                                    <p:animScale>
                                      <p:cBhvr>
                                        <p:cTn id="1243" dur="26">
                                          <p:stCondLst>
                                            <p:cond delay="1312"/>
                                          </p:stCondLst>
                                        </p:cTn>
                                        <p:tgtEl>
                                          <p:spTgt spid="164">
                                            <p:txEl>
                                              <p:pRg st="8" end="8"/>
                                            </p:txEl>
                                          </p:spTgt>
                                        </p:tgtEl>
                                      </p:cBhvr>
                                      <p:to x="100000" y="80000"/>
                                    </p:animScale>
                                    <p:animScale>
                                      <p:cBhvr>
                                        <p:cTn id="1244" dur="166" decel="50000">
                                          <p:stCondLst>
                                            <p:cond delay="1338"/>
                                          </p:stCondLst>
                                        </p:cTn>
                                        <p:tgtEl>
                                          <p:spTgt spid="164">
                                            <p:txEl>
                                              <p:pRg st="8" end="8"/>
                                            </p:txEl>
                                          </p:spTgt>
                                        </p:tgtEl>
                                      </p:cBhvr>
                                      <p:to x="100000" y="100000"/>
                                    </p:animScale>
                                    <p:animScale>
                                      <p:cBhvr>
                                        <p:cTn id="1245" dur="26">
                                          <p:stCondLst>
                                            <p:cond delay="1642"/>
                                          </p:stCondLst>
                                        </p:cTn>
                                        <p:tgtEl>
                                          <p:spTgt spid="164">
                                            <p:txEl>
                                              <p:pRg st="8" end="8"/>
                                            </p:txEl>
                                          </p:spTgt>
                                        </p:tgtEl>
                                      </p:cBhvr>
                                      <p:to x="100000" y="90000"/>
                                    </p:animScale>
                                    <p:animScale>
                                      <p:cBhvr>
                                        <p:cTn id="1246" dur="166" decel="50000">
                                          <p:stCondLst>
                                            <p:cond delay="1668"/>
                                          </p:stCondLst>
                                        </p:cTn>
                                        <p:tgtEl>
                                          <p:spTgt spid="164">
                                            <p:txEl>
                                              <p:pRg st="8" end="8"/>
                                            </p:txEl>
                                          </p:spTgt>
                                        </p:tgtEl>
                                      </p:cBhvr>
                                      <p:to x="100000" y="100000"/>
                                    </p:animScale>
                                    <p:animScale>
                                      <p:cBhvr>
                                        <p:cTn id="1247" dur="26">
                                          <p:stCondLst>
                                            <p:cond delay="1808"/>
                                          </p:stCondLst>
                                        </p:cTn>
                                        <p:tgtEl>
                                          <p:spTgt spid="164">
                                            <p:txEl>
                                              <p:pRg st="8" end="8"/>
                                            </p:txEl>
                                          </p:spTgt>
                                        </p:tgtEl>
                                      </p:cBhvr>
                                      <p:to x="100000" y="95000"/>
                                    </p:animScale>
                                    <p:animScale>
                                      <p:cBhvr>
                                        <p:cTn id="1248" dur="166" decel="50000">
                                          <p:stCondLst>
                                            <p:cond delay="1834"/>
                                          </p:stCondLst>
                                        </p:cTn>
                                        <p:tgtEl>
                                          <p:spTgt spid="164">
                                            <p:txEl>
                                              <p:pRg st="8" end="8"/>
                                            </p:txEl>
                                          </p:spTgt>
                                        </p:tgtEl>
                                      </p:cBhvr>
                                      <p:to x="100000" y="100000"/>
                                    </p:animScale>
                                    <p:set>
                                      <p:cBhvr>
                                        <p:cTn id="1249" dur="1" fill="hold">
                                          <p:stCondLst>
                                            <p:cond delay="1999"/>
                                          </p:stCondLst>
                                        </p:cTn>
                                        <p:tgtEl>
                                          <p:spTgt spid="164">
                                            <p:txEl>
                                              <p:pRg st="8" end="8"/>
                                            </p:txEl>
                                          </p:spTgt>
                                        </p:tgtEl>
                                        <p:attrNameLst>
                                          <p:attrName>style.visibility</p:attrName>
                                        </p:attrNameLst>
                                      </p:cBhvr>
                                      <p:to>
                                        <p:strVal val="hidden"/>
                                      </p:to>
                                    </p:set>
                                  </p:childTnLst>
                                </p:cTn>
                              </p:par>
                              <p:par>
                                <p:cTn id="1250" presetID="26" presetClass="exit" presetSubtype="0" fill="hold" grpId="1" nodeType="withEffect">
                                  <p:stCondLst>
                                    <p:cond delay="0"/>
                                  </p:stCondLst>
                                  <p:childTnLst>
                                    <p:animEffect transition="out" filter="wipe(down)">
                                      <p:cBhvr>
                                        <p:cTn id="1251" dur="180" accel="50000">
                                          <p:stCondLst>
                                            <p:cond delay="1820"/>
                                          </p:stCondLst>
                                        </p:cTn>
                                        <p:tgtEl>
                                          <p:spTgt spid="164">
                                            <p:bg/>
                                          </p:spTgt>
                                        </p:tgtEl>
                                      </p:cBhvr>
                                    </p:animEffect>
                                    <p:anim calcmode="lin" valueType="num">
                                      <p:cBhvr>
                                        <p:cTn id="1252" dur="1822" tmFilter="0,0; 0.14,0.31; 0.43,0.73; 0.71,0.91; 1.0,1.0">
                                          <p:stCondLst>
                                            <p:cond delay="0"/>
                                          </p:stCondLst>
                                        </p:cTn>
                                        <p:tgtEl>
                                          <p:spTgt spid="164">
                                            <p:bg/>
                                          </p:spTgt>
                                        </p:tgtEl>
                                        <p:attrNameLst>
                                          <p:attrName>ppt_x</p:attrName>
                                        </p:attrNameLst>
                                      </p:cBhvr>
                                      <p:tavLst>
                                        <p:tav tm="0">
                                          <p:val>
                                            <p:strVal val="ppt_x"/>
                                          </p:val>
                                        </p:tav>
                                        <p:tav tm="100000">
                                          <p:val>
                                            <p:strVal val="#ppt_x+0.25"/>
                                          </p:val>
                                        </p:tav>
                                      </p:tavLst>
                                    </p:anim>
                                    <p:anim calcmode="lin" valueType="num">
                                      <p:cBhvr>
                                        <p:cTn id="1253" dur="178">
                                          <p:stCondLst>
                                            <p:cond delay="1822"/>
                                          </p:stCondLst>
                                        </p:cTn>
                                        <p:tgtEl>
                                          <p:spTgt spid="164">
                                            <p:bg/>
                                          </p:spTgt>
                                        </p:tgtEl>
                                        <p:attrNameLst>
                                          <p:attrName>ppt_x</p:attrName>
                                        </p:attrNameLst>
                                      </p:cBhvr>
                                      <p:tavLst>
                                        <p:tav tm="0">
                                          <p:val>
                                            <p:strVal val="ppt_x"/>
                                          </p:val>
                                        </p:tav>
                                        <p:tav tm="100000">
                                          <p:val>
                                            <p:strVal val="ppt_x"/>
                                          </p:val>
                                        </p:tav>
                                      </p:tavLst>
                                    </p:anim>
                                    <p:anim calcmode="lin" valueType="num">
                                      <p:cBhvr>
                                        <p:cTn id="1254" dur="664" tmFilter="0.0,0.0;0.25,0.07;0.50,0.2;0.75,0.467;1.0,1.0">
                                          <p:stCondLst>
                                            <p:cond delay="0"/>
                                          </p:stCondLst>
                                        </p:cTn>
                                        <p:tgtEl>
                                          <p:spTgt spid="164">
                                            <p:bg/>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255" dur="664" tmFilter="0, 0; 0.125,0.2665; 0.25,0.4; 0.375,0.465; 0.5,0.5;  0.625,0.535; 0.75,0.6; 0.875,0.7335; 1,1">
                                          <p:stCondLst>
                                            <p:cond delay="664"/>
                                          </p:stCondLst>
                                        </p:cTn>
                                        <p:tgtEl>
                                          <p:spTgt spid="164">
                                            <p:bg/>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256" dur="332" tmFilter="0, 0; 0.125,0.2665; 0.25,0.4; 0.375,0.465; 0.5,0.5;  0.625,0.535; 0.75,0.6; 0.875,0.7335; 1,1">
                                          <p:stCondLst>
                                            <p:cond delay="1324"/>
                                          </p:stCondLst>
                                        </p:cTn>
                                        <p:tgtEl>
                                          <p:spTgt spid="164">
                                            <p:bg/>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57" dur="164" tmFilter="0, 0; 0.125,0.2665; 0.25,0.4; 0.375,0.465; 0.5,0.5;  0.625,0.535; 0.75,0.6; 0.875,0.7335; 1,1">
                                          <p:stCondLst>
                                            <p:cond delay="1656"/>
                                          </p:stCondLst>
                                        </p:cTn>
                                        <p:tgtEl>
                                          <p:spTgt spid="164">
                                            <p:bg/>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258" dur="180" accel="50000">
                                          <p:stCondLst>
                                            <p:cond delay="1820"/>
                                          </p:stCondLst>
                                        </p:cTn>
                                        <p:tgtEl>
                                          <p:spTgt spid="164">
                                            <p:bg/>
                                          </p:spTgt>
                                        </p:tgtEl>
                                        <p:attrNameLst>
                                          <p:attrName>ppt_y</p:attrName>
                                        </p:attrNameLst>
                                      </p:cBhvr>
                                      <p:tavLst>
                                        <p:tav tm="0">
                                          <p:val>
                                            <p:strVal val="ppt_y"/>
                                          </p:val>
                                        </p:tav>
                                        <p:tav tm="100000">
                                          <p:val>
                                            <p:strVal val="ppt_y+ppt_h"/>
                                          </p:val>
                                        </p:tav>
                                      </p:tavLst>
                                    </p:anim>
                                    <p:animScale>
                                      <p:cBhvr>
                                        <p:cTn id="1259" dur="26">
                                          <p:stCondLst>
                                            <p:cond delay="620"/>
                                          </p:stCondLst>
                                        </p:cTn>
                                        <p:tgtEl>
                                          <p:spTgt spid="164">
                                            <p:bg/>
                                          </p:spTgt>
                                        </p:tgtEl>
                                      </p:cBhvr>
                                      <p:to x="100000" y="60000"/>
                                    </p:animScale>
                                    <p:animScale>
                                      <p:cBhvr>
                                        <p:cTn id="1260" dur="166" decel="50000">
                                          <p:stCondLst>
                                            <p:cond delay="646"/>
                                          </p:stCondLst>
                                        </p:cTn>
                                        <p:tgtEl>
                                          <p:spTgt spid="164">
                                            <p:bg/>
                                          </p:spTgt>
                                        </p:tgtEl>
                                      </p:cBhvr>
                                      <p:to x="100000" y="100000"/>
                                    </p:animScale>
                                    <p:animScale>
                                      <p:cBhvr>
                                        <p:cTn id="1261" dur="26">
                                          <p:stCondLst>
                                            <p:cond delay="1312"/>
                                          </p:stCondLst>
                                        </p:cTn>
                                        <p:tgtEl>
                                          <p:spTgt spid="164">
                                            <p:bg/>
                                          </p:spTgt>
                                        </p:tgtEl>
                                      </p:cBhvr>
                                      <p:to x="100000" y="80000"/>
                                    </p:animScale>
                                    <p:animScale>
                                      <p:cBhvr>
                                        <p:cTn id="1262" dur="166" decel="50000">
                                          <p:stCondLst>
                                            <p:cond delay="1338"/>
                                          </p:stCondLst>
                                        </p:cTn>
                                        <p:tgtEl>
                                          <p:spTgt spid="164">
                                            <p:bg/>
                                          </p:spTgt>
                                        </p:tgtEl>
                                      </p:cBhvr>
                                      <p:to x="100000" y="100000"/>
                                    </p:animScale>
                                    <p:animScale>
                                      <p:cBhvr>
                                        <p:cTn id="1263" dur="26">
                                          <p:stCondLst>
                                            <p:cond delay="1642"/>
                                          </p:stCondLst>
                                        </p:cTn>
                                        <p:tgtEl>
                                          <p:spTgt spid="164">
                                            <p:bg/>
                                          </p:spTgt>
                                        </p:tgtEl>
                                      </p:cBhvr>
                                      <p:to x="100000" y="90000"/>
                                    </p:animScale>
                                    <p:animScale>
                                      <p:cBhvr>
                                        <p:cTn id="1264" dur="166" decel="50000">
                                          <p:stCondLst>
                                            <p:cond delay="1668"/>
                                          </p:stCondLst>
                                        </p:cTn>
                                        <p:tgtEl>
                                          <p:spTgt spid="164">
                                            <p:bg/>
                                          </p:spTgt>
                                        </p:tgtEl>
                                      </p:cBhvr>
                                      <p:to x="100000" y="100000"/>
                                    </p:animScale>
                                    <p:animScale>
                                      <p:cBhvr>
                                        <p:cTn id="1265" dur="26">
                                          <p:stCondLst>
                                            <p:cond delay="1808"/>
                                          </p:stCondLst>
                                        </p:cTn>
                                        <p:tgtEl>
                                          <p:spTgt spid="164">
                                            <p:bg/>
                                          </p:spTgt>
                                        </p:tgtEl>
                                      </p:cBhvr>
                                      <p:to x="100000" y="95000"/>
                                    </p:animScale>
                                    <p:animScale>
                                      <p:cBhvr>
                                        <p:cTn id="1266" dur="166" decel="50000">
                                          <p:stCondLst>
                                            <p:cond delay="1834"/>
                                          </p:stCondLst>
                                        </p:cTn>
                                        <p:tgtEl>
                                          <p:spTgt spid="164">
                                            <p:bg/>
                                          </p:spTgt>
                                        </p:tgtEl>
                                      </p:cBhvr>
                                      <p:to x="100000" y="100000"/>
                                    </p:animScale>
                                    <p:set>
                                      <p:cBhvr>
                                        <p:cTn id="1267" dur="1" fill="hold">
                                          <p:stCondLst>
                                            <p:cond delay="1999"/>
                                          </p:stCondLst>
                                        </p:cTn>
                                        <p:tgtEl>
                                          <p:spTgt spid="164">
                                            <p:bg/>
                                          </p:spTgt>
                                        </p:tgtEl>
                                        <p:attrNameLst>
                                          <p:attrName>style.visibility</p:attrName>
                                        </p:attrNameLst>
                                      </p:cBhvr>
                                      <p:to>
                                        <p:strVal val="hidden"/>
                                      </p:to>
                                    </p:set>
                                  </p:childTnLst>
                                </p:cTn>
                              </p:par>
                            </p:childTnLst>
                          </p:cTn>
                        </p:par>
                        <p:par>
                          <p:cTn id="1268" fill="hold">
                            <p:stCondLst>
                              <p:cond delay="2500"/>
                            </p:stCondLst>
                            <p:childTnLst>
                              <p:par>
                                <p:cTn id="1269" presetID="22" presetClass="exit" presetSubtype="2" fill="hold" nodeType="afterEffect">
                                  <p:stCondLst>
                                    <p:cond delay="0"/>
                                  </p:stCondLst>
                                  <p:childTnLst>
                                    <p:animEffect transition="out" filter="wipe(right)">
                                      <p:cBhvr>
                                        <p:cTn id="1270" dur="500"/>
                                        <p:tgtEl>
                                          <p:spTgt spid="221"/>
                                        </p:tgtEl>
                                      </p:cBhvr>
                                    </p:animEffect>
                                    <p:set>
                                      <p:cBhvr>
                                        <p:cTn id="1271" dur="1" fill="hold">
                                          <p:stCondLst>
                                            <p:cond delay="499"/>
                                          </p:stCondLst>
                                        </p:cTn>
                                        <p:tgtEl>
                                          <p:spTgt spid="221"/>
                                        </p:tgtEl>
                                        <p:attrNameLst>
                                          <p:attrName>style.visibility</p:attrName>
                                        </p:attrNameLst>
                                      </p:cBhvr>
                                      <p:to>
                                        <p:strVal val="hidden"/>
                                      </p:to>
                                    </p:set>
                                  </p:childTnLst>
                                </p:cTn>
                              </p:par>
                            </p:childTnLst>
                          </p:cTn>
                        </p:par>
                      </p:childTnLst>
                    </p:cTn>
                  </p:par>
                  <p:par>
                    <p:cTn id="1272" fill="hold">
                      <p:stCondLst>
                        <p:cond delay="indefinite"/>
                      </p:stCondLst>
                      <p:childTnLst>
                        <p:par>
                          <p:cTn id="1273" fill="hold">
                            <p:stCondLst>
                              <p:cond delay="0"/>
                            </p:stCondLst>
                            <p:childTnLst>
                              <p:par>
                                <p:cTn id="1274" presetID="22" presetClass="entr" presetSubtype="1" fill="hold" grpId="0" nodeType="clickEffect">
                                  <p:stCondLst>
                                    <p:cond delay="0"/>
                                  </p:stCondLst>
                                  <p:childTnLst>
                                    <p:set>
                                      <p:cBhvr>
                                        <p:cTn id="1275" dur="1" fill="hold">
                                          <p:stCondLst>
                                            <p:cond delay="0"/>
                                          </p:stCondLst>
                                        </p:cTn>
                                        <p:tgtEl>
                                          <p:spTgt spid="85">
                                            <p:txEl>
                                              <p:pRg st="10" end="10"/>
                                            </p:txEl>
                                          </p:spTgt>
                                        </p:tgtEl>
                                        <p:attrNameLst>
                                          <p:attrName>style.visibility</p:attrName>
                                        </p:attrNameLst>
                                      </p:cBhvr>
                                      <p:to>
                                        <p:strVal val="visible"/>
                                      </p:to>
                                    </p:set>
                                    <p:animEffect transition="in" filter="wipe(up)">
                                      <p:cBhvr>
                                        <p:cTn id="1276" dur="500"/>
                                        <p:tgtEl>
                                          <p:spTgt spid="85">
                                            <p:txEl>
                                              <p:pRg st="10" end="10"/>
                                            </p:txEl>
                                          </p:spTgt>
                                        </p:tgtEl>
                                      </p:cBhvr>
                                    </p:animEffect>
                                  </p:childTnLst>
                                </p:cTn>
                              </p:par>
                            </p:childTnLst>
                          </p:cTn>
                        </p:par>
                      </p:childTnLst>
                    </p:cTn>
                  </p:par>
                  <p:par>
                    <p:cTn id="1277" fill="hold">
                      <p:stCondLst>
                        <p:cond delay="indefinite"/>
                      </p:stCondLst>
                      <p:childTnLst>
                        <p:par>
                          <p:cTn id="1278" fill="hold">
                            <p:stCondLst>
                              <p:cond delay="0"/>
                            </p:stCondLst>
                            <p:childTnLst>
                              <p:par>
                                <p:cTn id="1279" presetID="42" presetClass="entr" presetSubtype="0" fill="hold" grpId="0" nodeType="clickEffect">
                                  <p:stCondLst>
                                    <p:cond delay="0"/>
                                  </p:stCondLst>
                                  <p:childTnLst>
                                    <p:set>
                                      <p:cBhvr>
                                        <p:cTn id="1280" dur="1" fill="hold">
                                          <p:stCondLst>
                                            <p:cond delay="0"/>
                                          </p:stCondLst>
                                        </p:cTn>
                                        <p:tgtEl>
                                          <p:spTgt spid="65"/>
                                        </p:tgtEl>
                                        <p:attrNameLst>
                                          <p:attrName>style.visibility</p:attrName>
                                        </p:attrNameLst>
                                      </p:cBhvr>
                                      <p:to>
                                        <p:strVal val="visible"/>
                                      </p:to>
                                    </p:set>
                                    <p:animEffect transition="in" filter="fade">
                                      <p:cBhvr>
                                        <p:cTn id="1281" dur="1000"/>
                                        <p:tgtEl>
                                          <p:spTgt spid="65"/>
                                        </p:tgtEl>
                                      </p:cBhvr>
                                    </p:animEffect>
                                    <p:anim calcmode="lin" valueType="num">
                                      <p:cBhvr>
                                        <p:cTn id="1282" dur="1000" fill="hold"/>
                                        <p:tgtEl>
                                          <p:spTgt spid="65"/>
                                        </p:tgtEl>
                                        <p:attrNameLst>
                                          <p:attrName>ppt_x</p:attrName>
                                        </p:attrNameLst>
                                      </p:cBhvr>
                                      <p:tavLst>
                                        <p:tav tm="0">
                                          <p:val>
                                            <p:strVal val="#ppt_x"/>
                                          </p:val>
                                        </p:tav>
                                        <p:tav tm="100000">
                                          <p:val>
                                            <p:strVal val="#ppt_x"/>
                                          </p:val>
                                        </p:tav>
                                      </p:tavLst>
                                    </p:anim>
                                    <p:anim calcmode="lin" valueType="num">
                                      <p:cBhvr>
                                        <p:cTn id="1283" dur="1000" fill="hold"/>
                                        <p:tgtEl>
                                          <p:spTgt spid="65"/>
                                        </p:tgtEl>
                                        <p:attrNameLst>
                                          <p:attrName>ppt_y</p:attrName>
                                        </p:attrNameLst>
                                      </p:cBhvr>
                                      <p:tavLst>
                                        <p:tav tm="0">
                                          <p:val>
                                            <p:strVal val="#ppt_y+.1"/>
                                          </p:val>
                                        </p:tav>
                                        <p:tav tm="100000">
                                          <p:val>
                                            <p:strVal val="#ppt_y"/>
                                          </p:val>
                                        </p:tav>
                                      </p:tavLst>
                                    </p:anim>
                                  </p:childTnLst>
                                </p:cTn>
                              </p:par>
                              <p:par>
                                <p:cTn id="1284" presetID="10" presetClass="exit" presetSubtype="0" fill="hold" grpId="1" nodeType="withEffect">
                                  <p:stCondLst>
                                    <p:cond delay="500"/>
                                  </p:stCondLst>
                                  <p:childTnLst>
                                    <p:animEffect transition="out" filter="fade">
                                      <p:cBhvr>
                                        <p:cTn id="1285" dur="500"/>
                                        <p:tgtEl>
                                          <p:spTgt spid="97"/>
                                        </p:tgtEl>
                                      </p:cBhvr>
                                    </p:animEffect>
                                    <p:set>
                                      <p:cBhvr>
                                        <p:cTn id="1286" dur="1" fill="hold">
                                          <p:stCondLst>
                                            <p:cond delay="499"/>
                                          </p:stCondLst>
                                        </p:cTn>
                                        <p:tgtEl>
                                          <p:spTgt spid="97"/>
                                        </p:tgtEl>
                                        <p:attrNameLst>
                                          <p:attrName>style.visibility</p:attrName>
                                        </p:attrNameLst>
                                      </p:cBhvr>
                                      <p:to>
                                        <p:strVal val="hidden"/>
                                      </p:to>
                                    </p:set>
                                  </p:childTnLst>
                                </p:cTn>
                              </p:par>
                            </p:childTnLst>
                          </p:cTn>
                        </p:par>
                      </p:childTnLst>
                    </p:cTn>
                  </p:par>
                  <p:par>
                    <p:cTn id="1287" fill="hold">
                      <p:stCondLst>
                        <p:cond delay="indefinite"/>
                      </p:stCondLst>
                      <p:childTnLst>
                        <p:par>
                          <p:cTn id="1288" fill="hold">
                            <p:stCondLst>
                              <p:cond delay="0"/>
                            </p:stCondLst>
                            <p:childTnLst>
                              <p:par>
                                <p:cTn id="1289" presetID="10" presetClass="exit" presetSubtype="0" fill="hold" grpId="0" nodeType="clickEffect">
                                  <p:stCondLst>
                                    <p:cond delay="0"/>
                                  </p:stCondLst>
                                  <p:childTnLst>
                                    <p:animEffect transition="out" filter="fade">
                                      <p:cBhvr>
                                        <p:cTn id="1290" dur="500"/>
                                        <p:tgtEl>
                                          <p:spTgt spid="84"/>
                                        </p:tgtEl>
                                      </p:cBhvr>
                                    </p:animEffect>
                                    <p:set>
                                      <p:cBhvr>
                                        <p:cTn id="1291" dur="1" fill="hold">
                                          <p:stCondLst>
                                            <p:cond delay="499"/>
                                          </p:stCondLst>
                                        </p:cTn>
                                        <p:tgtEl>
                                          <p:spTgt spid="84"/>
                                        </p:tgtEl>
                                        <p:attrNameLst>
                                          <p:attrName>style.visibility</p:attrName>
                                        </p:attrNameLst>
                                      </p:cBhvr>
                                      <p:to>
                                        <p:strVal val="hidden"/>
                                      </p:to>
                                    </p:set>
                                  </p:childTnLst>
                                </p:cTn>
                              </p:par>
                              <p:par>
                                <p:cTn id="1292" presetID="22" presetClass="entr" presetSubtype="4" fill="hold" grpId="0" nodeType="withEffect">
                                  <p:stCondLst>
                                    <p:cond delay="0"/>
                                  </p:stCondLst>
                                  <p:childTnLst>
                                    <p:set>
                                      <p:cBhvr>
                                        <p:cTn id="1293" dur="1" fill="hold">
                                          <p:stCondLst>
                                            <p:cond delay="0"/>
                                          </p:stCondLst>
                                        </p:cTn>
                                        <p:tgtEl>
                                          <p:spTgt spid="76"/>
                                        </p:tgtEl>
                                        <p:attrNameLst>
                                          <p:attrName>style.visibility</p:attrName>
                                        </p:attrNameLst>
                                      </p:cBhvr>
                                      <p:to>
                                        <p:strVal val="visible"/>
                                      </p:to>
                                    </p:set>
                                    <p:animEffect transition="in" filter="wipe(down)">
                                      <p:cBhvr>
                                        <p:cTn id="1294" dur="1000"/>
                                        <p:tgtEl>
                                          <p:spTgt spid="76"/>
                                        </p:tgtEl>
                                      </p:cBhvr>
                                    </p:animEffect>
                                  </p:childTnLst>
                                </p:cTn>
                              </p:par>
                            </p:childTnLst>
                          </p:cTn>
                        </p:par>
                        <p:par>
                          <p:cTn id="1295" fill="hold">
                            <p:stCondLst>
                              <p:cond delay="1000"/>
                            </p:stCondLst>
                            <p:childTnLst>
                              <p:par>
                                <p:cTn id="1296" presetID="22" presetClass="entr" presetSubtype="1" fill="hold" grpId="0" nodeType="afterEffect">
                                  <p:stCondLst>
                                    <p:cond delay="0"/>
                                  </p:stCondLst>
                                  <p:childTnLst>
                                    <p:set>
                                      <p:cBhvr>
                                        <p:cTn id="1297" dur="1" fill="hold">
                                          <p:stCondLst>
                                            <p:cond delay="0"/>
                                          </p:stCondLst>
                                        </p:cTn>
                                        <p:tgtEl>
                                          <p:spTgt spid="85">
                                            <p:txEl>
                                              <p:pRg st="11" end="11"/>
                                            </p:txEl>
                                          </p:spTgt>
                                        </p:tgtEl>
                                        <p:attrNameLst>
                                          <p:attrName>style.visibility</p:attrName>
                                        </p:attrNameLst>
                                      </p:cBhvr>
                                      <p:to>
                                        <p:strVal val="visible"/>
                                      </p:to>
                                    </p:set>
                                    <p:animEffect transition="in" filter="wipe(up)">
                                      <p:cBhvr>
                                        <p:cTn id="1298" dur="500"/>
                                        <p:tgtEl>
                                          <p:spTgt spid="85">
                                            <p:txEl>
                                              <p:pRg st="11" end="11"/>
                                            </p:txEl>
                                          </p:spTgt>
                                        </p:tgtEl>
                                      </p:cBhvr>
                                    </p:animEffect>
                                  </p:childTnLst>
                                </p:cTn>
                              </p:par>
                            </p:childTnLst>
                          </p:cTn>
                        </p:par>
                      </p:childTnLst>
                    </p:cTn>
                  </p:par>
                  <p:par>
                    <p:cTn id="1299" fill="hold">
                      <p:stCondLst>
                        <p:cond delay="indefinite"/>
                      </p:stCondLst>
                      <p:childTnLst>
                        <p:par>
                          <p:cTn id="1300" fill="hold">
                            <p:stCondLst>
                              <p:cond delay="0"/>
                            </p:stCondLst>
                            <p:childTnLst>
                              <p:par>
                                <p:cTn id="1301" presetID="22" presetClass="exit" presetSubtype="1" fill="hold" grpId="1" nodeType="clickEffect">
                                  <p:stCondLst>
                                    <p:cond delay="0"/>
                                  </p:stCondLst>
                                  <p:childTnLst>
                                    <p:animEffect transition="out" filter="wipe(up)">
                                      <p:cBhvr>
                                        <p:cTn id="1302" dur="500"/>
                                        <p:tgtEl>
                                          <p:spTgt spid="98"/>
                                        </p:tgtEl>
                                      </p:cBhvr>
                                    </p:animEffect>
                                    <p:set>
                                      <p:cBhvr>
                                        <p:cTn id="1303" dur="1" fill="hold">
                                          <p:stCondLst>
                                            <p:cond delay="499"/>
                                          </p:stCondLst>
                                        </p:cTn>
                                        <p:tgtEl>
                                          <p:spTgt spid="98"/>
                                        </p:tgtEl>
                                        <p:attrNameLst>
                                          <p:attrName>style.visibility</p:attrName>
                                        </p:attrNameLst>
                                      </p:cBhvr>
                                      <p:to>
                                        <p:strVal val="hidden"/>
                                      </p:to>
                                    </p:set>
                                  </p:childTnLst>
                                </p:cTn>
                              </p:par>
                            </p:childTnLst>
                          </p:cTn>
                        </p:par>
                        <p:par>
                          <p:cTn id="1304" fill="hold">
                            <p:stCondLst>
                              <p:cond delay="500"/>
                            </p:stCondLst>
                            <p:childTnLst>
                              <p:par>
                                <p:cTn id="1305" presetID="22" presetClass="entr" presetSubtype="1" fill="hold" grpId="0" nodeType="afterEffect">
                                  <p:stCondLst>
                                    <p:cond delay="0"/>
                                  </p:stCondLst>
                                  <p:childTnLst>
                                    <p:set>
                                      <p:cBhvr>
                                        <p:cTn id="1306" dur="1" fill="hold">
                                          <p:stCondLst>
                                            <p:cond delay="0"/>
                                          </p:stCondLst>
                                        </p:cTn>
                                        <p:tgtEl>
                                          <p:spTgt spid="77"/>
                                        </p:tgtEl>
                                        <p:attrNameLst>
                                          <p:attrName>style.visibility</p:attrName>
                                        </p:attrNameLst>
                                      </p:cBhvr>
                                      <p:to>
                                        <p:strVal val="visible"/>
                                      </p:to>
                                    </p:set>
                                    <p:animEffect transition="in" filter="wipe(up)">
                                      <p:cBhvr>
                                        <p:cTn id="1307" dur="1000"/>
                                        <p:tgtEl>
                                          <p:spTgt spid="77"/>
                                        </p:tgtEl>
                                      </p:cBhvr>
                                    </p:animEffect>
                                  </p:childTnLst>
                                </p:cTn>
                              </p:par>
                            </p:childTnLst>
                          </p:cTn>
                        </p:par>
                        <p:par>
                          <p:cTn id="1308" fill="hold">
                            <p:stCondLst>
                              <p:cond delay="1500"/>
                            </p:stCondLst>
                            <p:childTnLst>
                              <p:par>
                                <p:cTn id="1309" presetID="22" presetClass="entr" presetSubtype="1" fill="hold" grpId="0" nodeType="afterEffect">
                                  <p:stCondLst>
                                    <p:cond delay="0"/>
                                  </p:stCondLst>
                                  <p:childTnLst>
                                    <p:set>
                                      <p:cBhvr>
                                        <p:cTn id="1310" dur="1" fill="hold">
                                          <p:stCondLst>
                                            <p:cond delay="0"/>
                                          </p:stCondLst>
                                        </p:cTn>
                                        <p:tgtEl>
                                          <p:spTgt spid="85">
                                            <p:txEl>
                                              <p:pRg st="12" end="12"/>
                                            </p:txEl>
                                          </p:spTgt>
                                        </p:tgtEl>
                                        <p:attrNameLst>
                                          <p:attrName>style.visibility</p:attrName>
                                        </p:attrNameLst>
                                      </p:cBhvr>
                                      <p:to>
                                        <p:strVal val="visible"/>
                                      </p:to>
                                    </p:set>
                                    <p:animEffect transition="in" filter="wipe(up)">
                                      <p:cBhvr>
                                        <p:cTn id="1311" dur="500"/>
                                        <p:tgtEl>
                                          <p:spTgt spid="85">
                                            <p:txEl>
                                              <p:pRg st="12" end="12"/>
                                            </p:txEl>
                                          </p:spTgt>
                                        </p:tgtEl>
                                      </p:cBhvr>
                                    </p:animEffect>
                                  </p:childTnLst>
                                </p:cTn>
                              </p:par>
                            </p:childTnLst>
                          </p:cTn>
                        </p:par>
                        <p:par>
                          <p:cTn id="1312" fill="hold">
                            <p:stCondLst>
                              <p:cond delay="2000"/>
                            </p:stCondLst>
                            <p:childTnLst>
                              <p:par>
                                <p:cTn id="1313" presetID="22" presetClass="entr" presetSubtype="1" fill="hold" grpId="0" nodeType="afterEffect">
                                  <p:stCondLst>
                                    <p:cond delay="0"/>
                                  </p:stCondLst>
                                  <p:childTnLst>
                                    <p:set>
                                      <p:cBhvr>
                                        <p:cTn id="1314" dur="1" fill="hold">
                                          <p:stCondLst>
                                            <p:cond delay="0"/>
                                          </p:stCondLst>
                                        </p:cTn>
                                        <p:tgtEl>
                                          <p:spTgt spid="85">
                                            <p:txEl>
                                              <p:pRg st="13" end="13"/>
                                            </p:txEl>
                                          </p:spTgt>
                                        </p:tgtEl>
                                        <p:attrNameLst>
                                          <p:attrName>style.visibility</p:attrName>
                                        </p:attrNameLst>
                                      </p:cBhvr>
                                      <p:to>
                                        <p:strVal val="visible"/>
                                      </p:to>
                                    </p:set>
                                    <p:animEffect transition="in" filter="wipe(up)">
                                      <p:cBhvr>
                                        <p:cTn id="1315" dur="500"/>
                                        <p:tgtEl>
                                          <p:spTgt spid="85">
                                            <p:txEl>
                                              <p:pRg st="13" end="13"/>
                                            </p:txEl>
                                          </p:spTgt>
                                        </p:tgtEl>
                                      </p:cBhvr>
                                    </p:animEffect>
                                  </p:childTnLst>
                                </p:cTn>
                              </p:par>
                            </p:childTnLst>
                          </p:cTn>
                        </p:par>
                      </p:childTnLst>
                    </p:cTn>
                  </p:par>
                  <p:par>
                    <p:cTn id="1316" fill="hold">
                      <p:stCondLst>
                        <p:cond delay="indefinite"/>
                      </p:stCondLst>
                      <p:childTnLst>
                        <p:par>
                          <p:cTn id="1317" fill="hold">
                            <p:stCondLst>
                              <p:cond delay="0"/>
                            </p:stCondLst>
                            <p:childTnLst>
                              <p:par>
                                <p:cTn id="1318" presetID="22" presetClass="entr" presetSubtype="1" fill="hold" grpId="0" nodeType="clickEffect">
                                  <p:stCondLst>
                                    <p:cond delay="0"/>
                                  </p:stCondLst>
                                  <p:childTnLst>
                                    <p:set>
                                      <p:cBhvr>
                                        <p:cTn id="1319" dur="1" fill="hold">
                                          <p:stCondLst>
                                            <p:cond delay="0"/>
                                          </p:stCondLst>
                                        </p:cTn>
                                        <p:tgtEl>
                                          <p:spTgt spid="85">
                                            <p:txEl>
                                              <p:pRg st="14" end="14"/>
                                            </p:txEl>
                                          </p:spTgt>
                                        </p:tgtEl>
                                        <p:attrNameLst>
                                          <p:attrName>style.visibility</p:attrName>
                                        </p:attrNameLst>
                                      </p:cBhvr>
                                      <p:to>
                                        <p:strVal val="visible"/>
                                      </p:to>
                                    </p:set>
                                    <p:animEffect transition="in" filter="wipe(up)">
                                      <p:cBhvr>
                                        <p:cTn id="1320" dur="500"/>
                                        <p:tgtEl>
                                          <p:spTgt spid="8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uiExpand="1" build="p" animBg="1"/>
      <p:bldP spid="63" grpId="0"/>
      <p:bldP spid="64" grpId="0"/>
      <p:bldP spid="65" grpId="0"/>
      <p:bldP spid="66" grpId="0"/>
      <p:bldP spid="67" grpId="0"/>
      <p:bldP spid="68" grpId="0"/>
      <p:bldP spid="69" grpId="0"/>
      <p:bldP spid="70" grpId="0"/>
      <p:bldP spid="71" grpId="0" animBg="1"/>
      <p:bldP spid="72" grpId="0" animBg="1"/>
      <p:bldP spid="73" grpId="0" animBg="1"/>
      <p:bldP spid="74" grpId="0" animBg="1"/>
      <p:bldP spid="75" grpId="0" animBg="1"/>
      <p:bldP spid="76" grpId="0" animBg="1"/>
      <p:bldP spid="77" grpId="0" animBg="1"/>
      <p:bldP spid="78" grpId="0" animBg="1"/>
      <p:bldP spid="79" grpId="0"/>
      <p:bldP spid="79" grpId="1"/>
      <p:bldP spid="80" grpId="0"/>
      <p:bldP spid="80" grpId="1"/>
      <p:bldP spid="81" grpId="0"/>
      <p:bldP spid="81" grpId="1"/>
      <p:bldP spid="82" grpId="0"/>
      <p:bldP spid="82" grpId="1"/>
      <p:bldP spid="83" grpId="0"/>
      <p:bldP spid="83" grpId="1"/>
      <p:bldP spid="84" grpId="0"/>
      <p:bldP spid="84" grpId="1"/>
      <p:bldP spid="88" grpId="0"/>
      <p:bldP spid="92" grpId="0"/>
      <p:bldP spid="92" grpId="1"/>
      <p:bldP spid="93" grpId="0"/>
      <p:bldP spid="93" grpId="1"/>
      <p:bldP spid="94" grpId="0"/>
      <p:bldP spid="94" grpId="1"/>
      <p:bldP spid="95" grpId="0"/>
      <p:bldP spid="95" grpId="1"/>
      <p:bldP spid="96" grpId="0"/>
      <p:bldP spid="96" grpId="1"/>
      <p:bldP spid="97" grpId="0"/>
      <p:bldP spid="97" grpId="1"/>
      <p:bldP spid="98" grpId="0" animBg="1"/>
      <p:bldP spid="98" grpId="1" animBg="1"/>
      <p:bldP spid="164" grpId="0" uiExpand="1" build="p" animBg="1"/>
      <p:bldP spid="164" grpId="1" build="allAtOnce" animBg="1"/>
      <p:bldP spid="174" grpId="0" animBg="1"/>
      <p:bldP spid="174" grpId="1" animBg="1"/>
      <p:bldP spid="183" grpId="0" animBg="1"/>
      <p:bldP spid="183" grpId="1" animBg="1"/>
      <p:bldP spid="194" grpId="0" animBg="1"/>
      <p:bldP spid="194" grpId="1" animBg="1"/>
      <p:bldP spid="196" grpId="0" animBg="1"/>
      <p:bldP spid="196" grpId="1" animBg="1"/>
      <p:bldP spid="198" grpId="0" animBg="1"/>
      <p:bldP spid="198" grpId="1" animBg="1"/>
      <p:bldP spid="207" grpId="0" animBg="1"/>
      <p:bldP spid="207" grpId="1" animBg="1"/>
      <p:bldP spid="173" grpId="0" animBg="1"/>
      <p:bldP spid="173" grpId="1" animBg="1"/>
      <p:bldP spid="191" grpId="0" animBg="1"/>
      <p:bldP spid="191" grpId="1" animBg="1"/>
      <p:bldP spid="217" grpId="0" animBg="1"/>
      <p:bldP spid="217" grpId="1" animBg="1"/>
      <p:bldP spid="219" grpId="0" animBg="1"/>
      <p:bldP spid="219" grpId="1" animBg="1"/>
      <p:bldP spid="2" grpId="0" animBg="1"/>
      <p:bldP spid="222" grpId="0" animBg="1"/>
      <p:bldP spid="222" grpId="1" animBg="1"/>
      <p:bldP spid="86" grpId="0"/>
      <p:bldP spid="86" grpId="1"/>
      <p:bldP spid="10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47455C7-681A-D17D-6FDB-EA6073E2F5E8}"/>
              </a:ext>
            </a:extLst>
          </p:cNvPr>
          <p:cNvSpPr>
            <a:spLocks noGrp="1"/>
          </p:cNvSpPr>
          <p:nvPr>
            <p:ph type="sldNum" sz="quarter" idx="12"/>
          </p:nvPr>
        </p:nvSpPr>
        <p:spPr/>
        <p:txBody>
          <a:bodyPr/>
          <a:lstStyle/>
          <a:p>
            <a:fld id="{D7C0FE0B-717B-41AE-9FA2-CA4BF851D1C3}" type="slidenum">
              <a:rPr lang="zh-CN" altLang="en-US" smtClean="0"/>
              <a:t>23</a:t>
            </a:fld>
            <a:endParaRPr lang="zh-CN" altLang="en-US"/>
          </a:p>
        </p:txBody>
      </p:sp>
      <p:sp>
        <p:nvSpPr>
          <p:cNvPr id="4" name="文本框 3">
            <a:extLst>
              <a:ext uri="{FF2B5EF4-FFF2-40B4-BE49-F238E27FC236}">
                <a16:creationId xmlns:a16="http://schemas.microsoft.com/office/drawing/2014/main" id="{ED5C4C7E-9484-6908-56E9-291BB787058B}"/>
              </a:ext>
            </a:extLst>
          </p:cNvPr>
          <p:cNvSpPr txBox="1"/>
          <p:nvPr/>
        </p:nvSpPr>
        <p:spPr>
          <a:xfrm>
            <a:off x="933882" y="229626"/>
            <a:ext cx="3731636" cy="523220"/>
          </a:xfrm>
          <a:prstGeom prst="rect">
            <a:avLst/>
          </a:prstGeom>
          <a:noFill/>
        </p:spPr>
        <p:txBody>
          <a:bodyPr wrap="square">
            <a:spAutoFit/>
          </a:bodyPr>
          <a:lstStyle/>
          <a:p>
            <a:pPr algn="ctr">
              <a:spcBef>
                <a:spcPts val="1300"/>
              </a:spcBef>
              <a:spcAft>
                <a:spcPts val="1300"/>
              </a:spcAft>
              <a:buNone/>
            </a:pPr>
            <a:r>
              <a:rPr lang="en-US"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6.4  </a:t>
            </a:r>
            <a:r>
              <a:rPr lang="zh-CN"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堆和优先队列</a:t>
            </a:r>
            <a:endParaRPr lang="zh-CN" altLang="zh-CN" sz="2800" b="1" kern="100" dirty="0">
              <a:solidFill>
                <a:srgbClr val="041ABC"/>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1B77FFFF-B806-F99D-1502-EB61C57C4F07}"/>
              </a:ext>
            </a:extLst>
          </p:cNvPr>
          <p:cNvSpPr txBox="1"/>
          <p:nvPr/>
        </p:nvSpPr>
        <p:spPr>
          <a:xfrm>
            <a:off x="1002724" y="5419669"/>
            <a:ext cx="9980468" cy="1300228"/>
          </a:xfrm>
          <a:prstGeom prst="rect">
            <a:avLst/>
          </a:prstGeom>
          <a:solidFill>
            <a:schemeClr val="tx2">
              <a:lumMod val="10000"/>
              <a:lumOff val="90000"/>
            </a:schemeClr>
          </a:solidFill>
        </p:spPr>
        <p:txBody>
          <a:bodyPr wrap="square">
            <a:spAutoFit/>
          </a:bodyPr>
          <a:lstStyle/>
          <a:p>
            <a:pPr algn="l">
              <a:lnSpc>
                <a:spcPct val="110000"/>
              </a:lnSpc>
              <a:buNone/>
            </a:pP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Insert(</a:t>
            </a:r>
            <a:r>
              <a:rPr lang="en-US" altLang="zh-CN" b="1" kern="0" dirty="0" err="1">
                <a:effectLst/>
                <a:latin typeface="Courier New" panose="02070309020205020404" pitchFamily="49" charset="0"/>
                <a:ea typeface="宋体" panose="02010600030101010101" pitchFamily="2" charset="-122"/>
                <a:cs typeface="Times New Roman" panose="02020603050405020304" pitchFamily="18" charset="0"/>
              </a:rPr>
              <a:t>PriorityQueue</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PQ, </a:t>
            </a:r>
            <a:r>
              <a:rPr lang="en-US" altLang="zh-CN" b="1" kern="0" dirty="0" err="1">
                <a:effectLst/>
                <a:latin typeface="Courier New" panose="02070309020205020404" pitchFamily="49" charset="0"/>
                <a:ea typeface="宋体" panose="02010600030101010101" pitchFamily="2" charset="-122"/>
                <a:cs typeface="Times New Roman" panose="02020603050405020304" pitchFamily="18" charset="0"/>
              </a:rPr>
              <a:t>PQElemType</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e);</a:t>
            </a:r>
            <a:endParaRPr lang="zh-CN" altLang="zh-CN"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lnSpc>
                <a:spcPct val="110000"/>
              </a:lnSpc>
              <a:buNone/>
            </a:pP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若优先队列</a:t>
            </a:r>
            <a:r>
              <a:rPr lang="en-US" altLang="zh-CN" b="1" kern="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PQ</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已满，则扩容；按元素</a:t>
            </a:r>
            <a:r>
              <a:rPr lang="en-US" altLang="zh-CN" b="1" kern="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的优先级插入到优先队列</a:t>
            </a:r>
            <a:r>
              <a:rPr lang="en-US" altLang="zh-CN" b="1" kern="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PQ</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合适位置，并返回</a:t>
            </a:r>
            <a:r>
              <a:rPr lang="en-US" altLang="zh-CN" b="1" kern="0"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OK</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l">
              <a:lnSpc>
                <a:spcPct val="110000"/>
              </a:lnSpc>
              <a:buNone/>
            </a:pPr>
            <a:r>
              <a:rPr lang="en-US" altLang="zh-CN" b="1" kern="0" dirty="0" err="1">
                <a:effectLst/>
                <a:latin typeface="Courier New" panose="02070309020205020404" pitchFamily="49" charset="0"/>
                <a:ea typeface="宋体" panose="02010600030101010101" pitchFamily="2" charset="-122"/>
                <a:cs typeface="Times New Roman" panose="02020603050405020304" pitchFamily="18" charset="0"/>
              </a:rPr>
              <a:t>PQElemType</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err="1">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0" dirty="0" err="1">
                <a:effectLst/>
                <a:latin typeface="Courier New" panose="02070309020205020404" pitchFamily="49" charset="0"/>
                <a:ea typeface="宋体" panose="02010600030101010101" pitchFamily="2" charset="-122"/>
                <a:cs typeface="Times New Roman" panose="02020603050405020304" pitchFamily="18" charset="0"/>
              </a:rPr>
              <a:t>PriorityQueue</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PQ);</a:t>
            </a:r>
            <a:endParaRPr lang="zh-CN" altLang="zh-CN"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lnSpc>
                <a:spcPct val="110000"/>
              </a:lnSpc>
              <a:buNone/>
            </a:pP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若优先队列</a:t>
            </a:r>
            <a:r>
              <a:rPr lang="en-US" altLang="zh-CN" b="1" kern="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PQ</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不空，则删除并返回最高优先级的元素，否则返回</a:t>
            </a:r>
            <a:r>
              <a:rPr lang="en-US" altLang="zh-CN" b="1" kern="0" dirty="0" err="1">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nullE</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（空元素）</a:t>
            </a:r>
            <a:endParaRPr lang="zh-CN" altLang="zh-CN"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07A403C-0BB0-236C-7756-D8214BBD0B6F}"/>
              </a:ext>
            </a:extLst>
          </p:cNvPr>
          <p:cNvSpPr txBox="1"/>
          <p:nvPr/>
        </p:nvSpPr>
        <p:spPr>
          <a:xfrm>
            <a:off x="471486" y="788217"/>
            <a:ext cx="6926841" cy="3883564"/>
          </a:xfrm>
          <a:prstGeom prst="rect">
            <a:avLst/>
          </a:prstGeom>
          <a:noFill/>
        </p:spPr>
        <p:txBody>
          <a:bodyPr wrap="square">
            <a:spAutoFit/>
          </a:bodyPr>
          <a:lstStyle/>
          <a:p>
            <a:pPr indent="269240" algn="just">
              <a:lnSpc>
                <a:spcPct val="150000"/>
              </a:lnSpc>
              <a:spcBef>
                <a:spcPts val="1300"/>
              </a:spcBef>
              <a:spcAft>
                <a:spcPts val="1300"/>
              </a:spcAft>
              <a:buNone/>
            </a:pPr>
            <a:r>
              <a:rPr lang="en-US" altLang="zh-CN" sz="20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6.4.1  </a:t>
            </a: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优先队列</a:t>
            </a:r>
            <a:endPar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a:p>
            <a:pPr indent="266700" algn="just">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按</a:t>
            </a:r>
            <a:r>
              <a:rPr lang="zh-CN" altLang="zh-CN" sz="1800"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重要性</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或</a:t>
            </a:r>
            <a:r>
              <a:rPr lang="zh-CN" altLang="zh-CN"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优先级</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来组织的队列称为</a:t>
            </a:r>
            <a:r>
              <a:rPr lang="zh-CN" altLang="zh-CN" sz="1800" b="1" kern="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优先队列</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priority queue</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）。在第</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章讨论的</a:t>
            </a:r>
            <a:r>
              <a:rPr lang="zh-CN" altLang="zh-CN" sz="1800"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普通队列</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中，每次出队的总是队头元素。如果要改为出队的是最高优先级元素，则有两种简单的改进方法：</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不改变入队操作（总是在队尾入队）。出队操作就要在队列中</a:t>
            </a:r>
            <a:r>
              <a:rPr lang="zh-CN" altLang="zh-CN"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查找最高优先级元素</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，时间代价是</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i="1" kern="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为队列长度）。删除该出队元素，顺序循环队列的时间代价是</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的，而链队列是</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的。总的时间代价是</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改变入队操作。入队的元素</a:t>
            </a:r>
            <a:r>
              <a:rPr lang="zh-CN" altLang="zh-CN"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按优先级保序插入</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队列中，使得队列维持按优先级有序，但时间代价是</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的。这样，出队的时间代价是</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的，但综合代价仍是</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D4B2C4B7-11FF-D3B7-CC60-AA953792965A}"/>
              </a:ext>
            </a:extLst>
          </p:cNvPr>
          <p:cNvSpPr txBox="1"/>
          <p:nvPr/>
        </p:nvSpPr>
        <p:spPr>
          <a:xfrm>
            <a:off x="7772400" y="885778"/>
            <a:ext cx="3948114" cy="3573735"/>
          </a:xfrm>
          <a:prstGeom prst="rect">
            <a:avLst/>
          </a:prstGeom>
          <a:noFill/>
        </p:spPr>
        <p:txBody>
          <a:bodyPr wrap="square">
            <a:spAutoFit/>
          </a:bodyPr>
          <a:lstStyle/>
          <a:p>
            <a:pPr indent="266700" algn="just">
              <a:lnSpc>
                <a:spcPct val="115000"/>
              </a:lnSpc>
              <a:buNone/>
            </a:pPr>
            <a:r>
              <a:rPr lang="zh-CN" altLang="zh-CN" sz="1800" b="1" kern="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优先队列</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应用广泛。很多编程语言的标准库也提供了优先队列数据类型，比如</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priority_queue</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Java</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PriorityQueue</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在后续章节中，</a:t>
            </a:r>
            <a:r>
              <a:rPr lang="zh-CN" altLang="zh-CN" sz="1800" b="1" kern="0"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赫夫曼树构造算法、求最小生成树的克鲁斯卡尔算法、求最短路径的迪杰斯特拉算法、堆排序算法、外部排序的多路平衡归并算法</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等，都可用优先队列辅助提高时间性能。因此，优先队列需要选择操作效率更高的存储表示和实现的方式。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426BED8C-75BF-7A33-CA57-491FA8D2EB91}"/>
              </a:ext>
            </a:extLst>
          </p:cNvPr>
          <p:cNvSpPr txBox="1"/>
          <p:nvPr/>
        </p:nvSpPr>
        <p:spPr>
          <a:xfrm>
            <a:off x="933882" y="4671781"/>
            <a:ext cx="10018136" cy="706797"/>
          </a:xfrm>
          <a:prstGeom prst="rect">
            <a:avLst/>
          </a:prstGeom>
          <a:noFill/>
        </p:spPr>
        <p:txBody>
          <a:bodyPr wrap="square">
            <a:spAutoFit/>
          </a:bodyPr>
          <a:lstStyle/>
          <a:p>
            <a:pPr indent="266700" algn="just">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为处理便利，通常把优先级量化为整数或实数。但在应用场景，可能越小越优先，也可能越大越优先。可称</a:t>
            </a:r>
            <a:r>
              <a:rPr lang="zh-CN" altLang="zh-CN" sz="1800"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最高优先级</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Top</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，而不是</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Min</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Max</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。优先队列的</a:t>
            </a:r>
            <a:r>
              <a:rPr lang="zh-CN" altLang="zh-CN" sz="1800" b="1" kern="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入队</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b="1" kern="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出队</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操作接口可表述为：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064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1000"/>
                                        <p:tgtEl>
                                          <p:spTgt spid="8">
                                            <p:txEl>
                                              <p:pRg st="1" end="1"/>
                                            </p:txEl>
                                          </p:spTgt>
                                        </p:tgtEl>
                                      </p:cBhvr>
                                    </p:animEffect>
                                    <p:anim calcmode="lin" valueType="num">
                                      <p:cBhvr>
                                        <p:cTn id="14"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1000"/>
                                        <p:tgtEl>
                                          <p:spTgt spid="8">
                                            <p:txEl>
                                              <p:pRg st="2" end="2"/>
                                            </p:txEl>
                                          </p:spTgt>
                                        </p:tgtEl>
                                      </p:cBhvr>
                                    </p:animEffect>
                                    <p:anim calcmode="lin" valueType="num">
                                      <p:cBhvr>
                                        <p:cTn id="21"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1000"/>
                                        <p:tgtEl>
                                          <p:spTgt spid="8">
                                            <p:txEl>
                                              <p:pRg st="3" end="3"/>
                                            </p:txEl>
                                          </p:spTgt>
                                        </p:tgtEl>
                                      </p:cBhvr>
                                    </p:animEffect>
                                    <p:anim calcmode="lin" valueType="num">
                                      <p:cBhvr>
                                        <p:cTn id="2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1000" fill="hold"/>
                                        <p:tgtEl>
                                          <p:spTgt spid="6"/>
                                        </p:tgtEl>
                                        <p:attrNameLst>
                                          <p:attrName>ppt_w</p:attrName>
                                        </p:attrNameLst>
                                      </p:cBhvr>
                                      <p:tavLst>
                                        <p:tav tm="0">
                                          <p:val>
                                            <p:fltVal val="0"/>
                                          </p:val>
                                        </p:tav>
                                        <p:tav tm="100000">
                                          <p:val>
                                            <p:strVal val="#ppt_w"/>
                                          </p:val>
                                        </p:tav>
                                      </p:tavLst>
                                    </p:anim>
                                    <p:anim calcmode="lin" valueType="num">
                                      <p:cBhvr>
                                        <p:cTn id="42" dur="1000" fill="hold"/>
                                        <p:tgtEl>
                                          <p:spTgt spid="6"/>
                                        </p:tgtEl>
                                        <p:attrNameLst>
                                          <p:attrName>ppt_h</p:attrName>
                                        </p:attrNameLst>
                                      </p:cBhvr>
                                      <p:tavLst>
                                        <p:tav tm="0">
                                          <p:val>
                                            <p:fltVal val="0"/>
                                          </p:val>
                                        </p:tav>
                                        <p:tav tm="100000">
                                          <p:val>
                                            <p:strVal val="#ppt_h"/>
                                          </p:val>
                                        </p:tav>
                                      </p:tavLst>
                                    </p:anim>
                                    <p:anim calcmode="lin" valueType="num">
                                      <p:cBhvr>
                                        <p:cTn id="43" dur="1000" fill="hold"/>
                                        <p:tgtEl>
                                          <p:spTgt spid="6"/>
                                        </p:tgtEl>
                                        <p:attrNameLst>
                                          <p:attrName>style.rotation</p:attrName>
                                        </p:attrNameLst>
                                      </p:cBhvr>
                                      <p:tavLst>
                                        <p:tav tm="0">
                                          <p:val>
                                            <p:fltVal val="90"/>
                                          </p:val>
                                        </p:tav>
                                        <p:tav tm="100000">
                                          <p:val>
                                            <p:fltVal val="0"/>
                                          </p:val>
                                        </p:tav>
                                      </p:tavLst>
                                    </p:anim>
                                    <p:animEffect transition="in" filter="fade">
                                      <p:cBhvr>
                                        <p:cTn id="44" dur="10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49" dur="1000"/>
                                        <p:tgtEl>
                                          <p:spTgt spid="10">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54" dur="10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uiExpand="1" build="p"/>
      <p:bldP spid="10" grpId="0" uiExpand="1" build="p"/>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0E4676A-6C4B-F1BA-AA8C-B5EC36BF468A}"/>
              </a:ext>
            </a:extLst>
          </p:cNvPr>
          <p:cNvSpPr>
            <a:spLocks noGrp="1"/>
          </p:cNvSpPr>
          <p:nvPr>
            <p:ph type="sldNum" sz="quarter" idx="12"/>
          </p:nvPr>
        </p:nvSpPr>
        <p:spPr/>
        <p:txBody>
          <a:bodyPr/>
          <a:lstStyle/>
          <a:p>
            <a:fld id="{D7C0FE0B-717B-41AE-9FA2-CA4BF851D1C3}" type="slidenum">
              <a:rPr lang="zh-CN" altLang="en-US" smtClean="0"/>
              <a:t>24</a:t>
            </a:fld>
            <a:endParaRPr lang="zh-CN" altLang="en-US"/>
          </a:p>
        </p:txBody>
      </p:sp>
      <p:sp>
        <p:nvSpPr>
          <p:cNvPr id="3" name="Rectangle 2">
            <a:extLst>
              <a:ext uri="{FF2B5EF4-FFF2-40B4-BE49-F238E27FC236}">
                <a16:creationId xmlns:a16="http://schemas.microsoft.com/office/drawing/2014/main" id="{3FC50E0C-7569-4DBC-63BD-643E73F1D3C7}"/>
              </a:ext>
            </a:extLst>
          </p:cNvPr>
          <p:cNvSpPr>
            <a:spLocks noChangeArrowheads="1"/>
          </p:cNvSpPr>
          <p:nvPr/>
        </p:nvSpPr>
        <p:spPr bwMode="auto">
          <a:xfrm>
            <a:off x="481008" y="785328"/>
            <a:ext cx="5478178" cy="5762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33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pPr>
            <a:r>
              <a:rPr kumimoji="0" lang="zh-CN" altLang="zh-CN" b="1" i="0" u="none" strike="noStrike" cap="none" normalizeH="0" baseline="0" dirty="0">
                <a:ln>
                  <a:noFill/>
                </a:ln>
                <a:solidFill>
                  <a:schemeClr val="accent2">
                    <a:lumMod val="75000"/>
                  </a:schemeClr>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堆</a:t>
            </a:r>
            <a:r>
              <a:rPr kumimoji="0" lang="zh-CN"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是一类</a:t>
            </a:r>
            <a:r>
              <a:rPr kumimoji="0" lang="zh-CN" altLang="zh-CN" b="1" i="0" u="none" strike="noStrike" cap="none" normalizeH="0" baseline="0" dirty="0">
                <a:ln>
                  <a:noFill/>
                </a:ln>
                <a:solidFill>
                  <a:srgbClr val="041ABC"/>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完全二叉树</a:t>
            </a:r>
            <a:r>
              <a:rPr kumimoji="0" lang="zh-CN"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，可用于高效地实现排序、选择最小（大）值和优先队列等。</a:t>
            </a:r>
            <a:endParaRPr kumimoji="0" lang="zh-CN" altLang="zh-CN"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20000"/>
              </a:lnSpc>
              <a:spcBef>
                <a:spcPts val="600"/>
              </a:spcBef>
              <a:spcAft>
                <a:spcPct val="0"/>
              </a:spcAft>
              <a:buClrTx/>
              <a:buSzTx/>
              <a:buFontTx/>
              <a:buNone/>
              <a:tabLst/>
            </a:pPr>
            <a:r>
              <a:rPr lang="zh-CN" altLang="en-US" b="1" dirty="0">
                <a:solidFill>
                  <a:schemeClr val="accent2">
                    <a:lumMod val="75000"/>
                  </a:schemeClr>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是具有以下特性的</a:t>
            </a:r>
            <a:r>
              <a:rPr lang="zh-CN" altLang="en-US" b="1" dirty="0">
                <a:solidFill>
                  <a:srgbClr val="041ABC"/>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完全二叉树</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，其所有非叶子节点均不大于（或不小于）其左右孩子节点，即按完全二叉树的节点编号排列，</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个节点的关键字序列</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k</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k</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2</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k</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称为</a:t>
            </a:r>
            <a:r>
              <a:rPr kumimoji="0" lang="zh-CN" altLang="en-US" b="1" i="0" u="none" strike="noStrike" cap="none" normalizeH="0" baseline="0" dirty="0">
                <a:ln>
                  <a:noFill/>
                </a:ln>
                <a:solidFill>
                  <a:srgbClr val="C00000"/>
                </a:solidFill>
                <a:effectLst/>
                <a:latin typeface="+mn-lt"/>
                <a:ea typeface="宋体" panose="02010600030101010101" pitchFamily="2" charset="-122"/>
                <a:cs typeface="Times New Roman" panose="02020603050405020304" pitchFamily="18" charset="0"/>
              </a:rPr>
              <a:t>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，当且仅当满足以下关系：</a:t>
            </a:r>
            <a:endParaRPr kumimoji="0" lang="zh-CN"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zh-CN" altLang="en-US" b="1" i="0" u="none" strike="noStrike" cap="none" normalizeH="0" baseline="0" dirty="0">
                <a:ln>
                  <a:noFill/>
                </a:ln>
                <a:solidFill>
                  <a:schemeClr val="accent2">
                    <a:lumMod val="75000"/>
                  </a:schemeClr>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小顶堆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ki≤k2i</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ki≤k2i+1</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endParaRPr lang="en-US" altLang="zh-CN" b="1" dirty="0">
              <a:latin typeface="+mn-lt"/>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或    </a:t>
            </a:r>
            <a:r>
              <a:rPr lang="zh-CN" altLang="en-US" b="1" dirty="0">
                <a:solidFill>
                  <a:schemeClr val="accent2">
                    <a:lumMod val="75000"/>
                  </a:schemeClr>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大顶堆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ki≥k2i</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ki≥k2i+1</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i</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1, 2, …, </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/2</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en-US" altLang="zh-CN" b="1" i="0" u="none" strike="noStrike" cap="none" normalizeH="0" baseline="0" dirty="0">
              <a:ln>
                <a:noFill/>
              </a:ln>
              <a:solidFill>
                <a:schemeClr val="tx1"/>
              </a:solidFill>
              <a:effectLst/>
              <a:latin typeface="+mn-lt"/>
              <a:sym typeface="Symbol" panose="05050102010706020507" pitchFamily="18" charset="2"/>
            </a:endParaRPr>
          </a:p>
          <a:p>
            <a:pPr marL="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其中，若堆中所有非叶子节点均不大于其左右孩子节点，则称为</a:t>
            </a:r>
            <a:r>
              <a:rPr kumimoji="0" lang="zh-CN" altLang="en-US" b="1" i="0" u="none" strike="noStrike" cap="none" normalizeH="0" baseline="0" dirty="0">
                <a:ln>
                  <a:noFill/>
                </a:ln>
                <a:solidFill>
                  <a:schemeClr val="tx1"/>
                </a:solidFill>
                <a:effectLst/>
                <a:latin typeface="+mn-lt"/>
                <a:ea typeface="黑体" panose="02010609060101010101" pitchFamily="49" charset="-122"/>
                <a:cs typeface="Times New Roman" panose="02020603050405020304" pitchFamily="18" charset="0"/>
                <a:sym typeface="Symbol" panose="05050102010706020507" pitchFamily="18" charset="2"/>
              </a:rPr>
              <a:t>小顶堆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1" i="0" u="none" strike="noStrike" cap="none" normalizeH="0" baseline="0" dirty="0">
                <a:ln>
                  <a:noFill/>
                </a:ln>
                <a:solidFill>
                  <a:schemeClr val="tx1"/>
                </a:solidFill>
                <a:effectLst/>
                <a:latin typeface="+mn-lt"/>
                <a:ea typeface="黑体" panose="02010609060101010101" pitchFamily="49" charset="-122"/>
                <a:cs typeface="Times New Roman" panose="02020603050405020304" pitchFamily="18" charset="0"/>
                <a:sym typeface="Symbol" panose="05050102010706020507" pitchFamily="18" charset="2"/>
              </a:rPr>
              <a:t>小根堆</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1" i="0" u="none" strike="noStrike" cap="none" normalizeH="0" baseline="0" dirty="0">
                <a:ln>
                  <a:noFill/>
                </a:ln>
                <a:solidFill>
                  <a:schemeClr val="tx1"/>
                </a:solidFill>
                <a:effectLst/>
                <a:latin typeface="+mn-lt"/>
                <a:ea typeface="黑体" panose="02010609060101010101" pitchFamily="49" charset="-122"/>
                <a:cs typeface="Times New Roman" panose="02020603050405020304" pitchFamily="18" charset="0"/>
                <a:sym typeface="Symbol" panose="05050102010706020507" pitchFamily="18" charset="2"/>
              </a:rPr>
              <a:t>最小堆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6.13(a)</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给出了一个小顶堆示例；</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若堆中所有非叶子节点均不小于其左右孩子节点，则称为</a:t>
            </a:r>
            <a:r>
              <a:rPr kumimoji="0" lang="zh-CN" altLang="en-US" b="1" i="0" u="none" strike="noStrike" cap="none" normalizeH="0" baseline="0" dirty="0">
                <a:ln>
                  <a:noFill/>
                </a:ln>
                <a:solidFill>
                  <a:schemeClr val="tx1"/>
                </a:solidFill>
                <a:effectLst/>
                <a:latin typeface="+mn-lt"/>
                <a:ea typeface="黑体" panose="02010609060101010101" pitchFamily="49" charset="-122"/>
                <a:cs typeface="Times New Roman" panose="02020603050405020304" pitchFamily="18" charset="0"/>
                <a:sym typeface="Symbol" panose="05050102010706020507" pitchFamily="18" charset="2"/>
              </a:rPr>
              <a:t>大顶堆</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1" i="0" u="none" strike="noStrike" cap="none" normalizeH="0" baseline="0" dirty="0">
                <a:ln>
                  <a:noFill/>
                </a:ln>
                <a:solidFill>
                  <a:schemeClr val="tx1"/>
                </a:solidFill>
                <a:effectLst/>
                <a:latin typeface="+mn-lt"/>
                <a:ea typeface="黑体" panose="02010609060101010101" pitchFamily="49" charset="-122"/>
                <a:cs typeface="Times New Roman" panose="02020603050405020304" pitchFamily="18" charset="0"/>
                <a:sym typeface="Symbol" panose="05050102010706020507" pitchFamily="18" charset="2"/>
              </a:rPr>
              <a:t>大根堆</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1" i="0" u="none" strike="noStrike" cap="none" normalizeH="0" baseline="0" dirty="0">
                <a:ln>
                  <a:noFill/>
                </a:ln>
                <a:solidFill>
                  <a:schemeClr val="tx1"/>
                </a:solidFill>
                <a:effectLst/>
                <a:latin typeface="+mn-lt"/>
                <a:ea typeface="黑体" panose="02010609060101010101" pitchFamily="49" charset="-122"/>
                <a:cs typeface="Times New Roman" panose="02020603050405020304" pitchFamily="18" charset="0"/>
                <a:sym typeface="Symbol" panose="05050102010706020507" pitchFamily="18" charset="2"/>
              </a:rPr>
              <a:t>最大堆</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堆中的子树称为</a:t>
            </a:r>
            <a:r>
              <a:rPr kumimoji="0" lang="zh-CN" altLang="en-US" b="1" i="0" u="none" strike="noStrike" cap="none" normalizeH="0" baseline="0" dirty="0">
                <a:ln>
                  <a:noFill/>
                </a:ln>
                <a:solidFill>
                  <a:schemeClr val="tx1"/>
                </a:solidFill>
                <a:effectLst/>
                <a:latin typeface="+mn-lt"/>
                <a:ea typeface="黑体" panose="02010609060101010101" pitchFamily="49" charset="-122"/>
                <a:cs typeface="Times New Roman" panose="02020603050405020304" pitchFamily="18" charset="0"/>
                <a:sym typeface="Symbol" panose="05050102010706020507" pitchFamily="18" charset="2"/>
              </a:rPr>
              <a:t>子堆</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6.13(b)</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给出了一个大顶堆示例。图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6.13(c)</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给出的完全二叉树中，根节点</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58</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既不满足小顶堆特性，也不满足大顶堆特性，因此不是堆。</a:t>
            </a:r>
            <a:endParaRPr kumimoji="0" lang="zh-CN" altLang="en-US" b="0" i="0" u="none" strike="noStrike" cap="none" normalizeH="0" baseline="0" dirty="0">
              <a:ln>
                <a:noFill/>
              </a:ln>
              <a:solidFill>
                <a:schemeClr val="tx1"/>
              </a:solidFill>
              <a:effectLst/>
              <a:latin typeface="+mn-lt"/>
              <a:sym typeface="Symbol" panose="05050102010706020507" pitchFamily="18" charset="2"/>
            </a:endParaRPr>
          </a:p>
        </p:txBody>
      </p:sp>
      <p:pic>
        <p:nvPicPr>
          <p:cNvPr id="1025" name="图片 3">
            <a:extLst>
              <a:ext uri="{FF2B5EF4-FFF2-40B4-BE49-F238E27FC236}">
                <a16:creationId xmlns:a16="http://schemas.microsoft.com/office/drawing/2014/main" id="{477C5A63-0A31-0AF8-0CBF-36209073CC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2064" y="3577855"/>
            <a:ext cx="5283112" cy="192323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DAEE883-51B7-15FE-120E-C0ABE875235C}"/>
              </a:ext>
            </a:extLst>
          </p:cNvPr>
          <p:cNvSpPr>
            <a:spLocks noChangeArrowheads="1"/>
          </p:cNvSpPr>
          <p:nvPr/>
        </p:nvSpPr>
        <p:spPr bwMode="auto">
          <a:xfrm>
            <a:off x="6422063" y="851840"/>
            <a:ext cx="5033181" cy="2463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just"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堆中</a:t>
            </a:r>
            <a:r>
              <a:rPr kumimoji="0" lang="zh-CN" altLang="en-US" b="1" i="0" u="none" strike="noStrike" cap="none" normalizeH="0" baseline="0" dirty="0">
                <a:ln>
                  <a:noFill/>
                </a:ln>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根节点的位置</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称为</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堆顶</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b="1" i="0" u="none" strike="noStrike" cap="none" normalizeH="0" baseline="0" dirty="0">
                <a:ln>
                  <a:noFill/>
                </a:ln>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最后节点的位置</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称为</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堆尾</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b="1" dirty="0">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节点个数</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称为</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堆</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长度</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26670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由定义可知，小顶堆的堆顶节点必定为</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个节点的最小值，而大顶堆的堆顶节点必定为</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个节点的最大值。为了统一讨论大顶堆和小顶堆的实现，</a:t>
            </a:r>
            <a:r>
              <a:rPr kumimoji="0" lang="zh-CN" altLang="en-US" b="1"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引入节点的优先级的概念，对于大顶堆，关键字大者优先；对于小顶堆，关键字小者优先。</a:t>
            </a:r>
            <a:endParaRPr kumimoji="0" lang="zh-CN" altLang="en-US" b="1" i="0" u="none" strike="noStrike" cap="none" normalizeH="0" baseline="0" dirty="0">
              <a:ln>
                <a:noFill/>
              </a:ln>
              <a:solidFill>
                <a:schemeClr val="tx1"/>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2FAC874A-8DC4-D20A-F4DA-2D35DB4BE132}"/>
              </a:ext>
            </a:extLst>
          </p:cNvPr>
          <p:cNvSpPr txBox="1"/>
          <p:nvPr/>
        </p:nvSpPr>
        <p:spPr>
          <a:xfrm>
            <a:off x="6683144" y="5501094"/>
            <a:ext cx="4472320" cy="584775"/>
          </a:xfrm>
          <a:prstGeom prst="rect">
            <a:avLst/>
          </a:prstGeom>
          <a:noFill/>
        </p:spPr>
        <p:txBody>
          <a:bodyPr wrap="square">
            <a:spAutoFit/>
          </a:bodyPr>
          <a:lstStyle/>
          <a:p>
            <a:pPr marL="0" marR="0" lvl="0" indent="266700" algn="ctr" defTabSz="914400" rtl="0" eaLnBrk="0" fontAlgn="base" latinLnBrk="0" hangingPunct="0">
              <a:lnSpc>
                <a:spcPct val="100000"/>
              </a:lnSpc>
              <a:spcBef>
                <a:spcPct val="0"/>
              </a:spcBef>
              <a:spcAft>
                <a:spcPct val="0"/>
              </a:spcAft>
              <a:buClrTx/>
              <a:buSzTx/>
              <a:buFontTx/>
              <a:buNone/>
              <a:tabLst/>
              <a:defRPr/>
            </a:pPr>
            <a:r>
              <a:rPr kumimoji="0" lang="zh-CN" altLang="zh-CN" sz="1600" b="0" i="0" u="none" strike="noStrike" kern="1200" cap="none" spc="0" normalizeH="0" baseline="0" noProof="0" dirty="0">
                <a:ln>
                  <a:noFill/>
                </a:ln>
                <a:solidFill>
                  <a:prstClr val="black"/>
                </a:solidFill>
                <a:effectLst/>
                <a:uLnTx/>
                <a:uFillTx/>
                <a:latin typeface="+mj-ea"/>
                <a:ea typeface="+mj-ea"/>
                <a:cs typeface="Times New Roman" panose="02020603050405020304" pitchFamily="18" charset="0"/>
              </a:rPr>
              <a:t>图</a:t>
            </a:r>
            <a:r>
              <a:rPr kumimoji="0" lang="en-US" altLang="zh-CN" sz="1600" b="0" i="0" u="none" strike="noStrike" kern="1200" cap="none" spc="0" normalizeH="0" baseline="0" noProof="0" dirty="0">
                <a:ln>
                  <a:noFill/>
                </a:ln>
                <a:solidFill>
                  <a:prstClr val="black"/>
                </a:solidFill>
                <a:effectLst/>
                <a:uLnTx/>
                <a:uFillTx/>
                <a:latin typeface="+mj-ea"/>
                <a:ea typeface="+mj-ea"/>
                <a:cs typeface="Times New Roman" panose="02020603050405020304" pitchFamily="18" charset="0"/>
              </a:rPr>
              <a:t>6</a:t>
            </a:r>
            <a:r>
              <a:rPr kumimoji="0" lang="en-US" altLang="zh-CN" sz="16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rPr>
              <a:t>.13</a:t>
            </a:r>
            <a:r>
              <a:rPr kumimoji="0" lang="en-US" altLang="zh-CN" sz="1600" b="0" i="0" u="none" strike="noStrike" kern="1200" cap="none" spc="0" normalizeH="0" baseline="0" noProof="0" dirty="0">
                <a:ln>
                  <a:noFill/>
                </a:ln>
                <a:solidFill>
                  <a:prstClr val="black"/>
                </a:solidFill>
                <a:effectLst/>
                <a:uLnTx/>
                <a:uFillTx/>
                <a:latin typeface="+mj-ea"/>
                <a:ea typeface="+mj-ea"/>
                <a:cs typeface="Times New Roman" panose="02020603050405020304" pitchFamily="18" charset="0"/>
              </a:rPr>
              <a:t>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堆的示例和反例</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266700" algn="ctr" defTabSz="914400" rtl="0" eaLnBrk="0" fontAlgn="base" latinLnBrk="0" hangingPunct="0">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小顶堆；</a:t>
            </a:r>
            <a:r>
              <a:rPr kumimoji="0" lang="zh-CN" altLang="en-US" sz="1600" b="0" i="0" u="none" strike="noStrike" kern="12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 </a:t>
            </a:r>
            <a:r>
              <a:rPr kumimoji="0" lang="en-US" altLang="zh-CN" sz="1600" b="0" i="0" u="none" strike="noStrike" kern="12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(b)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大顶堆；</a:t>
            </a:r>
            <a:r>
              <a:rPr kumimoji="0" lang="zh-CN" altLang="en-US" sz="1600" b="0" i="0" u="none" strike="noStrike" kern="12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 </a:t>
            </a:r>
            <a:r>
              <a:rPr kumimoji="0" lang="en-US" altLang="zh-CN" sz="1600" b="0" i="0" u="none" strike="noStrike" kern="12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(c)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不是堆</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 name="文本框 7">
            <a:extLst>
              <a:ext uri="{FF2B5EF4-FFF2-40B4-BE49-F238E27FC236}">
                <a16:creationId xmlns:a16="http://schemas.microsoft.com/office/drawing/2014/main" id="{F05E8D97-9569-92A1-742F-3ABFB20D68BF}"/>
              </a:ext>
            </a:extLst>
          </p:cNvPr>
          <p:cNvSpPr txBox="1"/>
          <p:nvPr/>
        </p:nvSpPr>
        <p:spPr>
          <a:xfrm>
            <a:off x="1036675" y="255084"/>
            <a:ext cx="2987750" cy="461665"/>
          </a:xfrm>
          <a:prstGeom prst="rect">
            <a:avLst/>
          </a:prstGeom>
          <a:noFill/>
        </p:spPr>
        <p:txBody>
          <a:bodyPr wrap="square">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bmk="_Toc422493951">
                <a:ln>
                  <a:noFill/>
                </a:ln>
                <a:solidFill>
                  <a:schemeClr val="accent2">
                    <a:lumMod val="75000"/>
                  </a:schemeClr>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6.4.2  </a:t>
            </a:r>
            <a:r>
              <a:rPr kumimoji="0" lang="zh-CN" altLang="en-US" sz="2400" b="1" i="0" u="none" strike="noStrike" cap="none" normalizeH="0" baseline="0" dirty="0" bmk="_Toc422493951">
                <a:ln>
                  <a:noFill/>
                </a:ln>
                <a:solidFill>
                  <a:schemeClr val="accent2">
                    <a:lumMod val="7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堆的定义</a:t>
            </a:r>
            <a:endParaRPr kumimoji="0" lang="zh-CN" altLang="en-US" sz="2400" b="0" i="0" u="none" strike="noStrike" cap="none" normalizeH="0" baseline="0" dirty="0">
              <a:ln>
                <a:noFill/>
              </a:ln>
              <a:solidFill>
                <a:schemeClr val="accent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2936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grpId="0" nodeType="after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1025"/>
                                        </p:tgtEl>
                                        <p:attrNameLst>
                                          <p:attrName>style.visibility</p:attrName>
                                        </p:attrNameLst>
                                      </p:cBhvr>
                                      <p:to>
                                        <p:strVal val="visible"/>
                                      </p:to>
                                    </p:set>
                                    <p:animEffect transition="in" filter="randombar(horizontal)">
                                      <p:cBhvr>
                                        <p:cTn id="40" dur="1000"/>
                                        <p:tgtEl>
                                          <p:spTgt spid="1025"/>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randombar(horizontal)">
                                      <p:cBhvr>
                                        <p:cTn id="43" dur="10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4">
                                            <p:txEl>
                                              <p:pRg st="0" end="0"/>
                                            </p:txEl>
                                          </p:spTgt>
                                        </p:tgtEl>
                                        <p:attrNameLst>
                                          <p:attrName>style.visibility</p:attrName>
                                        </p:attrNameLst>
                                      </p:cBhvr>
                                      <p:to>
                                        <p:strVal val="visible"/>
                                      </p:to>
                                    </p:set>
                                    <p:animEffect transition="in" filter="wipe(up)">
                                      <p:cBhvr>
                                        <p:cTn id="62" dur="1000"/>
                                        <p:tgtEl>
                                          <p:spTgt spid="4">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4">
                                            <p:txEl>
                                              <p:pRg st="1" end="1"/>
                                            </p:txEl>
                                          </p:spTgt>
                                        </p:tgtEl>
                                        <p:attrNameLst>
                                          <p:attrName>style.visibility</p:attrName>
                                        </p:attrNameLst>
                                      </p:cBhvr>
                                      <p:to>
                                        <p:strVal val="visible"/>
                                      </p:to>
                                    </p:set>
                                    <p:animEffect transition="in" filter="wipe(up)">
                                      <p:cBhvr>
                                        <p:cTn id="67"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E6FB3FF-E2DB-215D-A122-D1B813406849}"/>
              </a:ext>
            </a:extLst>
          </p:cNvPr>
          <p:cNvSpPr>
            <a:spLocks noGrp="1"/>
          </p:cNvSpPr>
          <p:nvPr>
            <p:ph type="sldNum" sz="quarter" idx="12"/>
          </p:nvPr>
        </p:nvSpPr>
        <p:spPr/>
        <p:txBody>
          <a:bodyPr/>
          <a:lstStyle/>
          <a:p>
            <a:fld id="{D7C0FE0B-717B-41AE-9FA2-CA4BF851D1C3}" type="slidenum">
              <a:rPr lang="zh-CN" altLang="en-US" smtClean="0"/>
              <a:t>25</a:t>
            </a:fld>
            <a:endParaRPr lang="zh-CN" altLang="en-US"/>
          </a:p>
        </p:txBody>
      </p:sp>
      <p:sp>
        <p:nvSpPr>
          <p:cNvPr id="4" name="文本框 3">
            <a:extLst>
              <a:ext uri="{FF2B5EF4-FFF2-40B4-BE49-F238E27FC236}">
                <a16:creationId xmlns:a16="http://schemas.microsoft.com/office/drawing/2014/main" id="{4E2A993C-C9FF-6103-E8BD-F5399B5A7108}"/>
              </a:ext>
            </a:extLst>
          </p:cNvPr>
          <p:cNvSpPr txBox="1"/>
          <p:nvPr/>
        </p:nvSpPr>
        <p:spPr>
          <a:xfrm>
            <a:off x="537715" y="833655"/>
            <a:ext cx="11167644" cy="5692392"/>
          </a:xfrm>
          <a:prstGeom prst="rect">
            <a:avLst/>
          </a:prstGeom>
          <a:noFill/>
        </p:spPr>
        <p:txBody>
          <a:bodyPr wrap="square">
            <a:spAutoFit/>
          </a:bodyPr>
          <a:lstStyle/>
          <a:p>
            <a:pPr algn="l">
              <a:lnSpc>
                <a:spcPct val="120000"/>
              </a:lnSpc>
              <a:buNone/>
            </a:pPr>
            <a:r>
              <a:rPr lang="zh-CN" altLang="zh-CN" b="1" kern="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堆</a:t>
            </a:r>
            <a:r>
              <a:rPr lang="zh-CN" altLang="zh-CN" kern="0" dirty="0">
                <a:effectLst/>
                <a:latin typeface="Times New Roman" panose="02020603050405020304" pitchFamily="18" charset="0"/>
                <a:ea typeface="宋体" panose="02010600030101010101" pitchFamily="2" charset="-122"/>
                <a:cs typeface="Times New Roman" panose="02020603050405020304" pitchFamily="18" charset="0"/>
              </a:rPr>
              <a:t>是一棵完全二叉树。之前已将完全二叉树定义为顺序表指针类型。</a:t>
            </a:r>
            <a:endParaRPr lang="en-US" altLang="zh-CN" kern="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buNone/>
            </a:pPr>
            <a:r>
              <a:rPr lang="zh-CN" altLang="zh-CN" kern="0" dirty="0">
                <a:effectLst/>
                <a:latin typeface="Times New Roman" panose="02020603050405020304" pitchFamily="18" charset="0"/>
                <a:ea typeface="宋体" panose="02010600030101010101" pitchFamily="2" charset="-122"/>
                <a:cs typeface="Times New Roman" panose="02020603050405020304" pitchFamily="18" charset="0"/>
              </a:rPr>
              <a:t>类似地，定义堆</a:t>
            </a:r>
            <a:r>
              <a:rPr lang="zh-CN" altLang="en-US" kern="0" dirty="0">
                <a:effectLst/>
                <a:latin typeface="Times New Roman" panose="02020603050405020304" pitchFamily="18" charset="0"/>
                <a:ea typeface="宋体" panose="02010600030101010101" pitchFamily="2" charset="-122"/>
                <a:cs typeface="Times New Roman" panose="02020603050405020304" pitchFamily="18" charset="0"/>
              </a:rPr>
              <a:t>为顺序表</a:t>
            </a:r>
            <a:r>
              <a:rPr lang="zh-CN" altLang="zh-CN" kern="0" dirty="0">
                <a:effectLst/>
                <a:latin typeface="Times New Roman" panose="02020603050405020304" pitchFamily="18" charset="0"/>
                <a:ea typeface="宋体" panose="02010600030101010101" pitchFamily="2" charset="-122"/>
                <a:cs typeface="Times New Roman" panose="02020603050405020304" pitchFamily="18" charset="0"/>
              </a:rPr>
              <a:t>类型（小顶堆和大顶堆的主要差别在与操作中调用的优先级比较函数不同），并将数据元素的类型定义为含有两个域的结构体，</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分别</a:t>
            </a:r>
            <a:r>
              <a:rPr lang="zh-CN" altLang="zh-CN" kern="0" dirty="0">
                <a:effectLst/>
                <a:latin typeface="Times New Roman" panose="02020603050405020304" pitchFamily="18" charset="0"/>
                <a:ea typeface="宋体" panose="02010600030101010101" pitchFamily="2" charset="-122"/>
                <a:cs typeface="Times New Roman" panose="02020603050405020304" pitchFamily="18" charset="0"/>
              </a:rPr>
              <a:t>是用于比较优先级的关键字域</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key</a:t>
            </a:r>
            <a:r>
              <a:rPr lang="zh-CN" altLang="zh-CN" kern="0" dirty="0">
                <a:effectLst/>
                <a:latin typeface="Times New Roman" panose="02020603050405020304" pitchFamily="18" charset="0"/>
                <a:ea typeface="宋体" panose="02010600030101010101" pitchFamily="2" charset="-122"/>
                <a:cs typeface="Times New Roman" panose="02020603050405020304" pitchFamily="18" charset="0"/>
              </a:rPr>
              <a:t>，与应用相关的信息域</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other</a:t>
            </a:r>
            <a:r>
              <a:rPr lang="zh-CN" altLang="zh-CN" kern="0" dirty="0">
                <a:effectLst/>
                <a:latin typeface="Times New Roman" panose="02020603050405020304" pitchFamily="18" charset="0"/>
                <a:ea typeface="宋体" panose="02010600030101010101" pitchFamily="2" charset="-122"/>
                <a:cs typeface="Times New Roman" panose="02020603050405020304" pitchFamily="18" charset="0"/>
              </a:rPr>
              <a:t>（在算法中被省略）。</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l">
              <a:lnSpc>
                <a:spcPct val="120000"/>
              </a:lnSpc>
              <a:spcBef>
                <a:spcPts val="600"/>
              </a:spcBef>
              <a:buNone/>
            </a:pP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typedef struct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l">
              <a:lnSpc>
                <a:spcPct val="120000"/>
              </a:lnSpc>
              <a:buNone/>
            </a:pP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关键字域</a:t>
            </a:r>
            <a:endParaRPr lang="zh-CN" altLang="zh-CN"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pP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OtherType</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other;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其他数据域（除关键字之外的其他数据信息）</a:t>
            </a:r>
          </a:p>
          <a:p>
            <a:pPr>
              <a:lnSpc>
                <a:spcPct val="120000"/>
              </a:lnSpc>
            </a:pP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数据元素类型（这里是含关键字的多域数据类型，可按应用需求定义）</a:t>
            </a:r>
          </a:p>
          <a:p>
            <a:pPr algn="l">
              <a:lnSpc>
                <a:spcPct val="120000"/>
              </a:lnSpc>
              <a:spcAft>
                <a:spcPts val="600"/>
              </a:spcAft>
              <a:buNone/>
            </a:pP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SqList</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Heap;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与顺序表相同的堆指针类型</a:t>
            </a:r>
          </a:p>
          <a:p>
            <a:pPr algn="l">
              <a:lnSpc>
                <a:spcPct val="120000"/>
              </a:lnSpc>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数据元素的关键字项可根据实际情况确定，但关键字类型应是可比较的。不同的元素类型，要定义相应的优先函数。假设可使用比较运算，</a:t>
            </a:r>
            <a:r>
              <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大顶堆</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和</a:t>
            </a:r>
            <a:r>
              <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小顶堆</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的</a:t>
            </a:r>
            <a:r>
              <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优先函数</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可分别定义为：</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l">
              <a:lnSpc>
                <a:spcPct val="120000"/>
              </a:lnSpc>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greatPrior</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x,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y) </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return</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x.key</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y.key</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大顶堆优先函数</a:t>
            </a:r>
            <a:endParaRPr lang="zh-CN" altLang="zh-CN"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l">
              <a:lnSpc>
                <a:spcPct val="120000"/>
              </a:lnSpc>
              <a:spcAft>
                <a:spcPts val="600"/>
              </a:spcAf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lessPrior</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x,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y) </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return</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x.key</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kern="0" dirty="0" err="1">
                <a:effectLst/>
                <a:latin typeface="Courier New" panose="02070309020205020404" pitchFamily="49" charset="0"/>
                <a:ea typeface="宋体" panose="02010600030101010101" pitchFamily="2" charset="-122"/>
                <a:cs typeface="Times New Roman" panose="02020603050405020304" pitchFamily="18" charset="0"/>
              </a:rPr>
              <a:t>y.key</a:t>
            </a:r>
            <a:r>
              <a:rPr lang="en-US" altLang="zh-CN"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小顶堆优先函数</a:t>
            </a:r>
          </a:p>
          <a:p>
            <a:pPr>
              <a:lnSpc>
                <a:spcPct val="120000"/>
              </a:lnSpc>
              <a:spcAft>
                <a:spcPts val="600"/>
              </a:spcAft>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int </a:t>
            </a:r>
            <a:r>
              <a:rPr lang="en-US" altLang="zh-CN" kern="100" dirty="0">
                <a:latin typeface="Courier New" panose="02070309020205020404" pitchFamily="49" charset="0"/>
                <a:ea typeface="宋体" panose="02010600030101010101" pitchFamily="2" charset="-122"/>
                <a:cs typeface="Times New Roman" panose="02020603050405020304" pitchFamily="18" charset="0"/>
              </a:rPr>
              <a:t>Prior(</a:t>
            </a:r>
            <a:r>
              <a:rPr lang="en-US" altLang="zh-CN" kern="100" dirty="0" err="1">
                <a:latin typeface="Courier New" panose="02070309020205020404" pitchFamily="49" charset="0"/>
                <a:ea typeface="宋体" panose="02010600030101010101" pitchFamily="2" charset="-122"/>
                <a:cs typeface="Times New Roman" panose="02020603050405020304" pitchFamily="18" charset="0"/>
              </a:rPr>
              <a:t>ElemType</a:t>
            </a:r>
            <a:r>
              <a:rPr lang="en-US" altLang="zh-CN" kern="100" dirty="0">
                <a:latin typeface="Courier New" panose="02070309020205020404" pitchFamily="49" charset="0"/>
                <a:ea typeface="宋体" panose="02010600030101010101" pitchFamily="2" charset="-122"/>
                <a:cs typeface="Times New Roman" panose="02020603050405020304" pitchFamily="18" charset="0"/>
              </a:rPr>
              <a:t> x, </a:t>
            </a:r>
            <a:r>
              <a:rPr lang="en-US" altLang="zh-CN" kern="100" dirty="0" err="1">
                <a:latin typeface="Courier New" panose="02070309020205020404" pitchFamily="49" charset="0"/>
                <a:ea typeface="宋体" panose="02010600030101010101" pitchFamily="2" charset="-122"/>
                <a:cs typeface="Times New Roman" panose="02020603050405020304" pitchFamily="18" charset="0"/>
              </a:rPr>
              <a:t>ElemType</a:t>
            </a:r>
            <a:r>
              <a:rPr lang="en-US" altLang="zh-CN" kern="100" dirty="0">
                <a:latin typeface="Courier New" panose="02070309020205020404" pitchFamily="49" charset="0"/>
                <a:ea typeface="宋体" panose="02010600030101010101" pitchFamily="2" charset="-122"/>
                <a:cs typeface="Times New Roman" panose="02020603050405020304" pitchFamily="18" charset="0"/>
              </a:rPr>
              <a:t> y);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堆操作的优先函数变量，建堆时赋予相应的优先函数</a:t>
            </a:r>
          </a:p>
          <a:p>
            <a:pPr algn="just">
              <a:lnSpc>
                <a:spcPct val="120000"/>
              </a:lnSpc>
            </a:pPr>
            <a:r>
              <a:rPr lang="zh-CN" altLang="zh-CN" kern="100" dirty="0">
                <a:effectLst/>
                <a:latin typeface="等线" panose="02010600030101010101" pitchFamily="2" charset="-122"/>
                <a:ea typeface="宋体" panose="02010600030101010101" pitchFamily="2" charset="-122"/>
                <a:cs typeface="Times New Roman" panose="02020603050405020304" pitchFamily="18" charset="0"/>
              </a:rPr>
              <a:t>在实际应用中，堆的用途广泛，对不同的元素类型，需要定义对应的优先函数</a:t>
            </a:r>
            <a:r>
              <a:rPr lang="zh-CN" altLang="zh-CN" dirty="0"/>
              <a:t>，并赋予优先函数变量</a:t>
            </a:r>
            <a:r>
              <a:rPr lang="en-US" altLang="zh-CN" dirty="0">
                <a:latin typeface="Courier New" panose="02070309020205020404" pitchFamily="49" charset="0"/>
                <a:cs typeface="Courier New" panose="02070309020205020404" pitchFamily="49" charset="0"/>
              </a:rPr>
              <a:t>Prior</a:t>
            </a:r>
            <a:r>
              <a:rPr lang="zh-CN" altLang="zh-CN" kern="100" dirty="0">
                <a:effectLst/>
                <a:latin typeface="等线" panose="02010600030101010101" pitchFamily="2" charset="-122"/>
                <a:ea typeface="宋体" panose="02010600030101010101" pitchFamily="2" charset="-122"/>
                <a:cs typeface="Times New Roman" panose="02020603050405020304" pitchFamily="18" charset="0"/>
              </a:rPr>
              <a:t>。在第</a:t>
            </a:r>
            <a:r>
              <a:rPr lang="en-US" altLang="zh-CN" kern="100" dirty="0">
                <a:effectLst/>
                <a:latin typeface="等线" panose="02010600030101010101" pitchFamily="2" charset="-122"/>
                <a:ea typeface="宋体" panose="02010600030101010101" pitchFamily="2" charset="-122"/>
                <a:cs typeface="Times New Roman" panose="02020603050405020304" pitchFamily="18" charset="0"/>
              </a:rPr>
              <a:t>7</a:t>
            </a:r>
            <a:r>
              <a:rPr lang="zh-CN" altLang="zh-CN" kern="100" dirty="0">
                <a:effectLst/>
                <a:latin typeface="等线" panose="02010600030101010101" pitchFamily="2" charset="-122"/>
                <a:ea typeface="宋体" panose="02010600030101010101" pitchFamily="2" charset="-122"/>
                <a:cs typeface="Times New Roman" panose="02020603050405020304" pitchFamily="18" charset="0"/>
              </a:rPr>
              <a:t>章有多个算法用到了堆，将可看到不同的优先函数。</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689020F1-02F6-B296-D538-00A6707AB5B5}"/>
              </a:ext>
            </a:extLst>
          </p:cNvPr>
          <p:cNvSpPr txBox="1"/>
          <p:nvPr/>
        </p:nvSpPr>
        <p:spPr>
          <a:xfrm>
            <a:off x="1323916" y="278143"/>
            <a:ext cx="2698322" cy="461665"/>
          </a:xfrm>
          <a:prstGeom prst="rect">
            <a:avLst/>
          </a:prstGeom>
          <a:noFill/>
        </p:spPr>
        <p:txBody>
          <a:bodyPr wrap="square">
            <a:spAutoFit/>
          </a:bodyPr>
          <a:lstStyle/>
          <a:p>
            <a:r>
              <a:rPr lang="zh-CN" altLang="zh-CN" sz="2400" b="1" kern="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堆的存储表示</a:t>
            </a:r>
            <a:r>
              <a:rPr lang="zh-CN" altLang="zh-CN" sz="2400" b="1" kern="0" dirty="0">
                <a:solidFill>
                  <a:srgbClr val="C00000"/>
                </a:solidFill>
                <a:effectLst>
                  <a:outerShdw blurRad="38100" dist="38100" dir="2700000" algn="tl">
                    <a:srgbClr val="000000">
                      <a:alpha val="43137"/>
                    </a:srgbClr>
                  </a:outerShdw>
                </a:effectLst>
                <a:latin typeface="等线" panose="02010600030101010101" pitchFamily="2" charset="-122"/>
                <a:ea typeface="Courier New" panose="02070309020205020404" pitchFamily="49" charset="0"/>
                <a:cs typeface="Times New Roman" panose="02020603050405020304" pitchFamily="18" charset="0"/>
              </a:rPr>
              <a:t> </a:t>
            </a:r>
            <a:endParaRPr lang="zh-CN" altLang="en-US" sz="24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346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1000"/>
                                        <p:tgtEl>
                                          <p:spTgt spid="4">
                                            <p:txEl>
                                              <p:pRg st="2" end="2"/>
                                            </p:txEl>
                                          </p:spTgt>
                                        </p:tgtEl>
                                      </p:cBhvr>
                                    </p:animEffect>
                                    <p:anim calcmode="lin" valueType="num">
                                      <p:cBhvr>
                                        <p:cTn id="2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1000"/>
                                        <p:tgtEl>
                                          <p:spTgt spid="4">
                                            <p:txEl>
                                              <p:pRg st="3" end="3"/>
                                            </p:txEl>
                                          </p:spTgt>
                                        </p:tgtEl>
                                      </p:cBhvr>
                                    </p:animEffect>
                                    <p:anim calcmode="lin" valueType="num">
                                      <p:cBhvr>
                                        <p:cTn id="2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fade">
                                      <p:cBhvr>
                                        <p:cTn id="30" dur="1000"/>
                                        <p:tgtEl>
                                          <p:spTgt spid="4">
                                            <p:txEl>
                                              <p:pRg st="4" end="4"/>
                                            </p:txEl>
                                          </p:spTgt>
                                        </p:tgtEl>
                                      </p:cBhvr>
                                    </p:animEffect>
                                    <p:anim calcmode="lin" valueType="num">
                                      <p:cBhvr>
                                        <p:cTn id="3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1000"/>
                                        <p:tgtEl>
                                          <p:spTgt spid="4">
                                            <p:txEl>
                                              <p:pRg st="5" end="5"/>
                                            </p:txEl>
                                          </p:spTgt>
                                        </p:tgtEl>
                                      </p:cBhvr>
                                    </p:animEffect>
                                    <p:anim calcmode="lin" valueType="num">
                                      <p:cBhvr>
                                        <p:cTn id="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1000"/>
                                        <p:tgtEl>
                                          <p:spTgt spid="4">
                                            <p:txEl>
                                              <p:pRg st="6" end="6"/>
                                            </p:txEl>
                                          </p:spTgt>
                                        </p:tgtEl>
                                      </p:cBhvr>
                                    </p:animEffect>
                                    <p:anim calcmode="lin" valueType="num">
                                      <p:cBhvr>
                                        <p:cTn id="41"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Effect transition="in" filter="fade">
                                      <p:cBhvr>
                                        <p:cTn id="47" dur="1000"/>
                                        <p:tgtEl>
                                          <p:spTgt spid="4">
                                            <p:txEl>
                                              <p:pRg st="7" end="7"/>
                                            </p:txEl>
                                          </p:spTgt>
                                        </p:tgtEl>
                                      </p:cBhvr>
                                    </p:animEffect>
                                    <p:anim calcmode="lin" valueType="num">
                                      <p:cBhvr>
                                        <p:cTn id="4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grpId="0" nodeType="after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animEffect transition="in" filter="fade">
                                      <p:cBhvr>
                                        <p:cTn id="53" dur="1000"/>
                                        <p:tgtEl>
                                          <p:spTgt spid="4">
                                            <p:txEl>
                                              <p:pRg st="8" end="8"/>
                                            </p:txEl>
                                          </p:spTgt>
                                        </p:tgtEl>
                                      </p:cBhvr>
                                    </p:animEffect>
                                    <p:anim calcmode="lin" valueType="num">
                                      <p:cBhvr>
                                        <p:cTn id="5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par>
                          <p:cTn id="56" fill="hold">
                            <p:stCondLst>
                              <p:cond delay="2000"/>
                            </p:stCondLst>
                            <p:childTnLst>
                              <p:par>
                                <p:cTn id="57" presetID="42" presetClass="entr" presetSubtype="0" fill="hold" grpId="0" nodeType="after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animEffect transition="in" filter="fade">
                                      <p:cBhvr>
                                        <p:cTn id="59" dur="1000"/>
                                        <p:tgtEl>
                                          <p:spTgt spid="4">
                                            <p:txEl>
                                              <p:pRg st="9" end="9"/>
                                            </p:txEl>
                                          </p:spTgt>
                                        </p:tgtEl>
                                      </p:cBhvr>
                                    </p:animEffect>
                                    <p:anim calcmode="lin" valueType="num">
                                      <p:cBhvr>
                                        <p:cTn id="60"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par>
                          <p:cTn id="62" fill="hold">
                            <p:stCondLst>
                              <p:cond delay="3000"/>
                            </p:stCondLst>
                            <p:childTnLst>
                              <p:par>
                                <p:cTn id="63" presetID="42" presetClass="entr" presetSubtype="0" fill="hold" grpId="0" nodeType="after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animEffect transition="in" filter="fade">
                                      <p:cBhvr>
                                        <p:cTn id="65" dur="1000"/>
                                        <p:tgtEl>
                                          <p:spTgt spid="4">
                                            <p:txEl>
                                              <p:pRg st="10" end="10"/>
                                            </p:txEl>
                                          </p:spTgt>
                                        </p:tgtEl>
                                      </p:cBhvr>
                                    </p:animEffect>
                                    <p:anim calcmode="lin" valueType="num">
                                      <p:cBhvr>
                                        <p:cTn id="6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4">
                                            <p:txEl>
                                              <p:pRg st="11" end="11"/>
                                            </p:txEl>
                                          </p:spTgt>
                                        </p:tgtEl>
                                        <p:attrNameLst>
                                          <p:attrName>style.visibility</p:attrName>
                                        </p:attrNameLst>
                                      </p:cBhvr>
                                      <p:to>
                                        <p:strVal val="visible"/>
                                      </p:to>
                                    </p:set>
                                    <p:animEffect transition="in" filter="fade">
                                      <p:cBhvr>
                                        <p:cTn id="72" dur="1000"/>
                                        <p:tgtEl>
                                          <p:spTgt spid="4">
                                            <p:txEl>
                                              <p:pRg st="11" end="11"/>
                                            </p:txEl>
                                          </p:spTgt>
                                        </p:tgtEl>
                                      </p:cBhvr>
                                    </p:animEffect>
                                    <p:anim calcmode="lin" valueType="num">
                                      <p:cBhvr>
                                        <p:cTn id="73"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接连接符 42">
            <a:extLst>
              <a:ext uri="{FF2B5EF4-FFF2-40B4-BE49-F238E27FC236}">
                <a16:creationId xmlns:a16="http://schemas.microsoft.com/office/drawing/2014/main" id="{72C2E12E-22C1-4657-BD85-45DB1050FD08}"/>
              </a:ext>
            </a:extLst>
          </p:cNvPr>
          <p:cNvCxnSpPr>
            <a:cxnSpLocks/>
          </p:cNvCxnSpPr>
          <p:nvPr/>
        </p:nvCxnSpPr>
        <p:spPr>
          <a:xfrm>
            <a:off x="1051994" y="5802063"/>
            <a:ext cx="1159931"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40" name="直接连接符 39">
            <a:extLst>
              <a:ext uri="{FF2B5EF4-FFF2-40B4-BE49-F238E27FC236}">
                <a16:creationId xmlns:a16="http://schemas.microsoft.com/office/drawing/2014/main" id="{76AD5C59-613D-713A-86B7-3C65B36E5096}"/>
              </a:ext>
            </a:extLst>
          </p:cNvPr>
          <p:cNvCxnSpPr>
            <a:cxnSpLocks/>
          </p:cNvCxnSpPr>
          <p:nvPr/>
        </p:nvCxnSpPr>
        <p:spPr>
          <a:xfrm flipV="1">
            <a:off x="1051994" y="5509485"/>
            <a:ext cx="2670796" cy="365"/>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8" name="直接连接符 37">
            <a:extLst>
              <a:ext uri="{FF2B5EF4-FFF2-40B4-BE49-F238E27FC236}">
                <a16:creationId xmlns:a16="http://schemas.microsoft.com/office/drawing/2014/main" id="{91972879-C2F8-124D-A4A8-B13824CE3F60}"/>
              </a:ext>
            </a:extLst>
          </p:cNvPr>
          <p:cNvCxnSpPr>
            <a:cxnSpLocks/>
          </p:cNvCxnSpPr>
          <p:nvPr/>
        </p:nvCxnSpPr>
        <p:spPr>
          <a:xfrm>
            <a:off x="1051994" y="5215936"/>
            <a:ext cx="5045948"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3" name="直接连接符 32">
            <a:extLst>
              <a:ext uri="{FF2B5EF4-FFF2-40B4-BE49-F238E27FC236}">
                <a16:creationId xmlns:a16="http://schemas.microsoft.com/office/drawing/2014/main" id="{1CF2281B-1FEC-A491-0052-15A43E9D612B}"/>
              </a:ext>
            </a:extLst>
          </p:cNvPr>
          <p:cNvCxnSpPr>
            <a:cxnSpLocks/>
          </p:cNvCxnSpPr>
          <p:nvPr/>
        </p:nvCxnSpPr>
        <p:spPr>
          <a:xfrm>
            <a:off x="1051994" y="4684123"/>
            <a:ext cx="6637859"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1" name="直接连接符 30">
            <a:extLst>
              <a:ext uri="{FF2B5EF4-FFF2-40B4-BE49-F238E27FC236}">
                <a16:creationId xmlns:a16="http://schemas.microsoft.com/office/drawing/2014/main" id="{50BBF92C-1AD8-55BF-1075-458DB7290713}"/>
              </a:ext>
            </a:extLst>
          </p:cNvPr>
          <p:cNvCxnSpPr>
            <a:cxnSpLocks/>
          </p:cNvCxnSpPr>
          <p:nvPr/>
        </p:nvCxnSpPr>
        <p:spPr>
          <a:xfrm>
            <a:off x="1051994" y="4415836"/>
            <a:ext cx="2319864"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0" name="直接连接符 29">
            <a:extLst>
              <a:ext uri="{FF2B5EF4-FFF2-40B4-BE49-F238E27FC236}">
                <a16:creationId xmlns:a16="http://schemas.microsoft.com/office/drawing/2014/main" id="{111672D3-7320-5639-AAD6-1C7B4BC59A57}"/>
              </a:ext>
            </a:extLst>
          </p:cNvPr>
          <p:cNvCxnSpPr/>
          <p:nvPr/>
        </p:nvCxnSpPr>
        <p:spPr>
          <a:xfrm>
            <a:off x="1051994" y="4144727"/>
            <a:ext cx="1934776"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8358FDB8-E291-11AF-0DD9-5E30FCD2CDBD}"/>
              </a:ext>
            </a:extLst>
          </p:cNvPr>
          <p:cNvSpPr txBox="1"/>
          <p:nvPr/>
        </p:nvSpPr>
        <p:spPr>
          <a:xfrm>
            <a:off x="474316" y="3400003"/>
            <a:ext cx="10649153" cy="3139321"/>
          </a:xfrm>
          <a:prstGeom prst="rect">
            <a:avLst/>
          </a:prstGeom>
          <a:noFill/>
        </p:spPr>
        <p:txBody>
          <a:bodyPr wrap="square">
            <a:spAutoFit/>
          </a:bodyPr>
          <a:lstStyle/>
          <a:p>
            <a:pPr algn="l">
              <a:buNone/>
            </a:pPr>
            <a:r>
              <a:rPr lang="en-US" altLang="zh-CN" sz="1800"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void</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SiftDown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MaxHeap</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pos)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对</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pos</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元素筛选，将其为根的子树调整为子堆</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(pos &lt;=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/2)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元素为叶子节点，循环结束</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c = pos*2;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元素的左孩子位置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 pos*2+1;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rc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元素的右孩子位置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&lt;=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&amp;&amp;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Prior(H-&gt;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[c],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c =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元素的左、右孩子中较优先者的位置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(H-&gt;prior(H-&gt;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[pos],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[c]))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元素较优先，则结束</a:t>
            </a:r>
          </a:p>
          <a:p>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swapElem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(H, pos, c);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否则</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元素和较优先的</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元素交换位置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pos = c;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继续向下调整</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l">
              <a:buNone/>
            </a:pP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grpSp>
        <p:nvGrpSpPr>
          <p:cNvPr id="44" name="组合 43">
            <a:extLst>
              <a:ext uri="{FF2B5EF4-FFF2-40B4-BE49-F238E27FC236}">
                <a16:creationId xmlns:a16="http://schemas.microsoft.com/office/drawing/2014/main" id="{36EE73BD-2369-8677-4653-88EC28109F27}"/>
              </a:ext>
            </a:extLst>
          </p:cNvPr>
          <p:cNvGrpSpPr/>
          <p:nvPr/>
        </p:nvGrpSpPr>
        <p:grpSpPr>
          <a:xfrm>
            <a:off x="5663046" y="3454668"/>
            <a:ext cx="6057942" cy="3167207"/>
            <a:chOff x="5709805" y="3616037"/>
            <a:chExt cx="6057942" cy="3037012"/>
          </a:xfrm>
        </p:grpSpPr>
        <p:sp>
          <p:nvSpPr>
            <p:cNvPr id="13" name="矩形 12">
              <a:extLst>
                <a:ext uri="{FF2B5EF4-FFF2-40B4-BE49-F238E27FC236}">
                  <a16:creationId xmlns:a16="http://schemas.microsoft.com/office/drawing/2014/main" id="{C5D75F1D-E722-4F78-E83F-16FF93D008E2}"/>
                </a:ext>
              </a:extLst>
            </p:cNvPr>
            <p:cNvSpPr/>
            <p:nvPr/>
          </p:nvSpPr>
          <p:spPr>
            <a:xfrm>
              <a:off x="8697191" y="3616037"/>
              <a:ext cx="3070556" cy="2048090"/>
            </a:xfrm>
            <a:prstGeom prst="rect">
              <a:avLst/>
            </a:prstGeom>
            <a:solidFill>
              <a:srgbClr val="F0FAEC"/>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a:extLst>
                <a:ext uri="{FF2B5EF4-FFF2-40B4-BE49-F238E27FC236}">
                  <a16:creationId xmlns:a16="http://schemas.microsoft.com/office/drawing/2014/main" id="{8AFB42F1-B2AA-8191-7E08-63CF2735FD42}"/>
                </a:ext>
              </a:extLst>
            </p:cNvPr>
            <p:cNvSpPr/>
            <p:nvPr/>
          </p:nvSpPr>
          <p:spPr>
            <a:xfrm>
              <a:off x="5709805" y="5664127"/>
              <a:ext cx="6057942" cy="988922"/>
            </a:xfrm>
            <a:prstGeom prst="rect">
              <a:avLst/>
            </a:prstGeom>
            <a:solidFill>
              <a:srgbClr val="F0FAEC"/>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41">
              <a:extLst>
                <a:ext uri="{FF2B5EF4-FFF2-40B4-BE49-F238E27FC236}">
                  <a16:creationId xmlns:a16="http://schemas.microsoft.com/office/drawing/2014/main" id="{713A35B6-AA8D-D75C-6DD6-8AFD33C3EA57}"/>
                </a:ext>
              </a:extLst>
            </p:cNvPr>
            <p:cNvSpPr/>
            <p:nvPr/>
          </p:nvSpPr>
          <p:spPr>
            <a:xfrm>
              <a:off x="8715375" y="5636991"/>
              <a:ext cx="3034188" cy="86023"/>
            </a:xfrm>
            <a:prstGeom prst="rect">
              <a:avLst/>
            </a:prstGeom>
            <a:solidFill>
              <a:srgbClr val="F0FA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灯片编号占位符 1">
            <a:extLst>
              <a:ext uri="{FF2B5EF4-FFF2-40B4-BE49-F238E27FC236}">
                <a16:creationId xmlns:a16="http://schemas.microsoft.com/office/drawing/2014/main" id="{6D0D3314-BFC7-C2F9-234A-C7FEFE360949}"/>
              </a:ext>
            </a:extLst>
          </p:cNvPr>
          <p:cNvSpPr>
            <a:spLocks noGrp="1"/>
          </p:cNvSpPr>
          <p:nvPr>
            <p:ph type="sldNum" sz="quarter" idx="12"/>
          </p:nvPr>
        </p:nvSpPr>
        <p:spPr>
          <a:xfrm>
            <a:off x="8563841" y="6194981"/>
            <a:ext cx="2743200" cy="365125"/>
          </a:xfrm>
        </p:spPr>
        <p:txBody>
          <a:bodyPr/>
          <a:lstStyle/>
          <a:p>
            <a:fld id="{D7C0FE0B-717B-41AE-9FA2-CA4BF851D1C3}" type="slidenum">
              <a:rPr lang="zh-CN" altLang="en-US" smtClean="0"/>
              <a:t>26</a:t>
            </a:fld>
            <a:endParaRPr lang="zh-CN" altLang="en-US"/>
          </a:p>
        </p:txBody>
      </p:sp>
      <p:sp>
        <p:nvSpPr>
          <p:cNvPr id="4" name="文本框 3">
            <a:extLst>
              <a:ext uri="{FF2B5EF4-FFF2-40B4-BE49-F238E27FC236}">
                <a16:creationId xmlns:a16="http://schemas.microsoft.com/office/drawing/2014/main" id="{ED922946-9324-438A-4BFC-B6BE9682F758}"/>
              </a:ext>
            </a:extLst>
          </p:cNvPr>
          <p:cNvSpPr txBox="1"/>
          <p:nvPr/>
        </p:nvSpPr>
        <p:spPr>
          <a:xfrm>
            <a:off x="424253" y="950462"/>
            <a:ext cx="5671747" cy="2343206"/>
          </a:xfrm>
          <a:prstGeom prst="rect">
            <a:avLst/>
          </a:prstGeom>
          <a:noFill/>
        </p:spPr>
        <p:txBody>
          <a:bodyPr wrap="square">
            <a:spAutoFit/>
          </a:bodyPr>
          <a:lstStyle/>
          <a:p>
            <a:pPr indent="266700" algn="just">
              <a:lnSpc>
                <a:spcPct val="115000"/>
              </a:lnSpc>
              <a:buNone/>
            </a:pPr>
            <a:r>
              <a:rPr lang="en-US"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堆的筛选</a:t>
            </a:r>
            <a:r>
              <a:rPr lang="en-US"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a:t>
            </a:r>
            <a:r>
              <a:rPr lang="zh-CN" altLang="en-US" sz="2000" b="1" kern="100"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算法</a:t>
            </a:r>
            <a:r>
              <a:rPr lang="en-US"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6.11</a:t>
            </a:r>
            <a:endPar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堆的</a:t>
            </a:r>
            <a:r>
              <a:rPr lang="zh-CN" altLang="zh-CN" sz="1800" b="1" kern="100"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筛选操作</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是将一个可能尚未成堆的二叉树中指定的以</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pos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节点为根的子树调整为子堆，其前提是</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pos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节点的左右子树均为子堆。</a:t>
            </a:r>
            <a:r>
              <a:rPr lang="zh-CN"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筛选操作的过程</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为：将</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pos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节点与左右孩子中较优先者比较，若</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pos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节点较优先则结束；否则</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pos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节点与较优先的孩子交换位置，</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pos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位标下移。重复上述步骤，直到</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pos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指示叶子节点为止。</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5371EAAE-B932-F9AF-AC71-C1DA67E8ABE6}"/>
              </a:ext>
            </a:extLst>
          </p:cNvPr>
          <p:cNvSpPr txBox="1"/>
          <p:nvPr/>
        </p:nvSpPr>
        <p:spPr>
          <a:xfrm>
            <a:off x="1039219" y="326248"/>
            <a:ext cx="4346204" cy="461665"/>
          </a:xfrm>
          <a:prstGeom prst="rect">
            <a:avLst/>
          </a:prstGeom>
          <a:noFill/>
        </p:spPr>
        <p:txBody>
          <a:bodyPr wrap="square">
            <a:spAutoFit/>
          </a:bodyPr>
          <a:lstStyle/>
          <a:p>
            <a:pPr marL="333375" marR="0" lvl="0" indent="0" algn="just" defTabSz="914400" rtl="0" eaLnBrk="1" fontAlgn="auto" latinLnBrk="0" hangingPunct="1">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6.4.3  </a:t>
            </a:r>
            <a:r>
              <a:rPr kumimoji="0" lang="zh-CN"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堆的基本操作的实现</a:t>
            </a:r>
            <a:endParaRPr kumimoji="0" lang="zh-CN" altLang="zh-CN" sz="2400" b="0" i="0" u="none" strike="noStrike" kern="10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4C338B9E-F540-7E3E-6579-6DA26CD55978}"/>
              </a:ext>
            </a:extLst>
          </p:cNvPr>
          <p:cNvSpPr txBox="1"/>
          <p:nvPr/>
        </p:nvSpPr>
        <p:spPr>
          <a:xfrm>
            <a:off x="6379764" y="707540"/>
            <a:ext cx="5387983" cy="923330"/>
          </a:xfrm>
          <a:prstGeom prst="rect">
            <a:avLst/>
          </a:prstGeom>
          <a:noFill/>
        </p:spPr>
        <p:txBody>
          <a:bodyPr wrap="square">
            <a:spAutoFit/>
          </a:bodyPr>
          <a:lstStyle/>
          <a:p>
            <a:pPr algn="just"/>
            <a:r>
              <a:rPr lang="zh-CN" altLang="zh-CN" sz="18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例如</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，把以</a:t>
            </a:r>
            <a:r>
              <a:rPr lang="en-US" altLang="zh-CN" sz="1800" dirty="0">
                <a:effectLst/>
                <a:latin typeface="Courier New" panose="02070309020205020404" pitchFamily="49" charset="0"/>
                <a:ea typeface="宋体" panose="02010600030101010101" pitchFamily="2" charset="-122"/>
              </a:rPr>
              <a:t>pos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节点为根的子树（</a:t>
            </a:r>
            <a:r>
              <a:rPr lang="en-US" altLang="zh-CN" sz="1800" u="sng" dirty="0">
                <a:effectLst/>
                <a:latin typeface="Times New Roman" panose="02020603050405020304" pitchFamily="18" charset="0"/>
                <a:ea typeface="宋体" panose="02010600030101010101" pitchFamily="2" charset="-122"/>
              </a:rPr>
              <a:t>49</a:t>
            </a:r>
            <a:r>
              <a:rPr lang="en-US" altLang="zh-CN" sz="1800" dirty="0">
                <a:effectLst/>
                <a:latin typeface="Times New Roman" panose="02020603050405020304" pitchFamily="18" charset="0"/>
                <a:ea typeface="宋体" panose="02010600030101010101" pitchFamily="2" charset="-122"/>
              </a:rPr>
              <a:t>, 76, 63, 52, 49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）筛选为大顶堆，其中节点</a:t>
            </a:r>
            <a:r>
              <a:rPr lang="en-US" altLang="zh-CN" sz="1800" dirty="0">
                <a:effectLst/>
                <a:latin typeface="Times New Roman" panose="02020603050405020304" pitchFamily="18" charset="0"/>
                <a:ea typeface="宋体" panose="02010600030101010101" pitchFamily="2" charset="-122"/>
              </a:rPr>
              <a:t>49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有两个，为以示区别，第一个</a:t>
            </a:r>
            <a:r>
              <a:rPr lang="en-US" altLang="zh-CN" sz="1800" dirty="0">
                <a:effectLst/>
                <a:latin typeface="Times New Roman" panose="02020603050405020304" pitchFamily="18" charset="0"/>
                <a:ea typeface="宋体" panose="02010600030101010101" pitchFamily="2" charset="-122"/>
              </a:rPr>
              <a:t>49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带下划线。</a:t>
            </a:r>
            <a:endParaRPr lang="zh-CN" altLang="en-US" dirty="0"/>
          </a:p>
        </p:txBody>
      </p:sp>
      <p:sp>
        <p:nvSpPr>
          <p:cNvPr id="9" name="Rectangle 2">
            <a:extLst>
              <a:ext uri="{FF2B5EF4-FFF2-40B4-BE49-F238E27FC236}">
                <a16:creationId xmlns:a16="http://schemas.microsoft.com/office/drawing/2014/main" id="{0D118F96-A440-CF73-6730-DD404B18A7A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5" name="图片 2">
            <a:extLst>
              <a:ext uri="{FF2B5EF4-FFF2-40B4-BE49-F238E27FC236}">
                <a16:creationId xmlns:a16="http://schemas.microsoft.com/office/drawing/2014/main" id="{17258BCA-1E97-7E54-C95D-9927D16FE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043" y="1630870"/>
            <a:ext cx="5590273" cy="140829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
            <a:extLst>
              <a:ext uri="{FF2B5EF4-FFF2-40B4-BE49-F238E27FC236}">
                <a16:creationId xmlns:a16="http://schemas.microsoft.com/office/drawing/2014/main" id="{180B720E-E965-1151-72FC-E2FFC69C3D94}"/>
              </a:ext>
            </a:extLst>
          </p:cNvPr>
          <p:cNvSpPr>
            <a:spLocks noChangeArrowheads="1"/>
          </p:cNvSpPr>
          <p:nvPr/>
        </p:nvSpPr>
        <p:spPr bwMode="auto">
          <a:xfrm>
            <a:off x="7947004" y="2974077"/>
            <a:ext cx="244169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6.14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调整过程示意图</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Object 33">
            <a:extLst>
              <a:ext uri="{FF2B5EF4-FFF2-40B4-BE49-F238E27FC236}">
                <a16:creationId xmlns:a16="http://schemas.microsoft.com/office/drawing/2014/main" id="{78AD03D0-566F-8EE0-13FB-5EF0A22735C0}"/>
              </a:ext>
            </a:extLst>
          </p:cNvPr>
          <p:cNvGraphicFramePr>
            <a:graphicFrameLocks noChangeAspect="1"/>
          </p:cNvGraphicFramePr>
          <p:nvPr>
            <p:extLst>
              <p:ext uri="{D42A27DB-BD31-4B8C-83A1-F6EECF244321}">
                <p14:modId xmlns:p14="http://schemas.microsoft.com/office/powerpoint/2010/main" val="2702638496"/>
              </p:ext>
            </p:extLst>
          </p:nvPr>
        </p:nvGraphicFramePr>
        <p:xfrm>
          <a:off x="9352927" y="3847511"/>
          <a:ext cx="1978025" cy="1673225"/>
        </p:xfrm>
        <a:graphic>
          <a:graphicData uri="http://schemas.openxmlformats.org/presentationml/2006/ole">
            <mc:AlternateContent xmlns:mc="http://schemas.openxmlformats.org/markup-compatibility/2006">
              <mc:Choice xmlns:v="urn:schemas-microsoft-com:vml" Requires="v">
                <p:oleObj r:id="rId3" imgW="1321560" imgH="1116360" progId="Visio.Drawing.11">
                  <p:embed/>
                </p:oleObj>
              </mc:Choice>
              <mc:Fallback>
                <p:oleObj r:id="rId3" imgW="1321560" imgH="1116360" progId="Visio.Drawing.11">
                  <p:embed/>
                  <p:pic>
                    <p:nvPicPr>
                      <p:cNvPr id="93193" name="Object 33">
                        <a:extLst>
                          <a:ext uri="{FF2B5EF4-FFF2-40B4-BE49-F238E27FC236}">
                            <a16:creationId xmlns:a16="http://schemas.microsoft.com/office/drawing/2014/main" id="{9F71236D-9038-7973-B184-55FCA65DC7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2927" y="3847511"/>
                        <a:ext cx="1978025"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Rectangle 38">
            <a:extLst>
              <a:ext uri="{FF2B5EF4-FFF2-40B4-BE49-F238E27FC236}">
                <a16:creationId xmlns:a16="http://schemas.microsoft.com/office/drawing/2014/main" id="{023938D2-13B6-8EB4-05D5-097135073C64}"/>
              </a:ext>
            </a:extLst>
          </p:cNvPr>
          <p:cNvSpPr>
            <a:spLocks noChangeArrowheads="1"/>
          </p:cNvSpPr>
          <p:nvPr/>
        </p:nvSpPr>
        <p:spPr bwMode="auto">
          <a:xfrm>
            <a:off x="9711702" y="4469811"/>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76</a:t>
            </a:r>
          </a:p>
        </p:txBody>
      </p:sp>
      <p:sp>
        <p:nvSpPr>
          <p:cNvPr id="16" name="Rectangle 39">
            <a:extLst>
              <a:ext uri="{FF2B5EF4-FFF2-40B4-BE49-F238E27FC236}">
                <a16:creationId xmlns:a16="http://schemas.microsoft.com/office/drawing/2014/main" id="{43E5EF18-229C-2341-F9CB-37047D7F5393}"/>
              </a:ext>
            </a:extLst>
          </p:cNvPr>
          <p:cNvSpPr>
            <a:spLocks noChangeArrowheads="1"/>
          </p:cNvSpPr>
          <p:nvPr/>
        </p:nvSpPr>
        <p:spPr bwMode="auto">
          <a:xfrm>
            <a:off x="9883152" y="3720511"/>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pos</a:t>
            </a:r>
          </a:p>
        </p:txBody>
      </p:sp>
      <p:sp>
        <p:nvSpPr>
          <p:cNvPr id="17" name="Rectangle 41">
            <a:extLst>
              <a:ext uri="{FF2B5EF4-FFF2-40B4-BE49-F238E27FC236}">
                <a16:creationId xmlns:a16="http://schemas.microsoft.com/office/drawing/2014/main" id="{E10EF04A-5A4C-7049-8297-D20264983B06}"/>
              </a:ext>
            </a:extLst>
          </p:cNvPr>
          <p:cNvSpPr>
            <a:spLocks noChangeArrowheads="1"/>
          </p:cNvSpPr>
          <p:nvPr/>
        </p:nvSpPr>
        <p:spPr bwMode="auto">
          <a:xfrm>
            <a:off x="10800727" y="4469811"/>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63</a:t>
            </a:r>
          </a:p>
        </p:txBody>
      </p:sp>
      <p:sp>
        <p:nvSpPr>
          <p:cNvPr id="18" name="Rectangle 43">
            <a:extLst>
              <a:ext uri="{FF2B5EF4-FFF2-40B4-BE49-F238E27FC236}">
                <a16:creationId xmlns:a16="http://schemas.microsoft.com/office/drawing/2014/main" id="{1F9954D4-9477-3D1B-7BAB-71C5A9BADE95}"/>
              </a:ext>
            </a:extLst>
          </p:cNvPr>
          <p:cNvSpPr>
            <a:spLocks noChangeArrowheads="1"/>
          </p:cNvSpPr>
          <p:nvPr/>
        </p:nvSpPr>
        <p:spPr bwMode="auto">
          <a:xfrm>
            <a:off x="10048252" y="5082586"/>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49</a:t>
            </a:r>
          </a:p>
        </p:txBody>
      </p:sp>
      <p:sp>
        <p:nvSpPr>
          <p:cNvPr id="19" name="Rectangle 44">
            <a:extLst>
              <a:ext uri="{FF2B5EF4-FFF2-40B4-BE49-F238E27FC236}">
                <a16:creationId xmlns:a16="http://schemas.microsoft.com/office/drawing/2014/main" id="{9FB3ABFE-09BB-4D5A-53A3-D05A8445C3D5}"/>
              </a:ext>
            </a:extLst>
          </p:cNvPr>
          <p:cNvSpPr>
            <a:spLocks noChangeArrowheads="1"/>
          </p:cNvSpPr>
          <p:nvPr/>
        </p:nvSpPr>
        <p:spPr bwMode="auto">
          <a:xfrm>
            <a:off x="9343402" y="5082586"/>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52</a:t>
            </a:r>
          </a:p>
        </p:txBody>
      </p:sp>
      <p:sp>
        <p:nvSpPr>
          <p:cNvPr id="20" name="Rectangle 45">
            <a:extLst>
              <a:ext uri="{FF2B5EF4-FFF2-40B4-BE49-F238E27FC236}">
                <a16:creationId xmlns:a16="http://schemas.microsoft.com/office/drawing/2014/main" id="{B4C42E07-65D2-228B-587B-3D9CFDABA264}"/>
              </a:ext>
            </a:extLst>
          </p:cNvPr>
          <p:cNvSpPr>
            <a:spLocks noChangeArrowheads="1"/>
          </p:cNvSpPr>
          <p:nvPr/>
        </p:nvSpPr>
        <p:spPr bwMode="auto">
          <a:xfrm>
            <a:off x="10241927" y="3987211"/>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u="sng" dirty="0">
                <a:latin typeface="Times New Roman" panose="02020603050405020304" pitchFamily="18" charset="0"/>
              </a:rPr>
              <a:t>49</a:t>
            </a:r>
          </a:p>
        </p:txBody>
      </p:sp>
      <p:sp>
        <p:nvSpPr>
          <p:cNvPr id="21" name="Line 47">
            <a:extLst>
              <a:ext uri="{FF2B5EF4-FFF2-40B4-BE49-F238E27FC236}">
                <a16:creationId xmlns:a16="http://schemas.microsoft.com/office/drawing/2014/main" id="{5FB88AAB-A1FF-1F0C-419E-6499DA8D92AA}"/>
              </a:ext>
            </a:extLst>
          </p:cNvPr>
          <p:cNvSpPr>
            <a:spLocks noChangeShapeType="1"/>
          </p:cNvSpPr>
          <p:nvPr/>
        </p:nvSpPr>
        <p:spPr bwMode="auto">
          <a:xfrm>
            <a:off x="10148265" y="4650786"/>
            <a:ext cx="752475" cy="0"/>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22" name="Rectangle 48">
            <a:extLst>
              <a:ext uri="{FF2B5EF4-FFF2-40B4-BE49-F238E27FC236}">
                <a16:creationId xmlns:a16="http://schemas.microsoft.com/office/drawing/2014/main" id="{8611E156-8740-1724-0506-B578CE1BC316}"/>
              </a:ext>
            </a:extLst>
          </p:cNvPr>
          <p:cNvSpPr>
            <a:spLocks noChangeArrowheads="1"/>
          </p:cNvSpPr>
          <p:nvPr/>
        </p:nvSpPr>
        <p:spPr bwMode="auto">
          <a:xfrm>
            <a:off x="9464052" y="4204698"/>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c</a:t>
            </a:r>
          </a:p>
        </p:txBody>
      </p:sp>
      <p:sp>
        <p:nvSpPr>
          <p:cNvPr id="23" name="Rectangle 49">
            <a:extLst>
              <a:ext uri="{FF2B5EF4-FFF2-40B4-BE49-F238E27FC236}">
                <a16:creationId xmlns:a16="http://schemas.microsoft.com/office/drawing/2014/main" id="{D4D19EFD-CB5D-3013-CA08-63DD12E3D546}"/>
              </a:ext>
            </a:extLst>
          </p:cNvPr>
          <p:cNvSpPr>
            <a:spLocks noChangeArrowheads="1"/>
          </p:cNvSpPr>
          <p:nvPr/>
        </p:nvSpPr>
        <p:spPr bwMode="auto">
          <a:xfrm>
            <a:off x="11091240" y="4201523"/>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err="1">
                <a:latin typeface="Times New Roman" panose="02020603050405020304" pitchFamily="18" charset="0"/>
              </a:rPr>
              <a:t>rc</a:t>
            </a:r>
            <a:endParaRPr lang="en-US" altLang="zh-CN" sz="2000" b="1" dirty="0">
              <a:latin typeface="Times New Roman" panose="02020603050405020304" pitchFamily="18" charset="0"/>
            </a:endParaRPr>
          </a:p>
        </p:txBody>
      </p:sp>
      <p:sp>
        <p:nvSpPr>
          <p:cNvPr id="24" name="Line 50">
            <a:extLst>
              <a:ext uri="{FF2B5EF4-FFF2-40B4-BE49-F238E27FC236}">
                <a16:creationId xmlns:a16="http://schemas.microsoft.com/office/drawing/2014/main" id="{E660CC6B-BD4B-A563-9AE4-BAA8451060FF}"/>
              </a:ext>
            </a:extLst>
          </p:cNvPr>
          <p:cNvSpPr>
            <a:spLocks noChangeShapeType="1"/>
          </p:cNvSpPr>
          <p:nvPr/>
        </p:nvSpPr>
        <p:spPr bwMode="auto">
          <a:xfrm flipH="1">
            <a:off x="9978402" y="4109448"/>
            <a:ext cx="325438" cy="277813"/>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27" name="Line 53">
            <a:extLst>
              <a:ext uri="{FF2B5EF4-FFF2-40B4-BE49-F238E27FC236}">
                <a16:creationId xmlns:a16="http://schemas.microsoft.com/office/drawing/2014/main" id="{87715D09-0E44-A615-CE3F-41FBB8C3FA15}"/>
              </a:ext>
            </a:extLst>
          </p:cNvPr>
          <p:cNvSpPr>
            <a:spLocks noChangeShapeType="1"/>
          </p:cNvSpPr>
          <p:nvPr/>
        </p:nvSpPr>
        <p:spPr bwMode="auto">
          <a:xfrm flipV="1">
            <a:off x="9757739" y="5189423"/>
            <a:ext cx="390526" cy="0"/>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28" name="Line 56">
            <a:extLst>
              <a:ext uri="{FF2B5EF4-FFF2-40B4-BE49-F238E27FC236}">
                <a16:creationId xmlns:a16="http://schemas.microsoft.com/office/drawing/2014/main" id="{608B83CB-0A70-B7C5-C4A5-DC6F4EB512CF}"/>
              </a:ext>
            </a:extLst>
          </p:cNvPr>
          <p:cNvSpPr>
            <a:spLocks noChangeShapeType="1"/>
          </p:cNvSpPr>
          <p:nvPr/>
        </p:nvSpPr>
        <p:spPr bwMode="auto">
          <a:xfrm flipH="1">
            <a:off x="9585434" y="4672628"/>
            <a:ext cx="189658" cy="333694"/>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graphicFrame>
        <p:nvGraphicFramePr>
          <p:cNvPr id="5" name="表格 4">
            <a:extLst>
              <a:ext uri="{FF2B5EF4-FFF2-40B4-BE49-F238E27FC236}">
                <a16:creationId xmlns:a16="http://schemas.microsoft.com/office/drawing/2014/main" id="{036C5B5D-A4F6-5278-321B-BD30C19CA149}"/>
              </a:ext>
            </a:extLst>
          </p:cNvPr>
          <p:cNvGraphicFramePr>
            <a:graphicFrameLocks noGrp="1"/>
          </p:cNvGraphicFramePr>
          <p:nvPr>
            <p:extLst>
              <p:ext uri="{D42A27DB-BD31-4B8C-83A1-F6EECF244321}">
                <p14:modId xmlns:p14="http://schemas.microsoft.com/office/powerpoint/2010/main" val="4068460914"/>
              </p:ext>
            </p:extLst>
          </p:nvPr>
        </p:nvGraphicFramePr>
        <p:xfrm>
          <a:off x="7027837" y="5656345"/>
          <a:ext cx="4490816" cy="741680"/>
        </p:xfrm>
        <a:graphic>
          <a:graphicData uri="http://schemas.openxmlformats.org/drawingml/2006/table">
            <a:tbl>
              <a:tblPr firstRow="1" bandRow="1">
                <a:tableStyleId>{5940675A-B579-460E-94D1-54222C63F5DA}</a:tableStyleId>
              </a:tblPr>
              <a:tblGrid>
                <a:gridCol w="561352">
                  <a:extLst>
                    <a:ext uri="{9D8B030D-6E8A-4147-A177-3AD203B41FA5}">
                      <a16:colId xmlns:a16="http://schemas.microsoft.com/office/drawing/2014/main" val="1264209617"/>
                    </a:ext>
                  </a:extLst>
                </a:gridCol>
                <a:gridCol w="561352">
                  <a:extLst>
                    <a:ext uri="{9D8B030D-6E8A-4147-A177-3AD203B41FA5}">
                      <a16:colId xmlns:a16="http://schemas.microsoft.com/office/drawing/2014/main" val="1490108165"/>
                    </a:ext>
                  </a:extLst>
                </a:gridCol>
                <a:gridCol w="561352">
                  <a:extLst>
                    <a:ext uri="{9D8B030D-6E8A-4147-A177-3AD203B41FA5}">
                      <a16:colId xmlns:a16="http://schemas.microsoft.com/office/drawing/2014/main" val="2913779188"/>
                    </a:ext>
                  </a:extLst>
                </a:gridCol>
                <a:gridCol w="561352">
                  <a:extLst>
                    <a:ext uri="{9D8B030D-6E8A-4147-A177-3AD203B41FA5}">
                      <a16:colId xmlns:a16="http://schemas.microsoft.com/office/drawing/2014/main" val="2325894982"/>
                    </a:ext>
                  </a:extLst>
                </a:gridCol>
                <a:gridCol w="561352">
                  <a:extLst>
                    <a:ext uri="{9D8B030D-6E8A-4147-A177-3AD203B41FA5}">
                      <a16:colId xmlns:a16="http://schemas.microsoft.com/office/drawing/2014/main" val="478968779"/>
                    </a:ext>
                  </a:extLst>
                </a:gridCol>
                <a:gridCol w="561352">
                  <a:extLst>
                    <a:ext uri="{9D8B030D-6E8A-4147-A177-3AD203B41FA5}">
                      <a16:colId xmlns:a16="http://schemas.microsoft.com/office/drawing/2014/main" val="3264580375"/>
                    </a:ext>
                  </a:extLst>
                </a:gridCol>
                <a:gridCol w="561352">
                  <a:extLst>
                    <a:ext uri="{9D8B030D-6E8A-4147-A177-3AD203B41FA5}">
                      <a16:colId xmlns:a16="http://schemas.microsoft.com/office/drawing/2014/main" val="2475821477"/>
                    </a:ext>
                  </a:extLst>
                </a:gridCol>
                <a:gridCol w="561352">
                  <a:extLst>
                    <a:ext uri="{9D8B030D-6E8A-4147-A177-3AD203B41FA5}">
                      <a16:colId xmlns:a16="http://schemas.microsoft.com/office/drawing/2014/main" val="4082997667"/>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accent5">
                              <a:lumMod val="50000"/>
                            </a:schemeClr>
                          </a:solidFill>
                          <a:latin typeface="+mn-ea"/>
                          <a:ea typeface="+mn-ea"/>
                        </a:rPr>
                        <a:t>…</a:t>
                      </a:r>
                      <a:endParaRPr lang="zh-CN" altLang="en-US" dirty="0">
                        <a:solidFill>
                          <a:schemeClr val="accent5">
                            <a:lumMod val="50000"/>
                          </a:schemeClr>
                        </a:solidFill>
                        <a:latin typeface="+mn-ea"/>
                        <a:ea typeface="+mn-ea"/>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accent5">
                              <a:lumMod val="50000"/>
                            </a:schemeClr>
                          </a:solidFill>
                        </a:rPr>
                        <a:t>5</a:t>
                      </a:r>
                      <a:endParaRPr lang="zh-CN" altLang="en-US" dirty="0">
                        <a:solidFill>
                          <a:schemeClr val="accent5">
                            <a:lumMod val="50000"/>
                          </a:schemeClr>
                        </a:solidFill>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accent5">
                              <a:lumMod val="50000"/>
                            </a:schemeClr>
                          </a:solidFill>
                          <a:latin typeface="+mn-ea"/>
                          <a:ea typeface="+mn-ea"/>
                        </a:rPr>
                        <a:t>…</a:t>
                      </a:r>
                      <a:endParaRPr lang="zh-CN" altLang="en-US" dirty="0">
                        <a:solidFill>
                          <a:schemeClr val="accent5">
                            <a:lumMod val="50000"/>
                          </a:schemeClr>
                        </a:solidFill>
                        <a:latin typeface="+mn-ea"/>
                        <a:ea typeface="+mn-ea"/>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accent5">
                              <a:lumMod val="50000"/>
                            </a:schemeClr>
                          </a:solidFill>
                        </a:rPr>
                        <a:t>10</a:t>
                      </a:r>
                      <a:endParaRPr lang="zh-CN" altLang="en-US" dirty="0">
                        <a:solidFill>
                          <a:schemeClr val="accent5">
                            <a:lumMod val="50000"/>
                          </a:schemeClr>
                        </a:solidFill>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accent5">
                              <a:lumMod val="50000"/>
                            </a:schemeClr>
                          </a:solidFill>
                        </a:rPr>
                        <a:t>11</a:t>
                      </a:r>
                      <a:endParaRPr lang="zh-CN" altLang="en-US" dirty="0">
                        <a:solidFill>
                          <a:schemeClr val="accent5">
                            <a:lumMod val="50000"/>
                          </a:schemeClr>
                        </a:solidFill>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accent5">
                              <a:lumMod val="50000"/>
                            </a:schemeClr>
                          </a:solidFill>
                          <a:latin typeface="+mn-ea"/>
                          <a:ea typeface="+mn-ea"/>
                        </a:rPr>
                        <a:t>…</a:t>
                      </a:r>
                      <a:endParaRPr lang="zh-CN" altLang="en-US" dirty="0">
                        <a:solidFill>
                          <a:schemeClr val="accent5">
                            <a:lumMod val="50000"/>
                          </a:schemeClr>
                        </a:solidFill>
                        <a:latin typeface="+mn-ea"/>
                        <a:ea typeface="+mn-ea"/>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accent5">
                              <a:lumMod val="50000"/>
                            </a:schemeClr>
                          </a:solidFill>
                        </a:rPr>
                        <a:t>20</a:t>
                      </a:r>
                      <a:endParaRPr lang="zh-CN" altLang="en-US" dirty="0">
                        <a:solidFill>
                          <a:schemeClr val="accent5">
                            <a:lumMod val="50000"/>
                          </a:schemeClr>
                        </a:solidFill>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accent5">
                              <a:lumMod val="50000"/>
                            </a:schemeClr>
                          </a:solidFill>
                        </a:rPr>
                        <a:t>21</a:t>
                      </a:r>
                      <a:endParaRPr lang="zh-CN" altLang="en-US" dirty="0">
                        <a:solidFill>
                          <a:schemeClr val="accent5">
                            <a:lumMod val="50000"/>
                          </a:schemeClr>
                        </a:solidFill>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3821856"/>
                  </a:ext>
                </a:extLst>
              </a:tr>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04839690"/>
                  </a:ext>
                </a:extLst>
              </a:tr>
            </a:tbl>
          </a:graphicData>
        </a:graphic>
      </p:graphicFrame>
      <p:sp>
        <p:nvSpPr>
          <p:cNvPr id="7" name="Rectangle 45">
            <a:extLst>
              <a:ext uri="{FF2B5EF4-FFF2-40B4-BE49-F238E27FC236}">
                <a16:creationId xmlns:a16="http://schemas.microsoft.com/office/drawing/2014/main" id="{2B7DB35A-2366-E71B-E8D2-7C120281792A}"/>
              </a:ext>
            </a:extLst>
          </p:cNvPr>
          <p:cNvSpPr>
            <a:spLocks noChangeArrowheads="1"/>
          </p:cNvSpPr>
          <p:nvPr/>
        </p:nvSpPr>
        <p:spPr bwMode="auto">
          <a:xfrm>
            <a:off x="7707846" y="6091233"/>
            <a:ext cx="384797" cy="2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u="sng" dirty="0">
                <a:latin typeface="Times New Roman" panose="02020603050405020304" pitchFamily="18" charset="0"/>
              </a:rPr>
              <a:t>49</a:t>
            </a:r>
          </a:p>
        </p:txBody>
      </p:sp>
      <p:sp>
        <p:nvSpPr>
          <p:cNvPr id="11" name="Rectangle 38">
            <a:extLst>
              <a:ext uri="{FF2B5EF4-FFF2-40B4-BE49-F238E27FC236}">
                <a16:creationId xmlns:a16="http://schemas.microsoft.com/office/drawing/2014/main" id="{15090EA4-6F04-92EB-EB66-32F5E76B2194}"/>
              </a:ext>
            </a:extLst>
          </p:cNvPr>
          <p:cNvSpPr>
            <a:spLocks noChangeArrowheads="1"/>
          </p:cNvSpPr>
          <p:nvPr/>
        </p:nvSpPr>
        <p:spPr bwMode="auto">
          <a:xfrm>
            <a:off x="8732630" y="6112057"/>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76</a:t>
            </a:r>
          </a:p>
        </p:txBody>
      </p:sp>
      <p:sp>
        <p:nvSpPr>
          <p:cNvPr id="29" name="Rectangle 41">
            <a:extLst>
              <a:ext uri="{FF2B5EF4-FFF2-40B4-BE49-F238E27FC236}">
                <a16:creationId xmlns:a16="http://schemas.microsoft.com/office/drawing/2014/main" id="{21A093E9-0BF2-6884-B93B-E2CD5B94B982}"/>
              </a:ext>
            </a:extLst>
          </p:cNvPr>
          <p:cNvSpPr>
            <a:spLocks noChangeArrowheads="1"/>
          </p:cNvSpPr>
          <p:nvPr/>
        </p:nvSpPr>
        <p:spPr bwMode="auto">
          <a:xfrm>
            <a:off x="9287843" y="6104017"/>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63</a:t>
            </a:r>
          </a:p>
        </p:txBody>
      </p:sp>
      <p:sp>
        <p:nvSpPr>
          <p:cNvPr id="34" name="Rectangle 44">
            <a:extLst>
              <a:ext uri="{FF2B5EF4-FFF2-40B4-BE49-F238E27FC236}">
                <a16:creationId xmlns:a16="http://schemas.microsoft.com/office/drawing/2014/main" id="{9FB3ABFE-09BB-4D5A-53A3-D05A8445C3D5}"/>
              </a:ext>
            </a:extLst>
          </p:cNvPr>
          <p:cNvSpPr>
            <a:spLocks noChangeArrowheads="1"/>
          </p:cNvSpPr>
          <p:nvPr/>
        </p:nvSpPr>
        <p:spPr bwMode="auto">
          <a:xfrm>
            <a:off x="10413377" y="6126790"/>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latin typeface="Times New Roman" panose="02020603050405020304" pitchFamily="18" charset="0"/>
              </a:rPr>
              <a:t>52</a:t>
            </a:r>
          </a:p>
        </p:txBody>
      </p:sp>
      <p:sp>
        <p:nvSpPr>
          <p:cNvPr id="35" name="Rectangle 43">
            <a:extLst>
              <a:ext uri="{FF2B5EF4-FFF2-40B4-BE49-F238E27FC236}">
                <a16:creationId xmlns:a16="http://schemas.microsoft.com/office/drawing/2014/main" id="{534C400F-9A28-EDCD-DEC1-2C1C2BD3F928}"/>
              </a:ext>
            </a:extLst>
          </p:cNvPr>
          <p:cNvSpPr>
            <a:spLocks noChangeArrowheads="1"/>
          </p:cNvSpPr>
          <p:nvPr/>
        </p:nvSpPr>
        <p:spPr bwMode="auto">
          <a:xfrm>
            <a:off x="10997383" y="6112057"/>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49</a:t>
            </a:r>
          </a:p>
        </p:txBody>
      </p:sp>
      <p:sp>
        <p:nvSpPr>
          <p:cNvPr id="45" name="文本框 44">
            <a:extLst>
              <a:ext uri="{FF2B5EF4-FFF2-40B4-BE49-F238E27FC236}">
                <a16:creationId xmlns:a16="http://schemas.microsoft.com/office/drawing/2014/main" id="{D02B3A77-29C0-0D93-6279-2B6C5CC50F3E}"/>
              </a:ext>
            </a:extLst>
          </p:cNvPr>
          <p:cNvSpPr txBox="1"/>
          <p:nvPr/>
        </p:nvSpPr>
        <p:spPr>
          <a:xfrm>
            <a:off x="5802526" y="6003253"/>
            <a:ext cx="126188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H-&gt;</a:t>
            </a:r>
            <a:r>
              <a:rPr lang="en-US" altLang="zh-CN" sz="20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elem</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6" name="Rectangle 39">
            <a:extLst>
              <a:ext uri="{FF2B5EF4-FFF2-40B4-BE49-F238E27FC236}">
                <a16:creationId xmlns:a16="http://schemas.microsoft.com/office/drawing/2014/main" id="{C2C4CAAD-9AC1-770A-BCD1-A3B989E2BF47}"/>
              </a:ext>
            </a:extLst>
          </p:cNvPr>
          <p:cNvSpPr>
            <a:spLocks noChangeArrowheads="1"/>
          </p:cNvSpPr>
          <p:nvPr/>
        </p:nvSpPr>
        <p:spPr bwMode="auto">
          <a:xfrm>
            <a:off x="7642458" y="5608225"/>
            <a:ext cx="460694" cy="12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C00000"/>
                </a:solidFill>
                <a:latin typeface="Times New Roman" panose="02020603050405020304" pitchFamily="18" charset="0"/>
              </a:rPr>
              <a:t>pos</a:t>
            </a:r>
          </a:p>
        </p:txBody>
      </p:sp>
      <p:sp>
        <p:nvSpPr>
          <p:cNvPr id="47" name="Rectangle 48">
            <a:extLst>
              <a:ext uri="{FF2B5EF4-FFF2-40B4-BE49-F238E27FC236}">
                <a16:creationId xmlns:a16="http://schemas.microsoft.com/office/drawing/2014/main" id="{3AFD8244-E5E3-C92C-8922-0AFFFD81AEAE}"/>
              </a:ext>
            </a:extLst>
          </p:cNvPr>
          <p:cNvSpPr>
            <a:spLocks noChangeArrowheads="1"/>
          </p:cNvSpPr>
          <p:nvPr/>
        </p:nvSpPr>
        <p:spPr bwMode="auto">
          <a:xfrm>
            <a:off x="8543530" y="5732288"/>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C00000"/>
                </a:solidFill>
                <a:latin typeface="Times New Roman" panose="02020603050405020304" pitchFamily="18" charset="0"/>
              </a:rPr>
              <a:t>c</a:t>
            </a:r>
          </a:p>
        </p:txBody>
      </p:sp>
      <p:sp>
        <p:nvSpPr>
          <p:cNvPr id="48" name="Rectangle 49">
            <a:extLst>
              <a:ext uri="{FF2B5EF4-FFF2-40B4-BE49-F238E27FC236}">
                <a16:creationId xmlns:a16="http://schemas.microsoft.com/office/drawing/2014/main" id="{1E03FC51-BFE3-EA13-3EE3-D5C51C6EE4BD}"/>
              </a:ext>
            </a:extLst>
          </p:cNvPr>
          <p:cNvSpPr>
            <a:spLocks noChangeArrowheads="1"/>
          </p:cNvSpPr>
          <p:nvPr/>
        </p:nvSpPr>
        <p:spPr bwMode="auto">
          <a:xfrm>
            <a:off x="9091637" y="5730605"/>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err="1">
                <a:solidFill>
                  <a:srgbClr val="C00000"/>
                </a:solidFill>
                <a:latin typeface="Times New Roman" panose="02020603050405020304" pitchFamily="18" charset="0"/>
              </a:rPr>
              <a:t>rc</a:t>
            </a:r>
            <a:endParaRPr lang="en-US" altLang="zh-CN" sz="2000" b="1" dirty="0">
              <a:solidFill>
                <a:srgbClr val="C00000"/>
              </a:solidFill>
              <a:latin typeface="Times New Roman" panose="02020603050405020304" pitchFamily="18" charset="0"/>
            </a:endParaRPr>
          </a:p>
        </p:txBody>
      </p:sp>
      <p:sp>
        <p:nvSpPr>
          <p:cNvPr id="49" name="Line 47">
            <a:extLst>
              <a:ext uri="{FF2B5EF4-FFF2-40B4-BE49-F238E27FC236}">
                <a16:creationId xmlns:a16="http://schemas.microsoft.com/office/drawing/2014/main" id="{0656A4C6-7D2C-63AD-C988-75EE94C7754B}"/>
              </a:ext>
            </a:extLst>
          </p:cNvPr>
          <p:cNvSpPr>
            <a:spLocks noChangeShapeType="1"/>
          </p:cNvSpPr>
          <p:nvPr/>
        </p:nvSpPr>
        <p:spPr bwMode="auto">
          <a:xfrm>
            <a:off x="9087815" y="6194981"/>
            <a:ext cx="324200" cy="0"/>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50" name="Line 50">
            <a:extLst>
              <a:ext uri="{FF2B5EF4-FFF2-40B4-BE49-F238E27FC236}">
                <a16:creationId xmlns:a16="http://schemas.microsoft.com/office/drawing/2014/main" id="{E5ECD54F-2972-CD39-C9F5-05386BEB9F1C}"/>
              </a:ext>
            </a:extLst>
          </p:cNvPr>
          <p:cNvSpPr>
            <a:spLocks noChangeShapeType="1"/>
          </p:cNvSpPr>
          <p:nvPr/>
        </p:nvSpPr>
        <p:spPr bwMode="auto">
          <a:xfrm flipH="1" flipV="1">
            <a:off x="8103151" y="6201117"/>
            <a:ext cx="639988" cy="4374"/>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51" name="Line 53">
            <a:extLst>
              <a:ext uri="{FF2B5EF4-FFF2-40B4-BE49-F238E27FC236}">
                <a16:creationId xmlns:a16="http://schemas.microsoft.com/office/drawing/2014/main" id="{7931CA29-1D4D-DBAF-A741-87D5647690F8}"/>
              </a:ext>
            </a:extLst>
          </p:cNvPr>
          <p:cNvSpPr>
            <a:spLocks noChangeShapeType="1"/>
          </p:cNvSpPr>
          <p:nvPr/>
        </p:nvSpPr>
        <p:spPr bwMode="auto">
          <a:xfrm flipV="1">
            <a:off x="10772152" y="6235203"/>
            <a:ext cx="390526" cy="0"/>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52" name="Line 56">
            <a:extLst>
              <a:ext uri="{FF2B5EF4-FFF2-40B4-BE49-F238E27FC236}">
                <a16:creationId xmlns:a16="http://schemas.microsoft.com/office/drawing/2014/main" id="{B0FB05F4-C9FD-43CC-1FA0-C81091E88480}"/>
              </a:ext>
            </a:extLst>
          </p:cNvPr>
          <p:cNvSpPr>
            <a:spLocks noChangeShapeType="1"/>
          </p:cNvSpPr>
          <p:nvPr/>
        </p:nvSpPr>
        <p:spPr bwMode="auto">
          <a:xfrm flipH="1">
            <a:off x="9156799" y="6302734"/>
            <a:ext cx="1331366" cy="2"/>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53" name="文本框 52">
            <a:extLst>
              <a:ext uri="{FF2B5EF4-FFF2-40B4-BE49-F238E27FC236}">
                <a16:creationId xmlns:a16="http://schemas.microsoft.com/office/drawing/2014/main" id="{FA585642-4BB8-51AD-DC9D-B00CC8A32EFC}"/>
              </a:ext>
            </a:extLst>
          </p:cNvPr>
          <p:cNvSpPr txBox="1"/>
          <p:nvPr/>
        </p:nvSpPr>
        <p:spPr>
          <a:xfrm>
            <a:off x="8614461" y="3454361"/>
            <a:ext cx="1338828" cy="369332"/>
          </a:xfrm>
          <a:prstGeom prst="rect">
            <a:avLst/>
          </a:prstGeom>
          <a:noFill/>
        </p:spPr>
        <p:txBody>
          <a:bodyPr wrap="none" rtlCol="0">
            <a:spAutoFit/>
          </a:bodyPr>
          <a:lstStyle/>
          <a:p>
            <a:r>
              <a:rPr lang="zh-CN" altLang="en-US" b="1" dirty="0">
                <a:solidFill>
                  <a:schemeClr val="accent2">
                    <a:lumMod val="75000"/>
                  </a:schemeClr>
                </a:solidFill>
                <a:effectLst>
                  <a:outerShdw blurRad="38100" dist="38100" dir="2700000" algn="tl">
                    <a:srgbClr val="000000">
                      <a:alpha val="43137"/>
                    </a:srgbClr>
                  </a:outerShdw>
                </a:effectLst>
              </a:rPr>
              <a:t>逻辑结构：</a:t>
            </a:r>
          </a:p>
        </p:txBody>
      </p:sp>
      <p:sp>
        <p:nvSpPr>
          <p:cNvPr id="54" name="文本框 53">
            <a:extLst>
              <a:ext uri="{FF2B5EF4-FFF2-40B4-BE49-F238E27FC236}">
                <a16:creationId xmlns:a16="http://schemas.microsoft.com/office/drawing/2014/main" id="{4031E23C-8C87-9F43-7DDE-5EABCAA1D936}"/>
              </a:ext>
            </a:extLst>
          </p:cNvPr>
          <p:cNvSpPr txBox="1"/>
          <p:nvPr/>
        </p:nvSpPr>
        <p:spPr>
          <a:xfrm>
            <a:off x="5731629" y="5655993"/>
            <a:ext cx="1170224" cy="369332"/>
          </a:xfrm>
          <a:prstGeom prst="rect">
            <a:avLst/>
          </a:prstGeom>
          <a:noFill/>
        </p:spPr>
        <p:txBody>
          <a:bodyPr wrap="square" rtlCol="0">
            <a:spAutoFit/>
          </a:bodyPr>
          <a:lstStyle/>
          <a:p>
            <a:r>
              <a:rPr lang="zh-CN" altLang="en-US" b="1" dirty="0">
                <a:solidFill>
                  <a:schemeClr val="accent2">
                    <a:lumMod val="75000"/>
                  </a:schemeClr>
                </a:solidFill>
                <a:effectLst>
                  <a:outerShdw blurRad="38100" dist="38100" dir="2700000" algn="tl">
                    <a:srgbClr val="000000">
                      <a:alpha val="43137"/>
                    </a:srgbClr>
                  </a:outerShdw>
                </a:effectLst>
              </a:rPr>
              <a:t>存储结构：</a:t>
            </a:r>
          </a:p>
        </p:txBody>
      </p:sp>
    </p:spTree>
    <p:extLst>
      <p:ext uri="{BB962C8B-B14F-4D97-AF65-F5344CB8AC3E}">
        <p14:creationId xmlns:p14="http://schemas.microsoft.com/office/powerpoint/2010/main" val="160635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5"/>
                                        </p:tgtEl>
                                        <p:attrNameLst>
                                          <p:attrName>style.visibility</p:attrName>
                                        </p:attrNameLst>
                                      </p:cBhvr>
                                      <p:to>
                                        <p:strVal val="visible"/>
                                      </p:to>
                                    </p:set>
                                    <p:animEffect transition="in" filter="fade">
                                      <p:cBhvr>
                                        <p:cTn id="19" dur="1000"/>
                                        <p:tgtEl>
                                          <p:spTgt spid="1025"/>
                                        </p:tgtEl>
                                      </p:cBhvr>
                                    </p:animEffect>
                                    <p:anim calcmode="lin" valueType="num">
                                      <p:cBhvr>
                                        <p:cTn id="20" dur="1000" fill="hold"/>
                                        <p:tgtEl>
                                          <p:spTgt spid="1025"/>
                                        </p:tgtEl>
                                        <p:attrNameLst>
                                          <p:attrName>ppt_x</p:attrName>
                                        </p:attrNameLst>
                                      </p:cBhvr>
                                      <p:tavLst>
                                        <p:tav tm="0">
                                          <p:val>
                                            <p:strVal val="#ppt_x"/>
                                          </p:val>
                                        </p:tav>
                                        <p:tav tm="100000">
                                          <p:val>
                                            <p:strVal val="#ppt_x"/>
                                          </p:val>
                                        </p:tav>
                                      </p:tavLst>
                                    </p:anim>
                                    <p:anim calcmode="lin" valueType="num">
                                      <p:cBhvr>
                                        <p:cTn id="21" dur="1000" fill="hold"/>
                                        <p:tgtEl>
                                          <p:spTgt spid="102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1000" fill="hold"/>
                                        <p:tgtEl>
                                          <p:spTgt spid="12"/>
                                        </p:tgtEl>
                                        <p:attrNameLst>
                                          <p:attrName>ppt_w</p:attrName>
                                        </p:attrNameLst>
                                      </p:cBhvr>
                                      <p:tavLst>
                                        <p:tav tm="0">
                                          <p:val>
                                            <p:fltVal val="0"/>
                                          </p:val>
                                        </p:tav>
                                        <p:tav tm="100000">
                                          <p:val>
                                            <p:strVal val="#ppt_w"/>
                                          </p:val>
                                        </p:tav>
                                      </p:tavLst>
                                    </p:anim>
                                    <p:anim calcmode="lin" valueType="num">
                                      <p:cBhvr>
                                        <p:cTn id="32" dur="1000" fill="hold"/>
                                        <p:tgtEl>
                                          <p:spTgt spid="12"/>
                                        </p:tgtEl>
                                        <p:attrNameLst>
                                          <p:attrName>ppt_h</p:attrName>
                                        </p:attrNameLst>
                                      </p:cBhvr>
                                      <p:tavLst>
                                        <p:tav tm="0">
                                          <p:val>
                                            <p:fltVal val="0"/>
                                          </p:val>
                                        </p:tav>
                                        <p:tav tm="100000">
                                          <p:val>
                                            <p:strVal val="#ppt_h"/>
                                          </p:val>
                                        </p:tav>
                                      </p:tavLst>
                                    </p:anim>
                                    <p:anim calcmode="lin" valueType="num">
                                      <p:cBhvr>
                                        <p:cTn id="33" dur="1000" fill="hold"/>
                                        <p:tgtEl>
                                          <p:spTgt spid="12"/>
                                        </p:tgtEl>
                                        <p:attrNameLst>
                                          <p:attrName>style.rotation</p:attrName>
                                        </p:attrNameLst>
                                      </p:cBhvr>
                                      <p:tavLst>
                                        <p:tav tm="0">
                                          <p:val>
                                            <p:fltVal val="90"/>
                                          </p:val>
                                        </p:tav>
                                        <p:tav tm="100000">
                                          <p:val>
                                            <p:fltVal val="0"/>
                                          </p:val>
                                        </p:tav>
                                      </p:tavLst>
                                    </p:anim>
                                    <p:animEffect transition="in" filter="fade">
                                      <p:cBhvr>
                                        <p:cTn id="34" dur="10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1000"/>
                                        <p:tgtEl>
                                          <p:spTgt spid="29"/>
                                        </p:tgtEl>
                                      </p:cBhvr>
                                    </p:animEffect>
                                    <p:anim calcmode="lin" valueType="num">
                                      <p:cBhvr>
                                        <p:cTn id="50" dur="1000" fill="hold"/>
                                        <p:tgtEl>
                                          <p:spTgt spid="29"/>
                                        </p:tgtEl>
                                        <p:attrNameLst>
                                          <p:attrName>ppt_x</p:attrName>
                                        </p:attrNameLst>
                                      </p:cBhvr>
                                      <p:tavLst>
                                        <p:tav tm="0">
                                          <p:val>
                                            <p:strVal val="#ppt_x"/>
                                          </p:val>
                                        </p:tav>
                                        <p:tav tm="100000">
                                          <p:val>
                                            <p:strVal val="#ppt_x"/>
                                          </p:val>
                                        </p:tav>
                                      </p:tavLst>
                                    </p:anim>
                                    <p:anim calcmode="lin" valueType="num">
                                      <p:cBhvr>
                                        <p:cTn id="51" dur="1000" fill="hold"/>
                                        <p:tgtEl>
                                          <p:spTgt spid="2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1000"/>
                                        <p:tgtEl>
                                          <p:spTgt spid="35"/>
                                        </p:tgtEl>
                                      </p:cBhvr>
                                    </p:animEffect>
                                    <p:anim calcmode="lin" valueType="num">
                                      <p:cBhvr>
                                        <p:cTn id="55" dur="1000" fill="hold"/>
                                        <p:tgtEl>
                                          <p:spTgt spid="35"/>
                                        </p:tgtEl>
                                        <p:attrNameLst>
                                          <p:attrName>ppt_x</p:attrName>
                                        </p:attrNameLst>
                                      </p:cBhvr>
                                      <p:tavLst>
                                        <p:tav tm="0">
                                          <p:val>
                                            <p:strVal val="#ppt_x"/>
                                          </p:val>
                                        </p:tav>
                                        <p:tav tm="100000">
                                          <p:val>
                                            <p:strVal val="#ppt_x"/>
                                          </p:val>
                                        </p:tav>
                                      </p:tavLst>
                                    </p:anim>
                                    <p:anim calcmode="lin" valueType="num">
                                      <p:cBhvr>
                                        <p:cTn id="56" dur="1000" fill="hold"/>
                                        <p:tgtEl>
                                          <p:spTgt spid="35"/>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1000"/>
                                        <p:tgtEl>
                                          <p:spTgt spid="44"/>
                                        </p:tgtEl>
                                      </p:cBhvr>
                                    </p:animEffect>
                                    <p:anim calcmode="lin" valueType="num">
                                      <p:cBhvr>
                                        <p:cTn id="60" dur="1000" fill="hold"/>
                                        <p:tgtEl>
                                          <p:spTgt spid="44"/>
                                        </p:tgtEl>
                                        <p:attrNameLst>
                                          <p:attrName>ppt_x</p:attrName>
                                        </p:attrNameLst>
                                      </p:cBhvr>
                                      <p:tavLst>
                                        <p:tav tm="0">
                                          <p:val>
                                            <p:strVal val="#ppt_x"/>
                                          </p:val>
                                        </p:tav>
                                        <p:tav tm="100000">
                                          <p:val>
                                            <p:strVal val="#ppt_x"/>
                                          </p:val>
                                        </p:tav>
                                      </p:tavLst>
                                    </p:anim>
                                    <p:anim calcmode="lin" valueType="num">
                                      <p:cBhvr>
                                        <p:cTn id="61" dur="1000" fill="hold"/>
                                        <p:tgtEl>
                                          <p:spTgt spid="4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1000"/>
                                        <p:tgtEl>
                                          <p:spTgt spid="45"/>
                                        </p:tgtEl>
                                      </p:cBhvr>
                                    </p:animEffect>
                                    <p:anim calcmode="lin" valueType="num">
                                      <p:cBhvr>
                                        <p:cTn id="65" dur="1000" fill="hold"/>
                                        <p:tgtEl>
                                          <p:spTgt spid="45"/>
                                        </p:tgtEl>
                                        <p:attrNameLst>
                                          <p:attrName>ppt_x</p:attrName>
                                        </p:attrNameLst>
                                      </p:cBhvr>
                                      <p:tavLst>
                                        <p:tav tm="0">
                                          <p:val>
                                            <p:strVal val="#ppt_x"/>
                                          </p:val>
                                        </p:tav>
                                        <p:tav tm="100000">
                                          <p:val>
                                            <p:strVal val="#ppt_x"/>
                                          </p:val>
                                        </p:tav>
                                      </p:tavLst>
                                    </p:anim>
                                    <p:anim calcmode="lin" valueType="num">
                                      <p:cBhvr>
                                        <p:cTn id="66" dur="1000" fill="hold"/>
                                        <p:tgtEl>
                                          <p:spTgt spid="45"/>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5"/>
                                        </p:tgtEl>
                                        <p:attrNameLst>
                                          <p:attrName>style.visibility</p:attrName>
                                        </p:attrNameLst>
                                      </p:cBhvr>
                                      <p:to>
                                        <p:strVal val="visible"/>
                                      </p:to>
                                    </p:set>
                                    <p:animEffect transition="in" filter="fade">
                                      <p:cBhvr>
                                        <p:cTn id="69" dur="1000"/>
                                        <p:tgtEl>
                                          <p:spTgt spid="5"/>
                                        </p:tgtEl>
                                      </p:cBhvr>
                                    </p:animEffect>
                                    <p:anim calcmode="lin" valueType="num">
                                      <p:cBhvr>
                                        <p:cTn id="70" dur="1000" fill="hold"/>
                                        <p:tgtEl>
                                          <p:spTgt spid="5"/>
                                        </p:tgtEl>
                                        <p:attrNameLst>
                                          <p:attrName>ppt_x</p:attrName>
                                        </p:attrNameLst>
                                      </p:cBhvr>
                                      <p:tavLst>
                                        <p:tav tm="0">
                                          <p:val>
                                            <p:strVal val="#ppt_x"/>
                                          </p:val>
                                        </p:tav>
                                        <p:tav tm="100000">
                                          <p:val>
                                            <p:strVal val="#ppt_x"/>
                                          </p:val>
                                        </p:tav>
                                      </p:tavLst>
                                    </p:anim>
                                    <p:anim calcmode="lin" valueType="num">
                                      <p:cBhvr>
                                        <p:cTn id="71" dur="1000" fill="hold"/>
                                        <p:tgtEl>
                                          <p:spTgt spid="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1000"/>
                                        <p:tgtEl>
                                          <p:spTgt spid="34"/>
                                        </p:tgtEl>
                                      </p:cBhvr>
                                    </p:animEffect>
                                    <p:anim calcmode="lin" valueType="num">
                                      <p:cBhvr>
                                        <p:cTn id="75" dur="1000" fill="hold"/>
                                        <p:tgtEl>
                                          <p:spTgt spid="34"/>
                                        </p:tgtEl>
                                        <p:attrNameLst>
                                          <p:attrName>ppt_x</p:attrName>
                                        </p:attrNameLst>
                                      </p:cBhvr>
                                      <p:tavLst>
                                        <p:tav tm="0">
                                          <p:val>
                                            <p:strVal val="#ppt_x"/>
                                          </p:val>
                                        </p:tav>
                                        <p:tav tm="100000">
                                          <p:val>
                                            <p:strVal val="#ppt_x"/>
                                          </p:val>
                                        </p:tav>
                                      </p:tavLst>
                                    </p:anim>
                                    <p:anim calcmode="lin" valueType="num">
                                      <p:cBhvr>
                                        <p:cTn id="76" dur="1000" fill="hold"/>
                                        <p:tgtEl>
                                          <p:spTgt spid="34"/>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1000"/>
                                        <p:tgtEl>
                                          <p:spTgt spid="14"/>
                                        </p:tgtEl>
                                      </p:cBhvr>
                                    </p:animEffect>
                                    <p:anim calcmode="lin" valueType="num">
                                      <p:cBhvr>
                                        <p:cTn id="80" dur="1000" fill="hold"/>
                                        <p:tgtEl>
                                          <p:spTgt spid="14"/>
                                        </p:tgtEl>
                                        <p:attrNameLst>
                                          <p:attrName>ppt_x</p:attrName>
                                        </p:attrNameLst>
                                      </p:cBhvr>
                                      <p:tavLst>
                                        <p:tav tm="0">
                                          <p:val>
                                            <p:strVal val="#ppt_x"/>
                                          </p:val>
                                        </p:tav>
                                        <p:tav tm="100000">
                                          <p:val>
                                            <p:strVal val="#ppt_x"/>
                                          </p:val>
                                        </p:tav>
                                      </p:tavLst>
                                    </p:anim>
                                    <p:anim calcmode="lin" valueType="num">
                                      <p:cBhvr>
                                        <p:cTn id="81" dur="1000" fill="hold"/>
                                        <p:tgtEl>
                                          <p:spTgt spid="1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1000"/>
                                        <p:tgtEl>
                                          <p:spTgt spid="15"/>
                                        </p:tgtEl>
                                      </p:cBhvr>
                                    </p:animEffect>
                                    <p:anim calcmode="lin" valueType="num">
                                      <p:cBhvr>
                                        <p:cTn id="85" dur="1000" fill="hold"/>
                                        <p:tgtEl>
                                          <p:spTgt spid="15"/>
                                        </p:tgtEl>
                                        <p:attrNameLst>
                                          <p:attrName>ppt_x</p:attrName>
                                        </p:attrNameLst>
                                      </p:cBhvr>
                                      <p:tavLst>
                                        <p:tav tm="0">
                                          <p:val>
                                            <p:strVal val="#ppt_x"/>
                                          </p:val>
                                        </p:tav>
                                        <p:tav tm="100000">
                                          <p:val>
                                            <p:strVal val="#ppt_x"/>
                                          </p:val>
                                        </p:tav>
                                      </p:tavLst>
                                    </p:anim>
                                    <p:anim calcmode="lin" valueType="num">
                                      <p:cBhvr>
                                        <p:cTn id="86" dur="1000" fill="hold"/>
                                        <p:tgtEl>
                                          <p:spTgt spid="1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1000"/>
                                        <p:tgtEl>
                                          <p:spTgt spid="16"/>
                                        </p:tgtEl>
                                      </p:cBhvr>
                                    </p:animEffect>
                                    <p:anim calcmode="lin" valueType="num">
                                      <p:cBhvr>
                                        <p:cTn id="90" dur="1000" fill="hold"/>
                                        <p:tgtEl>
                                          <p:spTgt spid="16"/>
                                        </p:tgtEl>
                                        <p:attrNameLst>
                                          <p:attrName>ppt_x</p:attrName>
                                        </p:attrNameLst>
                                      </p:cBhvr>
                                      <p:tavLst>
                                        <p:tav tm="0">
                                          <p:val>
                                            <p:strVal val="#ppt_x"/>
                                          </p:val>
                                        </p:tav>
                                        <p:tav tm="100000">
                                          <p:val>
                                            <p:strVal val="#ppt_x"/>
                                          </p:val>
                                        </p:tav>
                                      </p:tavLst>
                                    </p:anim>
                                    <p:anim calcmode="lin" valueType="num">
                                      <p:cBhvr>
                                        <p:cTn id="91" dur="1000" fill="hold"/>
                                        <p:tgtEl>
                                          <p:spTgt spid="16"/>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1000"/>
                                        <p:tgtEl>
                                          <p:spTgt spid="46"/>
                                        </p:tgtEl>
                                      </p:cBhvr>
                                    </p:animEffect>
                                    <p:anim calcmode="lin" valueType="num">
                                      <p:cBhvr>
                                        <p:cTn id="95" dur="1000" fill="hold"/>
                                        <p:tgtEl>
                                          <p:spTgt spid="46"/>
                                        </p:tgtEl>
                                        <p:attrNameLst>
                                          <p:attrName>ppt_x</p:attrName>
                                        </p:attrNameLst>
                                      </p:cBhvr>
                                      <p:tavLst>
                                        <p:tav tm="0">
                                          <p:val>
                                            <p:strVal val="#ppt_x"/>
                                          </p:val>
                                        </p:tav>
                                        <p:tav tm="100000">
                                          <p:val>
                                            <p:strVal val="#ppt_x"/>
                                          </p:val>
                                        </p:tav>
                                      </p:tavLst>
                                    </p:anim>
                                    <p:anim calcmode="lin" valueType="num">
                                      <p:cBhvr>
                                        <p:cTn id="96" dur="1000" fill="hold"/>
                                        <p:tgtEl>
                                          <p:spTgt spid="46"/>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fade">
                                      <p:cBhvr>
                                        <p:cTn id="99" dur="1000"/>
                                        <p:tgtEl>
                                          <p:spTgt spid="17"/>
                                        </p:tgtEl>
                                      </p:cBhvr>
                                    </p:animEffect>
                                    <p:anim calcmode="lin" valueType="num">
                                      <p:cBhvr>
                                        <p:cTn id="100" dur="1000" fill="hold"/>
                                        <p:tgtEl>
                                          <p:spTgt spid="17"/>
                                        </p:tgtEl>
                                        <p:attrNameLst>
                                          <p:attrName>ppt_x</p:attrName>
                                        </p:attrNameLst>
                                      </p:cBhvr>
                                      <p:tavLst>
                                        <p:tav tm="0">
                                          <p:val>
                                            <p:strVal val="#ppt_x"/>
                                          </p:val>
                                        </p:tav>
                                        <p:tav tm="100000">
                                          <p:val>
                                            <p:strVal val="#ppt_x"/>
                                          </p:val>
                                        </p:tav>
                                      </p:tavLst>
                                    </p:anim>
                                    <p:anim calcmode="lin" valueType="num">
                                      <p:cBhvr>
                                        <p:cTn id="101" dur="1000" fill="hold"/>
                                        <p:tgtEl>
                                          <p:spTgt spid="17"/>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0"/>
                                        <p:tgtEl>
                                          <p:spTgt spid="18"/>
                                        </p:tgtEl>
                                      </p:cBhvr>
                                    </p:animEffect>
                                    <p:anim calcmode="lin" valueType="num">
                                      <p:cBhvr>
                                        <p:cTn id="105" dur="1000" fill="hold"/>
                                        <p:tgtEl>
                                          <p:spTgt spid="18"/>
                                        </p:tgtEl>
                                        <p:attrNameLst>
                                          <p:attrName>ppt_x</p:attrName>
                                        </p:attrNameLst>
                                      </p:cBhvr>
                                      <p:tavLst>
                                        <p:tav tm="0">
                                          <p:val>
                                            <p:strVal val="#ppt_x"/>
                                          </p:val>
                                        </p:tav>
                                        <p:tav tm="100000">
                                          <p:val>
                                            <p:strVal val="#ppt_x"/>
                                          </p:val>
                                        </p:tav>
                                      </p:tavLst>
                                    </p:anim>
                                    <p:anim calcmode="lin" valueType="num">
                                      <p:cBhvr>
                                        <p:cTn id="106" dur="1000" fill="hold"/>
                                        <p:tgtEl>
                                          <p:spTgt spid="18"/>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fade">
                                      <p:cBhvr>
                                        <p:cTn id="109" dur="1000"/>
                                        <p:tgtEl>
                                          <p:spTgt spid="19"/>
                                        </p:tgtEl>
                                      </p:cBhvr>
                                    </p:animEffect>
                                    <p:anim calcmode="lin" valueType="num">
                                      <p:cBhvr>
                                        <p:cTn id="110" dur="1000" fill="hold"/>
                                        <p:tgtEl>
                                          <p:spTgt spid="19"/>
                                        </p:tgtEl>
                                        <p:attrNameLst>
                                          <p:attrName>ppt_x</p:attrName>
                                        </p:attrNameLst>
                                      </p:cBhvr>
                                      <p:tavLst>
                                        <p:tav tm="0">
                                          <p:val>
                                            <p:strVal val="#ppt_x"/>
                                          </p:val>
                                        </p:tav>
                                        <p:tav tm="100000">
                                          <p:val>
                                            <p:strVal val="#ppt_x"/>
                                          </p:val>
                                        </p:tav>
                                      </p:tavLst>
                                    </p:anim>
                                    <p:anim calcmode="lin" valueType="num">
                                      <p:cBhvr>
                                        <p:cTn id="111" dur="1000" fill="hold"/>
                                        <p:tgtEl>
                                          <p:spTgt spid="19"/>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1000"/>
                                        <p:tgtEl>
                                          <p:spTgt spid="20"/>
                                        </p:tgtEl>
                                      </p:cBhvr>
                                    </p:animEffect>
                                    <p:anim calcmode="lin" valueType="num">
                                      <p:cBhvr>
                                        <p:cTn id="115" dur="1000" fill="hold"/>
                                        <p:tgtEl>
                                          <p:spTgt spid="20"/>
                                        </p:tgtEl>
                                        <p:attrNameLst>
                                          <p:attrName>ppt_x</p:attrName>
                                        </p:attrNameLst>
                                      </p:cBhvr>
                                      <p:tavLst>
                                        <p:tav tm="0">
                                          <p:val>
                                            <p:strVal val="#ppt_x"/>
                                          </p:val>
                                        </p:tav>
                                        <p:tav tm="100000">
                                          <p:val>
                                            <p:strVal val="#ppt_x"/>
                                          </p:val>
                                        </p:tav>
                                      </p:tavLst>
                                    </p:anim>
                                    <p:anim calcmode="lin" valueType="num">
                                      <p:cBhvr>
                                        <p:cTn id="1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53"/>
                                        </p:tgtEl>
                                        <p:attrNameLst>
                                          <p:attrName>style.visibility</p:attrName>
                                        </p:attrNameLst>
                                      </p:cBhvr>
                                      <p:to>
                                        <p:strVal val="visible"/>
                                      </p:to>
                                    </p:set>
                                    <p:animEffect transition="in" filter="wipe(left)">
                                      <p:cBhvr>
                                        <p:cTn id="121" dur="1000"/>
                                        <p:tgtEl>
                                          <p:spTgt spid="53"/>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wipe(left)">
                                      <p:cBhvr>
                                        <p:cTn id="126" dur="1000"/>
                                        <p:tgtEl>
                                          <p:spTgt spid="54"/>
                                        </p:tgtEl>
                                      </p:cBhvr>
                                    </p:animEffect>
                                  </p:childTnLst>
                                </p:cTn>
                              </p:par>
                            </p:childTnLst>
                          </p:cTn>
                        </p:par>
                        <p:par>
                          <p:cTn id="127" fill="hold">
                            <p:stCondLst>
                              <p:cond delay="1000"/>
                            </p:stCondLst>
                            <p:childTnLst>
                              <p:par>
                                <p:cTn id="128" presetID="22" presetClass="entr" presetSubtype="8" fill="hold"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wipe(left)">
                                      <p:cBhvr>
                                        <p:cTn id="130" dur="1000"/>
                                        <p:tgtEl>
                                          <p:spTgt spid="30"/>
                                        </p:tgtEl>
                                      </p:cBhvr>
                                    </p:animEffect>
                                  </p:childTnLst>
                                </p:cTn>
                              </p:par>
                            </p:childTnLst>
                          </p:cTn>
                        </p:par>
                      </p:childTnLst>
                    </p:cTn>
                  </p:par>
                  <p:par>
                    <p:cTn id="131" fill="hold">
                      <p:stCondLst>
                        <p:cond delay="indefinite"/>
                      </p:stCondLst>
                      <p:childTnLst>
                        <p:par>
                          <p:cTn id="132" fill="hold">
                            <p:stCondLst>
                              <p:cond delay="0"/>
                            </p:stCondLst>
                            <p:childTnLst>
                              <p:par>
                                <p:cTn id="133" presetID="47" presetClass="entr" presetSubtype="0" fill="hold" grpId="0" nodeType="clickEffect">
                                  <p:stCondLst>
                                    <p:cond delay="0"/>
                                  </p:stCondLst>
                                  <p:childTnLst>
                                    <p:set>
                                      <p:cBhvr>
                                        <p:cTn id="134" dur="1" fill="hold">
                                          <p:stCondLst>
                                            <p:cond delay="0"/>
                                          </p:stCondLst>
                                        </p:cTn>
                                        <p:tgtEl>
                                          <p:spTgt spid="22"/>
                                        </p:tgtEl>
                                        <p:attrNameLst>
                                          <p:attrName>style.visibility</p:attrName>
                                        </p:attrNameLst>
                                      </p:cBhvr>
                                      <p:to>
                                        <p:strVal val="visible"/>
                                      </p:to>
                                    </p:set>
                                    <p:animEffect transition="in" filter="fade">
                                      <p:cBhvr>
                                        <p:cTn id="135" dur="1000"/>
                                        <p:tgtEl>
                                          <p:spTgt spid="22"/>
                                        </p:tgtEl>
                                      </p:cBhvr>
                                    </p:animEffect>
                                    <p:anim calcmode="lin" valueType="num">
                                      <p:cBhvr>
                                        <p:cTn id="136" dur="1000" fill="hold"/>
                                        <p:tgtEl>
                                          <p:spTgt spid="22"/>
                                        </p:tgtEl>
                                        <p:attrNameLst>
                                          <p:attrName>ppt_x</p:attrName>
                                        </p:attrNameLst>
                                      </p:cBhvr>
                                      <p:tavLst>
                                        <p:tav tm="0">
                                          <p:val>
                                            <p:strVal val="#ppt_x"/>
                                          </p:val>
                                        </p:tav>
                                        <p:tav tm="100000">
                                          <p:val>
                                            <p:strVal val="#ppt_x"/>
                                          </p:val>
                                        </p:tav>
                                      </p:tavLst>
                                    </p:anim>
                                    <p:anim calcmode="lin" valueType="num">
                                      <p:cBhvr>
                                        <p:cTn id="137" dur="1000" fill="hold"/>
                                        <p:tgtEl>
                                          <p:spTgt spid="22"/>
                                        </p:tgtEl>
                                        <p:attrNameLst>
                                          <p:attrName>ppt_y</p:attrName>
                                        </p:attrNameLst>
                                      </p:cBhvr>
                                      <p:tavLst>
                                        <p:tav tm="0">
                                          <p:val>
                                            <p:strVal val="#ppt_y-.1"/>
                                          </p:val>
                                        </p:tav>
                                        <p:tav tm="100000">
                                          <p:val>
                                            <p:strVal val="#ppt_y"/>
                                          </p:val>
                                        </p:tav>
                                      </p:tavLst>
                                    </p:anim>
                                  </p:childTnLst>
                                </p:cTn>
                              </p:par>
                              <p:par>
                                <p:cTn id="138" presetID="47" presetClass="entr" presetSubtype="0" fill="hold" grpId="0" nodeType="withEffect">
                                  <p:stCondLst>
                                    <p:cond delay="0"/>
                                  </p:stCondLst>
                                  <p:childTnLst>
                                    <p:set>
                                      <p:cBhvr>
                                        <p:cTn id="139" dur="1" fill="hold">
                                          <p:stCondLst>
                                            <p:cond delay="0"/>
                                          </p:stCondLst>
                                        </p:cTn>
                                        <p:tgtEl>
                                          <p:spTgt spid="47"/>
                                        </p:tgtEl>
                                        <p:attrNameLst>
                                          <p:attrName>style.visibility</p:attrName>
                                        </p:attrNameLst>
                                      </p:cBhvr>
                                      <p:to>
                                        <p:strVal val="visible"/>
                                      </p:to>
                                    </p:set>
                                    <p:animEffect transition="in" filter="fade">
                                      <p:cBhvr>
                                        <p:cTn id="140" dur="1000"/>
                                        <p:tgtEl>
                                          <p:spTgt spid="47"/>
                                        </p:tgtEl>
                                      </p:cBhvr>
                                    </p:animEffect>
                                    <p:anim calcmode="lin" valueType="num">
                                      <p:cBhvr>
                                        <p:cTn id="141" dur="1000" fill="hold"/>
                                        <p:tgtEl>
                                          <p:spTgt spid="47"/>
                                        </p:tgtEl>
                                        <p:attrNameLst>
                                          <p:attrName>ppt_x</p:attrName>
                                        </p:attrNameLst>
                                      </p:cBhvr>
                                      <p:tavLst>
                                        <p:tav tm="0">
                                          <p:val>
                                            <p:strVal val="#ppt_x"/>
                                          </p:val>
                                        </p:tav>
                                        <p:tav tm="100000">
                                          <p:val>
                                            <p:strVal val="#ppt_x"/>
                                          </p:val>
                                        </p:tav>
                                      </p:tavLst>
                                    </p:anim>
                                    <p:anim calcmode="lin" valueType="num">
                                      <p:cBhvr>
                                        <p:cTn id="142" dur="1000" fill="hold"/>
                                        <p:tgtEl>
                                          <p:spTgt spid="47"/>
                                        </p:tgtEl>
                                        <p:attrNameLst>
                                          <p:attrName>ppt_y</p:attrName>
                                        </p:attrNameLst>
                                      </p:cBhvr>
                                      <p:tavLst>
                                        <p:tav tm="0">
                                          <p:val>
                                            <p:strVal val="#ppt_y-.1"/>
                                          </p:val>
                                        </p:tav>
                                        <p:tav tm="100000">
                                          <p:val>
                                            <p:strVal val="#ppt_y"/>
                                          </p:val>
                                        </p:tav>
                                      </p:tavLst>
                                    </p:anim>
                                  </p:childTnLst>
                                </p:cTn>
                              </p:par>
                            </p:childTnLst>
                          </p:cTn>
                        </p:par>
                        <p:par>
                          <p:cTn id="143" fill="hold">
                            <p:stCondLst>
                              <p:cond delay="1000"/>
                            </p:stCondLst>
                            <p:childTnLst>
                              <p:par>
                                <p:cTn id="144" presetID="7" presetClass="emph" presetSubtype="2" fill="hold" nodeType="afterEffect">
                                  <p:stCondLst>
                                    <p:cond delay="0"/>
                                  </p:stCondLst>
                                  <p:childTnLst>
                                    <p:animClr clrSpc="rgb" dir="cw">
                                      <p:cBhvr>
                                        <p:cTn id="145" dur="500" fill="hold"/>
                                        <p:tgtEl>
                                          <p:spTgt spid="30"/>
                                        </p:tgtEl>
                                        <p:attrNameLst>
                                          <p:attrName>stroke.color</p:attrName>
                                        </p:attrNameLst>
                                      </p:cBhvr>
                                      <p:to>
                                        <a:srgbClr val="F2F2F2"/>
                                      </p:to>
                                    </p:animClr>
                                    <p:set>
                                      <p:cBhvr>
                                        <p:cTn id="146" dur="500" fill="hold"/>
                                        <p:tgtEl>
                                          <p:spTgt spid="30"/>
                                        </p:tgtEl>
                                        <p:attrNameLst>
                                          <p:attrName>stroke.on</p:attrName>
                                        </p:attrNameLst>
                                      </p:cBhvr>
                                      <p:to>
                                        <p:strVal val="true"/>
                                      </p:to>
                                    </p:set>
                                  </p:childTnLst>
                                </p:cTn>
                              </p:par>
                            </p:childTnLst>
                          </p:cTn>
                        </p:par>
                        <p:par>
                          <p:cTn id="147" fill="hold">
                            <p:stCondLst>
                              <p:cond delay="1500"/>
                            </p:stCondLst>
                            <p:childTnLst>
                              <p:par>
                                <p:cTn id="148" presetID="22" presetClass="entr" presetSubtype="8" fill="hold" nodeType="afterEffect">
                                  <p:stCondLst>
                                    <p:cond delay="0"/>
                                  </p:stCondLst>
                                  <p:childTnLst>
                                    <p:set>
                                      <p:cBhvr>
                                        <p:cTn id="149" dur="1" fill="hold">
                                          <p:stCondLst>
                                            <p:cond delay="0"/>
                                          </p:stCondLst>
                                        </p:cTn>
                                        <p:tgtEl>
                                          <p:spTgt spid="31"/>
                                        </p:tgtEl>
                                        <p:attrNameLst>
                                          <p:attrName>style.visibility</p:attrName>
                                        </p:attrNameLst>
                                      </p:cBhvr>
                                      <p:to>
                                        <p:strVal val="visible"/>
                                      </p:to>
                                    </p:set>
                                    <p:animEffect transition="in" filter="wipe(left)">
                                      <p:cBhvr>
                                        <p:cTn id="150" dur="1000"/>
                                        <p:tgtEl>
                                          <p:spTgt spid="31"/>
                                        </p:tgtEl>
                                      </p:cBhvr>
                                    </p:animEffect>
                                  </p:childTnLst>
                                </p:cTn>
                              </p:par>
                            </p:childTnLst>
                          </p:cTn>
                        </p:par>
                      </p:childTnLst>
                    </p:cTn>
                  </p:par>
                  <p:par>
                    <p:cTn id="151" fill="hold">
                      <p:stCondLst>
                        <p:cond delay="indefinite"/>
                      </p:stCondLst>
                      <p:childTnLst>
                        <p:par>
                          <p:cTn id="152" fill="hold">
                            <p:stCondLst>
                              <p:cond delay="0"/>
                            </p:stCondLst>
                            <p:childTnLst>
                              <p:par>
                                <p:cTn id="153" presetID="47" presetClass="entr" presetSubtype="0" fill="hold" nodeType="clickEffect">
                                  <p:stCondLst>
                                    <p:cond delay="0"/>
                                  </p:stCondLst>
                                  <p:childTnLst>
                                    <p:set>
                                      <p:cBhvr>
                                        <p:cTn id="154" dur="1" fill="hold">
                                          <p:stCondLst>
                                            <p:cond delay="0"/>
                                          </p:stCondLst>
                                        </p:cTn>
                                        <p:tgtEl>
                                          <p:spTgt spid="23">
                                            <p:txEl>
                                              <p:pRg st="0" end="0"/>
                                            </p:txEl>
                                          </p:spTgt>
                                        </p:tgtEl>
                                        <p:attrNameLst>
                                          <p:attrName>style.visibility</p:attrName>
                                        </p:attrNameLst>
                                      </p:cBhvr>
                                      <p:to>
                                        <p:strVal val="visible"/>
                                      </p:to>
                                    </p:set>
                                    <p:animEffect transition="in" filter="fade">
                                      <p:cBhvr>
                                        <p:cTn id="155" dur="1000"/>
                                        <p:tgtEl>
                                          <p:spTgt spid="23">
                                            <p:txEl>
                                              <p:pRg st="0" end="0"/>
                                            </p:txEl>
                                          </p:spTgt>
                                        </p:tgtEl>
                                      </p:cBhvr>
                                    </p:animEffect>
                                    <p:anim calcmode="lin" valueType="num">
                                      <p:cBhvr>
                                        <p:cTn id="156"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157" dur="1000" fill="hold"/>
                                        <p:tgtEl>
                                          <p:spTgt spid="23">
                                            <p:txEl>
                                              <p:pRg st="0" end="0"/>
                                            </p:txEl>
                                          </p:spTgt>
                                        </p:tgtEl>
                                        <p:attrNameLst>
                                          <p:attrName>ppt_y</p:attrName>
                                        </p:attrNameLst>
                                      </p:cBhvr>
                                      <p:tavLst>
                                        <p:tav tm="0">
                                          <p:val>
                                            <p:strVal val="#ppt_y-.1"/>
                                          </p:val>
                                        </p:tav>
                                        <p:tav tm="100000">
                                          <p:val>
                                            <p:strVal val="#ppt_y"/>
                                          </p:val>
                                        </p:tav>
                                      </p:tavLst>
                                    </p:anim>
                                  </p:childTnLst>
                                </p:cTn>
                              </p:par>
                              <p:par>
                                <p:cTn id="158" presetID="47" presetClass="entr" presetSubtype="0" fill="hold" nodeType="withEffect">
                                  <p:stCondLst>
                                    <p:cond delay="0"/>
                                  </p:stCondLst>
                                  <p:childTnLst>
                                    <p:set>
                                      <p:cBhvr>
                                        <p:cTn id="159" dur="1" fill="hold">
                                          <p:stCondLst>
                                            <p:cond delay="0"/>
                                          </p:stCondLst>
                                        </p:cTn>
                                        <p:tgtEl>
                                          <p:spTgt spid="48">
                                            <p:txEl>
                                              <p:pRg st="0" end="0"/>
                                            </p:txEl>
                                          </p:spTgt>
                                        </p:tgtEl>
                                        <p:attrNameLst>
                                          <p:attrName>style.visibility</p:attrName>
                                        </p:attrNameLst>
                                      </p:cBhvr>
                                      <p:to>
                                        <p:strVal val="visible"/>
                                      </p:to>
                                    </p:set>
                                    <p:animEffect transition="in" filter="fade">
                                      <p:cBhvr>
                                        <p:cTn id="160" dur="1000"/>
                                        <p:tgtEl>
                                          <p:spTgt spid="48">
                                            <p:txEl>
                                              <p:pRg st="0" end="0"/>
                                            </p:txEl>
                                          </p:spTgt>
                                        </p:tgtEl>
                                      </p:cBhvr>
                                    </p:animEffect>
                                    <p:anim calcmode="lin" valueType="num">
                                      <p:cBhvr>
                                        <p:cTn id="161" dur="1000" fill="hold"/>
                                        <p:tgtEl>
                                          <p:spTgt spid="48">
                                            <p:txEl>
                                              <p:pRg st="0" end="0"/>
                                            </p:txEl>
                                          </p:spTgt>
                                        </p:tgtEl>
                                        <p:attrNameLst>
                                          <p:attrName>ppt_x</p:attrName>
                                        </p:attrNameLst>
                                      </p:cBhvr>
                                      <p:tavLst>
                                        <p:tav tm="0">
                                          <p:val>
                                            <p:strVal val="#ppt_x"/>
                                          </p:val>
                                        </p:tav>
                                        <p:tav tm="100000">
                                          <p:val>
                                            <p:strVal val="#ppt_x"/>
                                          </p:val>
                                        </p:tav>
                                      </p:tavLst>
                                    </p:anim>
                                    <p:anim calcmode="lin" valueType="num">
                                      <p:cBhvr>
                                        <p:cTn id="162" dur="1000" fill="hold"/>
                                        <p:tgtEl>
                                          <p:spTgt spid="48">
                                            <p:txEl>
                                              <p:pRg st="0" end="0"/>
                                            </p:txEl>
                                          </p:spTgt>
                                        </p:tgtEl>
                                        <p:attrNameLst>
                                          <p:attrName>ppt_y</p:attrName>
                                        </p:attrNameLst>
                                      </p:cBhvr>
                                      <p:tavLst>
                                        <p:tav tm="0">
                                          <p:val>
                                            <p:strVal val="#ppt_y-.1"/>
                                          </p:val>
                                        </p:tav>
                                        <p:tav tm="100000">
                                          <p:val>
                                            <p:strVal val="#ppt_y"/>
                                          </p:val>
                                        </p:tav>
                                      </p:tavLst>
                                    </p:anim>
                                  </p:childTnLst>
                                </p:cTn>
                              </p:par>
                            </p:childTnLst>
                          </p:cTn>
                        </p:par>
                        <p:par>
                          <p:cTn id="163" fill="hold">
                            <p:stCondLst>
                              <p:cond delay="1000"/>
                            </p:stCondLst>
                            <p:childTnLst>
                              <p:par>
                                <p:cTn id="164" presetID="7" presetClass="emph" presetSubtype="2" fill="hold" nodeType="afterEffect">
                                  <p:stCondLst>
                                    <p:cond delay="0"/>
                                  </p:stCondLst>
                                  <p:childTnLst>
                                    <p:animClr clrSpc="rgb" dir="cw">
                                      <p:cBhvr>
                                        <p:cTn id="165" dur="500" fill="hold"/>
                                        <p:tgtEl>
                                          <p:spTgt spid="31"/>
                                        </p:tgtEl>
                                        <p:attrNameLst>
                                          <p:attrName>stroke.color</p:attrName>
                                        </p:attrNameLst>
                                      </p:cBhvr>
                                      <p:to>
                                        <a:srgbClr val="F2F2F2"/>
                                      </p:to>
                                    </p:animClr>
                                    <p:set>
                                      <p:cBhvr>
                                        <p:cTn id="166" dur="500" fill="hold"/>
                                        <p:tgtEl>
                                          <p:spTgt spid="31"/>
                                        </p:tgtEl>
                                        <p:attrNameLst>
                                          <p:attrName>stroke.on</p:attrName>
                                        </p:attrNameLst>
                                      </p:cBhvr>
                                      <p:to>
                                        <p:strVal val="true"/>
                                      </p:to>
                                    </p:set>
                                  </p:childTnLst>
                                </p:cTn>
                              </p:par>
                            </p:childTnLst>
                          </p:cTn>
                        </p:par>
                        <p:par>
                          <p:cTn id="167" fill="hold">
                            <p:stCondLst>
                              <p:cond delay="1500"/>
                            </p:stCondLst>
                            <p:childTnLst>
                              <p:par>
                                <p:cTn id="168" presetID="22" presetClass="entr" presetSubtype="8" fill="hold" nodeType="afterEffect">
                                  <p:stCondLst>
                                    <p:cond delay="0"/>
                                  </p:stCondLst>
                                  <p:childTnLst>
                                    <p:set>
                                      <p:cBhvr>
                                        <p:cTn id="169" dur="1" fill="hold">
                                          <p:stCondLst>
                                            <p:cond delay="0"/>
                                          </p:stCondLst>
                                        </p:cTn>
                                        <p:tgtEl>
                                          <p:spTgt spid="33"/>
                                        </p:tgtEl>
                                        <p:attrNameLst>
                                          <p:attrName>style.visibility</p:attrName>
                                        </p:attrNameLst>
                                      </p:cBhvr>
                                      <p:to>
                                        <p:strVal val="visible"/>
                                      </p:to>
                                    </p:set>
                                    <p:animEffect transition="in" filter="wipe(left)">
                                      <p:cBhvr>
                                        <p:cTn id="170" dur="1000"/>
                                        <p:tgtEl>
                                          <p:spTgt spid="33"/>
                                        </p:tgtEl>
                                      </p:cBhvr>
                                    </p:animEffect>
                                  </p:childTnLst>
                                </p:cTn>
                              </p:par>
                            </p:childTnLst>
                          </p:cTn>
                        </p:par>
                      </p:childTnLst>
                    </p:cTn>
                  </p:par>
                  <p:par>
                    <p:cTn id="171" fill="hold">
                      <p:stCondLst>
                        <p:cond delay="indefinite"/>
                      </p:stCondLst>
                      <p:childTnLst>
                        <p:par>
                          <p:cTn id="172" fill="hold">
                            <p:stCondLst>
                              <p:cond delay="0"/>
                            </p:stCondLst>
                            <p:childTnLst>
                              <p:par>
                                <p:cTn id="173" presetID="17" presetClass="entr" presetSubtype="10" fill="hold" nodeType="clickEffect">
                                  <p:stCondLst>
                                    <p:cond delay="0"/>
                                  </p:stCondLst>
                                  <p:childTnLst>
                                    <p:set>
                                      <p:cBhvr>
                                        <p:cTn id="174" dur="1" fill="hold">
                                          <p:stCondLst>
                                            <p:cond delay="0"/>
                                          </p:stCondLst>
                                        </p:cTn>
                                        <p:tgtEl>
                                          <p:spTgt spid="21"/>
                                        </p:tgtEl>
                                        <p:attrNameLst>
                                          <p:attrName>style.visibility</p:attrName>
                                        </p:attrNameLst>
                                      </p:cBhvr>
                                      <p:to>
                                        <p:strVal val="visible"/>
                                      </p:to>
                                    </p:set>
                                    <p:anim calcmode="lin" valueType="num">
                                      <p:cBhvr>
                                        <p:cTn id="175" dur="1000" fill="hold"/>
                                        <p:tgtEl>
                                          <p:spTgt spid="21"/>
                                        </p:tgtEl>
                                        <p:attrNameLst>
                                          <p:attrName>ppt_w</p:attrName>
                                        </p:attrNameLst>
                                      </p:cBhvr>
                                      <p:tavLst>
                                        <p:tav tm="0">
                                          <p:val>
                                            <p:fltVal val="0"/>
                                          </p:val>
                                        </p:tav>
                                        <p:tav tm="100000">
                                          <p:val>
                                            <p:strVal val="#ppt_w"/>
                                          </p:val>
                                        </p:tav>
                                      </p:tavLst>
                                    </p:anim>
                                    <p:anim calcmode="lin" valueType="num">
                                      <p:cBhvr>
                                        <p:cTn id="176" dur="1000" fill="hold"/>
                                        <p:tgtEl>
                                          <p:spTgt spid="21"/>
                                        </p:tgtEl>
                                        <p:attrNameLst>
                                          <p:attrName>ppt_h</p:attrName>
                                        </p:attrNameLst>
                                      </p:cBhvr>
                                      <p:tavLst>
                                        <p:tav tm="0">
                                          <p:val>
                                            <p:strVal val="#ppt_h"/>
                                          </p:val>
                                        </p:tav>
                                        <p:tav tm="100000">
                                          <p:val>
                                            <p:strVal val="#ppt_h"/>
                                          </p:val>
                                        </p:tav>
                                      </p:tavLst>
                                    </p:anim>
                                  </p:childTnLst>
                                </p:cTn>
                              </p:par>
                              <p:par>
                                <p:cTn id="177" presetID="17" presetClass="entr" presetSubtype="10" fill="hold" nodeType="withEffect">
                                  <p:stCondLst>
                                    <p:cond delay="0"/>
                                  </p:stCondLst>
                                  <p:childTnLst>
                                    <p:set>
                                      <p:cBhvr>
                                        <p:cTn id="178" dur="1" fill="hold">
                                          <p:stCondLst>
                                            <p:cond delay="0"/>
                                          </p:stCondLst>
                                        </p:cTn>
                                        <p:tgtEl>
                                          <p:spTgt spid="49"/>
                                        </p:tgtEl>
                                        <p:attrNameLst>
                                          <p:attrName>style.visibility</p:attrName>
                                        </p:attrNameLst>
                                      </p:cBhvr>
                                      <p:to>
                                        <p:strVal val="visible"/>
                                      </p:to>
                                    </p:set>
                                    <p:anim calcmode="lin" valueType="num">
                                      <p:cBhvr>
                                        <p:cTn id="179" dur="1000" fill="hold"/>
                                        <p:tgtEl>
                                          <p:spTgt spid="49"/>
                                        </p:tgtEl>
                                        <p:attrNameLst>
                                          <p:attrName>ppt_w</p:attrName>
                                        </p:attrNameLst>
                                      </p:cBhvr>
                                      <p:tavLst>
                                        <p:tav tm="0">
                                          <p:val>
                                            <p:fltVal val="0"/>
                                          </p:val>
                                        </p:tav>
                                        <p:tav tm="100000">
                                          <p:val>
                                            <p:strVal val="#ppt_w"/>
                                          </p:val>
                                        </p:tav>
                                      </p:tavLst>
                                    </p:anim>
                                    <p:anim calcmode="lin" valueType="num">
                                      <p:cBhvr>
                                        <p:cTn id="180" dur="1000" fill="hold"/>
                                        <p:tgtEl>
                                          <p:spTgt spid="49"/>
                                        </p:tgtEl>
                                        <p:attrNameLst>
                                          <p:attrName>ppt_h</p:attrName>
                                        </p:attrNameLst>
                                      </p:cBhvr>
                                      <p:tavLst>
                                        <p:tav tm="0">
                                          <p:val>
                                            <p:strVal val="#ppt_h"/>
                                          </p:val>
                                        </p:tav>
                                        <p:tav tm="100000">
                                          <p:val>
                                            <p:strVal val="#ppt_h"/>
                                          </p:val>
                                        </p:tav>
                                      </p:tavLst>
                                    </p:anim>
                                  </p:childTnLst>
                                </p:cTn>
                              </p:par>
                            </p:childTnLst>
                          </p:cTn>
                        </p:par>
                      </p:childTnLst>
                    </p:cTn>
                  </p:par>
                  <p:par>
                    <p:cTn id="181" fill="hold">
                      <p:stCondLst>
                        <p:cond delay="indefinite"/>
                      </p:stCondLst>
                      <p:childTnLst>
                        <p:par>
                          <p:cTn id="182" fill="hold">
                            <p:stCondLst>
                              <p:cond delay="0"/>
                            </p:stCondLst>
                            <p:childTnLst>
                              <p:par>
                                <p:cTn id="183" presetID="22" presetClass="exit" presetSubtype="2" fill="hold" nodeType="clickEffect">
                                  <p:stCondLst>
                                    <p:cond delay="0"/>
                                  </p:stCondLst>
                                  <p:childTnLst>
                                    <p:animEffect transition="out" filter="wipe(right)">
                                      <p:cBhvr>
                                        <p:cTn id="184" dur="1000"/>
                                        <p:tgtEl>
                                          <p:spTgt spid="21"/>
                                        </p:tgtEl>
                                      </p:cBhvr>
                                    </p:animEffect>
                                    <p:set>
                                      <p:cBhvr>
                                        <p:cTn id="185" dur="1" fill="hold">
                                          <p:stCondLst>
                                            <p:cond delay="999"/>
                                          </p:stCondLst>
                                        </p:cTn>
                                        <p:tgtEl>
                                          <p:spTgt spid="21"/>
                                        </p:tgtEl>
                                        <p:attrNameLst>
                                          <p:attrName>style.visibility</p:attrName>
                                        </p:attrNameLst>
                                      </p:cBhvr>
                                      <p:to>
                                        <p:strVal val="hidden"/>
                                      </p:to>
                                    </p:set>
                                  </p:childTnLst>
                                </p:cTn>
                              </p:par>
                              <p:par>
                                <p:cTn id="186" presetID="22" presetClass="exit" presetSubtype="2" fill="hold" nodeType="withEffect">
                                  <p:stCondLst>
                                    <p:cond delay="0"/>
                                  </p:stCondLst>
                                  <p:childTnLst>
                                    <p:animEffect transition="out" filter="wipe(right)">
                                      <p:cBhvr>
                                        <p:cTn id="187" dur="1000"/>
                                        <p:tgtEl>
                                          <p:spTgt spid="49"/>
                                        </p:tgtEl>
                                      </p:cBhvr>
                                    </p:animEffect>
                                    <p:set>
                                      <p:cBhvr>
                                        <p:cTn id="188" dur="1" fill="hold">
                                          <p:stCondLst>
                                            <p:cond delay="999"/>
                                          </p:stCondLst>
                                        </p:cTn>
                                        <p:tgtEl>
                                          <p:spTgt spid="49"/>
                                        </p:tgtEl>
                                        <p:attrNameLst>
                                          <p:attrName>style.visibility</p:attrName>
                                        </p:attrNameLst>
                                      </p:cBhvr>
                                      <p:to>
                                        <p:strVal val="hidden"/>
                                      </p:to>
                                    </p:set>
                                  </p:childTnLst>
                                </p:cTn>
                              </p:par>
                            </p:childTnLst>
                          </p:cTn>
                        </p:par>
                        <p:par>
                          <p:cTn id="189" fill="hold">
                            <p:stCondLst>
                              <p:cond delay="1000"/>
                            </p:stCondLst>
                            <p:childTnLst>
                              <p:par>
                                <p:cTn id="190" presetID="7" presetClass="emph" presetSubtype="2" fill="hold" nodeType="afterEffect">
                                  <p:stCondLst>
                                    <p:cond delay="0"/>
                                  </p:stCondLst>
                                  <p:childTnLst>
                                    <p:animClr clrSpc="rgb" dir="cw">
                                      <p:cBhvr>
                                        <p:cTn id="191" dur="500" fill="hold"/>
                                        <p:tgtEl>
                                          <p:spTgt spid="33"/>
                                        </p:tgtEl>
                                        <p:attrNameLst>
                                          <p:attrName>stroke.color</p:attrName>
                                        </p:attrNameLst>
                                      </p:cBhvr>
                                      <p:to>
                                        <a:srgbClr val="F2F2F2"/>
                                      </p:to>
                                    </p:animClr>
                                    <p:set>
                                      <p:cBhvr>
                                        <p:cTn id="192" dur="500" fill="hold"/>
                                        <p:tgtEl>
                                          <p:spTgt spid="33"/>
                                        </p:tgtEl>
                                        <p:attrNameLst>
                                          <p:attrName>stroke.on</p:attrName>
                                        </p:attrNameLst>
                                      </p:cBhvr>
                                      <p:to>
                                        <p:strVal val="true"/>
                                      </p:to>
                                    </p:set>
                                  </p:childTnLst>
                                </p:cTn>
                              </p:par>
                            </p:childTnLst>
                          </p:cTn>
                        </p:par>
                        <p:par>
                          <p:cTn id="193" fill="hold">
                            <p:stCondLst>
                              <p:cond delay="1500"/>
                            </p:stCondLst>
                            <p:childTnLst>
                              <p:par>
                                <p:cTn id="194" presetID="22" presetClass="entr" presetSubtype="8" fill="hold" nodeType="afterEffect">
                                  <p:stCondLst>
                                    <p:cond delay="0"/>
                                  </p:stCondLst>
                                  <p:childTnLst>
                                    <p:set>
                                      <p:cBhvr>
                                        <p:cTn id="195" dur="1" fill="hold">
                                          <p:stCondLst>
                                            <p:cond delay="0"/>
                                          </p:stCondLst>
                                        </p:cTn>
                                        <p:tgtEl>
                                          <p:spTgt spid="38"/>
                                        </p:tgtEl>
                                        <p:attrNameLst>
                                          <p:attrName>style.visibility</p:attrName>
                                        </p:attrNameLst>
                                      </p:cBhvr>
                                      <p:to>
                                        <p:strVal val="visible"/>
                                      </p:to>
                                    </p:set>
                                    <p:animEffect transition="in" filter="wipe(left)">
                                      <p:cBhvr>
                                        <p:cTn id="196" dur="1000"/>
                                        <p:tgtEl>
                                          <p:spTgt spid="38"/>
                                        </p:tgtEl>
                                      </p:cBhvr>
                                    </p:animEffect>
                                  </p:childTnLst>
                                </p:cTn>
                              </p:par>
                            </p:childTnLst>
                          </p:cTn>
                        </p:par>
                      </p:childTnLst>
                    </p:cTn>
                  </p:par>
                  <p:par>
                    <p:cTn id="197" fill="hold">
                      <p:stCondLst>
                        <p:cond delay="indefinite"/>
                      </p:stCondLst>
                      <p:childTnLst>
                        <p:par>
                          <p:cTn id="198" fill="hold">
                            <p:stCondLst>
                              <p:cond delay="0"/>
                            </p:stCondLst>
                            <p:childTnLst>
                              <p:par>
                                <p:cTn id="199" presetID="55" presetClass="entr" presetSubtype="0" fill="hold" nodeType="clickEffect">
                                  <p:stCondLst>
                                    <p:cond delay="0"/>
                                  </p:stCondLst>
                                  <p:childTnLst>
                                    <p:set>
                                      <p:cBhvr>
                                        <p:cTn id="200" dur="1" fill="hold">
                                          <p:stCondLst>
                                            <p:cond delay="0"/>
                                          </p:stCondLst>
                                        </p:cTn>
                                        <p:tgtEl>
                                          <p:spTgt spid="24"/>
                                        </p:tgtEl>
                                        <p:attrNameLst>
                                          <p:attrName>style.visibility</p:attrName>
                                        </p:attrNameLst>
                                      </p:cBhvr>
                                      <p:to>
                                        <p:strVal val="visible"/>
                                      </p:to>
                                    </p:set>
                                    <p:anim calcmode="lin" valueType="num">
                                      <p:cBhvr>
                                        <p:cTn id="201" dur="1000" fill="hold"/>
                                        <p:tgtEl>
                                          <p:spTgt spid="24"/>
                                        </p:tgtEl>
                                        <p:attrNameLst>
                                          <p:attrName>ppt_w</p:attrName>
                                        </p:attrNameLst>
                                      </p:cBhvr>
                                      <p:tavLst>
                                        <p:tav tm="0">
                                          <p:val>
                                            <p:strVal val="#ppt_w*0.70"/>
                                          </p:val>
                                        </p:tav>
                                        <p:tav tm="100000">
                                          <p:val>
                                            <p:strVal val="#ppt_w"/>
                                          </p:val>
                                        </p:tav>
                                      </p:tavLst>
                                    </p:anim>
                                    <p:anim calcmode="lin" valueType="num">
                                      <p:cBhvr>
                                        <p:cTn id="202" dur="1000" fill="hold"/>
                                        <p:tgtEl>
                                          <p:spTgt spid="24"/>
                                        </p:tgtEl>
                                        <p:attrNameLst>
                                          <p:attrName>ppt_h</p:attrName>
                                        </p:attrNameLst>
                                      </p:cBhvr>
                                      <p:tavLst>
                                        <p:tav tm="0">
                                          <p:val>
                                            <p:strVal val="#ppt_h"/>
                                          </p:val>
                                        </p:tav>
                                        <p:tav tm="100000">
                                          <p:val>
                                            <p:strVal val="#ppt_h"/>
                                          </p:val>
                                        </p:tav>
                                      </p:tavLst>
                                    </p:anim>
                                    <p:animEffect transition="in" filter="fade">
                                      <p:cBhvr>
                                        <p:cTn id="203" dur="1000"/>
                                        <p:tgtEl>
                                          <p:spTgt spid="24"/>
                                        </p:tgtEl>
                                      </p:cBhvr>
                                    </p:animEffect>
                                  </p:childTnLst>
                                </p:cTn>
                              </p:par>
                              <p:par>
                                <p:cTn id="204" presetID="55" presetClass="entr" presetSubtype="0" fill="hold" nodeType="withEffect">
                                  <p:stCondLst>
                                    <p:cond delay="0"/>
                                  </p:stCondLst>
                                  <p:childTnLst>
                                    <p:set>
                                      <p:cBhvr>
                                        <p:cTn id="205" dur="1" fill="hold">
                                          <p:stCondLst>
                                            <p:cond delay="0"/>
                                          </p:stCondLst>
                                        </p:cTn>
                                        <p:tgtEl>
                                          <p:spTgt spid="50"/>
                                        </p:tgtEl>
                                        <p:attrNameLst>
                                          <p:attrName>style.visibility</p:attrName>
                                        </p:attrNameLst>
                                      </p:cBhvr>
                                      <p:to>
                                        <p:strVal val="visible"/>
                                      </p:to>
                                    </p:set>
                                    <p:anim calcmode="lin" valueType="num">
                                      <p:cBhvr>
                                        <p:cTn id="206" dur="1000" fill="hold"/>
                                        <p:tgtEl>
                                          <p:spTgt spid="50"/>
                                        </p:tgtEl>
                                        <p:attrNameLst>
                                          <p:attrName>ppt_w</p:attrName>
                                        </p:attrNameLst>
                                      </p:cBhvr>
                                      <p:tavLst>
                                        <p:tav tm="0">
                                          <p:val>
                                            <p:strVal val="#ppt_w*0.70"/>
                                          </p:val>
                                        </p:tav>
                                        <p:tav tm="100000">
                                          <p:val>
                                            <p:strVal val="#ppt_w"/>
                                          </p:val>
                                        </p:tav>
                                      </p:tavLst>
                                    </p:anim>
                                    <p:anim calcmode="lin" valueType="num">
                                      <p:cBhvr>
                                        <p:cTn id="207" dur="1000" fill="hold"/>
                                        <p:tgtEl>
                                          <p:spTgt spid="50"/>
                                        </p:tgtEl>
                                        <p:attrNameLst>
                                          <p:attrName>ppt_h</p:attrName>
                                        </p:attrNameLst>
                                      </p:cBhvr>
                                      <p:tavLst>
                                        <p:tav tm="0">
                                          <p:val>
                                            <p:strVal val="#ppt_h"/>
                                          </p:val>
                                        </p:tav>
                                        <p:tav tm="100000">
                                          <p:val>
                                            <p:strVal val="#ppt_h"/>
                                          </p:val>
                                        </p:tav>
                                      </p:tavLst>
                                    </p:anim>
                                    <p:animEffect transition="in" filter="fade">
                                      <p:cBhvr>
                                        <p:cTn id="208" dur="1000"/>
                                        <p:tgtEl>
                                          <p:spTgt spid="50"/>
                                        </p:tgtEl>
                                      </p:cBhvr>
                                    </p:animEffect>
                                  </p:childTnLst>
                                </p:cTn>
                              </p:par>
                            </p:childTnLst>
                          </p:cTn>
                        </p:par>
                      </p:childTnLst>
                    </p:cTn>
                  </p:par>
                  <p:par>
                    <p:cTn id="209" fill="hold">
                      <p:stCondLst>
                        <p:cond delay="indefinite"/>
                      </p:stCondLst>
                      <p:childTnLst>
                        <p:par>
                          <p:cTn id="210" fill="hold">
                            <p:stCondLst>
                              <p:cond delay="0"/>
                            </p:stCondLst>
                            <p:childTnLst>
                              <p:par>
                                <p:cTn id="211" presetID="22" presetClass="exit" presetSubtype="1" fill="hold" nodeType="clickEffect">
                                  <p:stCondLst>
                                    <p:cond delay="0"/>
                                  </p:stCondLst>
                                  <p:childTnLst>
                                    <p:animEffect transition="out" filter="wipe(up)">
                                      <p:cBhvr>
                                        <p:cTn id="212" dur="1000"/>
                                        <p:tgtEl>
                                          <p:spTgt spid="24"/>
                                        </p:tgtEl>
                                      </p:cBhvr>
                                    </p:animEffect>
                                    <p:set>
                                      <p:cBhvr>
                                        <p:cTn id="213" dur="1" fill="hold">
                                          <p:stCondLst>
                                            <p:cond delay="999"/>
                                          </p:stCondLst>
                                        </p:cTn>
                                        <p:tgtEl>
                                          <p:spTgt spid="24"/>
                                        </p:tgtEl>
                                        <p:attrNameLst>
                                          <p:attrName>style.visibility</p:attrName>
                                        </p:attrNameLst>
                                      </p:cBhvr>
                                      <p:to>
                                        <p:strVal val="hidden"/>
                                      </p:to>
                                    </p:set>
                                  </p:childTnLst>
                                </p:cTn>
                              </p:par>
                              <p:par>
                                <p:cTn id="214" presetID="22" presetClass="exit" presetSubtype="8" fill="hold" nodeType="withEffect">
                                  <p:stCondLst>
                                    <p:cond delay="0"/>
                                  </p:stCondLst>
                                  <p:childTnLst>
                                    <p:animEffect transition="out" filter="wipe(left)">
                                      <p:cBhvr>
                                        <p:cTn id="215" dur="1000"/>
                                        <p:tgtEl>
                                          <p:spTgt spid="50"/>
                                        </p:tgtEl>
                                      </p:cBhvr>
                                    </p:animEffect>
                                    <p:set>
                                      <p:cBhvr>
                                        <p:cTn id="216" dur="1" fill="hold">
                                          <p:stCondLst>
                                            <p:cond delay="999"/>
                                          </p:stCondLst>
                                        </p:cTn>
                                        <p:tgtEl>
                                          <p:spTgt spid="50"/>
                                        </p:tgtEl>
                                        <p:attrNameLst>
                                          <p:attrName>style.visibility</p:attrName>
                                        </p:attrNameLst>
                                      </p:cBhvr>
                                      <p:to>
                                        <p:strVal val="hidden"/>
                                      </p:to>
                                    </p:set>
                                  </p:childTnLst>
                                </p:cTn>
                              </p:par>
                            </p:childTnLst>
                          </p:cTn>
                        </p:par>
                        <p:par>
                          <p:cTn id="217" fill="hold">
                            <p:stCondLst>
                              <p:cond delay="1000"/>
                            </p:stCondLst>
                            <p:childTnLst>
                              <p:par>
                                <p:cTn id="218" presetID="7" presetClass="emph" presetSubtype="2" fill="hold" nodeType="afterEffect">
                                  <p:stCondLst>
                                    <p:cond delay="0"/>
                                  </p:stCondLst>
                                  <p:childTnLst>
                                    <p:animClr clrSpc="rgb" dir="cw">
                                      <p:cBhvr>
                                        <p:cTn id="219" dur="500" fill="hold"/>
                                        <p:tgtEl>
                                          <p:spTgt spid="38"/>
                                        </p:tgtEl>
                                        <p:attrNameLst>
                                          <p:attrName>stroke.color</p:attrName>
                                        </p:attrNameLst>
                                      </p:cBhvr>
                                      <p:to>
                                        <a:srgbClr val="F2F2F2"/>
                                      </p:to>
                                    </p:animClr>
                                    <p:set>
                                      <p:cBhvr>
                                        <p:cTn id="220" dur="500" fill="hold"/>
                                        <p:tgtEl>
                                          <p:spTgt spid="38"/>
                                        </p:tgtEl>
                                        <p:attrNameLst>
                                          <p:attrName>stroke.on</p:attrName>
                                        </p:attrNameLst>
                                      </p:cBhvr>
                                      <p:to>
                                        <p:strVal val="true"/>
                                      </p:to>
                                    </p:set>
                                  </p:childTnLst>
                                </p:cTn>
                              </p:par>
                            </p:childTnLst>
                          </p:cTn>
                        </p:par>
                        <p:par>
                          <p:cTn id="221" fill="hold">
                            <p:stCondLst>
                              <p:cond delay="1500"/>
                            </p:stCondLst>
                            <p:childTnLst>
                              <p:par>
                                <p:cTn id="222" presetID="22" presetClass="entr" presetSubtype="8" fill="hold" nodeType="afterEffect">
                                  <p:stCondLst>
                                    <p:cond delay="0"/>
                                  </p:stCondLst>
                                  <p:childTnLst>
                                    <p:set>
                                      <p:cBhvr>
                                        <p:cTn id="223" dur="1" fill="hold">
                                          <p:stCondLst>
                                            <p:cond delay="0"/>
                                          </p:stCondLst>
                                        </p:cTn>
                                        <p:tgtEl>
                                          <p:spTgt spid="40"/>
                                        </p:tgtEl>
                                        <p:attrNameLst>
                                          <p:attrName>style.visibility</p:attrName>
                                        </p:attrNameLst>
                                      </p:cBhvr>
                                      <p:to>
                                        <p:strVal val="visible"/>
                                      </p:to>
                                    </p:set>
                                    <p:animEffect transition="in" filter="wipe(left)">
                                      <p:cBhvr>
                                        <p:cTn id="224" dur="1000"/>
                                        <p:tgtEl>
                                          <p:spTgt spid="40"/>
                                        </p:tgtEl>
                                      </p:cBhvr>
                                    </p:animEffect>
                                  </p:childTnLst>
                                </p:cTn>
                              </p:par>
                            </p:childTnLst>
                          </p:cTn>
                        </p:par>
                      </p:childTnLst>
                    </p:cTn>
                  </p:par>
                  <p:par>
                    <p:cTn id="225" fill="hold">
                      <p:stCondLst>
                        <p:cond delay="indefinite"/>
                      </p:stCondLst>
                      <p:childTnLst>
                        <p:par>
                          <p:cTn id="226" fill="hold">
                            <p:stCondLst>
                              <p:cond delay="0"/>
                            </p:stCondLst>
                            <p:childTnLst>
                              <p:par>
                                <p:cTn id="227" presetID="0" presetClass="path" presetSubtype="0" accel="50000" decel="50000" fill="hold" grpId="1" nodeType="clickEffect">
                                  <p:stCondLst>
                                    <p:cond delay="0"/>
                                  </p:stCondLst>
                                  <p:childTnLst>
                                    <p:animMotion origin="layout" path="M 1.04167E-6 -7.40741E-7 L -0.04349 0.07037 " pathEditMode="relative" rAng="0" ptsTypes="AA">
                                      <p:cBhvr>
                                        <p:cTn id="228" dur="2000" fill="hold"/>
                                        <p:tgtEl>
                                          <p:spTgt spid="20"/>
                                        </p:tgtEl>
                                        <p:attrNameLst>
                                          <p:attrName>ppt_x,ppt_y</p:attrName>
                                        </p:attrNameLst>
                                      </p:cBhvr>
                                      <p:rCtr x="-2174" y="3519"/>
                                    </p:animMotion>
                                  </p:childTnLst>
                                </p:cTn>
                              </p:par>
                              <p:par>
                                <p:cTn id="229" presetID="0" presetClass="path" presetSubtype="0" accel="50000" decel="50000" fill="hold" grpId="1" nodeType="withEffect">
                                  <p:stCondLst>
                                    <p:cond delay="0"/>
                                  </p:stCondLst>
                                  <p:childTnLst>
                                    <p:animMotion origin="layout" path="M 6.25E-7 -1.11111E-6 L 0.04349 -0.07037 " pathEditMode="relative" rAng="0" ptsTypes="AA">
                                      <p:cBhvr>
                                        <p:cTn id="230" dur="2000" fill="hold"/>
                                        <p:tgtEl>
                                          <p:spTgt spid="15"/>
                                        </p:tgtEl>
                                        <p:attrNameLst>
                                          <p:attrName>ppt_x,ppt_y</p:attrName>
                                        </p:attrNameLst>
                                      </p:cBhvr>
                                      <p:rCtr x="2174" y="-3519"/>
                                    </p:animMotion>
                                  </p:childTnLst>
                                </p:cTn>
                              </p:par>
                              <p:par>
                                <p:cTn id="231" presetID="63" presetClass="path" presetSubtype="0" accel="50000" decel="50000" fill="hold" grpId="1" nodeType="withEffect">
                                  <p:stCondLst>
                                    <p:cond delay="0"/>
                                  </p:stCondLst>
                                  <p:childTnLst>
                                    <p:animMotion origin="layout" path="M 3.33333E-6 1.85185E-6 L 0.08971 0.00185 " pathEditMode="relative" rAng="0" ptsTypes="AA">
                                      <p:cBhvr>
                                        <p:cTn id="232" dur="2000" fill="hold"/>
                                        <p:tgtEl>
                                          <p:spTgt spid="7"/>
                                        </p:tgtEl>
                                        <p:attrNameLst>
                                          <p:attrName>ppt_x</p:attrName>
                                          <p:attrName>ppt_y</p:attrName>
                                        </p:attrNameLst>
                                      </p:cBhvr>
                                      <p:rCtr x="4479" y="93"/>
                                    </p:animMotion>
                                  </p:childTnLst>
                                </p:cTn>
                              </p:par>
                              <p:par>
                                <p:cTn id="233" presetID="35" presetClass="path" presetSubtype="0" accel="50000" decel="50000" fill="hold" grpId="1" nodeType="withEffect">
                                  <p:stCondLst>
                                    <p:cond delay="0"/>
                                  </p:stCondLst>
                                  <p:childTnLst>
                                    <p:animMotion origin="layout" path="M -8.33333E-7 -2.96296E-6 L -0.0901 -0.00231 " pathEditMode="relative" rAng="0" ptsTypes="AA">
                                      <p:cBhvr>
                                        <p:cTn id="234" dur="2000" fill="hold"/>
                                        <p:tgtEl>
                                          <p:spTgt spid="11"/>
                                        </p:tgtEl>
                                        <p:attrNameLst>
                                          <p:attrName>ppt_x</p:attrName>
                                          <p:attrName>ppt_y</p:attrName>
                                        </p:attrNameLst>
                                      </p:cBhvr>
                                      <p:rCtr x="-4466" y="-23"/>
                                    </p:animMotion>
                                  </p:childTnLst>
                                </p:cTn>
                              </p:par>
                            </p:childTnLst>
                          </p:cTn>
                        </p:par>
                        <p:par>
                          <p:cTn id="235" fill="hold">
                            <p:stCondLst>
                              <p:cond delay="2000"/>
                            </p:stCondLst>
                            <p:childTnLst>
                              <p:par>
                                <p:cTn id="236" presetID="7" presetClass="emph" presetSubtype="2" fill="hold" nodeType="afterEffect">
                                  <p:stCondLst>
                                    <p:cond delay="0"/>
                                  </p:stCondLst>
                                  <p:childTnLst>
                                    <p:animClr clrSpc="rgb" dir="cw">
                                      <p:cBhvr>
                                        <p:cTn id="237" dur="500" fill="hold"/>
                                        <p:tgtEl>
                                          <p:spTgt spid="40"/>
                                        </p:tgtEl>
                                        <p:attrNameLst>
                                          <p:attrName>stroke.color</p:attrName>
                                        </p:attrNameLst>
                                      </p:cBhvr>
                                      <p:to>
                                        <a:srgbClr val="F2F2F2"/>
                                      </p:to>
                                    </p:animClr>
                                    <p:set>
                                      <p:cBhvr>
                                        <p:cTn id="238" dur="500" fill="hold"/>
                                        <p:tgtEl>
                                          <p:spTgt spid="40"/>
                                        </p:tgtEl>
                                        <p:attrNameLst>
                                          <p:attrName>stroke.on</p:attrName>
                                        </p:attrNameLst>
                                      </p:cBhvr>
                                      <p:to>
                                        <p:strVal val="true"/>
                                      </p:to>
                                    </p:set>
                                  </p:childTnLst>
                                </p:cTn>
                              </p:par>
                            </p:childTnLst>
                          </p:cTn>
                        </p:par>
                        <p:par>
                          <p:cTn id="239" fill="hold">
                            <p:stCondLst>
                              <p:cond delay="2500"/>
                            </p:stCondLst>
                            <p:childTnLst>
                              <p:par>
                                <p:cTn id="240" presetID="22" presetClass="entr" presetSubtype="8" fill="hold" nodeType="afterEffect">
                                  <p:stCondLst>
                                    <p:cond delay="0"/>
                                  </p:stCondLst>
                                  <p:childTnLst>
                                    <p:set>
                                      <p:cBhvr>
                                        <p:cTn id="241" dur="1" fill="hold">
                                          <p:stCondLst>
                                            <p:cond delay="0"/>
                                          </p:stCondLst>
                                        </p:cTn>
                                        <p:tgtEl>
                                          <p:spTgt spid="43"/>
                                        </p:tgtEl>
                                        <p:attrNameLst>
                                          <p:attrName>style.visibility</p:attrName>
                                        </p:attrNameLst>
                                      </p:cBhvr>
                                      <p:to>
                                        <p:strVal val="visible"/>
                                      </p:to>
                                    </p:set>
                                    <p:animEffect transition="in" filter="wipe(left)">
                                      <p:cBhvr>
                                        <p:cTn id="242" dur="1000"/>
                                        <p:tgtEl>
                                          <p:spTgt spid="43"/>
                                        </p:tgtEl>
                                      </p:cBhvr>
                                    </p:animEffect>
                                  </p:childTnLst>
                                </p:cTn>
                              </p:par>
                            </p:childTnLst>
                          </p:cTn>
                        </p:par>
                      </p:childTnLst>
                    </p:cTn>
                  </p:par>
                  <p:par>
                    <p:cTn id="243" fill="hold">
                      <p:stCondLst>
                        <p:cond delay="indefinite"/>
                      </p:stCondLst>
                      <p:childTnLst>
                        <p:par>
                          <p:cTn id="244" fill="hold">
                            <p:stCondLst>
                              <p:cond delay="0"/>
                            </p:stCondLst>
                            <p:childTnLst>
                              <p:par>
                                <p:cTn id="245" presetID="49" presetClass="path" presetSubtype="0" accel="50000" decel="50000" fill="hold" grpId="1" nodeType="clickEffect">
                                  <p:stCondLst>
                                    <p:cond delay="0"/>
                                  </p:stCondLst>
                                  <p:childTnLst>
                                    <p:animMotion origin="layout" path="M -1.875E-6 -1.85185E-6 L -0.04752 0.09931 " pathEditMode="relative" rAng="0" ptsTypes="AA">
                                      <p:cBhvr>
                                        <p:cTn id="246" dur="2000" fill="hold"/>
                                        <p:tgtEl>
                                          <p:spTgt spid="16"/>
                                        </p:tgtEl>
                                        <p:attrNameLst>
                                          <p:attrName>ppt_x,ppt_y</p:attrName>
                                        </p:attrNameLst>
                                      </p:cBhvr>
                                      <p:rCtr x="-2383" y="4954"/>
                                    </p:animMotion>
                                  </p:childTnLst>
                                </p:cTn>
                              </p:par>
                              <p:par>
                                <p:cTn id="247" presetID="49" presetClass="path" presetSubtype="0" accel="50000" decel="50000" fill="hold" grpId="1" nodeType="withEffect">
                                  <p:stCondLst>
                                    <p:cond delay="0"/>
                                  </p:stCondLst>
                                  <p:childTnLst>
                                    <p:animMotion origin="layout" path="M -3.125E-6 -3.7037E-7 L 0.0931 -0.00255 " pathEditMode="relative" rAng="0" ptsTypes="AA">
                                      <p:cBhvr>
                                        <p:cTn id="248" dur="2000" fill="hold"/>
                                        <p:tgtEl>
                                          <p:spTgt spid="46"/>
                                        </p:tgtEl>
                                        <p:attrNameLst>
                                          <p:attrName>ppt_x,ppt_y</p:attrName>
                                        </p:attrNameLst>
                                      </p:cBhvr>
                                      <p:rCtr x="4648" y="-139"/>
                                    </p:animMotion>
                                  </p:childTnLst>
                                </p:cTn>
                              </p:par>
                            </p:childTnLst>
                          </p:cTn>
                        </p:par>
                        <p:par>
                          <p:cTn id="249" fill="hold">
                            <p:stCondLst>
                              <p:cond delay="2000"/>
                            </p:stCondLst>
                            <p:childTnLst>
                              <p:par>
                                <p:cTn id="250" presetID="7" presetClass="emph" presetSubtype="2" fill="hold" nodeType="afterEffect">
                                  <p:stCondLst>
                                    <p:cond delay="0"/>
                                  </p:stCondLst>
                                  <p:childTnLst>
                                    <p:animClr clrSpc="rgb" dir="cw">
                                      <p:cBhvr>
                                        <p:cTn id="251" dur="500" fill="hold"/>
                                        <p:tgtEl>
                                          <p:spTgt spid="43"/>
                                        </p:tgtEl>
                                        <p:attrNameLst>
                                          <p:attrName>stroke.color</p:attrName>
                                        </p:attrNameLst>
                                      </p:cBhvr>
                                      <p:to>
                                        <a:srgbClr val="F2F2F2"/>
                                      </p:to>
                                    </p:animClr>
                                    <p:set>
                                      <p:cBhvr>
                                        <p:cTn id="252" dur="500" fill="hold"/>
                                        <p:tgtEl>
                                          <p:spTgt spid="43"/>
                                        </p:tgtEl>
                                        <p:attrNameLst>
                                          <p:attrName>stroke.on</p:attrName>
                                        </p:attrNameLst>
                                      </p:cBhvr>
                                      <p:to>
                                        <p:strVal val="true"/>
                                      </p:to>
                                    </p:set>
                                  </p:childTnLst>
                                </p:cTn>
                              </p:par>
                            </p:childTnLst>
                          </p:cTn>
                        </p:par>
                        <p:par>
                          <p:cTn id="253" fill="hold">
                            <p:stCondLst>
                              <p:cond delay="2500"/>
                            </p:stCondLst>
                            <p:childTnLst>
                              <p:par>
                                <p:cTn id="254" presetID="7" presetClass="emph" presetSubtype="2" fill="hold" nodeType="afterEffect">
                                  <p:stCondLst>
                                    <p:cond delay="0"/>
                                  </p:stCondLst>
                                  <p:childTnLst>
                                    <p:animClr clrSpc="rgb" dir="cw">
                                      <p:cBhvr>
                                        <p:cTn id="255" dur="2000" fill="hold"/>
                                        <p:tgtEl>
                                          <p:spTgt spid="30"/>
                                        </p:tgtEl>
                                        <p:attrNameLst>
                                          <p:attrName>stroke.color</p:attrName>
                                        </p:attrNameLst>
                                      </p:cBhvr>
                                      <p:to>
                                        <a:srgbClr val="F1A984"/>
                                      </p:to>
                                    </p:animClr>
                                    <p:set>
                                      <p:cBhvr>
                                        <p:cTn id="256" dur="2000" fill="hold"/>
                                        <p:tgtEl>
                                          <p:spTgt spid="30"/>
                                        </p:tgtEl>
                                        <p:attrNameLst>
                                          <p:attrName>stroke.on</p:attrName>
                                        </p:attrNameLst>
                                      </p:cBhvr>
                                      <p:to>
                                        <p:strVal val="true"/>
                                      </p:to>
                                    </p:set>
                                  </p:childTnLst>
                                </p:cTn>
                              </p:par>
                            </p:childTnLst>
                          </p:cTn>
                        </p:par>
                      </p:childTnLst>
                    </p:cTn>
                  </p:par>
                  <p:par>
                    <p:cTn id="257" fill="hold">
                      <p:stCondLst>
                        <p:cond delay="indefinite"/>
                      </p:stCondLst>
                      <p:childTnLst>
                        <p:par>
                          <p:cTn id="258" fill="hold">
                            <p:stCondLst>
                              <p:cond delay="0"/>
                            </p:stCondLst>
                            <p:childTnLst>
                              <p:par>
                                <p:cTn id="259" presetID="42" presetClass="path" presetSubtype="0" accel="50000" decel="50000" fill="hold" grpId="1" nodeType="clickEffect">
                                  <p:stCondLst>
                                    <p:cond delay="0"/>
                                  </p:stCondLst>
                                  <p:childTnLst>
                                    <p:animMotion origin="layout" path="M 3.125E-6 -3.7037E-6 L -0.03112 0.0963 " pathEditMode="relative" rAng="0" ptsTypes="AA">
                                      <p:cBhvr>
                                        <p:cTn id="260" dur="2000" fill="hold"/>
                                        <p:tgtEl>
                                          <p:spTgt spid="22"/>
                                        </p:tgtEl>
                                        <p:attrNameLst>
                                          <p:attrName>ppt_x</p:attrName>
                                          <p:attrName>ppt_y</p:attrName>
                                        </p:attrNameLst>
                                      </p:cBhvr>
                                      <p:rCtr x="-1563" y="4815"/>
                                    </p:animMotion>
                                  </p:childTnLst>
                                </p:cTn>
                              </p:par>
                              <p:par>
                                <p:cTn id="261" presetID="42" presetClass="path" presetSubtype="0" accel="50000" decel="50000" fill="hold" grpId="1" nodeType="withEffect">
                                  <p:stCondLst>
                                    <p:cond delay="0"/>
                                  </p:stCondLst>
                                  <p:childTnLst>
                                    <p:animMotion origin="layout" path="M 3.95833E-6 1.11111E-6 L 0.1375 -0.00046 " pathEditMode="relative" rAng="0" ptsTypes="AA">
                                      <p:cBhvr>
                                        <p:cTn id="262" dur="2000" fill="hold"/>
                                        <p:tgtEl>
                                          <p:spTgt spid="47"/>
                                        </p:tgtEl>
                                        <p:attrNameLst>
                                          <p:attrName>ppt_x</p:attrName>
                                          <p:attrName>ppt_y</p:attrName>
                                        </p:attrNameLst>
                                      </p:cBhvr>
                                      <p:rCtr x="6875" y="-23"/>
                                    </p:animMotion>
                                  </p:childTnLst>
                                </p:cTn>
                              </p:par>
                            </p:childTnLst>
                          </p:cTn>
                        </p:par>
                      </p:childTnLst>
                    </p:cTn>
                  </p:par>
                  <p:par>
                    <p:cTn id="263" fill="hold">
                      <p:stCondLst>
                        <p:cond delay="indefinite"/>
                      </p:stCondLst>
                      <p:childTnLst>
                        <p:par>
                          <p:cTn id="264" fill="hold">
                            <p:stCondLst>
                              <p:cond delay="0"/>
                            </p:stCondLst>
                            <p:childTnLst>
                              <p:par>
                                <p:cTn id="265" presetID="7" presetClass="emph" presetSubtype="2" fill="hold" nodeType="clickEffect">
                                  <p:stCondLst>
                                    <p:cond delay="0"/>
                                  </p:stCondLst>
                                  <p:childTnLst>
                                    <p:animClr clrSpc="rgb" dir="cw">
                                      <p:cBhvr>
                                        <p:cTn id="266" dur="2000" fill="hold"/>
                                        <p:tgtEl>
                                          <p:spTgt spid="30"/>
                                        </p:tgtEl>
                                        <p:attrNameLst>
                                          <p:attrName>stroke.color</p:attrName>
                                        </p:attrNameLst>
                                      </p:cBhvr>
                                      <p:to>
                                        <a:srgbClr val="F2F2F2"/>
                                      </p:to>
                                    </p:animClr>
                                    <p:set>
                                      <p:cBhvr>
                                        <p:cTn id="267" dur="2000" fill="hold"/>
                                        <p:tgtEl>
                                          <p:spTgt spid="30"/>
                                        </p:tgtEl>
                                        <p:attrNameLst>
                                          <p:attrName>stroke.on</p:attrName>
                                        </p:attrNameLst>
                                      </p:cBhvr>
                                      <p:to>
                                        <p:strVal val="true"/>
                                      </p:to>
                                    </p:set>
                                  </p:childTnLst>
                                </p:cTn>
                              </p:par>
                            </p:childTnLst>
                          </p:cTn>
                        </p:par>
                      </p:childTnLst>
                    </p:cTn>
                  </p:par>
                  <p:par>
                    <p:cTn id="268" fill="hold">
                      <p:stCondLst>
                        <p:cond delay="indefinite"/>
                      </p:stCondLst>
                      <p:childTnLst>
                        <p:par>
                          <p:cTn id="269" fill="hold">
                            <p:stCondLst>
                              <p:cond delay="0"/>
                            </p:stCondLst>
                            <p:childTnLst>
                              <p:par>
                                <p:cTn id="270" presetID="7" presetClass="emph" presetSubtype="2" fill="hold" nodeType="clickEffect">
                                  <p:stCondLst>
                                    <p:cond delay="0"/>
                                  </p:stCondLst>
                                  <p:childTnLst>
                                    <p:animClr clrSpc="rgb" dir="cw">
                                      <p:cBhvr>
                                        <p:cTn id="271" dur="1000" fill="hold"/>
                                        <p:tgtEl>
                                          <p:spTgt spid="31"/>
                                        </p:tgtEl>
                                        <p:attrNameLst>
                                          <p:attrName>stroke.color</p:attrName>
                                        </p:attrNameLst>
                                      </p:cBhvr>
                                      <p:to>
                                        <a:srgbClr val="F6C6AC"/>
                                      </p:to>
                                    </p:animClr>
                                    <p:set>
                                      <p:cBhvr>
                                        <p:cTn id="272" dur="1000" fill="hold"/>
                                        <p:tgtEl>
                                          <p:spTgt spid="31"/>
                                        </p:tgtEl>
                                        <p:attrNameLst>
                                          <p:attrName>stroke.on</p:attrName>
                                        </p:attrNameLst>
                                      </p:cBhvr>
                                      <p:to>
                                        <p:strVal val="true"/>
                                      </p:to>
                                    </p:set>
                                  </p:childTnLst>
                                </p:cTn>
                              </p:par>
                            </p:childTnLst>
                          </p:cTn>
                        </p:par>
                      </p:childTnLst>
                    </p:cTn>
                  </p:par>
                  <p:par>
                    <p:cTn id="273" fill="hold">
                      <p:stCondLst>
                        <p:cond delay="indefinite"/>
                      </p:stCondLst>
                      <p:childTnLst>
                        <p:par>
                          <p:cTn id="274" fill="hold">
                            <p:stCondLst>
                              <p:cond delay="0"/>
                            </p:stCondLst>
                            <p:childTnLst>
                              <p:par>
                                <p:cTn id="275" presetID="42" presetClass="path" presetSubtype="0" accel="50000" decel="50000" fill="hold" grpId="0" nodeType="clickEffect">
                                  <p:stCondLst>
                                    <p:cond delay="0"/>
                                  </p:stCondLst>
                                  <p:childTnLst>
                                    <p:animMotion origin="layout" path="M -4.58333E-6 -7.40741E-7 L -0.0625 0.09676 " pathEditMode="relative" rAng="0" ptsTypes="AA">
                                      <p:cBhvr>
                                        <p:cTn id="276" dur="2000" fill="hold"/>
                                        <p:tgtEl>
                                          <p:spTgt spid="23">
                                            <p:txEl>
                                              <p:pRg st="0" end="0"/>
                                            </p:txEl>
                                          </p:spTgt>
                                        </p:tgtEl>
                                        <p:attrNameLst>
                                          <p:attrName>ppt_x</p:attrName>
                                          <p:attrName>ppt_y</p:attrName>
                                        </p:attrNameLst>
                                      </p:cBhvr>
                                      <p:rCtr x="-3125" y="4838"/>
                                    </p:animMotion>
                                  </p:childTnLst>
                                </p:cTn>
                              </p:par>
                              <p:par>
                                <p:cTn id="277" presetID="42" presetClass="path" presetSubtype="0" accel="50000" decel="50000" fill="hold" grpId="0" nodeType="withEffect">
                                  <p:stCondLst>
                                    <p:cond delay="0"/>
                                  </p:stCondLst>
                                  <p:childTnLst>
                                    <p:animMotion origin="layout" path="M -0.00286 -0.00023 L 0.13646 -0.00023 " pathEditMode="relative" rAng="0" ptsTypes="AA">
                                      <p:cBhvr>
                                        <p:cTn id="278" dur="2000" fill="hold"/>
                                        <p:tgtEl>
                                          <p:spTgt spid="48">
                                            <p:txEl>
                                              <p:pRg st="0" end="0"/>
                                            </p:txEl>
                                          </p:spTgt>
                                        </p:tgtEl>
                                        <p:attrNameLst>
                                          <p:attrName>ppt_x</p:attrName>
                                          <p:attrName>ppt_y</p:attrName>
                                        </p:attrNameLst>
                                      </p:cBhvr>
                                      <p:rCtr x="6966" y="0"/>
                                    </p:animMotion>
                                  </p:childTnLst>
                                </p:cTn>
                              </p:par>
                            </p:childTnLst>
                          </p:cTn>
                        </p:par>
                        <p:par>
                          <p:cTn id="279" fill="hold">
                            <p:stCondLst>
                              <p:cond delay="2000"/>
                            </p:stCondLst>
                            <p:childTnLst>
                              <p:par>
                                <p:cTn id="280" presetID="7" presetClass="emph" presetSubtype="2" fill="hold" nodeType="afterEffect">
                                  <p:stCondLst>
                                    <p:cond delay="0"/>
                                  </p:stCondLst>
                                  <p:childTnLst>
                                    <p:animClr clrSpc="rgb" dir="cw">
                                      <p:cBhvr>
                                        <p:cTn id="281" dur="500" fill="hold"/>
                                        <p:tgtEl>
                                          <p:spTgt spid="31"/>
                                        </p:tgtEl>
                                        <p:attrNameLst>
                                          <p:attrName>stroke.color</p:attrName>
                                        </p:attrNameLst>
                                      </p:cBhvr>
                                      <p:to>
                                        <a:srgbClr val="F2F2F2"/>
                                      </p:to>
                                    </p:animClr>
                                    <p:set>
                                      <p:cBhvr>
                                        <p:cTn id="282" dur="500" fill="hold"/>
                                        <p:tgtEl>
                                          <p:spTgt spid="31"/>
                                        </p:tgtEl>
                                        <p:attrNameLst>
                                          <p:attrName>stroke.on</p:attrName>
                                        </p:attrNameLst>
                                      </p:cBhvr>
                                      <p:to>
                                        <p:strVal val="true"/>
                                      </p:to>
                                    </p:set>
                                  </p:childTnLst>
                                </p:cTn>
                              </p:par>
                            </p:childTnLst>
                          </p:cTn>
                        </p:par>
                        <p:par>
                          <p:cTn id="283" fill="hold">
                            <p:stCondLst>
                              <p:cond delay="2500"/>
                            </p:stCondLst>
                            <p:childTnLst>
                              <p:par>
                                <p:cTn id="284" presetID="7" presetClass="emph" presetSubtype="2" fill="hold" nodeType="afterEffect">
                                  <p:stCondLst>
                                    <p:cond delay="0"/>
                                  </p:stCondLst>
                                  <p:childTnLst>
                                    <p:animClr clrSpc="rgb" dir="cw">
                                      <p:cBhvr>
                                        <p:cTn id="285" dur="1000" fill="hold"/>
                                        <p:tgtEl>
                                          <p:spTgt spid="33"/>
                                        </p:tgtEl>
                                        <p:attrNameLst>
                                          <p:attrName>stroke.color</p:attrName>
                                        </p:attrNameLst>
                                      </p:cBhvr>
                                      <p:to>
                                        <a:srgbClr val="F6C6AC"/>
                                      </p:to>
                                    </p:animClr>
                                    <p:set>
                                      <p:cBhvr>
                                        <p:cTn id="286" dur="1000" fill="hold"/>
                                        <p:tgtEl>
                                          <p:spTgt spid="33"/>
                                        </p:tgtEl>
                                        <p:attrNameLst>
                                          <p:attrName>stroke.on</p:attrName>
                                        </p:attrNameLst>
                                      </p:cBhvr>
                                      <p:to>
                                        <p:strVal val="true"/>
                                      </p:to>
                                    </p:set>
                                  </p:childTnLst>
                                </p:cTn>
                              </p:par>
                            </p:childTnLst>
                          </p:cTn>
                        </p:par>
                      </p:childTnLst>
                    </p:cTn>
                  </p:par>
                  <p:par>
                    <p:cTn id="287" fill="hold">
                      <p:stCondLst>
                        <p:cond delay="indefinite"/>
                      </p:stCondLst>
                      <p:childTnLst>
                        <p:par>
                          <p:cTn id="288" fill="hold">
                            <p:stCondLst>
                              <p:cond delay="0"/>
                            </p:stCondLst>
                            <p:childTnLst>
                              <p:par>
                                <p:cTn id="289" presetID="17" presetClass="entr" presetSubtype="10" fill="hold" nodeType="clickEffect">
                                  <p:stCondLst>
                                    <p:cond delay="0"/>
                                  </p:stCondLst>
                                  <p:childTnLst>
                                    <p:set>
                                      <p:cBhvr>
                                        <p:cTn id="290" dur="1" fill="hold">
                                          <p:stCondLst>
                                            <p:cond delay="0"/>
                                          </p:stCondLst>
                                        </p:cTn>
                                        <p:tgtEl>
                                          <p:spTgt spid="27"/>
                                        </p:tgtEl>
                                        <p:attrNameLst>
                                          <p:attrName>style.visibility</p:attrName>
                                        </p:attrNameLst>
                                      </p:cBhvr>
                                      <p:to>
                                        <p:strVal val="visible"/>
                                      </p:to>
                                    </p:set>
                                    <p:anim calcmode="lin" valueType="num">
                                      <p:cBhvr>
                                        <p:cTn id="291" dur="1000" fill="hold"/>
                                        <p:tgtEl>
                                          <p:spTgt spid="27"/>
                                        </p:tgtEl>
                                        <p:attrNameLst>
                                          <p:attrName>ppt_w</p:attrName>
                                        </p:attrNameLst>
                                      </p:cBhvr>
                                      <p:tavLst>
                                        <p:tav tm="0">
                                          <p:val>
                                            <p:fltVal val="0"/>
                                          </p:val>
                                        </p:tav>
                                        <p:tav tm="100000">
                                          <p:val>
                                            <p:strVal val="#ppt_w"/>
                                          </p:val>
                                        </p:tav>
                                      </p:tavLst>
                                    </p:anim>
                                    <p:anim calcmode="lin" valueType="num">
                                      <p:cBhvr>
                                        <p:cTn id="292" dur="1000" fill="hold"/>
                                        <p:tgtEl>
                                          <p:spTgt spid="27"/>
                                        </p:tgtEl>
                                        <p:attrNameLst>
                                          <p:attrName>ppt_h</p:attrName>
                                        </p:attrNameLst>
                                      </p:cBhvr>
                                      <p:tavLst>
                                        <p:tav tm="0">
                                          <p:val>
                                            <p:strVal val="#ppt_h"/>
                                          </p:val>
                                        </p:tav>
                                        <p:tav tm="100000">
                                          <p:val>
                                            <p:strVal val="#ppt_h"/>
                                          </p:val>
                                        </p:tav>
                                      </p:tavLst>
                                    </p:anim>
                                  </p:childTnLst>
                                </p:cTn>
                              </p:par>
                              <p:par>
                                <p:cTn id="293" presetID="17" presetClass="entr" presetSubtype="10" fill="hold" nodeType="withEffect">
                                  <p:stCondLst>
                                    <p:cond delay="0"/>
                                  </p:stCondLst>
                                  <p:childTnLst>
                                    <p:set>
                                      <p:cBhvr>
                                        <p:cTn id="294" dur="1" fill="hold">
                                          <p:stCondLst>
                                            <p:cond delay="0"/>
                                          </p:stCondLst>
                                        </p:cTn>
                                        <p:tgtEl>
                                          <p:spTgt spid="51"/>
                                        </p:tgtEl>
                                        <p:attrNameLst>
                                          <p:attrName>style.visibility</p:attrName>
                                        </p:attrNameLst>
                                      </p:cBhvr>
                                      <p:to>
                                        <p:strVal val="visible"/>
                                      </p:to>
                                    </p:set>
                                    <p:anim calcmode="lin" valueType="num">
                                      <p:cBhvr>
                                        <p:cTn id="295" dur="1000" fill="hold"/>
                                        <p:tgtEl>
                                          <p:spTgt spid="51"/>
                                        </p:tgtEl>
                                        <p:attrNameLst>
                                          <p:attrName>ppt_w</p:attrName>
                                        </p:attrNameLst>
                                      </p:cBhvr>
                                      <p:tavLst>
                                        <p:tav tm="0">
                                          <p:val>
                                            <p:fltVal val="0"/>
                                          </p:val>
                                        </p:tav>
                                        <p:tav tm="100000">
                                          <p:val>
                                            <p:strVal val="#ppt_w"/>
                                          </p:val>
                                        </p:tav>
                                      </p:tavLst>
                                    </p:anim>
                                    <p:anim calcmode="lin" valueType="num">
                                      <p:cBhvr>
                                        <p:cTn id="296" dur="1000" fill="hold"/>
                                        <p:tgtEl>
                                          <p:spTgt spid="51"/>
                                        </p:tgtEl>
                                        <p:attrNameLst>
                                          <p:attrName>ppt_h</p:attrName>
                                        </p:attrNameLst>
                                      </p:cBhvr>
                                      <p:tavLst>
                                        <p:tav tm="0">
                                          <p:val>
                                            <p:strVal val="#ppt_h"/>
                                          </p:val>
                                        </p:tav>
                                        <p:tav tm="100000">
                                          <p:val>
                                            <p:strVal val="#ppt_h"/>
                                          </p:val>
                                        </p:tav>
                                      </p:tavLst>
                                    </p:anim>
                                  </p:childTnLst>
                                </p:cTn>
                              </p:par>
                            </p:childTnLst>
                          </p:cTn>
                        </p:par>
                      </p:childTnLst>
                    </p:cTn>
                  </p:par>
                  <p:par>
                    <p:cTn id="297" fill="hold">
                      <p:stCondLst>
                        <p:cond delay="indefinite"/>
                      </p:stCondLst>
                      <p:childTnLst>
                        <p:par>
                          <p:cTn id="298" fill="hold">
                            <p:stCondLst>
                              <p:cond delay="0"/>
                            </p:stCondLst>
                            <p:childTnLst>
                              <p:par>
                                <p:cTn id="299" presetID="22" presetClass="exit" presetSubtype="2" fill="hold" nodeType="clickEffect">
                                  <p:stCondLst>
                                    <p:cond delay="0"/>
                                  </p:stCondLst>
                                  <p:childTnLst>
                                    <p:animEffect transition="out" filter="wipe(right)">
                                      <p:cBhvr>
                                        <p:cTn id="300" dur="1000"/>
                                        <p:tgtEl>
                                          <p:spTgt spid="27"/>
                                        </p:tgtEl>
                                      </p:cBhvr>
                                    </p:animEffect>
                                    <p:set>
                                      <p:cBhvr>
                                        <p:cTn id="301" dur="1" fill="hold">
                                          <p:stCondLst>
                                            <p:cond delay="999"/>
                                          </p:stCondLst>
                                        </p:cTn>
                                        <p:tgtEl>
                                          <p:spTgt spid="27"/>
                                        </p:tgtEl>
                                        <p:attrNameLst>
                                          <p:attrName>style.visibility</p:attrName>
                                        </p:attrNameLst>
                                      </p:cBhvr>
                                      <p:to>
                                        <p:strVal val="hidden"/>
                                      </p:to>
                                    </p:set>
                                  </p:childTnLst>
                                </p:cTn>
                              </p:par>
                              <p:par>
                                <p:cTn id="302" presetID="22" presetClass="exit" presetSubtype="2" fill="hold" nodeType="withEffect">
                                  <p:stCondLst>
                                    <p:cond delay="0"/>
                                  </p:stCondLst>
                                  <p:childTnLst>
                                    <p:animEffect transition="out" filter="wipe(right)">
                                      <p:cBhvr>
                                        <p:cTn id="303" dur="1000"/>
                                        <p:tgtEl>
                                          <p:spTgt spid="51"/>
                                        </p:tgtEl>
                                      </p:cBhvr>
                                    </p:animEffect>
                                    <p:set>
                                      <p:cBhvr>
                                        <p:cTn id="304" dur="1" fill="hold">
                                          <p:stCondLst>
                                            <p:cond delay="999"/>
                                          </p:stCondLst>
                                        </p:cTn>
                                        <p:tgtEl>
                                          <p:spTgt spid="51"/>
                                        </p:tgtEl>
                                        <p:attrNameLst>
                                          <p:attrName>style.visibility</p:attrName>
                                        </p:attrNameLst>
                                      </p:cBhvr>
                                      <p:to>
                                        <p:strVal val="hidden"/>
                                      </p:to>
                                    </p:set>
                                  </p:childTnLst>
                                </p:cTn>
                              </p:par>
                            </p:childTnLst>
                          </p:cTn>
                        </p:par>
                        <p:par>
                          <p:cTn id="305" fill="hold">
                            <p:stCondLst>
                              <p:cond delay="1000"/>
                            </p:stCondLst>
                            <p:childTnLst>
                              <p:par>
                                <p:cTn id="306" presetID="7" presetClass="emph" presetSubtype="2" fill="hold" nodeType="afterEffect">
                                  <p:stCondLst>
                                    <p:cond delay="0"/>
                                  </p:stCondLst>
                                  <p:childTnLst>
                                    <p:animClr clrSpc="rgb" dir="cw">
                                      <p:cBhvr>
                                        <p:cTn id="307" dur="500" fill="hold"/>
                                        <p:tgtEl>
                                          <p:spTgt spid="33"/>
                                        </p:tgtEl>
                                        <p:attrNameLst>
                                          <p:attrName>stroke.color</p:attrName>
                                        </p:attrNameLst>
                                      </p:cBhvr>
                                      <p:to>
                                        <a:srgbClr val="F2F2F2"/>
                                      </p:to>
                                    </p:animClr>
                                    <p:set>
                                      <p:cBhvr>
                                        <p:cTn id="308" dur="500" fill="hold"/>
                                        <p:tgtEl>
                                          <p:spTgt spid="33"/>
                                        </p:tgtEl>
                                        <p:attrNameLst>
                                          <p:attrName>stroke.on</p:attrName>
                                        </p:attrNameLst>
                                      </p:cBhvr>
                                      <p:to>
                                        <p:strVal val="true"/>
                                      </p:to>
                                    </p:set>
                                  </p:childTnLst>
                                </p:cTn>
                              </p:par>
                            </p:childTnLst>
                          </p:cTn>
                        </p:par>
                        <p:par>
                          <p:cTn id="309" fill="hold">
                            <p:stCondLst>
                              <p:cond delay="1500"/>
                            </p:stCondLst>
                            <p:childTnLst>
                              <p:par>
                                <p:cTn id="310" presetID="7" presetClass="emph" presetSubtype="2" fill="hold" nodeType="afterEffect">
                                  <p:stCondLst>
                                    <p:cond delay="0"/>
                                  </p:stCondLst>
                                  <p:childTnLst>
                                    <p:animClr clrSpc="rgb" dir="cw">
                                      <p:cBhvr>
                                        <p:cTn id="311" dur="1000" fill="hold"/>
                                        <p:tgtEl>
                                          <p:spTgt spid="38"/>
                                        </p:tgtEl>
                                        <p:attrNameLst>
                                          <p:attrName>stroke.color</p:attrName>
                                        </p:attrNameLst>
                                      </p:cBhvr>
                                      <p:to>
                                        <a:srgbClr val="F6C6AC"/>
                                      </p:to>
                                    </p:animClr>
                                    <p:set>
                                      <p:cBhvr>
                                        <p:cTn id="312" dur="1000" fill="hold"/>
                                        <p:tgtEl>
                                          <p:spTgt spid="38"/>
                                        </p:tgtEl>
                                        <p:attrNameLst>
                                          <p:attrName>stroke.on</p:attrName>
                                        </p:attrNameLst>
                                      </p:cBhvr>
                                      <p:to>
                                        <p:strVal val="true"/>
                                      </p:to>
                                    </p:set>
                                  </p:childTnLst>
                                </p:cTn>
                              </p:par>
                            </p:childTnLst>
                          </p:cTn>
                        </p:par>
                      </p:childTnLst>
                    </p:cTn>
                  </p:par>
                  <p:par>
                    <p:cTn id="313" fill="hold">
                      <p:stCondLst>
                        <p:cond delay="indefinite"/>
                      </p:stCondLst>
                      <p:childTnLst>
                        <p:par>
                          <p:cTn id="314" fill="hold">
                            <p:stCondLst>
                              <p:cond delay="0"/>
                            </p:stCondLst>
                            <p:childTnLst>
                              <p:par>
                                <p:cTn id="315" presetID="17" presetClass="entr" presetSubtype="10" fill="hold" nodeType="clickEffect">
                                  <p:stCondLst>
                                    <p:cond delay="0"/>
                                  </p:stCondLst>
                                  <p:childTnLst>
                                    <p:set>
                                      <p:cBhvr>
                                        <p:cTn id="316" dur="1" fill="hold">
                                          <p:stCondLst>
                                            <p:cond delay="0"/>
                                          </p:stCondLst>
                                        </p:cTn>
                                        <p:tgtEl>
                                          <p:spTgt spid="28"/>
                                        </p:tgtEl>
                                        <p:attrNameLst>
                                          <p:attrName>style.visibility</p:attrName>
                                        </p:attrNameLst>
                                      </p:cBhvr>
                                      <p:to>
                                        <p:strVal val="visible"/>
                                      </p:to>
                                    </p:set>
                                    <p:anim calcmode="lin" valueType="num">
                                      <p:cBhvr>
                                        <p:cTn id="317" dur="1000" fill="hold"/>
                                        <p:tgtEl>
                                          <p:spTgt spid="28"/>
                                        </p:tgtEl>
                                        <p:attrNameLst>
                                          <p:attrName>ppt_w</p:attrName>
                                        </p:attrNameLst>
                                      </p:cBhvr>
                                      <p:tavLst>
                                        <p:tav tm="0">
                                          <p:val>
                                            <p:fltVal val="0"/>
                                          </p:val>
                                        </p:tav>
                                        <p:tav tm="100000">
                                          <p:val>
                                            <p:strVal val="#ppt_w"/>
                                          </p:val>
                                        </p:tav>
                                      </p:tavLst>
                                    </p:anim>
                                    <p:anim calcmode="lin" valueType="num">
                                      <p:cBhvr>
                                        <p:cTn id="318" dur="1000" fill="hold"/>
                                        <p:tgtEl>
                                          <p:spTgt spid="28"/>
                                        </p:tgtEl>
                                        <p:attrNameLst>
                                          <p:attrName>ppt_h</p:attrName>
                                        </p:attrNameLst>
                                      </p:cBhvr>
                                      <p:tavLst>
                                        <p:tav tm="0">
                                          <p:val>
                                            <p:strVal val="#ppt_h"/>
                                          </p:val>
                                        </p:tav>
                                        <p:tav tm="100000">
                                          <p:val>
                                            <p:strVal val="#ppt_h"/>
                                          </p:val>
                                        </p:tav>
                                      </p:tavLst>
                                    </p:anim>
                                  </p:childTnLst>
                                </p:cTn>
                              </p:par>
                              <p:par>
                                <p:cTn id="319" presetID="17" presetClass="entr" presetSubtype="10" fill="hold" nodeType="withEffect">
                                  <p:stCondLst>
                                    <p:cond delay="0"/>
                                  </p:stCondLst>
                                  <p:childTnLst>
                                    <p:set>
                                      <p:cBhvr>
                                        <p:cTn id="320" dur="1" fill="hold">
                                          <p:stCondLst>
                                            <p:cond delay="0"/>
                                          </p:stCondLst>
                                        </p:cTn>
                                        <p:tgtEl>
                                          <p:spTgt spid="52"/>
                                        </p:tgtEl>
                                        <p:attrNameLst>
                                          <p:attrName>style.visibility</p:attrName>
                                        </p:attrNameLst>
                                      </p:cBhvr>
                                      <p:to>
                                        <p:strVal val="visible"/>
                                      </p:to>
                                    </p:set>
                                    <p:anim calcmode="lin" valueType="num">
                                      <p:cBhvr>
                                        <p:cTn id="321" dur="1000" fill="hold"/>
                                        <p:tgtEl>
                                          <p:spTgt spid="52"/>
                                        </p:tgtEl>
                                        <p:attrNameLst>
                                          <p:attrName>ppt_w</p:attrName>
                                        </p:attrNameLst>
                                      </p:cBhvr>
                                      <p:tavLst>
                                        <p:tav tm="0">
                                          <p:val>
                                            <p:fltVal val="0"/>
                                          </p:val>
                                        </p:tav>
                                        <p:tav tm="100000">
                                          <p:val>
                                            <p:strVal val="#ppt_w"/>
                                          </p:val>
                                        </p:tav>
                                      </p:tavLst>
                                    </p:anim>
                                    <p:anim calcmode="lin" valueType="num">
                                      <p:cBhvr>
                                        <p:cTn id="322" dur="1000" fill="hold"/>
                                        <p:tgtEl>
                                          <p:spTgt spid="52"/>
                                        </p:tgtEl>
                                        <p:attrNameLst>
                                          <p:attrName>ppt_h</p:attrName>
                                        </p:attrNameLst>
                                      </p:cBhvr>
                                      <p:tavLst>
                                        <p:tav tm="0">
                                          <p:val>
                                            <p:strVal val="#ppt_h"/>
                                          </p:val>
                                        </p:tav>
                                        <p:tav tm="100000">
                                          <p:val>
                                            <p:strVal val="#ppt_h"/>
                                          </p:val>
                                        </p:tav>
                                      </p:tavLst>
                                    </p:anim>
                                  </p:childTnLst>
                                </p:cTn>
                              </p:par>
                            </p:childTnLst>
                          </p:cTn>
                        </p:par>
                      </p:childTnLst>
                    </p:cTn>
                  </p:par>
                  <p:par>
                    <p:cTn id="323" fill="hold">
                      <p:stCondLst>
                        <p:cond delay="indefinite"/>
                      </p:stCondLst>
                      <p:childTnLst>
                        <p:par>
                          <p:cTn id="324" fill="hold">
                            <p:stCondLst>
                              <p:cond delay="0"/>
                            </p:stCondLst>
                            <p:childTnLst>
                              <p:par>
                                <p:cTn id="325" presetID="22" presetClass="exit" presetSubtype="1" fill="hold" nodeType="clickEffect">
                                  <p:stCondLst>
                                    <p:cond delay="0"/>
                                  </p:stCondLst>
                                  <p:childTnLst>
                                    <p:animEffect transition="out" filter="wipe(up)">
                                      <p:cBhvr>
                                        <p:cTn id="326" dur="1000"/>
                                        <p:tgtEl>
                                          <p:spTgt spid="28"/>
                                        </p:tgtEl>
                                      </p:cBhvr>
                                    </p:animEffect>
                                    <p:set>
                                      <p:cBhvr>
                                        <p:cTn id="327" dur="1" fill="hold">
                                          <p:stCondLst>
                                            <p:cond delay="999"/>
                                          </p:stCondLst>
                                        </p:cTn>
                                        <p:tgtEl>
                                          <p:spTgt spid="28"/>
                                        </p:tgtEl>
                                        <p:attrNameLst>
                                          <p:attrName>style.visibility</p:attrName>
                                        </p:attrNameLst>
                                      </p:cBhvr>
                                      <p:to>
                                        <p:strVal val="hidden"/>
                                      </p:to>
                                    </p:set>
                                  </p:childTnLst>
                                </p:cTn>
                              </p:par>
                              <p:par>
                                <p:cTn id="328" presetID="22" presetClass="exit" presetSubtype="8" fill="hold" nodeType="withEffect">
                                  <p:stCondLst>
                                    <p:cond delay="0"/>
                                  </p:stCondLst>
                                  <p:childTnLst>
                                    <p:animEffect transition="out" filter="wipe(left)">
                                      <p:cBhvr>
                                        <p:cTn id="329" dur="1000"/>
                                        <p:tgtEl>
                                          <p:spTgt spid="52"/>
                                        </p:tgtEl>
                                      </p:cBhvr>
                                    </p:animEffect>
                                    <p:set>
                                      <p:cBhvr>
                                        <p:cTn id="330" dur="1" fill="hold">
                                          <p:stCondLst>
                                            <p:cond delay="999"/>
                                          </p:stCondLst>
                                        </p:cTn>
                                        <p:tgtEl>
                                          <p:spTgt spid="52"/>
                                        </p:tgtEl>
                                        <p:attrNameLst>
                                          <p:attrName>style.visibility</p:attrName>
                                        </p:attrNameLst>
                                      </p:cBhvr>
                                      <p:to>
                                        <p:strVal val="hidden"/>
                                      </p:to>
                                    </p:set>
                                  </p:childTnLst>
                                </p:cTn>
                              </p:par>
                            </p:childTnLst>
                          </p:cTn>
                        </p:par>
                        <p:par>
                          <p:cTn id="331" fill="hold">
                            <p:stCondLst>
                              <p:cond delay="1000"/>
                            </p:stCondLst>
                            <p:childTnLst>
                              <p:par>
                                <p:cTn id="332" presetID="7" presetClass="emph" presetSubtype="2" fill="hold" nodeType="afterEffect">
                                  <p:stCondLst>
                                    <p:cond delay="0"/>
                                  </p:stCondLst>
                                  <p:childTnLst>
                                    <p:animClr clrSpc="rgb" dir="cw">
                                      <p:cBhvr>
                                        <p:cTn id="333" dur="500" fill="hold"/>
                                        <p:tgtEl>
                                          <p:spTgt spid="38"/>
                                        </p:tgtEl>
                                        <p:attrNameLst>
                                          <p:attrName>stroke.color</p:attrName>
                                        </p:attrNameLst>
                                      </p:cBhvr>
                                      <p:to>
                                        <a:srgbClr val="F2F2F2"/>
                                      </p:to>
                                    </p:animClr>
                                    <p:set>
                                      <p:cBhvr>
                                        <p:cTn id="334" dur="500" fill="hold"/>
                                        <p:tgtEl>
                                          <p:spTgt spid="38"/>
                                        </p:tgtEl>
                                        <p:attrNameLst>
                                          <p:attrName>stroke.on</p:attrName>
                                        </p:attrNameLst>
                                      </p:cBhvr>
                                      <p:to>
                                        <p:strVal val="true"/>
                                      </p:to>
                                    </p:set>
                                  </p:childTnLst>
                                </p:cTn>
                              </p:par>
                            </p:childTnLst>
                          </p:cTn>
                        </p:par>
                        <p:par>
                          <p:cTn id="335" fill="hold">
                            <p:stCondLst>
                              <p:cond delay="1500"/>
                            </p:stCondLst>
                            <p:childTnLst>
                              <p:par>
                                <p:cTn id="336" presetID="7" presetClass="emph" presetSubtype="2" fill="hold" nodeType="afterEffect">
                                  <p:stCondLst>
                                    <p:cond delay="0"/>
                                  </p:stCondLst>
                                  <p:childTnLst>
                                    <p:animClr clrSpc="rgb" dir="cw">
                                      <p:cBhvr>
                                        <p:cTn id="337" dur="1000" fill="hold"/>
                                        <p:tgtEl>
                                          <p:spTgt spid="40"/>
                                        </p:tgtEl>
                                        <p:attrNameLst>
                                          <p:attrName>stroke.color</p:attrName>
                                        </p:attrNameLst>
                                      </p:cBhvr>
                                      <p:to>
                                        <a:srgbClr val="F6C6AC"/>
                                      </p:to>
                                    </p:animClr>
                                    <p:set>
                                      <p:cBhvr>
                                        <p:cTn id="338" dur="1000" fill="hold"/>
                                        <p:tgtEl>
                                          <p:spTgt spid="40"/>
                                        </p:tgtEl>
                                        <p:attrNameLst>
                                          <p:attrName>stroke.on</p:attrName>
                                        </p:attrNameLst>
                                      </p:cBhvr>
                                      <p:to>
                                        <p:strVal val="true"/>
                                      </p:to>
                                    </p:set>
                                  </p:childTnLst>
                                </p:cTn>
                              </p:par>
                            </p:childTnLst>
                          </p:cTn>
                        </p:par>
                        <p:par>
                          <p:cTn id="339" fill="hold">
                            <p:stCondLst>
                              <p:cond delay="2500"/>
                            </p:stCondLst>
                            <p:childTnLst>
                              <p:par>
                                <p:cTn id="340" presetID="0" presetClass="path" presetSubtype="0" accel="50000" decel="50000" fill="hold" grpId="1" nodeType="afterEffect">
                                  <p:stCondLst>
                                    <p:cond delay="0"/>
                                  </p:stCondLst>
                                  <p:childTnLst>
                                    <p:animMotion origin="layout" path="M -1.04167E-6 -2.96296E-6 L 0.03021 -0.08935 " pathEditMode="relative" rAng="0" ptsTypes="AA">
                                      <p:cBhvr>
                                        <p:cTn id="341" dur="2000" fill="hold"/>
                                        <p:tgtEl>
                                          <p:spTgt spid="19"/>
                                        </p:tgtEl>
                                        <p:attrNameLst>
                                          <p:attrName>ppt_x,ppt_y</p:attrName>
                                        </p:attrNameLst>
                                      </p:cBhvr>
                                      <p:rCtr x="1510" y="-4468"/>
                                    </p:animMotion>
                                  </p:childTnLst>
                                </p:cTn>
                              </p:par>
                              <p:par>
                                <p:cTn id="342" presetID="0" presetClass="path" presetSubtype="0" accel="50000" decel="50000" fill="hold" grpId="2" nodeType="withEffect">
                                  <p:stCondLst>
                                    <p:cond delay="0"/>
                                  </p:stCondLst>
                                  <p:childTnLst>
                                    <p:animMotion origin="layout" path="M -0.04349 0.07037 L -0.0737 0.15972 " pathEditMode="relative" rAng="0" ptsTypes="AA">
                                      <p:cBhvr>
                                        <p:cTn id="343" dur="2000" fill="hold"/>
                                        <p:tgtEl>
                                          <p:spTgt spid="20"/>
                                        </p:tgtEl>
                                        <p:attrNameLst>
                                          <p:attrName>ppt_x,ppt_y</p:attrName>
                                        </p:attrNameLst>
                                      </p:cBhvr>
                                      <p:rCtr x="-1510" y="4468"/>
                                    </p:animMotion>
                                  </p:childTnLst>
                                </p:cTn>
                              </p:par>
                              <p:par>
                                <p:cTn id="344" presetID="63" presetClass="path" presetSubtype="0" accel="50000" decel="50000" fill="hold" grpId="2" nodeType="withEffect">
                                  <p:stCondLst>
                                    <p:cond delay="0"/>
                                  </p:stCondLst>
                                  <p:childTnLst>
                                    <p:animMotion origin="layout" path="M 0.08971 0.00185 L 0.22747 0.00231 " pathEditMode="relative" rAng="0" ptsTypes="AA">
                                      <p:cBhvr>
                                        <p:cTn id="345" dur="2000" fill="hold"/>
                                        <p:tgtEl>
                                          <p:spTgt spid="7"/>
                                        </p:tgtEl>
                                        <p:attrNameLst>
                                          <p:attrName>ppt_x</p:attrName>
                                          <p:attrName>ppt_y</p:attrName>
                                        </p:attrNameLst>
                                      </p:cBhvr>
                                      <p:rCtr x="6888" y="23"/>
                                    </p:animMotion>
                                  </p:childTnLst>
                                </p:cTn>
                              </p:par>
                              <p:par>
                                <p:cTn id="346" presetID="35" presetClass="path" presetSubtype="0" accel="50000" decel="50000" fill="hold" grpId="1" nodeType="withEffect">
                                  <p:stCondLst>
                                    <p:cond delay="0"/>
                                  </p:stCondLst>
                                  <p:childTnLst>
                                    <p:animMotion origin="layout" path="M -1.45833E-6 3.7037E-6 L -0.13789 -0.00209 " pathEditMode="relative" rAng="0" ptsTypes="AA">
                                      <p:cBhvr>
                                        <p:cTn id="347" dur="2000" fill="hold"/>
                                        <p:tgtEl>
                                          <p:spTgt spid="34"/>
                                        </p:tgtEl>
                                        <p:attrNameLst>
                                          <p:attrName>ppt_x</p:attrName>
                                          <p:attrName>ppt_y</p:attrName>
                                        </p:attrNameLst>
                                      </p:cBhvr>
                                      <p:rCtr x="-6875" y="-46"/>
                                    </p:animMotion>
                                  </p:childTnLst>
                                </p:cTn>
                              </p:par>
                            </p:childTnLst>
                          </p:cTn>
                        </p:par>
                        <p:par>
                          <p:cTn id="348" fill="hold">
                            <p:stCondLst>
                              <p:cond delay="4500"/>
                            </p:stCondLst>
                            <p:childTnLst>
                              <p:par>
                                <p:cTn id="349" presetID="7" presetClass="emph" presetSubtype="2" fill="hold" nodeType="afterEffect">
                                  <p:stCondLst>
                                    <p:cond delay="0"/>
                                  </p:stCondLst>
                                  <p:childTnLst>
                                    <p:animClr clrSpc="rgb" dir="cw">
                                      <p:cBhvr>
                                        <p:cTn id="350" dur="500" fill="hold"/>
                                        <p:tgtEl>
                                          <p:spTgt spid="40"/>
                                        </p:tgtEl>
                                        <p:attrNameLst>
                                          <p:attrName>stroke.color</p:attrName>
                                        </p:attrNameLst>
                                      </p:cBhvr>
                                      <p:to>
                                        <a:srgbClr val="F2F2F2"/>
                                      </p:to>
                                    </p:animClr>
                                    <p:set>
                                      <p:cBhvr>
                                        <p:cTn id="351" dur="500" fill="hold"/>
                                        <p:tgtEl>
                                          <p:spTgt spid="40"/>
                                        </p:tgtEl>
                                        <p:attrNameLst>
                                          <p:attrName>stroke.on</p:attrName>
                                        </p:attrNameLst>
                                      </p:cBhvr>
                                      <p:to>
                                        <p:strVal val="true"/>
                                      </p:to>
                                    </p:set>
                                  </p:childTnLst>
                                </p:cTn>
                              </p:par>
                            </p:childTnLst>
                          </p:cTn>
                        </p:par>
                        <p:par>
                          <p:cTn id="352" fill="hold">
                            <p:stCondLst>
                              <p:cond delay="5000"/>
                            </p:stCondLst>
                            <p:childTnLst>
                              <p:par>
                                <p:cTn id="353" presetID="7" presetClass="emph" presetSubtype="2" fill="hold" nodeType="afterEffect">
                                  <p:stCondLst>
                                    <p:cond delay="0"/>
                                  </p:stCondLst>
                                  <p:childTnLst>
                                    <p:animClr clrSpc="rgb" dir="cw">
                                      <p:cBhvr>
                                        <p:cTn id="354" dur="1000" fill="hold"/>
                                        <p:tgtEl>
                                          <p:spTgt spid="43"/>
                                        </p:tgtEl>
                                        <p:attrNameLst>
                                          <p:attrName>stroke.color</p:attrName>
                                        </p:attrNameLst>
                                      </p:cBhvr>
                                      <p:to>
                                        <a:srgbClr val="F6C6AC"/>
                                      </p:to>
                                    </p:animClr>
                                    <p:set>
                                      <p:cBhvr>
                                        <p:cTn id="355" dur="1000" fill="hold"/>
                                        <p:tgtEl>
                                          <p:spTgt spid="43"/>
                                        </p:tgtEl>
                                        <p:attrNameLst>
                                          <p:attrName>stroke.on</p:attrName>
                                        </p:attrNameLst>
                                      </p:cBhvr>
                                      <p:to>
                                        <p:strVal val="true"/>
                                      </p:to>
                                    </p:set>
                                  </p:childTnLst>
                                </p:cTn>
                              </p:par>
                            </p:childTnLst>
                          </p:cTn>
                        </p:par>
                      </p:childTnLst>
                    </p:cTn>
                  </p:par>
                  <p:par>
                    <p:cTn id="356" fill="hold">
                      <p:stCondLst>
                        <p:cond delay="indefinite"/>
                      </p:stCondLst>
                      <p:childTnLst>
                        <p:par>
                          <p:cTn id="357" fill="hold">
                            <p:stCondLst>
                              <p:cond delay="0"/>
                            </p:stCondLst>
                            <p:childTnLst>
                              <p:par>
                                <p:cTn id="358" presetID="0" presetClass="path" presetSubtype="0" accel="50000" decel="50000" fill="hold" grpId="2" nodeType="clickEffect">
                                  <p:stCondLst>
                                    <p:cond delay="0"/>
                                  </p:stCondLst>
                                  <p:childTnLst>
                                    <p:animMotion origin="layout" path="M -0.04752 0.09931 L -0.07721 0.1963 " pathEditMode="relative" rAng="0" ptsTypes="AA">
                                      <p:cBhvr>
                                        <p:cTn id="359" dur="2000" fill="hold"/>
                                        <p:tgtEl>
                                          <p:spTgt spid="16"/>
                                        </p:tgtEl>
                                        <p:attrNameLst>
                                          <p:attrName>ppt_x,ppt_y</p:attrName>
                                        </p:attrNameLst>
                                      </p:cBhvr>
                                      <p:rCtr x="-1484" y="4838"/>
                                    </p:animMotion>
                                  </p:childTnLst>
                                </p:cTn>
                              </p:par>
                              <p:par>
                                <p:cTn id="360" presetID="0" presetClass="path" presetSubtype="0" accel="50000" decel="50000" fill="hold" grpId="2" nodeType="withEffect">
                                  <p:stCondLst>
                                    <p:cond delay="0"/>
                                  </p:stCondLst>
                                  <p:childTnLst>
                                    <p:animMotion origin="layout" path="M 0.0931 -0.00255 L 0.23021 -0.00116 " pathEditMode="relative" rAng="0" ptsTypes="AA">
                                      <p:cBhvr>
                                        <p:cTn id="361" dur="2000" fill="hold"/>
                                        <p:tgtEl>
                                          <p:spTgt spid="46"/>
                                        </p:tgtEl>
                                        <p:attrNameLst>
                                          <p:attrName>ppt_x,ppt_y</p:attrName>
                                        </p:attrNameLst>
                                      </p:cBhvr>
                                      <p:rCtr x="6849" y="69"/>
                                    </p:animMotion>
                                  </p:childTnLst>
                                </p:cTn>
                              </p:par>
                            </p:childTnLst>
                          </p:cTn>
                        </p:par>
                        <p:par>
                          <p:cTn id="362" fill="hold">
                            <p:stCondLst>
                              <p:cond delay="2000"/>
                            </p:stCondLst>
                            <p:childTnLst>
                              <p:par>
                                <p:cTn id="363" presetID="7" presetClass="emph" presetSubtype="2" fill="hold" nodeType="afterEffect">
                                  <p:stCondLst>
                                    <p:cond delay="0"/>
                                  </p:stCondLst>
                                  <p:childTnLst>
                                    <p:animClr clrSpc="rgb" dir="cw">
                                      <p:cBhvr>
                                        <p:cTn id="364" dur="500" fill="hold"/>
                                        <p:tgtEl>
                                          <p:spTgt spid="43"/>
                                        </p:tgtEl>
                                        <p:attrNameLst>
                                          <p:attrName>stroke.color</p:attrName>
                                        </p:attrNameLst>
                                      </p:cBhvr>
                                      <p:to>
                                        <a:srgbClr val="F2F2F2"/>
                                      </p:to>
                                    </p:animClr>
                                    <p:set>
                                      <p:cBhvr>
                                        <p:cTn id="365" dur="500" fill="hold"/>
                                        <p:tgtEl>
                                          <p:spTgt spid="4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P spid="8" grpId="0"/>
      <p:bldP spid="10" grpId="0"/>
      <p:bldP spid="15" grpId="0"/>
      <p:bldP spid="15" grpId="1"/>
      <p:bldP spid="16" grpId="0"/>
      <p:bldP spid="16" grpId="1"/>
      <p:bldP spid="16" grpId="2"/>
      <p:bldP spid="17" grpId="0"/>
      <p:bldP spid="18" grpId="0"/>
      <p:bldP spid="19" grpId="0"/>
      <p:bldP spid="19" grpId="1"/>
      <p:bldP spid="20" grpId="0"/>
      <p:bldP spid="20" grpId="1"/>
      <p:bldP spid="20" grpId="2"/>
      <p:bldP spid="22" grpId="0"/>
      <p:bldP spid="22" grpId="1"/>
      <p:bldP spid="23" grpId="0" build="allAtOnce"/>
      <p:bldP spid="7" grpId="0"/>
      <p:bldP spid="7" grpId="1"/>
      <p:bldP spid="7" grpId="2"/>
      <p:bldP spid="11" grpId="0"/>
      <p:bldP spid="11" grpId="1"/>
      <p:bldP spid="29" grpId="0"/>
      <p:bldP spid="34" grpId="0"/>
      <p:bldP spid="34" grpId="1"/>
      <p:bldP spid="35" grpId="0"/>
      <p:bldP spid="45" grpId="0"/>
      <p:bldP spid="46" grpId="0"/>
      <p:bldP spid="46" grpId="1"/>
      <p:bldP spid="46" grpId="2"/>
      <p:bldP spid="47" grpId="0"/>
      <p:bldP spid="47" grpId="1"/>
      <p:bldP spid="48" grpId="0" build="allAtOnce"/>
      <p:bldP spid="53" grpId="0"/>
      <p:bldP spid="5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6" name="直接连接符 55">
            <a:extLst>
              <a:ext uri="{FF2B5EF4-FFF2-40B4-BE49-F238E27FC236}">
                <a16:creationId xmlns:a16="http://schemas.microsoft.com/office/drawing/2014/main" id="{901360FF-3862-1B0B-DF52-3D79EFE7FF9C}"/>
              </a:ext>
            </a:extLst>
          </p:cNvPr>
          <p:cNvCxnSpPr>
            <a:cxnSpLocks/>
          </p:cNvCxnSpPr>
          <p:nvPr/>
        </p:nvCxnSpPr>
        <p:spPr>
          <a:xfrm>
            <a:off x="1390262" y="5769869"/>
            <a:ext cx="1488813"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54" name="直接连接符 53">
            <a:extLst>
              <a:ext uri="{FF2B5EF4-FFF2-40B4-BE49-F238E27FC236}">
                <a16:creationId xmlns:a16="http://schemas.microsoft.com/office/drawing/2014/main" id="{1AFB4FA7-12A6-37C5-A591-3B973073E526}"/>
              </a:ext>
            </a:extLst>
          </p:cNvPr>
          <p:cNvCxnSpPr>
            <a:cxnSpLocks/>
          </p:cNvCxnSpPr>
          <p:nvPr/>
        </p:nvCxnSpPr>
        <p:spPr>
          <a:xfrm>
            <a:off x="1390262" y="5495120"/>
            <a:ext cx="3655463"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51" name="直接连接符 50">
            <a:extLst>
              <a:ext uri="{FF2B5EF4-FFF2-40B4-BE49-F238E27FC236}">
                <a16:creationId xmlns:a16="http://schemas.microsoft.com/office/drawing/2014/main" id="{BB5117EE-DC49-C7CB-437A-E1A89C33848D}"/>
              </a:ext>
            </a:extLst>
          </p:cNvPr>
          <p:cNvCxnSpPr>
            <a:cxnSpLocks/>
          </p:cNvCxnSpPr>
          <p:nvPr/>
        </p:nvCxnSpPr>
        <p:spPr>
          <a:xfrm>
            <a:off x="967949" y="5200525"/>
            <a:ext cx="8007126"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4" name="直接连接符 43">
            <a:extLst>
              <a:ext uri="{FF2B5EF4-FFF2-40B4-BE49-F238E27FC236}">
                <a16:creationId xmlns:a16="http://schemas.microsoft.com/office/drawing/2014/main" id="{7935A094-8E0D-C993-77E0-1F08A525952D}"/>
              </a:ext>
            </a:extLst>
          </p:cNvPr>
          <p:cNvCxnSpPr>
            <a:cxnSpLocks/>
          </p:cNvCxnSpPr>
          <p:nvPr/>
        </p:nvCxnSpPr>
        <p:spPr>
          <a:xfrm>
            <a:off x="4070616" y="4930488"/>
            <a:ext cx="2612950"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5" name="直接连接符 44">
            <a:extLst>
              <a:ext uri="{FF2B5EF4-FFF2-40B4-BE49-F238E27FC236}">
                <a16:creationId xmlns:a16="http://schemas.microsoft.com/office/drawing/2014/main" id="{E7F34F49-A2B2-26B7-0F0B-8AECF9E3B582}"/>
              </a:ext>
            </a:extLst>
          </p:cNvPr>
          <p:cNvCxnSpPr>
            <a:cxnSpLocks/>
          </p:cNvCxnSpPr>
          <p:nvPr/>
        </p:nvCxnSpPr>
        <p:spPr>
          <a:xfrm>
            <a:off x="1487578" y="4934283"/>
            <a:ext cx="2316914"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937420C9-4238-C3F9-1EA8-EFE37A92881C}"/>
              </a:ext>
            </a:extLst>
          </p:cNvPr>
          <p:cNvSpPr txBox="1"/>
          <p:nvPr/>
        </p:nvSpPr>
        <p:spPr>
          <a:xfrm>
            <a:off x="512500" y="4198147"/>
            <a:ext cx="10841300" cy="2585323"/>
          </a:xfrm>
          <a:prstGeom prst="rect">
            <a:avLst/>
          </a:prstGeom>
          <a:noFill/>
        </p:spPr>
        <p:txBody>
          <a:bodyPr wrap="square">
            <a:spAutoFit/>
          </a:bodyPr>
          <a:lstStyle/>
          <a:p>
            <a:pPr algn="l">
              <a:spcBef>
                <a:spcPts val="600"/>
              </a:spcBef>
              <a:buNone/>
            </a:pPr>
            <a:r>
              <a:rPr lang="en-US" altLang="zh-CN" sz="1800"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Insert(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MaxHeap</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将元素</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e</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插入至堆</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H</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中</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&gt;= H-&gt;size)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reallocHeap</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堆已满，则扩容（类似顺序表的扩容）</a:t>
            </a:r>
          </a:p>
          <a:p>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 e;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将元素</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加到堆尾</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(1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&amp;&amp; </a:t>
            </a:r>
            <a:r>
              <a:rPr lang="en-US" altLang="zh-CN" sz="1800"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Prior(H-&gt;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/2],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swapElem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/2);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交换</a:t>
            </a:r>
            <a:r>
              <a:rPr lang="en-US" altLang="zh-CN" b="1" kern="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curr</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与</a:t>
            </a:r>
            <a:r>
              <a:rPr lang="en-US" altLang="zh-CN" b="1" kern="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curr</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/2</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元素，即向上调整 </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 2;   </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OK;</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buNone/>
            </a:pP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90F807F8-57BB-BC16-265B-94E7E560ED99}"/>
              </a:ext>
            </a:extLst>
          </p:cNvPr>
          <p:cNvSpPr/>
          <p:nvPr/>
        </p:nvSpPr>
        <p:spPr>
          <a:xfrm>
            <a:off x="9293012" y="4262157"/>
            <a:ext cx="2612950" cy="2007755"/>
          </a:xfrm>
          <a:prstGeom prst="rect">
            <a:avLst/>
          </a:prstGeom>
          <a:solidFill>
            <a:srgbClr val="F0FA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1512877D-2647-4943-FB31-4EAAD8CD549A}"/>
              </a:ext>
            </a:extLst>
          </p:cNvPr>
          <p:cNvSpPr>
            <a:spLocks noGrp="1"/>
          </p:cNvSpPr>
          <p:nvPr>
            <p:ph type="sldNum" sz="quarter" idx="12"/>
          </p:nvPr>
        </p:nvSpPr>
        <p:spPr/>
        <p:txBody>
          <a:bodyPr/>
          <a:lstStyle/>
          <a:p>
            <a:fld id="{D7C0FE0B-717B-41AE-9FA2-CA4BF851D1C3}" type="slidenum">
              <a:rPr lang="zh-CN" altLang="en-US" smtClean="0"/>
              <a:t>27</a:t>
            </a:fld>
            <a:endParaRPr lang="zh-CN" altLang="en-US"/>
          </a:p>
        </p:txBody>
      </p:sp>
      <p:sp>
        <p:nvSpPr>
          <p:cNvPr id="4" name="文本框 3">
            <a:extLst>
              <a:ext uri="{FF2B5EF4-FFF2-40B4-BE49-F238E27FC236}">
                <a16:creationId xmlns:a16="http://schemas.microsoft.com/office/drawing/2014/main" id="{14D4CFCE-A486-F7D7-B7B9-BDC070F88C1E}"/>
              </a:ext>
            </a:extLst>
          </p:cNvPr>
          <p:cNvSpPr txBox="1"/>
          <p:nvPr/>
        </p:nvSpPr>
        <p:spPr>
          <a:xfrm>
            <a:off x="512500" y="853786"/>
            <a:ext cx="5877909" cy="3298852"/>
          </a:xfrm>
          <a:prstGeom prst="rect">
            <a:avLst/>
          </a:prstGeom>
          <a:noFill/>
        </p:spPr>
        <p:txBody>
          <a:bodyPr wrap="square">
            <a:spAutoFit/>
          </a:bodyPr>
          <a:lstStyle/>
          <a:p>
            <a:pPr indent="266700" algn="just">
              <a:lnSpc>
                <a:spcPct val="115000"/>
              </a:lnSpc>
              <a:buNone/>
            </a:pPr>
            <a:r>
              <a:rPr lang="en-US"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2</a:t>
            </a:r>
            <a:r>
              <a:rPr lang="zh-CN"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．堆的插入</a:t>
            </a:r>
            <a:r>
              <a:rPr lang="en-US"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6.12</a:t>
            </a:r>
            <a:r>
              <a:rPr lang="zh-CN" altLang="en-US"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（向上调整）</a:t>
            </a:r>
            <a:endPar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堆的</a:t>
            </a:r>
            <a:r>
              <a:rPr lang="zh-CN" altLang="zh-CN" sz="1800" b="1" kern="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插入操作</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是</a:t>
            </a:r>
            <a:r>
              <a:rPr lang="zh-CN" altLang="zh-CN" sz="1800"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将插入元素加到堆尾</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，此时需判别堆尾和其双亲节点是否满足堆特性，若不满足，则需要进行</a:t>
            </a:r>
            <a:r>
              <a:rPr lang="zh-CN" altLang="zh-CN" sz="1800"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向上调整</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，将插入元素与双亲交换；交换后，插入元素若存在双亲且此双亲节点不满足堆特性，则需要重复上述过程，因此插入堆的</a:t>
            </a:r>
            <a:r>
              <a:rPr lang="zh-CN" altLang="zh-CN" sz="1800" b="1" kern="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操作步骤</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如下：</a:t>
            </a:r>
            <a:r>
              <a:rPr lang="zh-CN" altLang="zh-CN" sz="1800" kern="0" dirty="0">
                <a:effectLst/>
                <a:latin typeface="等线" panose="02010600030101010101" pitchFamily="2" charset="-122"/>
                <a:ea typeface="Times New Roman" panose="02020603050405020304" pitchFamily="18" charset="0"/>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）将插入元素加到堆尾，并用</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curr</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指示堆尾；</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2</a:t>
            </a: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）若</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指示堆顶，插入操作结束，否则，将</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节点与其双亲节点比较，若</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节点较优先则交换，</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curr</a:t>
            </a: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上</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移，重复（</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）；否则插入操作结束。</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F212FB5F-3821-FC03-B78E-F6A8CA1900A9}"/>
              </a:ext>
            </a:extLst>
          </p:cNvPr>
          <p:cNvSpPr txBox="1"/>
          <p:nvPr/>
        </p:nvSpPr>
        <p:spPr>
          <a:xfrm>
            <a:off x="997178" y="289462"/>
            <a:ext cx="4956932" cy="461665"/>
          </a:xfrm>
          <a:prstGeom prst="rect">
            <a:avLst/>
          </a:prstGeom>
          <a:noFill/>
        </p:spPr>
        <p:txBody>
          <a:bodyPr wrap="square">
            <a:spAutoFit/>
          </a:bodyPr>
          <a:lstStyle/>
          <a:p>
            <a:pPr marL="333375" marR="0" lvl="0" indent="0" defTabSz="914400" rtl="0" eaLnBrk="1" fontAlgn="auto" latinLnBrk="0" hangingPunct="1">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6.4.3  </a:t>
            </a:r>
            <a:r>
              <a:rPr kumimoji="0" lang="zh-CN"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堆的基本操作的实现</a:t>
            </a:r>
            <a:r>
              <a:rPr kumimoji="0" lang="zh-CN" altLang="en-US"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（续）</a:t>
            </a:r>
            <a:endParaRPr kumimoji="0" lang="zh-CN" altLang="zh-CN" sz="2400" b="0" i="0" u="none" strike="noStrike" kern="10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8" name="Rectangle 2">
            <a:extLst>
              <a:ext uri="{FF2B5EF4-FFF2-40B4-BE49-F238E27FC236}">
                <a16:creationId xmlns:a16="http://schemas.microsoft.com/office/drawing/2014/main" id="{0FF7823E-55E5-2E9D-02AD-1C170B2FA312}"/>
              </a:ext>
            </a:extLst>
          </p:cNvPr>
          <p:cNvSpPr>
            <a:spLocks noChangeArrowheads="1"/>
          </p:cNvSpPr>
          <p:nvPr/>
        </p:nvSpPr>
        <p:spPr bwMode="auto">
          <a:xfrm>
            <a:off x="6771471" y="803061"/>
            <a:ext cx="4956932"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ts val="600"/>
              </a:spcBef>
              <a:spcAft>
                <a:spcPct val="0"/>
              </a:spcAft>
              <a:buClrTx/>
              <a:buSzTx/>
              <a:buFontTx/>
              <a:buNone/>
              <a:tabLst/>
            </a:pPr>
            <a:r>
              <a:rPr kumimoji="0" lang="zh-CN"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例如，在堆（</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76, 52, 63, </a:t>
            </a:r>
            <a:r>
              <a:rPr kumimoji="0" lang="en-US" altLang="zh-CN" b="0" i="0" u="sng"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49</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49</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）中插入</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81</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过程如图</a:t>
            </a:r>
            <a:r>
              <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6.15</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a:t>
            </a:r>
            <a:endParaRPr kumimoji="0" lang="zh-CN" altLang="en-US" b="0" i="0" u="none" strike="noStrike" cap="none" normalizeH="0" baseline="0" dirty="0">
              <a:ln>
                <a:noFill/>
              </a:ln>
              <a:solidFill>
                <a:schemeClr val="tx1"/>
              </a:solidFill>
              <a:effectLst/>
            </a:endParaRPr>
          </a:p>
        </p:txBody>
      </p:sp>
      <p:pic>
        <p:nvPicPr>
          <p:cNvPr id="1025" name="图片 1">
            <a:extLst>
              <a:ext uri="{FF2B5EF4-FFF2-40B4-BE49-F238E27FC236}">
                <a16:creationId xmlns:a16="http://schemas.microsoft.com/office/drawing/2014/main" id="{05776408-F06E-833A-B90E-74218EA56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2185" y="1594789"/>
            <a:ext cx="5382491" cy="134562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44700ABD-21BA-67E5-6081-B6F91E059DA1}"/>
              </a:ext>
            </a:extLst>
          </p:cNvPr>
          <p:cNvSpPr>
            <a:spLocks noChangeArrowheads="1"/>
          </p:cNvSpPr>
          <p:nvPr/>
        </p:nvSpPr>
        <p:spPr bwMode="auto">
          <a:xfrm rot="10800000" flipV="1">
            <a:off x="7398761" y="2941951"/>
            <a:ext cx="358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6.15 </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插入过程示意图</a:t>
            </a:r>
            <a:endParaRPr kumimoji="0" lang="zh-CN" alt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插入</a:t>
            </a: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81</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到堆尾； </a:t>
            </a: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(b)81</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与</a:t>
            </a: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63</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比较； </a:t>
            </a: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(c)81</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与</a:t>
            </a: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76</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比较； </a:t>
            </a: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(d)81</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与</a:t>
            </a:r>
            <a:r>
              <a:rPr kumimoji="0" lang="en-US" altLang="zh-CN"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76</a:t>
            </a:r>
            <a:r>
              <a:rPr kumimoji="0" lang="zh-CN" altLang="en-US" sz="16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交换位置</a:t>
            </a:r>
            <a:endParaRPr kumimoji="0" lang="zh-CN" altLang="en-US" sz="1600" b="0" i="0" u="none" strike="noStrike" cap="none" normalizeH="0" baseline="0" dirty="0">
              <a:ln>
                <a:noFill/>
              </a:ln>
              <a:solidFill>
                <a:schemeClr val="tx1"/>
              </a:solidFill>
              <a:effectLst/>
            </a:endParaRPr>
          </a:p>
        </p:txBody>
      </p:sp>
      <p:sp>
        <p:nvSpPr>
          <p:cNvPr id="33" name="Rectangle 49">
            <a:extLst>
              <a:ext uri="{FF2B5EF4-FFF2-40B4-BE49-F238E27FC236}">
                <a16:creationId xmlns:a16="http://schemas.microsoft.com/office/drawing/2014/main" id="{B063A846-13B9-7244-07E7-8FCF10E12B2B}"/>
              </a:ext>
            </a:extLst>
          </p:cNvPr>
          <p:cNvSpPr>
            <a:spLocks noChangeArrowheads="1"/>
          </p:cNvSpPr>
          <p:nvPr/>
        </p:nvSpPr>
        <p:spPr bwMode="auto">
          <a:xfrm>
            <a:off x="11116413" y="5669273"/>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err="1">
                <a:latin typeface="Times New Roman" panose="02020603050405020304" pitchFamily="18" charset="0"/>
              </a:rPr>
              <a:t>curr</a:t>
            </a:r>
            <a:endParaRPr lang="en-US" altLang="zh-CN" sz="2000" b="1" dirty="0">
              <a:latin typeface="Times New Roman" panose="02020603050405020304" pitchFamily="18" charset="0"/>
            </a:endParaRPr>
          </a:p>
        </p:txBody>
      </p:sp>
      <p:graphicFrame>
        <p:nvGraphicFramePr>
          <p:cNvPr id="24" name="Object 33">
            <a:extLst>
              <a:ext uri="{FF2B5EF4-FFF2-40B4-BE49-F238E27FC236}">
                <a16:creationId xmlns:a16="http://schemas.microsoft.com/office/drawing/2014/main" id="{5FB1DDDF-79C4-97E4-5482-D39A6DD62E4E}"/>
              </a:ext>
            </a:extLst>
          </p:cNvPr>
          <p:cNvGraphicFramePr>
            <a:graphicFrameLocks noChangeAspect="1"/>
          </p:cNvGraphicFramePr>
          <p:nvPr>
            <p:extLst>
              <p:ext uri="{D42A27DB-BD31-4B8C-83A1-F6EECF244321}">
                <p14:modId xmlns:p14="http://schemas.microsoft.com/office/powerpoint/2010/main" val="4196072229"/>
              </p:ext>
            </p:extLst>
          </p:nvPr>
        </p:nvGraphicFramePr>
        <p:xfrm>
          <a:off x="9398991" y="4470315"/>
          <a:ext cx="1978025" cy="1673225"/>
        </p:xfrm>
        <a:graphic>
          <a:graphicData uri="http://schemas.openxmlformats.org/presentationml/2006/ole">
            <mc:AlternateContent xmlns:mc="http://schemas.openxmlformats.org/markup-compatibility/2006">
              <mc:Choice xmlns:v="urn:schemas-microsoft-com:vml" Requires="v">
                <p:oleObj r:id="rId3" imgW="1321560" imgH="1116360" progId="Visio.Drawing.11">
                  <p:embed/>
                </p:oleObj>
              </mc:Choice>
              <mc:Fallback>
                <p:oleObj r:id="rId3" imgW="1321560" imgH="1116360" progId="Visio.Drawing.11">
                  <p:embed/>
                  <p:pic>
                    <p:nvPicPr>
                      <p:cNvPr id="14" name="Object 33">
                        <a:extLst>
                          <a:ext uri="{FF2B5EF4-FFF2-40B4-BE49-F238E27FC236}">
                            <a16:creationId xmlns:a16="http://schemas.microsoft.com/office/drawing/2014/main" id="{78AD03D0-566F-8EE0-13FB-5EF0A22735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8991" y="4470315"/>
                        <a:ext cx="1978025"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 name="Rectangle 38">
            <a:extLst>
              <a:ext uri="{FF2B5EF4-FFF2-40B4-BE49-F238E27FC236}">
                <a16:creationId xmlns:a16="http://schemas.microsoft.com/office/drawing/2014/main" id="{6EB6EDD5-0876-D765-CCB8-77F17A28F1B3}"/>
              </a:ext>
            </a:extLst>
          </p:cNvPr>
          <p:cNvSpPr>
            <a:spLocks noChangeArrowheads="1"/>
          </p:cNvSpPr>
          <p:nvPr/>
        </p:nvSpPr>
        <p:spPr bwMode="auto">
          <a:xfrm>
            <a:off x="10285970" y="4640681"/>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76</a:t>
            </a:r>
          </a:p>
        </p:txBody>
      </p:sp>
      <p:sp>
        <p:nvSpPr>
          <p:cNvPr id="28" name="Rectangle 43">
            <a:extLst>
              <a:ext uri="{FF2B5EF4-FFF2-40B4-BE49-F238E27FC236}">
                <a16:creationId xmlns:a16="http://schemas.microsoft.com/office/drawing/2014/main" id="{ACFDBE9A-3AC3-9C53-2A70-DE7EB67B09EB}"/>
              </a:ext>
            </a:extLst>
          </p:cNvPr>
          <p:cNvSpPr>
            <a:spLocks noChangeArrowheads="1"/>
          </p:cNvSpPr>
          <p:nvPr/>
        </p:nvSpPr>
        <p:spPr bwMode="auto">
          <a:xfrm>
            <a:off x="10094316" y="5705390"/>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49</a:t>
            </a:r>
          </a:p>
        </p:txBody>
      </p:sp>
      <p:sp>
        <p:nvSpPr>
          <p:cNvPr id="29" name="Rectangle 44">
            <a:extLst>
              <a:ext uri="{FF2B5EF4-FFF2-40B4-BE49-F238E27FC236}">
                <a16:creationId xmlns:a16="http://schemas.microsoft.com/office/drawing/2014/main" id="{4299265A-77BC-B3F1-64B2-F7BF1F4FE3C4}"/>
              </a:ext>
            </a:extLst>
          </p:cNvPr>
          <p:cNvSpPr>
            <a:spLocks noChangeArrowheads="1"/>
          </p:cNvSpPr>
          <p:nvPr/>
        </p:nvSpPr>
        <p:spPr bwMode="auto">
          <a:xfrm>
            <a:off x="9739148" y="5112943"/>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52</a:t>
            </a:r>
          </a:p>
        </p:txBody>
      </p:sp>
      <p:sp>
        <p:nvSpPr>
          <p:cNvPr id="30" name="Rectangle 45">
            <a:extLst>
              <a:ext uri="{FF2B5EF4-FFF2-40B4-BE49-F238E27FC236}">
                <a16:creationId xmlns:a16="http://schemas.microsoft.com/office/drawing/2014/main" id="{60DA0A8C-89EF-9717-4027-51A151E7B085}"/>
              </a:ext>
            </a:extLst>
          </p:cNvPr>
          <p:cNvSpPr>
            <a:spLocks noChangeArrowheads="1"/>
          </p:cNvSpPr>
          <p:nvPr/>
        </p:nvSpPr>
        <p:spPr bwMode="auto">
          <a:xfrm>
            <a:off x="9401130" y="5713329"/>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u="sng" dirty="0">
                <a:latin typeface="Times New Roman" panose="02020603050405020304" pitchFamily="18" charset="0"/>
              </a:rPr>
              <a:t>49</a:t>
            </a:r>
          </a:p>
        </p:txBody>
      </p:sp>
      <p:sp>
        <p:nvSpPr>
          <p:cNvPr id="34" name="Line 50">
            <a:extLst>
              <a:ext uri="{FF2B5EF4-FFF2-40B4-BE49-F238E27FC236}">
                <a16:creationId xmlns:a16="http://schemas.microsoft.com/office/drawing/2014/main" id="{F8EDE770-C8C0-FE7E-8A4B-A0C5DE89978A}"/>
              </a:ext>
            </a:extLst>
          </p:cNvPr>
          <p:cNvSpPr>
            <a:spLocks noChangeShapeType="1"/>
          </p:cNvSpPr>
          <p:nvPr/>
        </p:nvSpPr>
        <p:spPr bwMode="auto">
          <a:xfrm flipH="1">
            <a:off x="10846791" y="5317775"/>
            <a:ext cx="133370" cy="328003"/>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36" name="Line 56">
            <a:extLst>
              <a:ext uri="{FF2B5EF4-FFF2-40B4-BE49-F238E27FC236}">
                <a16:creationId xmlns:a16="http://schemas.microsoft.com/office/drawing/2014/main" id="{C6FB2C70-C392-A310-3791-B74DF8D3C1DE}"/>
              </a:ext>
            </a:extLst>
          </p:cNvPr>
          <p:cNvSpPr>
            <a:spLocks noChangeShapeType="1"/>
          </p:cNvSpPr>
          <p:nvPr/>
        </p:nvSpPr>
        <p:spPr bwMode="auto">
          <a:xfrm>
            <a:off x="10591735" y="4928228"/>
            <a:ext cx="329777" cy="274428"/>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grpSp>
        <p:nvGrpSpPr>
          <p:cNvPr id="42" name="组合 41">
            <a:extLst>
              <a:ext uri="{FF2B5EF4-FFF2-40B4-BE49-F238E27FC236}">
                <a16:creationId xmlns:a16="http://schemas.microsoft.com/office/drawing/2014/main" id="{206D8E0B-5930-4296-4650-3305096DB198}"/>
              </a:ext>
            </a:extLst>
          </p:cNvPr>
          <p:cNvGrpSpPr/>
          <p:nvPr/>
        </p:nvGrpSpPr>
        <p:grpSpPr>
          <a:xfrm>
            <a:off x="10751903" y="5380162"/>
            <a:ext cx="360000" cy="614376"/>
            <a:chOff x="11054387" y="5455657"/>
            <a:chExt cx="360000" cy="614376"/>
          </a:xfrm>
        </p:grpSpPr>
        <p:cxnSp>
          <p:nvCxnSpPr>
            <p:cNvPr id="39" name="直接连接符 38">
              <a:extLst>
                <a:ext uri="{FF2B5EF4-FFF2-40B4-BE49-F238E27FC236}">
                  <a16:creationId xmlns:a16="http://schemas.microsoft.com/office/drawing/2014/main" id="{DA3DCCD3-5F43-2959-2B95-3DF9E98E09F8}"/>
                </a:ext>
              </a:extLst>
            </p:cNvPr>
            <p:cNvCxnSpPr>
              <a:cxnSpLocks/>
            </p:cNvCxnSpPr>
            <p:nvPr/>
          </p:nvCxnSpPr>
          <p:spPr>
            <a:xfrm flipH="1">
              <a:off x="11223997" y="5455657"/>
              <a:ext cx="150396" cy="432065"/>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37" name="椭圆 36">
              <a:extLst>
                <a:ext uri="{FF2B5EF4-FFF2-40B4-BE49-F238E27FC236}">
                  <a16:creationId xmlns:a16="http://schemas.microsoft.com/office/drawing/2014/main" id="{AA5FA5B8-6598-CA9B-D0A4-718A09D39002}"/>
                </a:ext>
              </a:extLst>
            </p:cNvPr>
            <p:cNvSpPr/>
            <p:nvPr/>
          </p:nvSpPr>
          <p:spPr>
            <a:xfrm>
              <a:off x="11054387" y="5710033"/>
              <a:ext cx="360000" cy="360000"/>
            </a:xfrm>
            <a:prstGeom prst="ellipse">
              <a:avLst/>
            </a:prstGeom>
            <a:solidFill>
              <a:srgbClr val="A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Rectangle 41">
            <a:extLst>
              <a:ext uri="{FF2B5EF4-FFF2-40B4-BE49-F238E27FC236}">
                <a16:creationId xmlns:a16="http://schemas.microsoft.com/office/drawing/2014/main" id="{6ECBC226-AF62-C334-B3C6-E9B7CE57420A}"/>
              </a:ext>
            </a:extLst>
          </p:cNvPr>
          <p:cNvSpPr>
            <a:spLocks noChangeArrowheads="1"/>
          </p:cNvSpPr>
          <p:nvPr/>
        </p:nvSpPr>
        <p:spPr bwMode="auto">
          <a:xfrm>
            <a:off x="10681691" y="5707773"/>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solidFill>
                  <a:srgbClr val="C00000"/>
                </a:solidFill>
                <a:latin typeface="Times New Roman" panose="02020603050405020304" pitchFamily="18" charset="0"/>
              </a:rPr>
              <a:t>81</a:t>
            </a:r>
          </a:p>
        </p:txBody>
      </p:sp>
      <p:sp>
        <p:nvSpPr>
          <p:cNvPr id="27" name="Rectangle 41">
            <a:extLst>
              <a:ext uri="{FF2B5EF4-FFF2-40B4-BE49-F238E27FC236}">
                <a16:creationId xmlns:a16="http://schemas.microsoft.com/office/drawing/2014/main" id="{EC3B84ED-306C-C6D3-043B-B89DE9570481}"/>
              </a:ext>
            </a:extLst>
          </p:cNvPr>
          <p:cNvSpPr>
            <a:spLocks noChangeArrowheads="1"/>
          </p:cNvSpPr>
          <p:nvPr/>
        </p:nvSpPr>
        <p:spPr bwMode="auto">
          <a:xfrm>
            <a:off x="10846791" y="5092615"/>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63</a:t>
            </a:r>
          </a:p>
        </p:txBody>
      </p:sp>
      <p:sp>
        <p:nvSpPr>
          <p:cNvPr id="59" name="文本框 58">
            <a:extLst>
              <a:ext uri="{FF2B5EF4-FFF2-40B4-BE49-F238E27FC236}">
                <a16:creationId xmlns:a16="http://schemas.microsoft.com/office/drawing/2014/main" id="{AD159CBC-EC1F-9916-6AF9-63C6BEBEB31D}"/>
              </a:ext>
            </a:extLst>
          </p:cNvPr>
          <p:cNvSpPr txBox="1"/>
          <p:nvPr/>
        </p:nvSpPr>
        <p:spPr>
          <a:xfrm>
            <a:off x="3541289" y="5696130"/>
            <a:ext cx="5407872" cy="1025345"/>
          </a:xfrm>
          <a:prstGeom prst="rect">
            <a:avLst/>
          </a:prstGeom>
          <a:solidFill>
            <a:schemeClr val="tx2">
              <a:lumMod val="10000"/>
              <a:lumOff val="90000"/>
            </a:schemeClr>
          </a:solidFill>
        </p:spPr>
        <p:txBody>
          <a:bodyPr wrap="square">
            <a:spAutoFit/>
          </a:bodyPr>
          <a:lstStyle/>
          <a:p>
            <a:pPr indent="266700" algn="just">
              <a:lnSpc>
                <a:spcPct val="115000"/>
              </a:lnSpc>
              <a:buNone/>
            </a:pPr>
            <a:r>
              <a:rPr lang="zh-CN" altLang="zh-CN" sz="1800" b="1" kern="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插入操作</a:t>
            </a:r>
            <a:r>
              <a:rPr lang="zh-CN"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是</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从叶子节点</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向上调整</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的过程，</a:t>
            </a:r>
            <a:r>
              <a:rPr lang="zh-CN"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和筛选操作方向相反，</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最坏情况下，比较次数为堆的高度减</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，因此堆插入操作的算法时间复杂度为</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0" dirty="0" err="1">
                <a:effectLst/>
                <a:latin typeface="Times New Roman" panose="02020603050405020304" pitchFamily="18" charset="0"/>
                <a:ea typeface="宋体" panose="02010600030101010101" pitchFamily="2" charset="-122"/>
                <a:cs typeface="Times New Roman" panose="02020603050405020304" pitchFamily="18" charset="0"/>
              </a:rPr>
              <a:t>log</a:t>
            </a:r>
            <a:r>
              <a:rPr lang="en-US" altLang="zh-CN" sz="1800" b="1" i="1" kern="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1660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1000" fill="hold"/>
                                        <p:tgtEl>
                                          <p:spTgt spid="7"/>
                                        </p:tgtEl>
                                        <p:attrNameLst>
                                          <p:attrName>ppt_w</p:attrName>
                                        </p:attrNameLst>
                                      </p:cBhvr>
                                      <p:tavLst>
                                        <p:tav tm="0">
                                          <p:val>
                                            <p:fltVal val="0"/>
                                          </p:val>
                                        </p:tav>
                                        <p:tav tm="100000">
                                          <p:val>
                                            <p:strVal val="#ppt_w"/>
                                          </p:val>
                                        </p:tav>
                                      </p:tavLst>
                                    </p:anim>
                                    <p:anim calcmode="lin" valueType="num">
                                      <p:cBhvr>
                                        <p:cTn id="36" dur="1000" fill="hold"/>
                                        <p:tgtEl>
                                          <p:spTgt spid="7"/>
                                        </p:tgtEl>
                                        <p:attrNameLst>
                                          <p:attrName>ppt_h</p:attrName>
                                        </p:attrNameLst>
                                      </p:cBhvr>
                                      <p:tavLst>
                                        <p:tav tm="0">
                                          <p:val>
                                            <p:fltVal val="0"/>
                                          </p:val>
                                        </p:tav>
                                        <p:tav tm="100000">
                                          <p:val>
                                            <p:strVal val="#ppt_h"/>
                                          </p:val>
                                        </p:tav>
                                      </p:tavLst>
                                    </p:anim>
                                    <p:anim calcmode="lin" valueType="num">
                                      <p:cBhvr>
                                        <p:cTn id="37" dur="1000" fill="hold"/>
                                        <p:tgtEl>
                                          <p:spTgt spid="7"/>
                                        </p:tgtEl>
                                        <p:attrNameLst>
                                          <p:attrName>style.rotation</p:attrName>
                                        </p:attrNameLst>
                                      </p:cBhvr>
                                      <p:tavLst>
                                        <p:tav tm="0">
                                          <p:val>
                                            <p:fltVal val="90"/>
                                          </p:val>
                                        </p:tav>
                                        <p:tav tm="100000">
                                          <p:val>
                                            <p:fltVal val="0"/>
                                          </p:val>
                                        </p:tav>
                                      </p:tavLst>
                                    </p:anim>
                                    <p:animEffect transition="in" filter="fade">
                                      <p:cBhvr>
                                        <p:cTn id="38" dur="10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up)">
                                      <p:cBhvr>
                                        <p:cTn id="43" dur="750"/>
                                        <p:tgtEl>
                                          <p:spTgt spid="8"/>
                                        </p:tgtEl>
                                      </p:cBhvr>
                                    </p:animEffect>
                                  </p:childTnLst>
                                </p:cTn>
                              </p:par>
                            </p:childTnLst>
                          </p:cTn>
                        </p:par>
                        <p:par>
                          <p:cTn id="44" fill="hold">
                            <p:stCondLst>
                              <p:cond delay="750"/>
                            </p:stCondLst>
                            <p:childTnLst>
                              <p:par>
                                <p:cTn id="45" presetID="22" presetClass="entr" presetSubtype="1" fill="hold" nodeType="afterEffect">
                                  <p:stCondLst>
                                    <p:cond delay="0"/>
                                  </p:stCondLst>
                                  <p:childTnLst>
                                    <p:set>
                                      <p:cBhvr>
                                        <p:cTn id="46" dur="1" fill="hold">
                                          <p:stCondLst>
                                            <p:cond delay="0"/>
                                          </p:stCondLst>
                                        </p:cTn>
                                        <p:tgtEl>
                                          <p:spTgt spid="1025"/>
                                        </p:tgtEl>
                                        <p:attrNameLst>
                                          <p:attrName>style.visibility</p:attrName>
                                        </p:attrNameLst>
                                      </p:cBhvr>
                                      <p:to>
                                        <p:strVal val="visible"/>
                                      </p:to>
                                    </p:set>
                                    <p:animEffect transition="in" filter="wipe(up)">
                                      <p:cBhvr>
                                        <p:cTn id="47" dur="750"/>
                                        <p:tgtEl>
                                          <p:spTgt spid="1025"/>
                                        </p:tgtEl>
                                      </p:cBhvr>
                                    </p:animEffect>
                                  </p:childTnLst>
                                </p:cTn>
                              </p:par>
                            </p:childTnLst>
                          </p:cTn>
                        </p:par>
                        <p:par>
                          <p:cTn id="48" fill="hold">
                            <p:stCondLst>
                              <p:cond delay="1500"/>
                            </p:stCondLst>
                            <p:childTnLst>
                              <p:par>
                                <p:cTn id="49" presetID="22" presetClass="entr" presetSubtype="1"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up)">
                                      <p:cBhvr>
                                        <p:cTn id="51" dur="75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1000"/>
                                        <p:tgtEl>
                                          <p:spTgt spid="24"/>
                                        </p:tgtEl>
                                      </p:cBhvr>
                                    </p:animEffect>
                                    <p:anim calcmode="lin" valueType="num">
                                      <p:cBhvr>
                                        <p:cTn id="62" dur="1000" fill="hold"/>
                                        <p:tgtEl>
                                          <p:spTgt spid="24"/>
                                        </p:tgtEl>
                                        <p:attrNameLst>
                                          <p:attrName>ppt_x</p:attrName>
                                        </p:attrNameLst>
                                      </p:cBhvr>
                                      <p:tavLst>
                                        <p:tav tm="0">
                                          <p:val>
                                            <p:strVal val="#ppt_x"/>
                                          </p:val>
                                        </p:tav>
                                        <p:tav tm="100000">
                                          <p:val>
                                            <p:strVal val="#ppt_x"/>
                                          </p:val>
                                        </p:tav>
                                      </p:tavLst>
                                    </p:anim>
                                    <p:anim calcmode="lin" valueType="num">
                                      <p:cBhvr>
                                        <p:cTn id="63" dur="1000" fill="hold"/>
                                        <p:tgtEl>
                                          <p:spTgt spid="24"/>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1000"/>
                                        <p:tgtEl>
                                          <p:spTgt spid="25"/>
                                        </p:tgtEl>
                                      </p:cBhvr>
                                    </p:animEffect>
                                    <p:anim calcmode="lin" valueType="num">
                                      <p:cBhvr>
                                        <p:cTn id="67" dur="1000" fill="hold"/>
                                        <p:tgtEl>
                                          <p:spTgt spid="25"/>
                                        </p:tgtEl>
                                        <p:attrNameLst>
                                          <p:attrName>ppt_x</p:attrName>
                                        </p:attrNameLst>
                                      </p:cBhvr>
                                      <p:tavLst>
                                        <p:tav tm="0">
                                          <p:val>
                                            <p:strVal val="#ppt_x"/>
                                          </p:val>
                                        </p:tav>
                                        <p:tav tm="100000">
                                          <p:val>
                                            <p:strVal val="#ppt_x"/>
                                          </p:val>
                                        </p:tav>
                                      </p:tavLst>
                                    </p:anim>
                                    <p:anim calcmode="lin" valueType="num">
                                      <p:cBhvr>
                                        <p:cTn id="68" dur="1000" fill="hold"/>
                                        <p:tgtEl>
                                          <p:spTgt spid="25"/>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1000"/>
                                        <p:tgtEl>
                                          <p:spTgt spid="27"/>
                                        </p:tgtEl>
                                      </p:cBhvr>
                                    </p:animEffect>
                                    <p:anim calcmode="lin" valueType="num">
                                      <p:cBhvr>
                                        <p:cTn id="72" dur="1000" fill="hold"/>
                                        <p:tgtEl>
                                          <p:spTgt spid="27"/>
                                        </p:tgtEl>
                                        <p:attrNameLst>
                                          <p:attrName>ppt_x</p:attrName>
                                        </p:attrNameLst>
                                      </p:cBhvr>
                                      <p:tavLst>
                                        <p:tav tm="0">
                                          <p:val>
                                            <p:strVal val="#ppt_x"/>
                                          </p:val>
                                        </p:tav>
                                        <p:tav tm="100000">
                                          <p:val>
                                            <p:strVal val="#ppt_x"/>
                                          </p:val>
                                        </p:tav>
                                      </p:tavLst>
                                    </p:anim>
                                    <p:anim calcmode="lin" valueType="num">
                                      <p:cBhvr>
                                        <p:cTn id="73" dur="1000" fill="hold"/>
                                        <p:tgtEl>
                                          <p:spTgt spid="2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1000"/>
                                        <p:tgtEl>
                                          <p:spTgt spid="28"/>
                                        </p:tgtEl>
                                      </p:cBhvr>
                                    </p:animEffect>
                                    <p:anim calcmode="lin" valueType="num">
                                      <p:cBhvr>
                                        <p:cTn id="77" dur="1000" fill="hold"/>
                                        <p:tgtEl>
                                          <p:spTgt spid="28"/>
                                        </p:tgtEl>
                                        <p:attrNameLst>
                                          <p:attrName>ppt_x</p:attrName>
                                        </p:attrNameLst>
                                      </p:cBhvr>
                                      <p:tavLst>
                                        <p:tav tm="0">
                                          <p:val>
                                            <p:strVal val="#ppt_x"/>
                                          </p:val>
                                        </p:tav>
                                        <p:tav tm="100000">
                                          <p:val>
                                            <p:strVal val="#ppt_x"/>
                                          </p:val>
                                        </p:tav>
                                      </p:tavLst>
                                    </p:anim>
                                    <p:anim calcmode="lin" valueType="num">
                                      <p:cBhvr>
                                        <p:cTn id="78" dur="1000" fill="hold"/>
                                        <p:tgtEl>
                                          <p:spTgt spid="28"/>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1000"/>
                                        <p:tgtEl>
                                          <p:spTgt spid="29"/>
                                        </p:tgtEl>
                                      </p:cBhvr>
                                    </p:animEffect>
                                    <p:anim calcmode="lin" valueType="num">
                                      <p:cBhvr>
                                        <p:cTn id="82" dur="1000" fill="hold"/>
                                        <p:tgtEl>
                                          <p:spTgt spid="29"/>
                                        </p:tgtEl>
                                        <p:attrNameLst>
                                          <p:attrName>ppt_x</p:attrName>
                                        </p:attrNameLst>
                                      </p:cBhvr>
                                      <p:tavLst>
                                        <p:tav tm="0">
                                          <p:val>
                                            <p:strVal val="#ppt_x"/>
                                          </p:val>
                                        </p:tav>
                                        <p:tav tm="100000">
                                          <p:val>
                                            <p:strVal val="#ppt_x"/>
                                          </p:val>
                                        </p:tav>
                                      </p:tavLst>
                                    </p:anim>
                                    <p:anim calcmode="lin" valueType="num">
                                      <p:cBhvr>
                                        <p:cTn id="83" dur="1000" fill="hold"/>
                                        <p:tgtEl>
                                          <p:spTgt spid="29"/>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1000"/>
                                        <p:tgtEl>
                                          <p:spTgt spid="30"/>
                                        </p:tgtEl>
                                      </p:cBhvr>
                                    </p:animEffect>
                                    <p:anim calcmode="lin" valueType="num">
                                      <p:cBhvr>
                                        <p:cTn id="87" dur="1000" fill="hold"/>
                                        <p:tgtEl>
                                          <p:spTgt spid="30"/>
                                        </p:tgtEl>
                                        <p:attrNameLst>
                                          <p:attrName>ppt_x</p:attrName>
                                        </p:attrNameLst>
                                      </p:cBhvr>
                                      <p:tavLst>
                                        <p:tav tm="0">
                                          <p:val>
                                            <p:strVal val="#ppt_x"/>
                                          </p:val>
                                        </p:tav>
                                        <p:tav tm="100000">
                                          <p:val>
                                            <p:strVal val="#ppt_x"/>
                                          </p:val>
                                        </p:tav>
                                      </p:tavLst>
                                    </p:anim>
                                    <p:anim calcmode="lin" valueType="num">
                                      <p:cBhvr>
                                        <p:cTn id="88" dur="1000" fill="hold"/>
                                        <p:tgtEl>
                                          <p:spTgt spid="30"/>
                                        </p:tgtEl>
                                        <p:attrNameLst>
                                          <p:attrName>ppt_y</p:attrName>
                                        </p:attrNameLst>
                                      </p:cBhvr>
                                      <p:tavLst>
                                        <p:tav tm="0">
                                          <p:val>
                                            <p:strVal val="#ppt_y+.1"/>
                                          </p:val>
                                        </p:tav>
                                        <p:tav tm="100000">
                                          <p:val>
                                            <p:strVal val="#ppt_y"/>
                                          </p:val>
                                        </p:tav>
                                      </p:tavLst>
                                    </p:anim>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wipe(left)">
                                      <p:cBhvr>
                                        <p:cTn id="92" dur="1000"/>
                                        <p:tgtEl>
                                          <p:spTgt spid="45"/>
                                        </p:tgtEl>
                                      </p:cBhvr>
                                    </p:animEffect>
                                  </p:childTnLst>
                                </p:cTn>
                              </p:par>
                            </p:childTnLst>
                          </p:cTn>
                        </p:par>
                      </p:childTnLst>
                    </p:cTn>
                  </p:par>
                  <p:par>
                    <p:cTn id="93" fill="hold">
                      <p:stCondLst>
                        <p:cond delay="indefinite"/>
                      </p:stCondLst>
                      <p:childTnLst>
                        <p:par>
                          <p:cTn id="94" fill="hold">
                            <p:stCondLst>
                              <p:cond delay="0"/>
                            </p:stCondLst>
                            <p:childTnLst>
                              <p:par>
                                <p:cTn id="95" presetID="47" presetClass="entr" presetSubtype="0" fill="hold" nodeType="clickEffect">
                                  <p:stCondLst>
                                    <p:cond delay="0"/>
                                  </p:stCondLst>
                                  <p:childTnLst>
                                    <p:set>
                                      <p:cBhvr>
                                        <p:cTn id="96" dur="1" fill="hold">
                                          <p:stCondLst>
                                            <p:cond delay="0"/>
                                          </p:stCondLst>
                                        </p:cTn>
                                        <p:tgtEl>
                                          <p:spTgt spid="33">
                                            <p:txEl>
                                              <p:pRg st="0" end="0"/>
                                            </p:txEl>
                                          </p:spTgt>
                                        </p:tgtEl>
                                        <p:attrNameLst>
                                          <p:attrName>style.visibility</p:attrName>
                                        </p:attrNameLst>
                                      </p:cBhvr>
                                      <p:to>
                                        <p:strVal val="visible"/>
                                      </p:to>
                                    </p:set>
                                    <p:animEffect transition="in" filter="fade">
                                      <p:cBhvr>
                                        <p:cTn id="97" dur="1000"/>
                                        <p:tgtEl>
                                          <p:spTgt spid="33">
                                            <p:txEl>
                                              <p:pRg st="0" end="0"/>
                                            </p:txEl>
                                          </p:spTgt>
                                        </p:tgtEl>
                                      </p:cBhvr>
                                    </p:animEffect>
                                    <p:anim calcmode="lin" valueType="num">
                                      <p:cBhvr>
                                        <p:cTn id="98"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99" dur="1000" fill="hold"/>
                                        <p:tgtEl>
                                          <p:spTgt spid="33">
                                            <p:txEl>
                                              <p:pRg st="0" end="0"/>
                                            </p:txEl>
                                          </p:spTgt>
                                        </p:tgtEl>
                                        <p:attrNameLst>
                                          <p:attrName>ppt_y</p:attrName>
                                        </p:attrNameLst>
                                      </p:cBhvr>
                                      <p:tavLst>
                                        <p:tav tm="0">
                                          <p:val>
                                            <p:strVal val="#ppt_y-.1"/>
                                          </p:val>
                                        </p:tav>
                                        <p:tav tm="100000">
                                          <p:val>
                                            <p:strVal val="#ppt_y"/>
                                          </p:val>
                                        </p:tav>
                                      </p:tavLst>
                                    </p:anim>
                                  </p:childTnLst>
                                </p:cTn>
                              </p:par>
                              <p:par>
                                <p:cTn id="100" presetID="22" presetClass="entr" presetSubtype="1" fill="hold"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wipe(up)">
                                      <p:cBhvr>
                                        <p:cTn id="102" dur="1000"/>
                                        <p:tgtEl>
                                          <p:spTgt spid="42"/>
                                        </p:tgtEl>
                                      </p:cBhvr>
                                    </p:animEffect>
                                  </p:childTnLst>
                                </p:cTn>
                              </p:par>
                            </p:childTnLst>
                          </p:cTn>
                        </p:par>
                        <p:par>
                          <p:cTn id="103" fill="hold">
                            <p:stCondLst>
                              <p:cond delay="1000"/>
                            </p:stCondLst>
                            <p:childTnLst>
                              <p:par>
                                <p:cTn id="104" presetID="7" presetClass="emph" presetSubtype="2" fill="hold" nodeType="afterEffect">
                                  <p:stCondLst>
                                    <p:cond delay="0"/>
                                  </p:stCondLst>
                                  <p:childTnLst>
                                    <p:animClr clrSpc="rgb" dir="cw">
                                      <p:cBhvr>
                                        <p:cTn id="105" dur="500" fill="hold"/>
                                        <p:tgtEl>
                                          <p:spTgt spid="45"/>
                                        </p:tgtEl>
                                        <p:attrNameLst>
                                          <p:attrName>stroke.color</p:attrName>
                                        </p:attrNameLst>
                                      </p:cBhvr>
                                      <p:to>
                                        <a:srgbClr val="F2F2F2"/>
                                      </p:to>
                                    </p:animClr>
                                    <p:set>
                                      <p:cBhvr>
                                        <p:cTn id="106" dur="500" fill="hold"/>
                                        <p:tgtEl>
                                          <p:spTgt spid="45"/>
                                        </p:tgtEl>
                                        <p:attrNameLst>
                                          <p:attrName>stroke.on</p:attrName>
                                        </p:attrNameLst>
                                      </p:cBhvr>
                                      <p:to>
                                        <p:strVal val="true"/>
                                      </p:to>
                                    </p:set>
                                  </p:childTnLst>
                                </p:cTn>
                              </p:par>
                            </p:childTnLst>
                          </p:cTn>
                        </p:par>
                        <p:par>
                          <p:cTn id="107" fill="hold">
                            <p:stCondLst>
                              <p:cond delay="1500"/>
                            </p:stCondLst>
                            <p:childTnLst>
                              <p:par>
                                <p:cTn id="108" presetID="22" presetClass="entr" presetSubtype="8" fill="hold" nodeType="afterEffect">
                                  <p:stCondLst>
                                    <p:cond delay="0"/>
                                  </p:stCondLst>
                                  <p:childTnLst>
                                    <p:set>
                                      <p:cBhvr>
                                        <p:cTn id="109" dur="1" fill="hold">
                                          <p:stCondLst>
                                            <p:cond delay="0"/>
                                          </p:stCondLst>
                                        </p:cTn>
                                        <p:tgtEl>
                                          <p:spTgt spid="44"/>
                                        </p:tgtEl>
                                        <p:attrNameLst>
                                          <p:attrName>style.visibility</p:attrName>
                                        </p:attrNameLst>
                                      </p:cBhvr>
                                      <p:to>
                                        <p:strVal val="visible"/>
                                      </p:to>
                                    </p:set>
                                    <p:animEffect transition="in" filter="wipe(left)">
                                      <p:cBhvr>
                                        <p:cTn id="110" dur="1000"/>
                                        <p:tgtEl>
                                          <p:spTgt spid="44"/>
                                        </p:tgtEl>
                                      </p:cBhvr>
                                    </p:animEffect>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1000"/>
                                        <p:tgtEl>
                                          <p:spTgt spid="41"/>
                                        </p:tgtEl>
                                      </p:cBhvr>
                                    </p:animEffect>
                                    <p:anim calcmode="lin" valueType="num">
                                      <p:cBhvr>
                                        <p:cTn id="116" dur="1000" fill="hold"/>
                                        <p:tgtEl>
                                          <p:spTgt spid="41"/>
                                        </p:tgtEl>
                                        <p:attrNameLst>
                                          <p:attrName>ppt_x</p:attrName>
                                        </p:attrNameLst>
                                      </p:cBhvr>
                                      <p:tavLst>
                                        <p:tav tm="0">
                                          <p:val>
                                            <p:strVal val="#ppt_x"/>
                                          </p:val>
                                        </p:tav>
                                        <p:tav tm="100000">
                                          <p:val>
                                            <p:strVal val="#ppt_x"/>
                                          </p:val>
                                        </p:tav>
                                      </p:tavLst>
                                    </p:anim>
                                    <p:anim calcmode="lin" valueType="num">
                                      <p:cBhvr>
                                        <p:cTn id="117" dur="1000" fill="hold"/>
                                        <p:tgtEl>
                                          <p:spTgt spid="41"/>
                                        </p:tgtEl>
                                        <p:attrNameLst>
                                          <p:attrName>ppt_y</p:attrName>
                                        </p:attrNameLst>
                                      </p:cBhvr>
                                      <p:tavLst>
                                        <p:tav tm="0">
                                          <p:val>
                                            <p:strVal val="#ppt_y+.1"/>
                                          </p:val>
                                        </p:tav>
                                        <p:tav tm="100000">
                                          <p:val>
                                            <p:strVal val="#ppt_y"/>
                                          </p:val>
                                        </p:tav>
                                      </p:tavLst>
                                    </p:anim>
                                  </p:childTnLst>
                                </p:cTn>
                              </p:par>
                            </p:childTnLst>
                          </p:cTn>
                        </p:par>
                        <p:par>
                          <p:cTn id="118" fill="hold">
                            <p:stCondLst>
                              <p:cond delay="1000"/>
                            </p:stCondLst>
                            <p:childTnLst>
                              <p:par>
                                <p:cTn id="119" presetID="7" presetClass="emph" presetSubtype="2" fill="hold" nodeType="afterEffect">
                                  <p:stCondLst>
                                    <p:cond delay="0"/>
                                  </p:stCondLst>
                                  <p:childTnLst>
                                    <p:animClr clrSpc="rgb" dir="cw">
                                      <p:cBhvr>
                                        <p:cTn id="120" dur="500" fill="hold"/>
                                        <p:tgtEl>
                                          <p:spTgt spid="44"/>
                                        </p:tgtEl>
                                        <p:attrNameLst>
                                          <p:attrName>stroke.color</p:attrName>
                                        </p:attrNameLst>
                                      </p:cBhvr>
                                      <p:to>
                                        <a:srgbClr val="F2F2F2"/>
                                      </p:to>
                                    </p:animClr>
                                    <p:set>
                                      <p:cBhvr>
                                        <p:cTn id="121" dur="500" fill="hold"/>
                                        <p:tgtEl>
                                          <p:spTgt spid="44"/>
                                        </p:tgtEl>
                                        <p:attrNameLst>
                                          <p:attrName>stroke.on</p:attrName>
                                        </p:attrNameLst>
                                      </p:cBhvr>
                                      <p:to>
                                        <p:strVal val="true"/>
                                      </p:to>
                                    </p:set>
                                  </p:childTnLst>
                                </p:cTn>
                              </p:par>
                            </p:childTnLst>
                          </p:cTn>
                        </p:par>
                        <p:par>
                          <p:cTn id="122" fill="hold">
                            <p:stCondLst>
                              <p:cond delay="1500"/>
                            </p:stCondLst>
                            <p:childTnLst>
                              <p:par>
                                <p:cTn id="123" presetID="22" presetClass="entr" presetSubtype="8" fill="hold" nodeType="afterEffect">
                                  <p:stCondLst>
                                    <p:cond delay="0"/>
                                  </p:stCondLst>
                                  <p:childTnLst>
                                    <p:set>
                                      <p:cBhvr>
                                        <p:cTn id="124" dur="1" fill="hold">
                                          <p:stCondLst>
                                            <p:cond delay="0"/>
                                          </p:stCondLst>
                                        </p:cTn>
                                        <p:tgtEl>
                                          <p:spTgt spid="51"/>
                                        </p:tgtEl>
                                        <p:attrNameLst>
                                          <p:attrName>style.visibility</p:attrName>
                                        </p:attrNameLst>
                                      </p:cBhvr>
                                      <p:to>
                                        <p:strVal val="visible"/>
                                      </p:to>
                                    </p:set>
                                    <p:animEffect transition="in" filter="wipe(left)">
                                      <p:cBhvr>
                                        <p:cTn id="125" dur="1000"/>
                                        <p:tgtEl>
                                          <p:spTgt spid="51"/>
                                        </p:tgtEl>
                                      </p:cBhvr>
                                    </p:animEffect>
                                  </p:childTnLst>
                                </p:cTn>
                              </p:par>
                            </p:childTnLst>
                          </p:cTn>
                        </p:par>
                      </p:childTnLst>
                    </p:cTn>
                  </p:par>
                  <p:par>
                    <p:cTn id="126" fill="hold">
                      <p:stCondLst>
                        <p:cond delay="indefinite"/>
                      </p:stCondLst>
                      <p:childTnLst>
                        <p:par>
                          <p:cTn id="127" fill="hold">
                            <p:stCondLst>
                              <p:cond delay="0"/>
                            </p:stCondLst>
                            <p:childTnLst>
                              <p:par>
                                <p:cTn id="128" presetID="55" presetClass="entr" presetSubtype="0" fill="hold" nodeType="clickEffect">
                                  <p:stCondLst>
                                    <p:cond delay="0"/>
                                  </p:stCondLst>
                                  <p:childTnLst>
                                    <p:set>
                                      <p:cBhvr>
                                        <p:cTn id="129" dur="1" fill="hold">
                                          <p:stCondLst>
                                            <p:cond delay="0"/>
                                          </p:stCondLst>
                                        </p:cTn>
                                        <p:tgtEl>
                                          <p:spTgt spid="34"/>
                                        </p:tgtEl>
                                        <p:attrNameLst>
                                          <p:attrName>style.visibility</p:attrName>
                                        </p:attrNameLst>
                                      </p:cBhvr>
                                      <p:to>
                                        <p:strVal val="visible"/>
                                      </p:to>
                                    </p:set>
                                    <p:anim calcmode="lin" valueType="num">
                                      <p:cBhvr>
                                        <p:cTn id="130" dur="1000" fill="hold"/>
                                        <p:tgtEl>
                                          <p:spTgt spid="34"/>
                                        </p:tgtEl>
                                        <p:attrNameLst>
                                          <p:attrName>ppt_w</p:attrName>
                                        </p:attrNameLst>
                                      </p:cBhvr>
                                      <p:tavLst>
                                        <p:tav tm="0">
                                          <p:val>
                                            <p:strVal val="#ppt_w*0.70"/>
                                          </p:val>
                                        </p:tav>
                                        <p:tav tm="100000">
                                          <p:val>
                                            <p:strVal val="#ppt_w"/>
                                          </p:val>
                                        </p:tav>
                                      </p:tavLst>
                                    </p:anim>
                                    <p:anim calcmode="lin" valueType="num">
                                      <p:cBhvr>
                                        <p:cTn id="131" dur="1000" fill="hold"/>
                                        <p:tgtEl>
                                          <p:spTgt spid="34"/>
                                        </p:tgtEl>
                                        <p:attrNameLst>
                                          <p:attrName>ppt_h</p:attrName>
                                        </p:attrNameLst>
                                      </p:cBhvr>
                                      <p:tavLst>
                                        <p:tav tm="0">
                                          <p:val>
                                            <p:strVal val="#ppt_h"/>
                                          </p:val>
                                        </p:tav>
                                        <p:tav tm="100000">
                                          <p:val>
                                            <p:strVal val="#ppt_h"/>
                                          </p:val>
                                        </p:tav>
                                      </p:tavLst>
                                    </p:anim>
                                    <p:animEffect transition="in" filter="fade">
                                      <p:cBhvr>
                                        <p:cTn id="132" dur="1000"/>
                                        <p:tgtEl>
                                          <p:spTgt spid="34"/>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xit" presetSubtype="1" fill="hold" nodeType="clickEffect">
                                  <p:stCondLst>
                                    <p:cond delay="0"/>
                                  </p:stCondLst>
                                  <p:childTnLst>
                                    <p:animEffect transition="out" filter="wipe(up)">
                                      <p:cBhvr>
                                        <p:cTn id="136" dur="1000"/>
                                        <p:tgtEl>
                                          <p:spTgt spid="34"/>
                                        </p:tgtEl>
                                      </p:cBhvr>
                                    </p:animEffect>
                                    <p:set>
                                      <p:cBhvr>
                                        <p:cTn id="137" dur="1" fill="hold">
                                          <p:stCondLst>
                                            <p:cond delay="999"/>
                                          </p:stCondLst>
                                        </p:cTn>
                                        <p:tgtEl>
                                          <p:spTgt spid="34"/>
                                        </p:tgtEl>
                                        <p:attrNameLst>
                                          <p:attrName>style.visibility</p:attrName>
                                        </p:attrNameLst>
                                      </p:cBhvr>
                                      <p:to>
                                        <p:strVal val="hidden"/>
                                      </p:to>
                                    </p:set>
                                  </p:childTnLst>
                                </p:cTn>
                              </p:par>
                            </p:childTnLst>
                          </p:cTn>
                        </p:par>
                        <p:par>
                          <p:cTn id="138" fill="hold">
                            <p:stCondLst>
                              <p:cond delay="1000"/>
                            </p:stCondLst>
                            <p:childTnLst>
                              <p:par>
                                <p:cTn id="139" presetID="7" presetClass="emph" presetSubtype="2" fill="hold" nodeType="afterEffect">
                                  <p:stCondLst>
                                    <p:cond delay="0"/>
                                  </p:stCondLst>
                                  <p:childTnLst>
                                    <p:animClr clrSpc="rgb" dir="cw">
                                      <p:cBhvr>
                                        <p:cTn id="140" dur="500" fill="hold"/>
                                        <p:tgtEl>
                                          <p:spTgt spid="51"/>
                                        </p:tgtEl>
                                        <p:attrNameLst>
                                          <p:attrName>stroke.color</p:attrName>
                                        </p:attrNameLst>
                                      </p:cBhvr>
                                      <p:to>
                                        <a:srgbClr val="F2F2F2"/>
                                      </p:to>
                                    </p:animClr>
                                    <p:set>
                                      <p:cBhvr>
                                        <p:cTn id="141" dur="500" fill="hold"/>
                                        <p:tgtEl>
                                          <p:spTgt spid="51"/>
                                        </p:tgtEl>
                                        <p:attrNameLst>
                                          <p:attrName>stroke.on</p:attrName>
                                        </p:attrNameLst>
                                      </p:cBhvr>
                                      <p:to>
                                        <p:strVal val="true"/>
                                      </p:to>
                                    </p:set>
                                  </p:childTnLst>
                                </p:cTn>
                              </p:par>
                            </p:childTnLst>
                          </p:cTn>
                        </p:par>
                        <p:par>
                          <p:cTn id="142" fill="hold">
                            <p:stCondLst>
                              <p:cond delay="1500"/>
                            </p:stCondLst>
                            <p:childTnLst>
                              <p:par>
                                <p:cTn id="143" presetID="22" presetClass="entr" presetSubtype="8" fill="hold" nodeType="after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wipe(left)">
                                      <p:cBhvr>
                                        <p:cTn id="145" dur="1000"/>
                                        <p:tgtEl>
                                          <p:spTgt spid="54"/>
                                        </p:tgtEl>
                                      </p:cBhvr>
                                    </p:animEffect>
                                  </p:childTnLst>
                                </p:cTn>
                              </p:par>
                            </p:childTnLst>
                          </p:cTn>
                        </p:par>
                      </p:childTnLst>
                    </p:cTn>
                  </p:par>
                  <p:par>
                    <p:cTn id="146" fill="hold">
                      <p:stCondLst>
                        <p:cond delay="indefinite"/>
                      </p:stCondLst>
                      <p:childTnLst>
                        <p:par>
                          <p:cTn id="147" fill="hold">
                            <p:stCondLst>
                              <p:cond delay="0"/>
                            </p:stCondLst>
                            <p:childTnLst>
                              <p:par>
                                <p:cTn id="148" presetID="64" presetClass="path" presetSubtype="0" accel="50000" decel="50000" fill="hold" grpId="1" nodeType="clickEffect">
                                  <p:stCondLst>
                                    <p:cond delay="0"/>
                                  </p:stCondLst>
                                  <p:childTnLst>
                                    <p:animMotion origin="layout" path="M 3.33333E-6 4.81481E-6 L 0.01458 -0.08913 " pathEditMode="relative" rAng="0" ptsTypes="AA">
                                      <p:cBhvr>
                                        <p:cTn id="149" dur="1250" fill="hold"/>
                                        <p:tgtEl>
                                          <p:spTgt spid="41"/>
                                        </p:tgtEl>
                                        <p:attrNameLst>
                                          <p:attrName>ppt_x</p:attrName>
                                          <p:attrName>ppt_y</p:attrName>
                                        </p:attrNameLst>
                                      </p:cBhvr>
                                      <p:rCtr x="729" y="-4468"/>
                                    </p:animMotion>
                                  </p:childTnLst>
                                </p:cTn>
                              </p:par>
                              <p:par>
                                <p:cTn id="150" presetID="42" presetClass="path" presetSubtype="0" accel="50000" decel="50000" fill="hold" grpId="1" nodeType="withEffect">
                                  <p:stCondLst>
                                    <p:cond delay="0"/>
                                  </p:stCondLst>
                                  <p:childTnLst>
                                    <p:animMotion origin="layout" path="M 1.66667E-6 -1.85185E-6 L -0.01354 0.08959 " pathEditMode="relative" rAng="0" ptsTypes="AA">
                                      <p:cBhvr>
                                        <p:cTn id="151" dur="1250" fill="hold"/>
                                        <p:tgtEl>
                                          <p:spTgt spid="27"/>
                                        </p:tgtEl>
                                        <p:attrNameLst>
                                          <p:attrName>ppt_x</p:attrName>
                                          <p:attrName>ppt_y</p:attrName>
                                        </p:attrNameLst>
                                      </p:cBhvr>
                                      <p:rCtr x="-677" y="4468"/>
                                    </p:animMotion>
                                  </p:childTnLst>
                                </p:cTn>
                              </p:par>
                            </p:childTnLst>
                          </p:cTn>
                        </p:par>
                        <p:par>
                          <p:cTn id="152" fill="hold">
                            <p:stCondLst>
                              <p:cond delay="1250"/>
                            </p:stCondLst>
                            <p:childTnLst>
                              <p:par>
                                <p:cTn id="153" presetID="7" presetClass="emph" presetSubtype="2" fill="hold" nodeType="afterEffect">
                                  <p:stCondLst>
                                    <p:cond delay="0"/>
                                  </p:stCondLst>
                                  <p:childTnLst>
                                    <p:animClr clrSpc="rgb" dir="cw">
                                      <p:cBhvr>
                                        <p:cTn id="154" dur="500" fill="hold"/>
                                        <p:tgtEl>
                                          <p:spTgt spid="54"/>
                                        </p:tgtEl>
                                        <p:attrNameLst>
                                          <p:attrName>stroke.color</p:attrName>
                                        </p:attrNameLst>
                                      </p:cBhvr>
                                      <p:to>
                                        <a:srgbClr val="F2F2F2"/>
                                      </p:to>
                                    </p:animClr>
                                    <p:set>
                                      <p:cBhvr>
                                        <p:cTn id="155" dur="500" fill="hold"/>
                                        <p:tgtEl>
                                          <p:spTgt spid="54"/>
                                        </p:tgtEl>
                                        <p:attrNameLst>
                                          <p:attrName>stroke.on</p:attrName>
                                        </p:attrNameLst>
                                      </p:cBhvr>
                                      <p:to>
                                        <p:strVal val="true"/>
                                      </p:to>
                                    </p:set>
                                  </p:childTnLst>
                                </p:cTn>
                              </p:par>
                            </p:childTnLst>
                          </p:cTn>
                        </p:par>
                        <p:par>
                          <p:cTn id="156" fill="hold">
                            <p:stCondLst>
                              <p:cond delay="1750"/>
                            </p:stCondLst>
                            <p:childTnLst>
                              <p:par>
                                <p:cTn id="157" presetID="22" presetClass="entr" presetSubtype="8" fill="hold" nodeType="after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wipe(left)">
                                      <p:cBhvr>
                                        <p:cTn id="159" dur="1000"/>
                                        <p:tgtEl>
                                          <p:spTgt spid="56"/>
                                        </p:tgtEl>
                                      </p:cBhvr>
                                    </p:animEffect>
                                  </p:childTnLst>
                                </p:cTn>
                              </p:par>
                            </p:childTnLst>
                          </p:cTn>
                        </p:par>
                      </p:childTnLst>
                    </p:cTn>
                  </p:par>
                  <p:par>
                    <p:cTn id="160" fill="hold">
                      <p:stCondLst>
                        <p:cond delay="indefinite"/>
                      </p:stCondLst>
                      <p:childTnLst>
                        <p:par>
                          <p:cTn id="161" fill="hold">
                            <p:stCondLst>
                              <p:cond delay="0"/>
                            </p:stCondLst>
                            <p:childTnLst>
                              <p:par>
                                <p:cTn id="162" presetID="64" presetClass="path" presetSubtype="0" accel="50000" decel="50000" fill="hold" grpId="0" nodeType="clickEffect">
                                  <p:stCondLst>
                                    <p:cond delay="0"/>
                                  </p:stCondLst>
                                  <p:childTnLst>
                                    <p:animMotion origin="layout" path="M 2.29167E-6 3.7037E-7 L 0.01614 -0.08357 " pathEditMode="relative" rAng="0" ptsTypes="AA">
                                      <p:cBhvr>
                                        <p:cTn id="163" dur="1500" fill="hold"/>
                                        <p:tgtEl>
                                          <p:spTgt spid="33">
                                            <p:txEl>
                                              <p:pRg st="0" end="0"/>
                                            </p:txEl>
                                          </p:spTgt>
                                        </p:tgtEl>
                                        <p:attrNameLst>
                                          <p:attrName>ppt_x</p:attrName>
                                          <p:attrName>ppt_y</p:attrName>
                                        </p:attrNameLst>
                                      </p:cBhvr>
                                      <p:rCtr x="807" y="-4190"/>
                                    </p:animMotion>
                                  </p:childTnLst>
                                </p:cTn>
                              </p:par>
                            </p:childTnLst>
                          </p:cTn>
                        </p:par>
                        <p:par>
                          <p:cTn id="164" fill="hold">
                            <p:stCondLst>
                              <p:cond delay="1500"/>
                            </p:stCondLst>
                            <p:childTnLst>
                              <p:par>
                                <p:cTn id="165" presetID="7" presetClass="emph" presetSubtype="2" fill="hold" nodeType="afterEffect">
                                  <p:stCondLst>
                                    <p:cond delay="0"/>
                                  </p:stCondLst>
                                  <p:childTnLst>
                                    <p:animClr clrSpc="rgb" dir="cw">
                                      <p:cBhvr>
                                        <p:cTn id="166" dur="500" fill="hold"/>
                                        <p:tgtEl>
                                          <p:spTgt spid="56"/>
                                        </p:tgtEl>
                                        <p:attrNameLst>
                                          <p:attrName>stroke.color</p:attrName>
                                        </p:attrNameLst>
                                      </p:cBhvr>
                                      <p:to>
                                        <a:srgbClr val="F2F2F2"/>
                                      </p:to>
                                    </p:animClr>
                                    <p:set>
                                      <p:cBhvr>
                                        <p:cTn id="167" dur="500" fill="hold"/>
                                        <p:tgtEl>
                                          <p:spTgt spid="56"/>
                                        </p:tgtEl>
                                        <p:attrNameLst>
                                          <p:attrName>stroke.on</p:attrName>
                                        </p:attrNameLst>
                                      </p:cBhvr>
                                      <p:to>
                                        <p:strVal val="true"/>
                                      </p:to>
                                    </p:set>
                                  </p:childTnLst>
                                </p:cTn>
                              </p:par>
                            </p:childTnLst>
                          </p:cTn>
                        </p:par>
                        <p:par>
                          <p:cTn id="168" fill="hold">
                            <p:stCondLst>
                              <p:cond delay="2000"/>
                            </p:stCondLst>
                            <p:childTnLst>
                              <p:par>
                                <p:cTn id="169" presetID="7" presetClass="emph" presetSubtype="2" fill="hold" nodeType="afterEffect">
                                  <p:stCondLst>
                                    <p:cond delay="0"/>
                                  </p:stCondLst>
                                  <p:childTnLst>
                                    <p:animClr clrSpc="rgb" dir="cw">
                                      <p:cBhvr>
                                        <p:cTn id="170" dur="1000" fill="hold"/>
                                        <p:tgtEl>
                                          <p:spTgt spid="51"/>
                                        </p:tgtEl>
                                        <p:attrNameLst>
                                          <p:attrName>stroke.color</p:attrName>
                                        </p:attrNameLst>
                                      </p:cBhvr>
                                      <p:to>
                                        <a:srgbClr val="F6C6AC"/>
                                      </p:to>
                                    </p:animClr>
                                    <p:set>
                                      <p:cBhvr>
                                        <p:cTn id="171" dur="1000" fill="hold"/>
                                        <p:tgtEl>
                                          <p:spTgt spid="51"/>
                                        </p:tgtEl>
                                        <p:attrNameLst>
                                          <p:attrName>stroke.on</p:attrName>
                                        </p:attrNameLst>
                                      </p:cBhvr>
                                      <p:to>
                                        <p:strVal val="true"/>
                                      </p:to>
                                    </p:set>
                                  </p:childTnLst>
                                </p:cTn>
                              </p:par>
                            </p:childTnLst>
                          </p:cTn>
                        </p:par>
                      </p:childTnLst>
                    </p:cTn>
                  </p:par>
                  <p:par>
                    <p:cTn id="172" fill="hold">
                      <p:stCondLst>
                        <p:cond delay="indefinite"/>
                      </p:stCondLst>
                      <p:childTnLst>
                        <p:par>
                          <p:cTn id="173" fill="hold">
                            <p:stCondLst>
                              <p:cond delay="0"/>
                            </p:stCondLst>
                            <p:childTnLst>
                              <p:par>
                                <p:cTn id="174" presetID="17" presetClass="entr" presetSubtype="10" fill="hold" nodeType="clickEffect">
                                  <p:stCondLst>
                                    <p:cond delay="0"/>
                                  </p:stCondLst>
                                  <p:childTnLst>
                                    <p:set>
                                      <p:cBhvr>
                                        <p:cTn id="175" dur="1" fill="hold">
                                          <p:stCondLst>
                                            <p:cond delay="0"/>
                                          </p:stCondLst>
                                        </p:cTn>
                                        <p:tgtEl>
                                          <p:spTgt spid="36"/>
                                        </p:tgtEl>
                                        <p:attrNameLst>
                                          <p:attrName>style.visibility</p:attrName>
                                        </p:attrNameLst>
                                      </p:cBhvr>
                                      <p:to>
                                        <p:strVal val="visible"/>
                                      </p:to>
                                    </p:set>
                                    <p:anim calcmode="lin" valueType="num">
                                      <p:cBhvr>
                                        <p:cTn id="176" dur="1000" fill="hold"/>
                                        <p:tgtEl>
                                          <p:spTgt spid="36"/>
                                        </p:tgtEl>
                                        <p:attrNameLst>
                                          <p:attrName>ppt_w</p:attrName>
                                        </p:attrNameLst>
                                      </p:cBhvr>
                                      <p:tavLst>
                                        <p:tav tm="0">
                                          <p:val>
                                            <p:fltVal val="0"/>
                                          </p:val>
                                        </p:tav>
                                        <p:tav tm="100000">
                                          <p:val>
                                            <p:strVal val="#ppt_w"/>
                                          </p:val>
                                        </p:tav>
                                      </p:tavLst>
                                    </p:anim>
                                    <p:anim calcmode="lin" valueType="num">
                                      <p:cBhvr>
                                        <p:cTn id="177" dur="10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78" fill="hold">
                      <p:stCondLst>
                        <p:cond delay="indefinite"/>
                      </p:stCondLst>
                      <p:childTnLst>
                        <p:par>
                          <p:cTn id="179" fill="hold">
                            <p:stCondLst>
                              <p:cond delay="0"/>
                            </p:stCondLst>
                            <p:childTnLst>
                              <p:par>
                                <p:cTn id="180" presetID="22" presetClass="exit" presetSubtype="1" fill="hold" nodeType="clickEffect">
                                  <p:stCondLst>
                                    <p:cond delay="0"/>
                                  </p:stCondLst>
                                  <p:childTnLst>
                                    <p:animEffect transition="out" filter="wipe(up)">
                                      <p:cBhvr>
                                        <p:cTn id="181" dur="1000"/>
                                        <p:tgtEl>
                                          <p:spTgt spid="36"/>
                                        </p:tgtEl>
                                      </p:cBhvr>
                                    </p:animEffect>
                                    <p:set>
                                      <p:cBhvr>
                                        <p:cTn id="182" dur="1" fill="hold">
                                          <p:stCondLst>
                                            <p:cond delay="999"/>
                                          </p:stCondLst>
                                        </p:cTn>
                                        <p:tgtEl>
                                          <p:spTgt spid="36"/>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7" presetClass="emph" presetSubtype="2" fill="hold" nodeType="clickEffect">
                                  <p:stCondLst>
                                    <p:cond delay="0"/>
                                  </p:stCondLst>
                                  <p:childTnLst>
                                    <p:animClr clrSpc="rgb" dir="cw">
                                      <p:cBhvr>
                                        <p:cTn id="186" dur="500" fill="hold"/>
                                        <p:tgtEl>
                                          <p:spTgt spid="51"/>
                                        </p:tgtEl>
                                        <p:attrNameLst>
                                          <p:attrName>stroke.color</p:attrName>
                                        </p:attrNameLst>
                                      </p:cBhvr>
                                      <p:to>
                                        <a:srgbClr val="F2F2F2"/>
                                      </p:to>
                                    </p:animClr>
                                    <p:set>
                                      <p:cBhvr>
                                        <p:cTn id="187" dur="500" fill="hold"/>
                                        <p:tgtEl>
                                          <p:spTgt spid="51"/>
                                        </p:tgtEl>
                                        <p:attrNameLst>
                                          <p:attrName>stroke.on</p:attrName>
                                        </p:attrNameLst>
                                      </p:cBhvr>
                                      <p:to>
                                        <p:strVal val="true"/>
                                      </p:to>
                                    </p:set>
                                  </p:childTnLst>
                                </p:cTn>
                              </p:par>
                            </p:childTnLst>
                          </p:cTn>
                        </p:par>
                        <p:par>
                          <p:cTn id="188" fill="hold">
                            <p:stCondLst>
                              <p:cond delay="500"/>
                            </p:stCondLst>
                            <p:childTnLst>
                              <p:par>
                                <p:cTn id="189" presetID="7" presetClass="emph" presetSubtype="2" fill="hold" nodeType="afterEffect">
                                  <p:stCondLst>
                                    <p:cond delay="0"/>
                                  </p:stCondLst>
                                  <p:childTnLst>
                                    <p:animClr clrSpc="rgb" dir="cw">
                                      <p:cBhvr>
                                        <p:cTn id="190" dur="1000" fill="hold"/>
                                        <p:tgtEl>
                                          <p:spTgt spid="54"/>
                                        </p:tgtEl>
                                        <p:attrNameLst>
                                          <p:attrName>stroke.color</p:attrName>
                                        </p:attrNameLst>
                                      </p:cBhvr>
                                      <p:to>
                                        <a:srgbClr val="F6C6AC"/>
                                      </p:to>
                                    </p:animClr>
                                    <p:set>
                                      <p:cBhvr>
                                        <p:cTn id="191" dur="1000" fill="hold"/>
                                        <p:tgtEl>
                                          <p:spTgt spid="54"/>
                                        </p:tgtEl>
                                        <p:attrNameLst>
                                          <p:attrName>stroke.on</p:attrName>
                                        </p:attrNameLst>
                                      </p:cBhvr>
                                      <p:to>
                                        <p:strVal val="true"/>
                                      </p:to>
                                    </p:set>
                                  </p:childTnLst>
                                </p:cTn>
                              </p:par>
                            </p:childTnLst>
                          </p:cTn>
                        </p:par>
                      </p:childTnLst>
                    </p:cTn>
                  </p:par>
                  <p:par>
                    <p:cTn id="192" fill="hold">
                      <p:stCondLst>
                        <p:cond delay="indefinite"/>
                      </p:stCondLst>
                      <p:childTnLst>
                        <p:par>
                          <p:cTn id="193" fill="hold">
                            <p:stCondLst>
                              <p:cond delay="0"/>
                            </p:stCondLst>
                            <p:childTnLst>
                              <p:par>
                                <p:cTn id="194" presetID="64" presetClass="path" presetSubtype="0" accel="50000" decel="50000" fill="hold" grpId="2" nodeType="clickEffect">
                                  <p:stCondLst>
                                    <p:cond delay="0"/>
                                  </p:stCondLst>
                                  <p:childTnLst>
                                    <p:animMotion origin="layout" path="M 0.01458 -0.08913 L -0.03164 -0.15811 " pathEditMode="relative" rAng="0" ptsTypes="AA">
                                      <p:cBhvr>
                                        <p:cTn id="195" dur="1250" fill="hold"/>
                                        <p:tgtEl>
                                          <p:spTgt spid="41"/>
                                        </p:tgtEl>
                                        <p:attrNameLst>
                                          <p:attrName>ppt_x</p:attrName>
                                          <p:attrName>ppt_y</p:attrName>
                                        </p:attrNameLst>
                                      </p:cBhvr>
                                      <p:rCtr x="-2318" y="-3449"/>
                                    </p:animMotion>
                                  </p:childTnLst>
                                </p:cTn>
                              </p:par>
                              <p:par>
                                <p:cTn id="196" presetID="42" presetClass="path" presetSubtype="0" accel="50000" decel="50000" fill="hold" grpId="1" nodeType="withEffect">
                                  <p:stCondLst>
                                    <p:cond delay="0"/>
                                  </p:stCondLst>
                                  <p:childTnLst>
                                    <p:animMotion origin="layout" path="M -4.58333E-6 3.7037E-7 L 0.04597 0.06597 " pathEditMode="relative" rAng="0" ptsTypes="AA">
                                      <p:cBhvr>
                                        <p:cTn id="197" dur="1250" fill="hold"/>
                                        <p:tgtEl>
                                          <p:spTgt spid="25"/>
                                        </p:tgtEl>
                                        <p:attrNameLst>
                                          <p:attrName>ppt_x</p:attrName>
                                          <p:attrName>ppt_y</p:attrName>
                                        </p:attrNameLst>
                                      </p:cBhvr>
                                      <p:rCtr x="2292" y="3287"/>
                                    </p:animMotion>
                                  </p:childTnLst>
                                </p:cTn>
                              </p:par>
                            </p:childTnLst>
                          </p:cTn>
                        </p:par>
                        <p:par>
                          <p:cTn id="198" fill="hold">
                            <p:stCondLst>
                              <p:cond delay="1250"/>
                            </p:stCondLst>
                            <p:childTnLst>
                              <p:par>
                                <p:cTn id="199" presetID="7" presetClass="emph" presetSubtype="2" fill="hold" nodeType="afterEffect">
                                  <p:stCondLst>
                                    <p:cond delay="0"/>
                                  </p:stCondLst>
                                  <p:childTnLst>
                                    <p:animClr clrSpc="rgb" dir="cw">
                                      <p:cBhvr>
                                        <p:cTn id="200" dur="500" fill="hold"/>
                                        <p:tgtEl>
                                          <p:spTgt spid="54"/>
                                        </p:tgtEl>
                                        <p:attrNameLst>
                                          <p:attrName>stroke.color</p:attrName>
                                        </p:attrNameLst>
                                      </p:cBhvr>
                                      <p:to>
                                        <a:srgbClr val="F2F2F2"/>
                                      </p:to>
                                    </p:animClr>
                                    <p:set>
                                      <p:cBhvr>
                                        <p:cTn id="201" dur="500" fill="hold"/>
                                        <p:tgtEl>
                                          <p:spTgt spid="54"/>
                                        </p:tgtEl>
                                        <p:attrNameLst>
                                          <p:attrName>stroke.on</p:attrName>
                                        </p:attrNameLst>
                                      </p:cBhvr>
                                      <p:to>
                                        <p:strVal val="true"/>
                                      </p:to>
                                    </p:set>
                                  </p:childTnLst>
                                </p:cTn>
                              </p:par>
                            </p:childTnLst>
                          </p:cTn>
                        </p:par>
                        <p:par>
                          <p:cTn id="202" fill="hold">
                            <p:stCondLst>
                              <p:cond delay="1750"/>
                            </p:stCondLst>
                            <p:childTnLst>
                              <p:par>
                                <p:cTn id="203" presetID="7" presetClass="emph" presetSubtype="2" fill="hold" nodeType="afterEffect">
                                  <p:stCondLst>
                                    <p:cond delay="0"/>
                                  </p:stCondLst>
                                  <p:childTnLst>
                                    <p:animClr clrSpc="rgb" dir="cw">
                                      <p:cBhvr>
                                        <p:cTn id="204" dur="1000" fill="hold"/>
                                        <p:tgtEl>
                                          <p:spTgt spid="56"/>
                                        </p:tgtEl>
                                        <p:attrNameLst>
                                          <p:attrName>stroke.color</p:attrName>
                                        </p:attrNameLst>
                                      </p:cBhvr>
                                      <p:to>
                                        <a:srgbClr val="F6C6AC"/>
                                      </p:to>
                                    </p:animClr>
                                    <p:set>
                                      <p:cBhvr>
                                        <p:cTn id="205" dur="1000" fill="hold"/>
                                        <p:tgtEl>
                                          <p:spTgt spid="56"/>
                                        </p:tgtEl>
                                        <p:attrNameLst>
                                          <p:attrName>stroke.on</p:attrName>
                                        </p:attrNameLst>
                                      </p:cBhvr>
                                      <p:to>
                                        <p:strVal val="true"/>
                                      </p:to>
                                    </p:set>
                                  </p:childTnLst>
                                </p:cTn>
                              </p:par>
                            </p:childTnLst>
                          </p:cTn>
                        </p:par>
                      </p:childTnLst>
                    </p:cTn>
                  </p:par>
                  <p:par>
                    <p:cTn id="206" fill="hold">
                      <p:stCondLst>
                        <p:cond delay="indefinite"/>
                      </p:stCondLst>
                      <p:childTnLst>
                        <p:par>
                          <p:cTn id="207" fill="hold">
                            <p:stCondLst>
                              <p:cond delay="0"/>
                            </p:stCondLst>
                            <p:childTnLst>
                              <p:par>
                                <p:cTn id="208" presetID="64" presetClass="path" presetSubtype="0" accel="50000" decel="50000" fill="hold" grpId="1" nodeType="clickEffect">
                                  <p:stCondLst>
                                    <p:cond delay="0"/>
                                  </p:stCondLst>
                                  <p:childTnLst>
                                    <p:animMotion origin="layout" path="M 0.01614 -0.08357 L -0.02969 -0.1581 " pathEditMode="relative" rAng="0" ptsTypes="AA">
                                      <p:cBhvr>
                                        <p:cTn id="209" dur="1500" fill="hold"/>
                                        <p:tgtEl>
                                          <p:spTgt spid="33">
                                            <p:txEl>
                                              <p:pRg st="0" end="0"/>
                                            </p:txEl>
                                          </p:spTgt>
                                        </p:tgtEl>
                                        <p:attrNameLst>
                                          <p:attrName>ppt_x</p:attrName>
                                          <p:attrName>ppt_y</p:attrName>
                                        </p:attrNameLst>
                                      </p:cBhvr>
                                      <p:rCtr x="-2292" y="-3727"/>
                                    </p:animMotion>
                                  </p:childTnLst>
                                </p:cTn>
                              </p:par>
                            </p:childTnLst>
                          </p:cTn>
                        </p:par>
                        <p:par>
                          <p:cTn id="210" fill="hold">
                            <p:stCondLst>
                              <p:cond delay="1500"/>
                            </p:stCondLst>
                            <p:childTnLst>
                              <p:par>
                                <p:cTn id="211" presetID="7" presetClass="emph" presetSubtype="2" fill="hold" nodeType="afterEffect">
                                  <p:stCondLst>
                                    <p:cond delay="0"/>
                                  </p:stCondLst>
                                  <p:childTnLst>
                                    <p:animClr clrSpc="rgb" dir="cw">
                                      <p:cBhvr>
                                        <p:cTn id="212" dur="500" fill="hold"/>
                                        <p:tgtEl>
                                          <p:spTgt spid="56"/>
                                        </p:tgtEl>
                                        <p:attrNameLst>
                                          <p:attrName>stroke.color</p:attrName>
                                        </p:attrNameLst>
                                      </p:cBhvr>
                                      <p:to>
                                        <a:srgbClr val="F2F2F2"/>
                                      </p:to>
                                    </p:animClr>
                                    <p:set>
                                      <p:cBhvr>
                                        <p:cTn id="213" dur="500" fill="hold"/>
                                        <p:tgtEl>
                                          <p:spTgt spid="56"/>
                                        </p:tgtEl>
                                        <p:attrNameLst>
                                          <p:attrName>stroke.on</p:attrName>
                                        </p:attrNameLst>
                                      </p:cBhvr>
                                      <p:to>
                                        <p:strVal val="true"/>
                                      </p:to>
                                    </p:set>
                                  </p:childTnLst>
                                </p:cTn>
                              </p:par>
                            </p:childTnLst>
                          </p:cTn>
                        </p:par>
                      </p:childTnLst>
                    </p:cTn>
                  </p:par>
                  <p:par>
                    <p:cTn id="214" fill="hold">
                      <p:stCondLst>
                        <p:cond delay="indefinite"/>
                      </p:stCondLst>
                      <p:childTnLst>
                        <p:par>
                          <p:cTn id="215" fill="hold">
                            <p:stCondLst>
                              <p:cond delay="0"/>
                            </p:stCondLst>
                            <p:childTnLst>
                              <p:par>
                                <p:cTn id="216" presetID="47" presetClass="entr" presetSubtype="0" fill="hold" grpId="0" nodeType="clickEffect">
                                  <p:stCondLst>
                                    <p:cond delay="0"/>
                                  </p:stCondLst>
                                  <p:childTnLst>
                                    <p:set>
                                      <p:cBhvr>
                                        <p:cTn id="217" dur="1" fill="hold">
                                          <p:stCondLst>
                                            <p:cond delay="0"/>
                                          </p:stCondLst>
                                        </p:cTn>
                                        <p:tgtEl>
                                          <p:spTgt spid="59"/>
                                        </p:tgtEl>
                                        <p:attrNameLst>
                                          <p:attrName>style.visibility</p:attrName>
                                        </p:attrNameLst>
                                      </p:cBhvr>
                                      <p:to>
                                        <p:strVal val="visible"/>
                                      </p:to>
                                    </p:set>
                                    <p:animEffect transition="in" filter="fade">
                                      <p:cBhvr>
                                        <p:cTn id="218" dur="1000"/>
                                        <p:tgtEl>
                                          <p:spTgt spid="59"/>
                                        </p:tgtEl>
                                      </p:cBhvr>
                                    </p:animEffect>
                                    <p:anim calcmode="lin" valueType="num">
                                      <p:cBhvr>
                                        <p:cTn id="219" dur="1000" fill="hold"/>
                                        <p:tgtEl>
                                          <p:spTgt spid="59"/>
                                        </p:tgtEl>
                                        <p:attrNameLst>
                                          <p:attrName>ppt_x</p:attrName>
                                        </p:attrNameLst>
                                      </p:cBhvr>
                                      <p:tavLst>
                                        <p:tav tm="0">
                                          <p:val>
                                            <p:strVal val="#ppt_x"/>
                                          </p:val>
                                        </p:tav>
                                        <p:tav tm="100000">
                                          <p:val>
                                            <p:strVal val="#ppt_x"/>
                                          </p:val>
                                        </p:tav>
                                      </p:tavLst>
                                    </p:anim>
                                    <p:anim calcmode="lin" valueType="num">
                                      <p:cBhvr>
                                        <p:cTn id="220"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4" grpId="0" uiExpand="1" build="p"/>
      <p:bldP spid="8" grpId="0"/>
      <p:bldP spid="9" grpId="0"/>
      <p:bldP spid="33" grpId="0" build="allAtOnce"/>
      <p:bldP spid="33" grpId="1" build="allAtOnce"/>
      <p:bldP spid="25" grpId="0"/>
      <p:bldP spid="25" grpId="1"/>
      <p:bldP spid="28" grpId="0"/>
      <p:bldP spid="29" grpId="0"/>
      <p:bldP spid="30" grpId="0"/>
      <p:bldP spid="41" grpId="0"/>
      <p:bldP spid="41" grpId="1"/>
      <p:bldP spid="41" grpId="2"/>
      <p:bldP spid="27" grpId="0"/>
      <p:bldP spid="27" grpId="1"/>
      <p:bldP spid="5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 name="直接连接符 64">
            <a:extLst>
              <a:ext uri="{FF2B5EF4-FFF2-40B4-BE49-F238E27FC236}">
                <a16:creationId xmlns:a16="http://schemas.microsoft.com/office/drawing/2014/main" id="{5625FB6F-E30E-659B-60BD-97FD1F45E7A9}"/>
              </a:ext>
            </a:extLst>
          </p:cNvPr>
          <p:cNvCxnSpPr>
            <a:cxnSpLocks/>
          </p:cNvCxnSpPr>
          <p:nvPr/>
        </p:nvCxnSpPr>
        <p:spPr>
          <a:xfrm>
            <a:off x="3145296" y="5718764"/>
            <a:ext cx="2362125"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66" name="直接连接符 65">
            <a:extLst>
              <a:ext uri="{FF2B5EF4-FFF2-40B4-BE49-F238E27FC236}">
                <a16:creationId xmlns:a16="http://schemas.microsoft.com/office/drawing/2014/main" id="{08804C22-E7F8-994E-A004-148EA6421F37}"/>
              </a:ext>
            </a:extLst>
          </p:cNvPr>
          <p:cNvCxnSpPr>
            <a:cxnSpLocks/>
          </p:cNvCxnSpPr>
          <p:nvPr/>
        </p:nvCxnSpPr>
        <p:spPr>
          <a:xfrm>
            <a:off x="1009357" y="5718764"/>
            <a:ext cx="2127981"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63" name="直接连接符 62">
            <a:extLst>
              <a:ext uri="{FF2B5EF4-FFF2-40B4-BE49-F238E27FC236}">
                <a16:creationId xmlns:a16="http://schemas.microsoft.com/office/drawing/2014/main" id="{D9A85E1B-7B40-46E3-5109-E9FB95EE87E6}"/>
              </a:ext>
            </a:extLst>
          </p:cNvPr>
          <p:cNvCxnSpPr>
            <a:cxnSpLocks/>
          </p:cNvCxnSpPr>
          <p:nvPr/>
        </p:nvCxnSpPr>
        <p:spPr>
          <a:xfrm>
            <a:off x="4525067" y="5456005"/>
            <a:ext cx="1379771"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56" name="直接连接符 55">
            <a:extLst>
              <a:ext uri="{FF2B5EF4-FFF2-40B4-BE49-F238E27FC236}">
                <a16:creationId xmlns:a16="http://schemas.microsoft.com/office/drawing/2014/main" id="{A3537D9A-4FCA-1024-420D-79354F80DA4E}"/>
              </a:ext>
            </a:extLst>
          </p:cNvPr>
          <p:cNvCxnSpPr>
            <a:cxnSpLocks/>
          </p:cNvCxnSpPr>
          <p:nvPr/>
        </p:nvCxnSpPr>
        <p:spPr>
          <a:xfrm>
            <a:off x="1009357" y="5466515"/>
            <a:ext cx="3341926"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57" name="直接连接符 56">
            <a:extLst>
              <a:ext uri="{FF2B5EF4-FFF2-40B4-BE49-F238E27FC236}">
                <a16:creationId xmlns:a16="http://schemas.microsoft.com/office/drawing/2014/main" id="{F7C4670F-A38B-F900-2C8D-1B93B89B1983}"/>
              </a:ext>
            </a:extLst>
          </p:cNvPr>
          <p:cNvCxnSpPr>
            <a:cxnSpLocks/>
          </p:cNvCxnSpPr>
          <p:nvPr/>
        </p:nvCxnSpPr>
        <p:spPr>
          <a:xfrm>
            <a:off x="1009357" y="5197040"/>
            <a:ext cx="3415498" cy="0"/>
          </a:xfrm>
          <a:prstGeom prst="line">
            <a:avLst/>
          </a:prstGeom>
          <a:ln w="25400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8" name="矩形 7">
            <a:extLst>
              <a:ext uri="{FF2B5EF4-FFF2-40B4-BE49-F238E27FC236}">
                <a16:creationId xmlns:a16="http://schemas.microsoft.com/office/drawing/2014/main" id="{82A79F17-287F-861B-512E-957901AB8C1A}"/>
              </a:ext>
            </a:extLst>
          </p:cNvPr>
          <p:cNvSpPr/>
          <p:nvPr/>
        </p:nvSpPr>
        <p:spPr>
          <a:xfrm>
            <a:off x="8397766" y="1345445"/>
            <a:ext cx="2956034" cy="2007755"/>
          </a:xfrm>
          <a:prstGeom prst="rect">
            <a:avLst/>
          </a:prstGeom>
          <a:solidFill>
            <a:srgbClr val="F0FA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EE067051-F52F-9DBA-6842-D302757BFF15}"/>
              </a:ext>
            </a:extLst>
          </p:cNvPr>
          <p:cNvGrpSpPr/>
          <p:nvPr/>
        </p:nvGrpSpPr>
        <p:grpSpPr>
          <a:xfrm>
            <a:off x="8926280" y="1653183"/>
            <a:ext cx="1831311" cy="1375365"/>
            <a:chOff x="8981217" y="2693165"/>
            <a:chExt cx="1831311" cy="1375365"/>
          </a:xfrm>
        </p:grpSpPr>
        <p:grpSp>
          <p:nvGrpSpPr>
            <p:cNvPr id="17" name="组合 16">
              <a:extLst>
                <a:ext uri="{FF2B5EF4-FFF2-40B4-BE49-F238E27FC236}">
                  <a16:creationId xmlns:a16="http://schemas.microsoft.com/office/drawing/2014/main" id="{BB0ED25F-236D-C84B-1672-C4D164DA30FA}"/>
                </a:ext>
              </a:extLst>
            </p:cNvPr>
            <p:cNvGrpSpPr/>
            <p:nvPr/>
          </p:nvGrpSpPr>
          <p:grpSpPr>
            <a:xfrm>
              <a:off x="10176394" y="3479640"/>
              <a:ext cx="360000" cy="581594"/>
              <a:chOff x="11054387" y="5488439"/>
              <a:chExt cx="360000" cy="581594"/>
            </a:xfrm>
          </p:grpSpPr>
          <p:cxnSp>
            <p:nvCxnSpPr>
              <p:cNvPr id="18" name="直接连接符 17">
                <a:extLst>
                  <a:ext uri="{FF2B5EF4-FFF2-40B4-BE49-F238E27FC236}">
                    <a16:creationId xmlns:a16="http://schemas.microsoft.com/office/drawing/2014/main" id="{E696C64A-2D91-0B06-09E1-4CCB480C12A7}"/>
                  </a:ext>
                </a:extLst>
              </p:cNvPr>
              <p:cNvCxnSpPr>
                <a:cxnSpLocks/>
                <a:stCxn id="38" idx="3"/>
              </p:cNvCxnSpPr>
              <p:nvPr/>
            </p:nvCxnSpPr>
            <p:spPr>
              <a:xfrm flipH="1">
                <a:off x="11186668" y="5488439"/>
                <a:ext cx="196574" cy="378677"/>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椭圆 18">
                <a:extLst>
                  <a:ext uri="{FF2B5EF4-FFF2-40B4-BE49-F238E27FC236}">
                    <a16:creationId xmlns:a16="http://schemas.microsoft.com/office/drawing/2014/main" id="{BEBF2085-8743-3DB8-260E-6C5731172350}"/>
                  </a:ext>
                </a:extLst>
              </p:cNvPr>
              <p:cNvSpPr/>
              <p:nvPr/>
            </p:nvSpPr>
            <p:spPr>
              <a:xfrm>
                <a:off x="11054387" y="5710033"/>
                <a:ext cx="360000" cy="360000"/>
              </a:xfrm>
              <a:prstGeom prst="ellipse">
                <a:avLst/>
              </a:prstGeom>
              <a:solidFill>
                <a:srgbClr val="A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a:extLst>
                <a:ext uri="{FF2B5EF4-FFF2-40B4-BE49-F238E27FC236}">
                  <a16:creationId xmlns:a16="http://schemas.microsoft.com/office/drawing/2014/main" id="{D033FD0D-1A43-CD70-1AF2-4E97DACEDE3F}"/>
                </a:ext>
              </a:extLst>
            </p:cNvPr>
            <p:cNvGrpSpPr/>
            <p:nvPr/>
          </p:nvGrpSpPr>
          <p:grpSpPr>
            <a:xfrm>
              <a:off x="8981217" y="3470498"/>
              <a:ext cx="360000" cy="588425"/>
              <a:chOff x="11016411" y="5472001"/>
              <a:chExt cx="360000" cy="588425"/>
            </a:xfrm>
          </p:grpSpPr>
          <p:cxnSp>
            <p:nvCxnSpPr>
              <p:cNvPr id="23" name="直接连接符 22">
                <a:extLst>
                  <a:ext uri="{FF2B5EF4-FFF2-40B4-BE49-F238E27FC236}">
                    <a16:creationId xmlns:a16="http://schemas.microsoft.com/office/drawing/2014/main" id="{D1A27698-E24A-2D08-6C64-2DE293E75EF0}"/>
                  </a:ext>
                </a:extLst>
              </p:cNvPr>
              <p:cNvCxnSpPr>
                <a:cxnSpLocks/>
                <a:stCxn id="31" idx="3"/>
              </p:cNvCxnSpPr>
              <p:nvPr/>
            </p:nvCxnSpPr>
            <p:spPr>
              <a:xfrm flipH="1">
                <a:off x="11204783" y="5472001"/>
                <a:ext cx="171628" cy="41572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椭圆 23">
                <a:extLst>
                  <a:ext uri="{FF2B5EF4-FFF2-40B4-BE49-F238E27FC236}">
                    <a16:creationId xmlns:a16="http://schemas.microsoft.com/office/drawing/2014/main" id="{36DCE1CF-B42C-2559-8544-BDABEDE23DFD}"/>
                  </a:ext>
                </a:extLst>
              </p:cNvPr>
              <p:cNvSpPr/>
              <p:nvPr/>
            </p:nvSpPr>
            <p:spPr>
              <a:xfrm>
                <a:off x="11016411" y="5700426"/>
                <a:ext cx="360000" cy="360000"/>
              </a:xfrm>
              <a:prstGeom prst="ellipse">
                <a:avLst/>
              </a:prstGeom>
              <a:solidFill>
                <a:srgbClr val="A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a:extLst>
                <a:ext uri="{FF2B5EF4-FFF2-40B4-BE49-F238E27FC236}">
                  <a16:creationId xmlns:a16="http://schemas.microsoft.com/office/drawing/2014/main" id="{BB0ED25F-236D-C84B-1672-C4D164DA30FA}"/>
                </a:ext>
              </a:extLst>
            </p:cNvPr>
            <p:cNvGrpSpPr/>
            <p:nvPr/>
          </p:nvGrpSpPr>
          <p:grpSpPr>
            <a:xfrm>
              <a:off x="9595775" y="3470498"/>
              <a:ext cx="362018" cy="598032"/>
              <a:chOff x="11052369" y="5472001"/>
              <a:chExt cx="362018" cy="598032"/>
            </a:xfrm>
          </p:grpSpPr>
          <p:cxnSp>
            <p:nvCxnSpPr>
              <p:cNvPr id="26" name="直接连接符 25">
                <a:extLst>
                  <a:ext uri="{FF2B5EF4-FFF2-40B4-BE49-F238E27FC236}">
                    <a16:creationId xmlns:a16="http://schemas.microsoft.com/office/drawing/2014/main" id="{E696C64A-2D91-0B06-09E1-4CCB480C12A7}"/>
                  </a:ext>
                </a:extLst>
              </p:cNvPr>
              <p:cNvCxnSpPr>
                <a:cxnSpLocks/>
                <a:stCxn id="31" idx="5"/>
              </p:cNvCxnSpPr>
              <p:nvPr/>
            </p:nvCxnSpPr>
            <p:spPr>
              <a:xfrm>
                <a:off x="11052369" y="5472001"/>
                <a:ext cx="171628" cy="41572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椭圆 26">
                <a:extLst>
                  <a:ext uri="{FF2B5EF4-FFF2-40B4-BE49-F238E27FC236}">
                    <a16:creationId xmlns:a16="http://schemas.microsoft.com/office/drawing/2014/main" id="{BEBF2085-8743-3DB8-260E-6C5731172350}"/>
                  </a:ext>
                </a:extLst>
              </p:cNvPr>
              <p:cNvSpPr/>
              <p:nvPr/>
            </p:nvSpPr>
            <p:spPr>
              <a:xfrm>
                <a:off x="11054387" y="5710033"/>
                <a:ext cx="360000" cy="360000"/>
              </a:xfrm>
              <a:prstGeom prst="ellipse">
                <a:avLst/>
              </a:prstGeom>
              <a:solidFill>
                <a:srgbClr val="A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29" name="组合 28">
              <a:extLst>
                <a:ext uri="{FF2B5EF4-FFF2-40B4-BE49-F238E27FC236}">
                  <a16:creationId xmlns:a16="http://schemas.microsoft.com/office/drawing/2014/main" id="{BB0ED25F-236D-C84B-1672-C4D164DA30FA}"/>
                </a:ext>
              </a:extLst>
            </p:cNvPr>
            <p:cNvGrpSpPr/>
            <p:nvPr/>
          </p:nvGrpSpPr>
          <p:grpSpPr>
            <a:xfrm>
              <a:off x="9288492" y="3017445"/>
              <a:ext cx="626911" cy="505757"/>
              <a:chOff x="11054387" y="5574836"/>
              <a:chExt cx="522229" cy="469112"/>
            </a:xfrm>
          </p:grpSpPr>
          <p:cxnSp>
            <p:nvCxnSpPr>
              <p:cNvPr id="30" name="直接连接符 29">
                <a:extLst>
                  <a:ext uri="{FF2B5EF4-FFF2-40B4-BE49-F238E27FC236}">
                    <a16:creationId xmlns:a16="http://schemas.microsoft.com/office/drawing/2014/main" id="{E696C64A-2D91-0B06-09E1-4CCB480C12A7}"/>
                  </a:ext>
                </a:extLst>
              </p:cNvPr>
              <p:cNvCxnSpPr>
                <a:cxnSpLocks/>
                <a:stCxn id="31" idx="7"/>
              </p:cNvCxnSpPr>
              <p:nvPr/>
            </p:nvCxnSpPr>
            <p:spPr>
              <a:xfrm flipV="1">
                <a:off x="11310356" y="5574836"/>
                <a:ext cx="266260" cy="184098"/>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椭圆 30">
                <a:extLst>
                  <a:ext uri="{FF2B5EF4-FFF2-40B4-BE49-F238E27FC236}">
                    <a16:creationId xmlns:a16="http://schemas.microsoft.com/office/drawing/2014/main" id="{BEBF2085-8743-3DB8-260E-6C5731172350}"/>
                  </a:ext>
                </a:extLst>
              </p:cNvPr>
              <p:cNvSpPr/>
              <p:nvPr/>
            </p:nvSpPr>
            <p:spPr>
              <a:xfrm>
                <a:off x="11054387" y="5710033"/>
                <a:ext cx="299887" cy="333915"/>
              </a:xfrm>
              <a:prstGeom prst="ellipse">
                <a:avLst/>
              </a:prstGeom>
              <a:solidFill>
                <a:srgbClr val="A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36" name="组合 35">
              <a:extLst>
                <a:ext uri="{FF2B5EF4-FFF2-40B4-BE49-F238E27FC236}">
                  <a16:creationId xmlns:a16="http://schemas.microsoft.com/office/drawing/2014/main" id="{1EA30194-FAD6-A0BA-A579-3AEF984A9384}"/>
                </a:ext>
              </a:extLst>
            </p:cNvPr>
            <p:cNvGrpSpPr/>
            <p:nvPr/>
          </p:nvGrpSpPr>
          <p:grpSpPr>
            <a:xfrm>
              <a:off x="10185451" y="3000444"/>
              <a:ext cx="627077" cy="531917"/>
              <a:chOff x="10787310" y="5538116"/>
              <a:chExt cx="627077" cy="531917"/>
            </a:xfrm>
          </p:grpSpPr>
          <p:cxnSp>
            <p:nvCxnSpPr>
              <p:cNvPr id="37" name="直接连接符 36">
                <a:extLst>
                  <a:ext uri="{FF2B5EF4-FFF2-40B4-BE49-F238E27FC236}">
                    <a16:creationId xmlns:a16="http://schemas.microsoft.com/office/drawing/2014/main" id="{202BDFC8-4041-D850-E379-E63A815AF6EE}"/>
                  </a:ext>
                </a:extLst>
              </p:cNvPr>
              <p:cNvCxnSpPr>
                <a:cxnSpLocks/>
                <a:stCxn id="45" idx="5"/>
              </p:cNvCxnSpPr>
              <p:nvPr/>
            </p:nvCxnSpPr>
            <p:spPr>
              <a:xfrm>
                <a:off x="10787310" y="5538116"/>
                <a:ext cx="335122" cy="23599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椭圆 37">
                <a:extLst>
                  <a:ext uri="{FF2B5EF4-FFF2-40B4-BE49-F238E27FC236}">
                    <a16:creationId xmlns:a16="http://schemas.microsoft.com/office/drawing/2014/main" id="{1A4A40ED-4BDD-4EE0-47E3-707CC25C178E}"/>
                  </a:ext>
                </a:extLst>
              </p:cNvPr>
              <p:cNvSpPr/>
              <p:nvPr/>
            </p:nvSpPr>
            <p:spPr>
              <a:xfrm>
                <a:off x="11054387" y="5710033"/>
                <a:ext cx="360000" cy="360000"/>
              </a:xfrm>
              <a:prstGeom prst="ellipse">
                <a:avLst/>
              </a:prstGeom>
              <a:solidFill>
                <a:srgbClr val="A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45" name="椭圆 44">
              <a:extLst>
                <a:ext uri="{FF2B5EF4-FFF2-40B4-BE49-F238E27FC236}">
                  <a16:creationId xmlns:a16="http://schemas.microsoft.com/office/drawing/2014/main" id="{BEBF2085-8743-3DB8-260E-6C5731172350}"/>
                </a:ext>
              </a:extLst>
            </p:cNvPr>
            <p:cNvSpPr/>
            <p:nvPr/>
          </p:nvSpPr>
          <p:spPr>
            <a:xfrm>
              <a:off x="9878172" y="2693165"/>
              <a:ext cx="360000" cy="360000"/>
            </a:xfrm>
            <a:prstGeom prst="ellipse">
              <a:avLst/>
            </a:prstGeom>
            <a:solidFill>
              <a:srgbClr val="A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 name="灯片编号占位符 1">
            <a:extLst>
              <a:ext uri="{FF2B5EF4-FFF2-40B4-BE49-F238E27FC236}">
                <a16:creationId xmlns:a16="http://schemas.microsoft.com/office/drawing/2014/main" id="{4C0A282D-5D2D-0708-15F3-88D9E68A8FD3}"/>
              </a:ext>
            </a:extLst>
          </p:cNvPr>
          <p:cNvSpPr>
            <a:spLocks noGrp="1"/>
          </p:cNvSpPr>
          <p:nvPr>
            <p:ph type="sldNum" sz="quarter" idx="12"/>
          </p:nvPr>
        </p:nvSpPr>
        <p:spPr/>
        <p:txBody>
          <a:bodyPr/>
          <a:lstStyle/>
          <a:p>
            <a:fld id="{D7C0FE0B-717B-41AE-9FA2-CA4BF851D1C3}" type="slidenum">
              <a:rPr lang="zh-CN" altLang="en-US" smtClean="0"/>
              <a:t>28</a:t>
            </a:fld>
            <a:endParaRPr lang="zh-CN" altLang="en-US"/>
          </a:p>
        </p:txBody>
      </p:sp>
      <p:sp>
        <p:nvSpPr>
          <p:cNvPr id="4" name="文本框 3">
            <a:extLst>
              <a:ext uri="{FF2B5EF4-FFF2-40B4-BE49-F238E27FC236}">
                <a16:creationId xmlns:a16="http://schemas.microsoft.com/office/drawing/2014/main" id="{9031FB50-3F81-EC7B-D47C-D5FBB9AE1DC6}"/>
              </a:ext>
            </a:extLst>
          </p:cNvPr>
          <p:cNvSpPr txBox="1"/>
          <p:nvPr/>
        </p:nvSpPr>
        <p:spPr>
          <a:xfrm>
            <a:off x="320565" y="867818"/>
            <a:ext cx="7546428" cy="3290581"/>
          </a:xfrm>
          <a:prstGeom prst="rect">
            <a:avLst/>
          </a:prstGeom>
          <a:noFill/>
        </p:spPr>
        <p:txBody>
          <a:bodyPr wrap="square">
            <a:spAutoFit/>
          </a:bodyPr>
          <a:lstStyle/>
          <a:p>
            <a:pPr indent="266700" algn="l">
              <a:lnSpc>
                <a:spcPct val="115000"/>
              </a:lnSpc>
              <a:buNone/>
            </a:pPr>
            <a:r>
              <a:rPr lang="en-US"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3. </a:t>
            </a:r>
            <a:r>
              <a:rPr lang="zh-CN"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删除堆顶节点</a:t>
            </a:r>
            <a:r>
              <a:rPr lang="en-US"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a:t>
            </a:r>
            <a:r>
              <a:rPr lang="zh-CN" altLang="en-US"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算法</a:t>
            </a:r>
            <a:r>
              <a:rPr lang="en-US"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6.13</a:t>
            </a:r>
            <a:endParaRPr lang="zh-CN"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删除堆顶节点时，用堆尾节点代替堆顶节点，不影响其左右子堆的特性，但需要对新的堆顶节点进行</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筛选</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，以维护整个堆的特性。</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删除堆顶节点的操作步骤为：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l">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）取出堆顶节点；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）将堆顶节点与堆尾节点交换位置，并将堆长度减</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Times New Roman" panose="02020603050405020304" pitchFamily="18" charset="0"/>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l">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）对堆顶节点进行筛选。</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6.13</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实现了删除堆顶元素的操作。基本操</a:t>
            </a: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作</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SeeTop</a:t>
            </a:r>
            <a:r>
              <a:rPr lang="zh-CN" altLang="zh-CN" sz="1800" kern="0" dirty="0">
                <a:effectLst/>
                <a:latin typeface="Courier New" panose="02070309020205020404" pitchFamily="49" charset="0"/>
                <a:ea typeface="宋体" panose="02010600030101010101" pitchFamily="2" charset="-122"/>
                <a:cs typeface="Courier New" panose="02070309020205020404" pitchFamily="49" charset="0"/>
              </a:rPr>
              <a:t>只需返回堆顶元素，不必删除和调整堆。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l">
              <a:lnSpc>
                <a:spcPct val="115000"/>
              </a:lnSpc>
              <a:buNone/>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删除堆顶节点操作的主要工作</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是一次筛选</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，其</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时间复杂度为</a:t>
            </a:r>
            <a:r>
              <a:rPr lang="en-US" altLang="zh-CN" sz="1800" b="1" i="1" kern="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log</a:t>
            </a:r>
            <a:r>
              <a:rPr lang="en-US" altLang="zh-CN" sz="1800" i="1" kern="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6C261DA9-B00F-25C2-3014-5510D6D087A1}"/>
              </a:ext>
            </a:extLst>
          </p:cNvPr>
          <p:cNvSpPr txBox="1"/>
          <p:nvPr/>
        </p:nvSpPr>
        <p:spPr>
          <a:xfrm>
            <a:off x="567559" y="4354250"/>
            <a:ext cx="10552386" cy="2185214"/>
          </a:xfrm>
          <a:prstGeom prst="rect">
            <a:avLst/>
          </a:prstGeom>
          <a:noFill/>
          <a:ln w="12700">
            <a:solidFill>
              <a:schemeClr val="accent1">
                <a:lumMod val="60000"/>
                <a:lumOff val="40000"/>
              </a:schemeClr>
            </a:solidFill>
          </a:ln>
        </p:spPr>
        <p:txBody>
          <a:bodyPr wrap="square">
            <a:spAutoFit/>
          </a:bodyPr>
          <a:lstStyle/>
          <a:p>
            <a:pPr>
              <a:spcBef>
                <a:spcPts val="600"/>
              </a:spcBef>
            </a:pP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MaxHeap</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 </a:t>
            </a:r>
            <a:r>
              <a:rPr lang="en-US" altLang="zh-CN" sz="1800"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算法  </a:t>
            </a:r>
            <a:r>
              <a:rPr lang="en-US" altLang="zh-CN"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6.13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删除并返回</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H</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堆的堆顶</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元素</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spcBef>
                <a:spcPts val="600"/>
              </a:spcBef>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&lt;= 0)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errE</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若是空堆，则返回</a:t>
            </a:r>
            <a:r>
              <a:rPr lang="en-US" altLang="zh-CN" b="1" kern="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errE</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特殊元素值</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报错</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e =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[1];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取出堆顶元素</a:t>
            </a:r>
          </a:p>
          <a:p>
            <a:pPr>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swapElem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(H, 1,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交换堆顶与堆尾节点，堆长度减</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endPar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&gt; 1)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ShiftDown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(H, 1);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从堆顶位置向下筛选</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返回被删的堆顶元素</a:t>
            </a:r>
          </a:p>
          <a:p>
            <a:pPr algn="l">
              <a:buNone/>
            </a:pP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 name="文本框 4">
            <a:extLst>
              <a:ext uri="{FF2B5EF4-FFF2-40B4-BE49-F238E27FC236}">
                <a16:creationId xmlns:a16="http://schemas.microsoft.com/office/drawing/2014/main" id="{F212FB5F-3821-FC03-B78E-F6A8CA1900A9}"/>
              </a:ext>
            </a:extLst>
          </p:cNvPr>
          <p:cNvSpPr txBox="1"/>
          <p:nvPr/>
        </p:nvSpPr>
        <p:spPr>
          <a:xfrm>
            <a:off x="947906" y="234652"/>
            <a:ext cx="4956932"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3375" marR="0" lvl="0" indent="0" defTabSz="914400" rtl="0" eaLnBrk="1" fontAlgn="auto" latinLnBrk="0" hangingPunct="1">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6.4.3  </a:t>
            </a:r>
            <a:r>
              <a:rPr kumimoji="0" lang="zh-CN"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堆的基本操作的实现</a:t>
            </a:r>
            <a:r>
              <a:rPr kumimoji="0" lang="zh-CN" altLang="en-US"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（续）</a:t>
            </a:r>
            <a:endParaRPr kumimoji="0" lang="zh-CN" altLang="zh-CN" sz="2400" b="0" i="0" u="none" strike="noStrike" kern="10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1" name="Rectangle 38">
            <a:extLst>
              <a:ext uri="{FF2B5EF4-FFF2-40B4-BE49-F238E27FC236}">
                <a16:creationId xmlns:a16="http://schemas.microsoft.com/office/drawing/2014/main" id="{D5F5ED29-5D4E-4338-3C11-75EF99495D66}"/>
              </a:ext>
            </a:extLst>
          </p:cNvPr>
          <p:cNvSpPr>
            <a:spLocks noChangeArrowheads="1"/>
          </p:cNvSpPr>
          <p:nvPr/>
        </p:nvSpPr>
        <p:spPr bwMode="auto">
          <a:xfrm>
            <a:off x="9839664" y="1723968"/>
            <a:ext cx="329777" cy="22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81</a:t>
            </a:r>
          </a:p>
        </p:txBody>
      </p:sp>
      <p:sp>
        <p:nvSpPr>
          <p:cNvPr id="12" name="Rectangle 43">
            <a:extLst>
              <a:ext uri="{FF2B5EF4-FFF2-40B4-BE49-F238E27FC236}">
                <a16:creationId xmlns:a16="http://schemas.microsoft.com/office/drawing/2014/main" id="{A17B2B5C-A6AF-8642-8DC2-00CF3A471262}"/>
              </a:ext>
            </a:extLst>
          </p:cNvPr>
          <p:cNvSpPr>
            <a:spLocks noChangeArrowheads="1"/>
          </p:cNvSpPr>
          <p:nvPr/>
        </p:nvSpPr>
        <p:spPr bwMode="auto">
          <a:xfrm>
            <a:off x="9557920" y="2762403"/>
            <a:ext cx="331386" cy="178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49</a:t>
            </a:r>
          </a:p>
        </p:txBody>
      </p:sp>
      <p:sp>
        <p:nvSpPr>
          <p:cNvPr id="13" name="Rectangle 44">
            <a:extLst>
              <a:ext uri="{FF2B5EF4-FFF2-40B4-BE49-F238E27FC236}">
                <a16:creationId xmlns:a16="http://schemas.microsoft.com/office/drawing/2014/main" id="{C78CE98B-C4F3-CB33-3E37-B1331B42F7BA}"/>
              </a:ext>
            </a:extLst>
          </p:cNvPr>
          <p:cNvSpPr>
            <a:spLocks noChangeArrowheads="1"/>
          </p:cNvSpPr>
          <p:nvPr/>
        </p:nvSpPr>
        <p:spPr bwMode="auto">
          <a:xfrm>
            <a:off x="9239537" y="2206741"/>
            <a:ext cx="353852" cy="204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72</a:t>
            </a:r>
          </a:p>
        </p:txBody>
      </p:sp>
      <p:sp>
        <p:nvSpPr>
          <p:cNvPr id="14" name="Rectangle 45">
            <a:extLst>
              <a:ext uri="{FF2B5EF4-FFF2-40B4-BE49-F238E27FC236}">
                <a16:creationId xmlns:a16="http://schemas.microsoft.com/office/drawing/2014/main" id="{2C57181C-662D-52AC-7BA1-E64D0B789E39}"/>
              </a:ext>
            </a:extLst>
          </p:cNvPr>
          <p:cNvSpPr>
            <a:spLocks noChangeArrowheads="1"/>
          </p:cNvSpPr>
          <p:nvPr/>
        </p:nvSpPr>
        <p:spPr bwMode="auto">
          <a:xfrm>
            <a:off x="8849539" y="2716355"/>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u="sng" dirty="0">
                <a:latin typeface="Times New Roman" panose="02020603050405020304" pitchFamily="18" charset="0"/>
              </a:rPr>
              <a:t>49</a:t>
            </a:r>
          </a:p>
        </p:txBody>
      </p:sp>
      <p:sp>
        <p:nvSpPr>
          <p:cNvPr id="20" name="Rectangle 41">
            <a:extLst>
              <a:ext uri="{FF2B5EF4-FFF2-40B4-BE49-F238E27FC236}">
                <a16:creationId xmlns:a16="http://schemas.microsoft.com/office/drawing/2014/main" id="{DB62BB30-023B-9A08-9FA2-F11ADB40C108}"/>
              </a:ext>
            </a:extLst>
          </p:cNvPr>
          <p:cNvSpPr>
            <a:spLocks noChangeArrowheads="1"/>
          </p:cNvSpPr>
          <p:nvPr/>
        </p:nvSpPr>
        <p:spPr bwMode="auto">
          <a:xfrm>
            <a:off x="10045588" y="2742128"/>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52</a:t>
            </a:r>
          </a:p>
        </p:txBody>
      </p:sp>
      <p:sp>
        <p:nvSpPr>
          <p:cNvPr id="21" name="Rectangle 41">
            <a:extLst>
              <a:ext uri="{FF2B5EF4-FFF2-40B4-BE49-F238E27FC236}">
                <a16:creationId xmlns:a16="http://schemas.microsoft.com/office/drawing/2014/main" id="{7C4E605D-3FF4-E650-5089-E75CD9C07803}"/>
              </a:ext>
            </a:extLst>
          </p:cNvPr>
          <p:cNvSpPr>
            <a:spLocks noChangeArrowheads="1"/>
          </p:cNvSpPr>
          <p:nvPr/>
        </p:nvSpPr>
        <p:spPr bwMode="auto">
          <a:xfrm>
            <a:off x="10436369" y="2207433"/>
            <a:ext cx="293893" cy="21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63</a:t>
            </a:r>
          </a:p>
        </p:txBody>
      </p:sp>
      <p:sp>
        <p:nvSpPr>
          <p:cNvPr id="61" name="文本框 60">
            <a:extLst>
              <a:ext uri="{FF2B5EF4-FFF2-40B4-BE49-F238E27FC236}">
                <a16:creationId xmlns:a16="http://schemas.microsoft.com/office/drawing/2014/main" id="{23357D24-38A5-34EC-AE46-DB5DB2426AC1}"/>
              </a:ext>
            </a:extLst>
          </p:cNvPr>
          <p:cNvSpPr txBox="1"/>
          <p:nvPr/>
        </p:nvSpPr>
        <p:spPr>
          <a:xfrm>
            <a:off x="8495645" y="1345445"/>
            <a:ext cx="614856" cy="400110"/>
          </a:xfrm>
          <a:prstGeom prst="rect">
            <a:avLst/>
          </a:prstGeom>
          <a:noFill/>
        </p:spPr>
        <p:txBody>
          <a:bodyPr wrap="square">
            <a:spAutoFit/>
          </a:bodyPr>
          <a:lstStyle/>
          <a:p>
            <a:r>
              <a:rPr lang="en-US" altLang="zh-CN" sz="2000" b="1" kern="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a:t>
            </a:r>
            <a:r>
              <a:rPr lang="en-US" altLang="zh-CN" sz="2000" b="1" kern="0" dirty="0">
                <a:solidFill>
                  <a:srgbClr val="C00000"/>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 </a:t>
            </a:r>
            <a:r>
              <a:rPr lang="en-US" altLang="zh-CN" sz="2000" b="1" kern="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en-US" sz="2000" dirty="0">
              <a:solidFill>
                <a:srgbClr val="C00000"/>
              </a:solidFill>
              <a:effectLst>
                <a:outerShdw blurRad="38100" dist="38100" dir="2700000" algn="tl">
                  <a:srgbClr val="000000">
                    <a:alpha val="43137"/>
                  </a:srgbClr>
                </a:outerShdw>
              </a:effectLst>
            </a:endParaRPr>
          </a:p>
        </p:txBody>
      </p:sp>
      <p:sp>
        <p:nvSpPr>
          <p:cNvPr id="62" name="Rectangle 38">
            <a:extLst>
              <a:ext uri="{FF2B5EF4-FFF2-40B4-BE49-F238E27FC236}">
                <a16:creationId xmlns:a16="http://schemas.microsoft.com/office/drawing/2014/main" id="{3BDE327B-D3F1-CE0E-93EA-8D1BEC1E8710}"/>
              </a:ext>
            </a:extLst>
          </p:cNvPr>
          <p:cNvSpPr>
            <a:spLocks noChangeArrowheads="1"/>
          </p:cNvSpPr>
          <p:nvPr/>
        </p:nvSpPr>
        <p:spPr bwMode="auto">
          <a:xfrm>
            <a:off x="9846561" y="1729053"/>
            <a:ext cx="329777" cy="22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81</a:t>
            </a:r>
          </a:p>
        </p:txBody>
      </p:sp>
      <p:sp>
        <p:nvSpPr>
          <p:cNvPr id="77" name="矩形 76">
            <a:extLst>
              <a:ext uri="{FF2B5EF4-FFF2-40B4-BE49-F238E27FC236}">
                <a16:creationId xmlns:a16="http://schemas.microsoft.com/office/drawing/2014/main" id="{9E5D9AD6-2E48-861B-E10B-774EC83CFAA9}"/>
              </a:ext>
            </a:extLst>
          </p:cNvPr>
          <p:cNvSpPr/>
          <p:nvPr/>
        </p:nvSpPr>
        <p:spPr>
          <a:xfrm>
            <a:off x="1072055" y="3528921"/>
            <a:ext cx="10525005" cy="3134054"/>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8" name="直接连接符 77">
            <a:extLst>
              <a:ext uri="{FF2B5EF4-FFF2-40B4-BE49-F238E27FC236}">
                <a16:creationId xmlns:a16="http://schemas.microsoft.com/office/drawing/2014/main" id="{F7254008-E977-C0E7-69F0-F0B8C7FF058E}"/>
              </a:ext>
            </a:extLst>
          </p:cNvPr>
          <p:cNvCxnSpPr>
            <a:cxnSpLocks/>
          </p:cNvCxnSpPr>
          <p:nvPr/>
        </p:nvCxnSpPr>
        <p:spPr>
          <a:xfrm>
            <a:off x="1680487" y="5913478"/>
            <a:ext cx="1159931"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79" name="直接连接符 78">
            <a:extLst>
              <a:ext uri="{FF2B5EF4-FFF2-40B4-BE49-F238E27FC236}">
                <a16:creationId xmlns:a16="http://schemas.microsoft.com/office/drawing/2014/main" id="{943B4A61-6FF6-06DB-69B9-97339A015D1B}"/>
              </a:ext>
            </a:extLst>
          </p:cNvPr>
          <p:cNvCxnSpPr>
            <a:cxnSpLocks/>
          </p:cNvCxnSpPr>
          <p:nvPr/>
        </p:nvCxnSpPr>
        <p:spPr>
          <a:xfrm flipV="1">
            <a:off x="1680487" y="5620900"/>
            <a:ext cx="2670796" cy="365"/>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80" name="直接连接符 79">
            <a:extLst>
              <a:ext uri="{FF2B5EF4-FFF2-40B4-BE49-F238E27FC236}">
                <a16:creationId xmlns:a16="http://schemas.microsoft.com/office/drawing/2014/main" id="{5354C32D-BAEB-4E02-DA0C-6A75ACA199A9}"/>
              </a:ext>
            </a:extLst>
          </p:cNvPr>
          <p:cNvCxnSpPr>
            <a:cxnSpLocks/>
          </p:cNvCxnSpPr>
          <p:nvPr/>
        </p:nvCxnSpPr>
        <p:spPr>
          <a:xfrm>
            <a:off x="1680487" y="5348371"/>
            <a:ext cx="5240575"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81" name="直接连接符 80">
            <a:extLst>
              <a:ext uri="{FF2B5EF4-FFF2-40B4-BE49-F238E27FC236}">
                <a16:creationId xmlns:a16="http://schemas.microsoft.com/office/drawing/2014/main" id="{ABD3902C-9576-4E58-1625-C58511320E3E}"/>
              </a:ext>
            </a:extLst>
          </p:cNvPr>
          <p:cNvCxnSpPr>
            <a:cxnSpLocks/>
          </p:cNvCxnSpPr>
          <p:nvPr/>
        </p:nvCxnSpPr>
        <p:spPr>
          <a:xfrm>
            <a:off x="1680487" y="4795538"/>
            <a:ext cx="7053610"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82" name="直接连接符 81">
            <a:extLst>
              <a:ext uri="{FF2B5EF4-FFF2-40B4-BE49-F238E27FC236}">
                <a16:creationId xmlns:a16="http://schemas.microsoft.com/office/drawing/2014/main" id="{4B91ED55-093E-F567-DDE8-25C319DCC585}"/>
              </a:ext>
            </a:extLst>
          </p:cNvPr>
          <p:cNvCxnSpPr>
            <a:cxnSpLocks/>
          </p:cNvCxnSpPr>
          <p:nvPr/>
        </p:nvCxnSpPr>
        <p:spPr>
          <a:xfrm>
            <a:off x="1680487" y="4527251"/>
            <a:ext cx="2319864"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83" name="直接连接符 82">
            <a:extLst>
              <a:ext uri="{FF2B5EF4-FFF2-40B4-BE49-F238E27FC236}">
                <a16:creationId xmlns:a16="http://schemas.microsoft.com/office/drawing/2014/main" id="{46469DC6-33C4-981B-16B6-8BABB4354BAB}"/>
              </a:ext>
            </a:extLst>
          </p:cNvPr>
          <p:cNvCxnSpPr/>
          <p:nvPr/>
        </p:nvCxnSpPr>
        <p:spPr>
          <a:xfrm>
            <a:off x="1680487" y="4256142"/>
            <a:ext cx="1934776"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sp>
        <p:nvSpPr>
          <p:cNvPr id="87" name="Line 47">
            <a:extLst>
              <a:ext uri="{FF2B5EF4-FFF2-40B4-BE49-F238E27FC236}">
                <a16:creationId xmlns:a16="http://schemas.microsoft.com/office/drawing/2014/main" id="{780725D4-A331-D620-1BC2-32D5C9264DBE}"/>
              </a:ext>
            </a:extLst>
          </p:cNvPr>
          <p:cNvSpPr>
            <a:spLocks noChangeShapeType="1"/>
          </p:cNvSpPr>
          <p:nvPr/>
        </p:nvSpPr>
        <p:spPr bwMode="auto">
          <a:xfrm>
            <a:off x="9542154" y="2296412"/>
            <a:ext cx="885845" cy="2593"/>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88" name="Rectangle 39">
            <a:extLst>
              <a:ext uri="{FF2B5EF4-FFF2-40B4-BE49-F238E27FC236}">
                <a16:creationId xmlns:a16="http://schemas.microsoft.com/office/drawing/2014/main" id="{08B55593-A3E8-3522-0CED-6B347BAA21D3}"/>
              </a:ext>
            </a:extLst>
          </p:cNvPr>
          <p:cNvSpPr>
            <a:spLocks noChangeArrowheads="1"/>
          </p:cNvSpPr>
          <p:nvPr/>
        </p:nvSpPr>
        <p:spPr bwMode="auto">
          <a:xfrm>
            <a:off x="9307431" y="1471834"/>
            <a:ext cx="530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pos</a:t>
            </a:r>
          </a:p>
        </p:txBody>
      </p:sp>
      <p:sp>
        <p:nvSpPr>
          <p:cNvPr id="89" name="Rectangle 48">
            <a:extLst>
              <a:ext uri="{FF2B5EF4-FFF2-40B4-BE49-F238E27FC236}">
                <a16:creationId xmlns:a16="http://schemas.microsoft.com/office/drawing/2014/main" id="{612117AC-2093-02E1-98D8-143BB4C10DBB}"/>
              </a:ext>
            </a:extLst>
          </p:cNvPr>
          <p:cNvSpPr>
            <a:spLocks noChangeArrowheads="1"/>
          </p:cNvSpPr>
          <p:nvPr/>
        </p:nvSpPr>
        <p:spPr bwMode="auto">
          <a:xfrm>
            <a:off x="8888331" y="1956021"/>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a:latin typeface="Times New Roman" panose="02020603050405020304" pitchFamily="18" charset="0"/>
              </a:rPr>
              <a:t>c</a:t>
            </a:r>
          </a:p>
        </p:txBody>
      </p:sp>
      <p:sp>
        <p:nvSpPr>
          <p:cNvPr id="90" name="Rectangle 49">
            <a:extLst>
              <a:ext uri="{FF2B5EF4-FFF2-40B4-BE49-F238E27FC236}">
                <a16:creationId xmlns:a16="http://schemas.microsoft.com/office/drawing/2014/main" id="{5DD86123-B2B2-CE8A-EB4F-D649EB8280FD}"/>
              </a:ext>
            </a:extLst>
          </p:cNvPr>
          <p:cNvSpPr>
            <a:spLocks noChangeArrowheads="1"/>
          </p:cNvSpPr>
          <p:nvPr/>
        </p:nvSpPr>
        <p:spPr bwMode="auto">
          <a:xfrm>
            <a:off x="10492478" y="1915566"/>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dirty="0" err="1">
                <a:latin typeface="Times New Roman" panose="02020603050405020304" pitchFamily="18" charset="0"/>
              </a:rPr>
              <a:t>rc</a:t>
            </a:r>
            <a:endParaRPr lang="en-US" altLang="zh-CN" sz="2000" b="1" dirty="0">
              <a:latin typeface="Times New Roman" panose="02020603050405020304" pitchFamily="18" charset="0"/>
            </a:endParaRPr>
          </a:p>
        </p:txBody>
      </p:sp>
      <p:sp>
        <p:nvSpPr>
          <p:cNvPr id="15" name="Line 50">
            <a:extLst>
              <a:ext uri="{FF2B5EF4-FFF2-40B4-BE49-F238E27FC236}">
                <a16:creationId xmlns:a16="http://schemas.microsoft.com/office/drawing/2014/main" id="{39A2102D-312E-282F-1401-38895BEC881C}"/>
              </a:ext>
            </a:extLst>
          </p:cNvPr>
          <p:cNvSpPr>
            <a:spLocks noChangeShapeType="1"/>
          </p:cNvSpPr>
          <p:nvPr/>
        </p:nvSpPr>
        <p:spPr bwMode="auto">
          <a:xfrm flipH="1">
            <a:off x="9441382" y="1871474"/>
            <a:ext cx="398282" cy="263621"/>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92" name="Line 53">
            <a:extLst>
              <a:ext uri="{FF2B5EF4-FFF2-40B4-BE49-F238E27FC236}">
                <a16:creationId xmlns:a16="http://schemas.microsoft.com/office/drawing/2014/main" id="{0CAFE66C-9010-BAFE-5FA7-C55B66F32DD6}"/>
              </a:ext>
            </a:extLst>
          </p:cNvPr>
          <p:cNvSpPr>
            <a:spLocks noChangeShapeType="1"/>
          </p:cNvSpPr>
          <p:nvPr/>
        </p:nvSpPr>
        <p:spPr bwMode="auto">
          <a:xfrm flipV="1">
            <a:off x="9223293" y="2848805"/>
            <a:ext cx="390526" cy="0"/>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16" name="Line 56">
            <a:extLst>
              <a:ext uri="{FF2B5EF4-FFF2-40B4-BE49-F238E27FC236}">
                <a16:creationId xmlns:a16="http://schemas.microsoft.com/office/drawing/2014/main" id="{A001E07C-0981-6272-3284-48D999175C68}"/>
              </a:ext>
            </a:extLst>
          </p:cNvPr>
          <p:cNvSpPr>
            <a:spLocks noChangeShapeType="1"/>
          </p:cNvSpPr>
          <p:nvPr/>
        </p:nvSpPr>
        <p:spPr bwMode="auto">
          <a:xfrm flipH="1">
            <a:off x="9095757" y="2318141"/>
            <a:ext cx="143315" cy="350407"/>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cxnSp>
        <p:nvCxnSpPr>
          <p:cNvPr id="93" name="直接连接符 92">
            <a:extLst>
              <a:ext uri="{FF2B5EF4-FFF2-40B4-BE49-F238E27FC236}">
                <a16:creationId xmlns:a16="http://schemas.microsoft.com/office/drawing/2014/main" id="{5792C540-56E2-EA20-8C66-4616271C69F6}"/>
              </a:ext>
            </a:extLst>
          </p:cNvPr>
          <p:cNvCxnSpPr>
            <a:cxnSpLocks/>
          </p:cNvCxnSpPr>
          <p:nvPr/>
        </p:nvCxnSpPr>
        <p:spPr>
          <a:xfrm>
            <a:off x="7098570" y="5348371"/>
            <a:ext cx="1120520" cy="0"/>
          </a:xfrm>
          <a:prstGeom prst="line">
            <a:avLst/>
          </a:prstGeom>
          <a:ln w="254000">
            <a:solidFill>
              <a:srgbClr val="FFC000"/>
            </a:solidFill>
          </a:ln>
        </p:spPr>
        <p:style>
          <a:lnRef idx="2">
            <a:schemeClr val="accent1"/>
          </a:lnRef>
          <a:fillRef idx="0">
            <a:schemeClr val="accent1"/>
          </a:fillRef>
          <a:effectRef idx="1">
            <a:schemeClr val="accent1"/>
          </a:effectRef>
          <a:fontRef idx="minor">
            <a:schemeClr val="tx1"/>
          </a:fontRef>
        </p:style>
      </p:cxnSp>
      <p:sp>
        <p:nvSpPr>
          <p:cNvPr id="76" name="文本框 75">
            <a:extLst>
              <a:ext uri="{FF2B5EF4-FFF2-40B4-BE49-F238E27FC236}">
                <a16:creationId xmlns:a16="http://schemas.microsoft.com/office/drawing/2014/main" id="{53CBC584-3129-50D6-D465-537525406A3F}"/>
              </a:ext>
            </a:extLst>
          </p:cNvPr>
          <p:cNvSpPr txBox="1"/>
          <p:nvPr/>
        </p:nvSpPr>
        <p:spPr>
          <a:xfrm>
            <a:off x="1072055" y="3521154"/>
            <a:ext cx="10517774" cy="3139321"/>
          </a:xfrm>
          <a:prstGeom prst="rect">
            <a:avLst/>
          </a:prstGeom>
          <a:noFill/>
          <a:ln>
            <a:solidFill>
              <a:schemeClr val="accent1">
                <a:lumMod val="60000"/>
                <a:lumOff val="40000"/>
              </a:schemeClr>
            </a:solidFill>
          </a:ln>
        </p:spPr>
        <p:txBody>
          <a:bodyPr wrap="square">
            <a:spAutoFit/>
          </a:bodyPr>
          <a:lstStyle/>
          <a:p>
            <a:pPr algn="l">
              <a:buNone/>
            </a:pPr>
            <a:r>
              <a:rPr lang="en-US" altLang="zh-CN" sz="1800"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void</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SiftDown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MaxHeap</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pos)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对</a:t>
            </a:r>
            <a:r>
              <a:rPr lang="en-US" altLang="zh-CN" sz="1800" b="1"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pos</a:t>
            </a:r>
            <a:r>
              <a:rPr lang="zh-CN" altLang="zh-CN" sz="1800" b="1"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元素筛选，将其为根的子树调整为子堆</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(pos &lt;=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/2)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元素为叶子节点，循环结束</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c = pos*2;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元素的左孩子位置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 pos*2+1;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rc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元素的右孩子位置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&lt;=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&amp;&amp; !Prior(H-&gt;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[c],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c =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rc</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元素的左、右孩子中较优先者的位置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(H-&gt;prior(H-&gt;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[pos], H-&gt;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[c]))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元素较优先，则结束</a:t>
            </a:r>
          </a:p>
          <a:p>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swapElem</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(H, pos, c);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否则</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pos</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元素和较优先的</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c</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元素交换位置</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pos = c;                 </a:t>
            </a:r>
            <a:r>
              <a:rPr lang="en-US"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继续向下调整</a:t>
            </a:r>
          </a:p>
          <a:p>
            <a:pPr algn="l">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l">
              <a:buNone/>
            </a:pPr>
            <a:r>
              <a:rPr lang="en-US"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1379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wipe(left)">
                                      <p:cBhvr>
                                        <p:cTn id="48" dur="1000"/>
                                        <p:tgtEl>
                                          <p:spTgt spid="57"/>
                                        </p:tgtEl>
                                      </p:cBhvr>
                                    </p:animEffect>
                                  </p:childTnLst>
                                </p:cTn>
                              </p:par>
                              <p:par>
                                <p:cTn id="49" presetID="3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anim calcmode="lin" valueType="num">
                                      <p:cBhvr>
                                        <p:cTn id="51" dur="1000" fill="hold"/>
                                        <p:tgtEl>
                                          <p:spTgt spid="62"/>
                                        </p:tgtEl>
                                        <p:attrNameLst>
                                          <p:attrName>ppt_w</p:attrName>
                                        </p:attrNameLst>
                                      </p:cBhvr>
                                      <p:tavLst>
                                        <p:tav tm="0">
                                          <p:val>
                                            <p:fltVal val="0"/>
                                          </p:val>
                                        </p:tav>
                                        <p:tav tm="100000">
                                          <p:val>
                                            <p:strVal val="#ppt_w"/>
                                          </p:val>
                                        </p:tav>
                                      </p:tavLst>
                                    </p:anim>
                                    <p:anim calcmode="lin" valueType="num">
                                      <p:cBhvr>
                                        <p:cTn id="52" dur="1000" fill="hold"/>
                                        <p:tgtEl>
                                          <p:spTgt spid="62"/>
                                        </p:tgtEl>
                                        <p:attrNameLst>
                                          <p:attrName>ppt_h</p:attrName>
                                        </p:attrNameLst>
                                      </p:cBhvr>
                                      <p:tavLst>
                                        <p:tav tm="0">
                                          <p:val>
                                            <p:fltVal val="0"/>
                                          </p:val>
                                        </p:tav>
                                        <p:tav tm="100000">
                                          <p:val>
                                            <p:strVal val="#ppt_h"/>
                                          </p:val>
                                        </p:tav>
                                      </p:tavLst>
                                    </p:anim>
                                    <p:anim calcmode="lin" valueType="num">
                                      <p:cBhvr>
                                        <p:cTn id="53" dur="1000" fill="hold"/>
                                        <p:tgtEl>
                                          <p:spTgt spid="62"/>
                                        </p:tgtEl>
                                        <p:attrNameLst>
                                          <p:attrName>style.rotation</p:attrName>
                                        </p:attrNameLst>
                                      </p:cBhvr>
                                      <p:tavLst>
                                        <p:tav tm="0">
                                          <p:val>
                                            <p:fltVal val="90"/>
                                          </p:val>
                                        </p:tav>
                                        <p:tav tm="100000">
                                          <p:val>
                                            <p:fltVal val="0"/>
                                          </p:val>
                                        </p:tav>
                                      </p:tavLst>
                                    </p:anim>
                                    <p:animEffect transition="in" filter="fade">
                                      <p:cBhvr>
                                        <p:cTn id="54" dur="1000"/>
                                        <p:tgtEl>
                                          <p:spTgt spid="62"/>
                                        </p:tgtEl>
                                      </p:cBhvr>
                                    </p:animEffect>
                                  </p:childTnLst>
                                </p:cTn>
                              </p:par>
                            </p:childTnLst>
                          </p:cTn>
                        </p:par>
                        <p:par>
                          <p:cTn id="55" fill="hold">
                            <p:stCondLst>
                              <p:cond delay="2000"/>
                            </p:stCondLst>
                            <p:childTnLst>
                              <p:par>
                                <p:cTn id="56" presetID="35" presetClass="path" presetSubtype="0" accel="50000" decel="50000" fill="hold" grpId="1" nodeType="afterEffect">
                                  <p:stCondLst>
                                    <p:cond delay="0"/>
                                  </p:stCondLst>
                                  <p:childTnLst>
                                    <p:animMotion origin="layout" path="M -3.75E-6 2.96296E-6 L -0.07161 -0.04098 " pathEditMode="relative" rAng="0" ptsTypes="AA">
                                      <p:cBhvr>
                                        <p:cTn id="57" dur="1500" fill="hold"/>
                                        <p:tgtEl>
                                          <p:spTgt spid="62"/>
                                        </p:tgtEl>
                                        <p:attrNameLst>
                                          <p:attrName>ppt_x</p:attrName>
                                          <p:attrName>ppt_y</p:attrName>
                                        </p:attrNameLst>
                                      </p:cBhvr>
                                      <p:rCtr x="-3581" y="-2060"/>
                                    </p:animMotion>
                                  </p:childTnLst>
                                </p:cTn>
                              </p:par>
                              <p:par>
                                <p:cTn id="58" presetID="22" presetClass="entr" presetSubtype="8" fill="hold" grpId="0" nodeType="withEffect">
                                  <p:stCondLst>
                                    <p:cond delay="0"/>
                                  </p:stCondLst>
                                  <p:childTnLst>
                                    <p:set>
                                      <p:cBhvr>
                                        <p:cTn id="59" dur="1" fill="hold">
                                          <p:stCondLst>
                                            <p:cond delay="0"/>
                                          </p:stCondLst>
                                        </p:cTn>
                                        <p:tgtEl>
                                          <p:spTgt spid="61"/>
                                        </p:tgtEl>
                                        <p:attrNameLst>
                                          <p:attrName>style.visibility</p:attrName>
                                        </p:attrNameLst>
                                      </p:cBhvr>
                                      <p:to>
                                        <p:strVal val="visible"/>
                                      </p:to>
                                    </p:set>
                                    <p:animEffect transition="in" filter="wipe(left)">
                                      <p:cBhvr>
                                        <p:cTn id="60" dur="1000"/>
                                        <p:tgtEl>
                                          <p:spTgt spid="61"/>
                                        </p:tgtEl>
                                      </p:cBhvr>
                                    </p:animEffect>
                                  </p:childTnLst>
                                </p:cTn>
                              </p:par>
                            </p:childTnLst>
                          </p:cTn>
                        </p:par>
                        <p:par>
                          <p:cTn id="61" fill="hold">
                            <p:stCondLst>
                              <p:cond delay="3500"/>
                            </p:stCondLst>
                            <p:childTnLst>
                              <p:par>
                                <p:cTn id="62" presetID="7" presetClass="emph" presetSubtype="2" fill="hold" nodeType="afterEffect">
                                  <p:stCondLst>
                                    <p:cond delay="0"/>
                                  </p:stCondLst>
                                  <p:childTnLst>
                                    <p:animClr clrSpc="rgb" dir="cw">
                                      <p:cBhvr>
                                        <p:cTn id="63" dur="500" fill="hold"/>
                                        <p:tgtEl>
                                          <p:spTgt spid="57"/>
                                        </p:tgtEl>
                                        <p:attrNameLst>
                                          <p:attrName>stroke.color</p:attrName>
                                        </p:attrNameLst>
                                      </p:cBhvr>
                                      <p:to>
                                        <a:srgbClr val="F2F2F2"/>
                                      </p:to>
                                    </p:animClr>
                                    <p:set>
                                      <p:cBhvr>
                                        <p:cTn id="64" dur="500" fill="hold"/>
                                        <p:tgtEl>
                                          <p:spTgt spid="57"/>
                                        </p:tgtEl>
                                        <p:attrNameLst>
                                          <p:attrName>stroke.on</p:attrName>
                                        </p:attrNameLst>
                                      </p:cBhvr>
                                      <p:to>
                                        <p:strVal val="true"/>
                                      </p:to>
                                    </p:se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56"/>
                                        </p:tgtEl>
                                        <p:attrNameLst>
                                          <p:attrName>style.visibility</p:attrName>
                                        </p:attrNameLst>
                                      </p:cBhvr>
                                      <p:to>
                                        <p:strVal val="visible"/>
                                      </p:to>
                                    </p:set>
                                    <p:animEffect transition="in" filter="wipe(left)">
                                      <p:cBhvr>
                                        <p:cTn id="68" dur="1000"/>
                                        <p:tgtEl>
                                          <p:spTgt spid="56"/>
                                        </p:tgtEl>
                                      </p:cBhvr>
                                    </p:animEffect>
                                  </p:childTnLst>
                                </p:cTn>
                              </p:par>
                            </p:childTnLst>
                          </p:cTn>
                        </p:par>
                      </p:childTnLst>
                    </p:cTn>
                  </p:par>
                  <p:par>
                    <p:cTn id="69" fill="hold">
                      <p:stCondLst>
                        <p:cond delay="indefinite"/>
                      </p:stCondLst>
                      <p:childTnLst>
                        <p:par>
                          <p:cTn id="70" fill="hold">
                            <p:stCondLst>
                              <p:cond delay="0"/>
                            </p:stCondLst>
                            <p:childTnLst>
                              <p:par>
                                <p:cTn id="71" presetID="35" presetClass="path" presetSubtype="0" accel="50000" decel="50000" fill="hold" grpId="1" nodeType="clickEffect">
                                  <p:stCondLst>
                                    <p:cond delay="0"/>
                                  </p:stCondLst>
                                  <p:childTnLst>
                                    <p:animMotion origin="layout" path="M -2.91667E-6 -2.59259E-6 L 0.02487 0.14746 " pathEditMode="relative" rAng="0" ptsTypes="AA">
                                      <p:cBhvr>
                                        <p:cTn id="72" dur="1500" fill="hold"/>
                                        <p:tgtEl>
                                          <p:spTgt spid="11"/>
                                        </p:tgtEl>
                                        <p:attrNameLst>
                                          <p:attrName>ppt_x</p:attrName>
                                          <p:attrName>ppt_y</p:attrName>
                                        </p:attrNameLst>
                                      </p:cBhvr>
                                      <p:rCtr x="1237" y="7361"/>
                                    </p:animMotion>
                                  </p:childTnLst>
                                </p:cTn>
                              </p:par>
                              <p:par>
                                <p:cTn id="73" presetID="64" presetClass="path" presetSubtype="0" accel="50000" decel="50000" fill="hold" grpId="1" nodeType="withEffect">
                                  <p:stCondLst>
                                    <p:cond delay="0"/>
                                  </p:stCondLst>
                                  <p:childTnLst>
                                    <p:animMotion origin="layout" path="M -3.125E-6 2.22222E-6 L -0.02487 -0.14791 " pathEditMode="relative" rAng="0" ptsTypes="AA">
                                      <p:cBhvr>
                                        <p:cTn id="74" dur="1500" fill="hold"/>
                                        <p:tgtEl>
                                          <p:spTgt spid="20"/>
                                        </p:tgtEl>
                                        <p:attrNameLst>
                                          <p:attrName>ppt_x</p:attrName>
                                          <p:attrName>ppt_y</p:attrName>
                                        </p:attrNameLst>
                                      </p:cBhvr>
                                      <p:rCtr x="-1224" y="-7361"/>
                                    </p:animMotion>
                                  </p:childTnLst>
                                </p:cTn>
                              </p:par>
                            </p:childTnLst>
                          </p:cTn>
                        </p:par>
                        <p:par>
                          <p:cTn id="75" fill="hold">
                            <p:stCondLst>
                              <p:cond delay="1500"/>
                            </p:stCondLst>
                            <p:childTnLst>
                              <p:par>
                                <p:cTn id="76" presetID="7" presetClass="emph" presetSubtype="2" fill="hold" nodeType="afterEffect">
                                  <p:stCondLst>
                                    <p:cond delay="0"/>
                                  </p:stCondLst>
                                  <p:childTnLst>
                                    <p:animClr clrSpc="rgb" dir="cw">
                                      <p:cBhvr>
                                        <p:cTn id="77" dur="500" fill="hold"/>
                                        <p:tgtEl>
                                          <p:spTgt spid="56"/>
                                        </p:tgtEl>
                                        <p:attrNameLst>
                                          <p:attrName>stroke.color</p:attrName>
                                        </p:attrNameLst>
                                      </p:cBhvr>
                                      <p:to>
                                        <a:srgbClr val="F2F2F2"/>
                                      </p:to>
                                    </p:animClr>
                                    <p:set>
                                      <p:cBhvr>
                                        <p:cTn id="78" dur="500" fill="hold"/>
                                        <p:tgtEl>
                                          <p:spTgt spid="56"/>
                                        </p:tgtEl>
                                        <p:attrNameLst>
                                          <p:attrName>stroke.on</p:attrName>
                                        </p:attrNameLst>
                                      </p:cBhvr>
                                      <p:to>
                                        <p:strVal val="true"/>
                                      </p:to>
                                    </p:set>
                                  </p:childTnLst>
                                </p:cTn>
                              </p:par>
                            </p:childTnLst>
                          </p:cTn>
                        </p:par>
                        <p:par>
                          <p:cTn id="79" fill="hold">
                            <p:stCondLst>
                              <p:cond delay="2000"/>
                            </p:stCondLst>
                            <p:childTnLst>
                              <p:par>
                                <p:cTn id="80" presetID="22" presetClass="entr" presetSubtype="8" fill="hold" nodeType="afterEffect">
                                  <p:stCondLst>
                                    <p:cond delay="0"/>
                                  </p:stCondLst>
                                  <p:childTnLst>
                                    <p:set>
                                      <p:cBhvr>
                                        <p:cTn id="81" dur="1" fill="hold">
                                          <p:stCondLst>
                                            <p:cond delay="0"/>
                                          </p:stCondLst>
                                        </p:cTn>
                                        <p:tgtEl>
                                          <p:spTgt spid="63"/>
                                        </p:tgtEl>
                                        <p:attrNameLst>
                                          <p:attrName>style.visibility</p:attrName>
                                        </p:attrNameLst>
                                      </p:cBhvr>
                                      <p:to>
                                        <p:strVal val="visible"/>
                                      </p:to>
                                    </p:set>
                                    <p:animEffect transition="in" filter="wipe(left)">
                                      <p:cBhvr>
                                        <p:cTn id="82" dur="1000"/>
                                        <p:tgtEl>
                                          <p:spTgt spid="63"/>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mph" presetSubtype="2" fill="hold" grpId="2" nodeType="clickEffect">
                                  <p:stCondLst>
                                    <p:cond delay="0"/>
                                  </p:stCondLst>
                                  <p:childTnLst>
                                    <p:animClr clrSpc="rgb" dir="cw">
                                      <p:cBhvr override="childStyle">
                                        <p:cTn id="86" dur="1000" fill="hold"/>
                                        <p:tgtEl>
                                          <p:spTgt spid="11"/>
                                        </p:tgtEl>
                                        <p:attrNameLst>
                                          <p:attrName>style.color</p:attrName>
                                        </p:attrNameLst>
                                      </p:cBhvr>
                                      <p:to>
                                        <a:schemeClr val="accent2"/>
                                      </p:to>
                                    </p:animClr>
                                  </p:childTnLst>
                                </p:cTn>
                              </p:par>
                            </p:childTnLst>
                          </p:cTn>
                        </p:par>
                        <p:par>
                          <p:cTn id="87" fill="hold">
                            <p:stCondLst>
                              <p:cond delay="1000"/>
                            </p:stCondLst>
                            <p:childTnLst>
                              <p:par>
                                <p:cTn id="88" presetID="7" presetClass="emph" presetSubtype="2" fill="hold" nodeType="afterEffect">
                                  <p:stCondLst>
                                    <p:cond delay="0"/>
                                  </p:stCondLst>
                                  <p:childTnLst>
                                    <p:animClr clrSpc="rgb" dir="cw">
                                      <p:cBhvr>
                                        <p:cTn id="89" dur="500" fill="hold"/>
                                        <p:tgtEl>
                                          <p:spTgt spid="63"/>
                                        </p:tgtEl>
                                        <p:attrNameLst>
                                          <p:attrName>stroke.color</p:attrName>
                                        </p:attrNameLst>
                                      </p:cBhvr>
                                      <p:to>
                                        <a:srgbClr val="F2F2F2"/>
                                      </p:to>
                                    </p:animClr>
                                    <p:set>
                                      <p:cBhvr>
                                        <p:cTn id="90" dur="500" fill="hold"/>
                                        <p:tgtEl>
                                          <p:spTgt spid="63"/>
                                        </p:tgtEl>
                                        <p:attrNameLst>
                                          <p:attrName>stroke.on</p:attrName>
                                        </p:attrNameLst>
                                      </p:cBhvr>
                                      <p:to>
                                        <p:strVal val="true"/>
                                      </p:to>
                                    </p:set>
                                  </p:childTnLst>
                                </p:cTn>
                              </p:par>
                            </p:childTnLst>
                          </p:cTn>
                        </p:par>
                        <p:par>
                          <p:cTn id="91" fill="hold">
                            <p:stCondLst>
                              <p:cond delay="1500"/>
                            </p:stCondLst>
                            <p:childTnLst>
                              <p:par>
                                <p:cTn id="92" presetID="22" presetClass="entr" presetSubtype="8" fill="hold" nodeType="afterEffect">
                                  <p:stCondLst>
                                    <p:cond delay="0"/>
                                  </p:stCondLst>
                                  <p:childTnLst>
                                    <p:set>
                                      <p:cBhvr>
                                        <p:cTn id="93" dur="1" fill="hold">
                                          <p:stCondLst>
                                            <p:cond delay="0"/>
                                          </p:stCondLst>
                                        </p:cTn>
                                        <p:tgtEl>
                                          <p:spTgt spid="66"/>
                                        </p:tgtEl>
                                        <p:attrNameLst>
                                          <p:attrName>style.visibility</p:attrName>
                                        </p:attrNameLst>
                                      </p:cBhvr>
                                      <p:to>
                                        <p:strVal val="visible"/>
                                      </p:to>
                                    </p:set>
                                    <p:animEffect transition="in" filter="wipe(left)">
                                      <p:cBhvr>
                                        <p:cTn id="94" dur="1000"/>
                                        <p:tgtEl>
                                          <p:spTgt spid="66"/>
                                        </p:tgtEl>
                                      </p:cBhvr>
                                    </p:animEffect>
                                  </p:childTnLst>
                                </p:cTn>
                              </p:par>
                            </p:childTnLst>
                          </p:cTn>
                        </p:par>
                      </p:childTnLst>
                    </p:cTn>
                  </p:par>
                  <p:par>
                    <p:cTn id="95" fill="hold">
                      <p:stCondLst>
                        <p:cond delay="indefinite"/>
                      </p:stCondLst>
                      <p:childTnLst>
                        <p:par>
                          <p:cTn id="96" fill="hold">
                            <p:stCondLst>
                              <p:cond delay="0"/>
                            </p:stCondLst>
                            <p:childTnLst>
                              <p:par>
                                <p:cTn id="97" presetID="7" presetClass="emph" presetSubtype="2" fill="hold" nodeType="clickEffect">
                                  <p:stCondLst>
                                    <p:cond delay="0"/>
                                  </p:stCondLst>
                                  <p:childTnLst>
                                    <p:animClr clrSpc="rgb" dir="cw">
                                      <p:cBhvr>
                                        <p:cTn id="98" dur="500" fill="hold"/>
                                        <p:tgtEl>
                                          <p:spTgt spid="66"/>
                                        </p:tgtEl>
                                        <p:attrNameLst>
                                          <p:attrName>stroke.color</p:attrName>
                                        </p:attrNameLst>
                                      </p:cBhvr>
                                      <p:to>
                                        <a:srgbClr val="F2F2F2"/>
                                      </p:to>
                                    </p:animClr>
                                    <p:set>
                                      <p:cBhvr>
                                        <p:cTn id="99" dur="500" fill="hold"/>
                                        <p:tgtEl>
                                          <p:spTgt spid="66"/>
                                        </p:tgtEl>
                                        <p:attrNameLst>
                                          <p:attrName>stroke.on</p:attrName>
                                        </p:attrNameLst>
                                      </p:cBhvr>
                                      <p:to>
                                        <p:strVal val="true"/>
                                      </p:to>
                                    </p:set>
                                  </p:childTnLst>
                                </p:cTn>
                              </p:par>
                            </p:childTnLst>
                          </p:cTn>
                        </p:par>
                        <p:par>
                          <p:cTn id="100" fill="hold">
                            <p:stCondLst>
                              <p:cond delay="500"/>
                            </p:stCondLst>
                            <p:childTnLst>
                              <p:par>
                                <p:cTn id="101" presetID="22" presetClass="entr" presetSubtype="8" fill="hold" nodeType="afterEffect">
                                  <p:stCondLst>
                                    <p:cond delay="0"/>
                                  </p:stCondLst>
                                  <p:childTnLst>
                                    <p:set>
                                      <p:cBhvr>
                                        <p:cTn id="102" dur="1" fill="hold">
                                          <p:stCondLst>
                                            <p:cond delay="0"/>
                                          </p:stCondLst>
                                        </p:cTn>
                                        <p:tgtEl>
                                          <p:spTgt spid="65"/>
                                        </p:tgtEl>
                                        <p:attrNameLst>
                                          <p:attrName>style.visibility</p:attrName>
                                        </p:attrNameLst>
                                      </p:cBhvr>
                                      <p:to>
                                        <p:strVal val="visible"/>
                                      </p:to>
                                    </p:set>
                                    <p:animEffect transition="in" filter="wipe(left)">
                                      <p:cBhvr>
                                        <p:cTn id="103" dur="1000"/>
                                        <p:tgtEl>
                                          <p:spTgt spid="65"/>
                                        </p:tgtEl>
                                      </p:cBhvr>
                                    </p:animEffect>
                                  </p:childTnLst>
                                </p:cTn>
                              </p:par>
                            </p:childTnLst>
                          </p:cTn>
                        </p:par>
                        <p:par>
                          <p:cTn id="104" fill="hold">
                            <p:stCondLst>
                              <p:cond delay="1500"/>
                            </p:stCondLst>
                            <p:childTnLst>
                              <p:par>
                                <p:cTn id="105" presetID="7" presetClass="emph" presetSubtype="2" fill="hold" nodeType="afterEffect">
                                  <p:stCondLst>
                                    <p:cond delay="0"/>
                                  </p:stCondLst>
                                  <p:childTnLst>
                                    <p:animClr clrSpc="rgb" dir="cw">
                                      <p:cBhvr>
                                        <p:cTn id="106" dur="500" fill="hold"/>
                                        <p:tgtEl>
                                          <p:spTgt spid="65"/>
                                        </p:tgtEl>
                                        <p:attrNameLst>
                                          <p:attrName>stroke.color</p:attrName>
                                        </p:attrNameLst>
                                      </p:cBhvr>
                                      <p:to>
                                        <a:srgbClr val="F2F2F2"/>
                                      </p:to>
                                    </p:animClr>
                                    <p:set>
                                      <p:cBhvr>
                                        <p:cTn id="107" dur="500" fill="hold"/>
                                        <p:tgtEl>
                                          <p:spTgt spid="65"/>
                                        </p:tgtEl>
                                        <p:attrNameLst>
                                          <p:attrName>stroke.on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31" presetClass="entr" presetSubtype="0" fill="hold" grpId="0" nodeType="clickEffect">
                                  <p:stCondLst>
                                    <p:cond delay="0"/>
                                  </p:stCondLst>
                                  <p:childTnLst>
                                    <p:set>
                                      <p:cBhvr>
                                        <p:cTn id="111" dur="1" fill="hold">
                                          <p:stCondLst>
                                            <p:cond delay="0"/>
                                          </p:stCondLst>
                                        </p:cTn>
                                        <p:tgtEl>
                                          <p:spTgt spid="76"/>
                                        </p:tgtEl>
                                        <p:attrNameLst>
                                          <p:attrName>style.visibility</p:attrName>
                                        </p:attrNameLst>
                                      </p:cBhvr>
                                      <p:to>
                                        <p:strVal val="visible"/>
                                      </p:to>
                                    </p:set>
                                    <p:anim calcmode="lin" valueType="num">
                                      <p:cBhvr>
                                        <p:cTn id="112" dur="1000" fill="hold"/>
                                        <p:tgtEl>
                                          <p:spTgt spid="76"/>
                                        </p:tgtEl>
                                        <p:attrNameLst>
                                          <p:attrName>ppt_w</p:attrName>
                                        </p:attrNameLst>
                                      </p:cBhvr>
                                      <p:tavLst>
                                        <p:tav tm="0">
                                          <p:val>
                                            <p:fltVal val="0"/>
                                          </p:val>
                                        </p:tav>
                                        <p:tav tm="100000">
                                          <p:val>
                                            <p:strVal val="#ppt_w"/>
                                          </p:val>
                                        </p:tav>
                                      </p:tavLst>
                                    </p:anim>
                                    <p:anim calcmode="lin" valueType="num">
                                      <p:cBhvr>
                                        <p:cTn id="113" dur="1000" fill="hold"/>
                                        <p:tgtEl>
                                          <p:spTgt spid="76"/>
                                        </p:tgtEl>
                                        <p:attrNameLst>
                                          <p:attrName>ppt_h</p:attrName>
                                        </p:attrNameLst>
                                      </p:cBhvr>
                                      <p:tavLst>
                                        <p:tav tm="0">
                                          <p:val>
                                            <p:fltVal val="0"/>
                                          </p:val>
                                        </p:tav>
                                        <p:tav tm="100000">
                                          <p:val>
                                            <p:strVal val="#ppt_h"/>
                                          </p:val>
                                        </p:tav>
                                      </p:tavLst>
                                    </p:anim>
                                    <p:anim calcmode="lin" valueType="num">
                                      <p:cBhvr>
                                        <p:cTn id="114" dur="1000" fill="hold"/>
                                        <p:tgtEl>
                                          <p:spTgt spid="76"/>
                                        </p:tgtEl>
                                        <p:attrNameLst>
                                          <p:attrName>style.rotation</p:attrName>
                                        </p:attrNameLst>
                                      </p:cBhvr>
                                      <p:tavLst>
                                        <p:tav tm="0">
                                          <p:val>
                                            <p:fltVal val="90"/>
                                          </p:val>
                                        </p:tav>
                                        <p:tav tm="100000">
                                          <p:val>
                                            <p:fltVal val="0"/>
                                          </p:val>
                                        </p:tav>
                                      </p:tavLst>
                                    </p:anim>
                                    <p:animEffect transition="in" filter="fade">
                                      <p:cBhvr>
                                        <p:cTn id="115" dur="1000"/>
                                        <p:tgtEl>
                                          <p:spTgt spid="76"/>
                                        </p:tgtEl>
                                      </p:cBhvr>
                                    </p:animEffect>
                                  </p:childTnLst>
                                </p:cTn>
                              </p:par>
                              <p:par>
                                <p:cTn id="116" presetID="31" presetClass="entr" presetSubtype="0" fill="hold" grpId="0" nodeType="withEffect">
                                  <p:stCondLst>
                                    <p:cond delay="0"/>
                                  </p:stCondLst>
                                  <p:childTnLst>
                                    <p:set>
                                      <p:cBhvr>
                                        <p:cTn id="117" dur="1" fill="hold">
                                          <p:stCondLst>
                                            <p:cond delay="0"/>
                                          </p:stCondLst>
                                        </p:cTn>
                                        <p:tgtEl>
                                          <p:spTgt spid="77"/>
                                        </p:tgtEl>
                                        <p:attrNameLst>
                                          <p:attrName>style.visibility</p:attrName>
                                        </p:attrNameLst>
                                      </p:cBhvr>
                                      <p:to>
                                        <p:strVal val="visible"/>
                                      </p:to>
                                    </p:set>
                                    <p:anim calcmode="lin" valueType="num">
                                      <p:cBhvr>
                                        <p:cTn id="118" dur="1000" fill="hold"/>
                                        <p:tgtEl>
                                          <p:spTgt spid="77"/>
                                        </p:tgtEl>
                                        <p:attrNameLst>
                                          <p:attrName>ppt_w</p:attrName>
                                        </p:attrNameLst>
                                      </p:cBhvr>
                                      <p:tavLst>
                                        <p:tav tm="0">
                                          <p:val>
                                            <p:fltVal val="0"/>
                                          </p:val>
                                        </p:tav>
                                        <p:tav tm="100000">
                                          <p:val>
                                            <p:strVal val="#ppt_w"/>
                                          </p:val>
                                        </p:tav>
                                      </p:tavLst>
                                    </p:anim>
                                    <p:anim calcmode="lin" valueType="num">
                                      <p:cBhvr>
                                        <p:cTn id="119" dur="1000" fill="hold"/>
                                        <p:tgtEl>
                                          <p:spTgt spid="77"/>
                                        </p:tgtEl>
                                        <p:attrNameLst>
                                          <p:attrName>ppt_h</p:attrName>
                                        </p:attrNameLst>
                                      </p:cBhvr>
                                      <p:tavLst>
                                        <p:tav tm="0">
                                          <p:val>
                                            <p:fltVal val="0"/>
                                          </p:val>
                                        </p:tav>
                                        <p:tav tm="100000">
                                          <p:val>
                                            <p:strVal val="#ppt_h"/>
                                          </p:val>
                                        </p:tav>
                                      </p:tavLst>
                                    </p:anim>
                                    <p:anim calcmode="lin" valueType="num">
                                      <p:cBhvr>
                                        <p:cTn id="120" dur="1000" fill="hold"/>
                                        <p:tgtEl>
                                          <p:spTgt spid="77"/>
                                        </p:tgtEl>
                                        <p:attrNameLst>
                                          <p:attrName>style.rotation</p:attrName>
                                        </p:attrNameLst>
                                      </p:cBhvr>
                                      <p:tavLst>
                                        <p:tav tm="0">
                                          <p:val>
                                            <p:fltVal val="90"/>
                                          </p:val>
                                        </p:tav>
                                        <p:tav tm="100000">
                                          <p:val>
                                            <p:fltVal val="0"/>
                                          </p:val>
                                        </p:tav>
                                      </p:tavLst>
                                    </p:anim>
                                    <p:animEffect transition="in" filter="fade">
                                      <p:cBhvr>
                                        <p:cTn id="121" dur="1000"/>
                                        <p:tgtEl>
                                          <p:spTgt spid="77"/>
                                        </p:tgtEl>
                                      </p:cBhvr>
                                    </p:animEffect>
                                  </p:childTnLst>
                                </p:cTn>
                              </p:par>
                              <p:par>
                                <p:cTn id="122" presetID="42" presetClass="entr" presetSubtype="0" fill="hold" grpId="0" nodeType="withEffect">
                                  <p:stCondLst>
                                    <p:cond delay="0"/>
                                  </p:stCondLst>
                                  <p:childTnLst>
                                    <p:set>
                                      <p:cBhvr>
                                        <p:cTn id="123" dur="1" fill="hold">
                                          <p:stCondLst>
                                            <p:cond delay="0"/>
                                          </p:stCondLst>
                                        </p:cTn>
                                        <p:tgtEl>
                                          <p:spTgt spid="88"/>
                                        </p:tgtEl>
                                        <p:attrNameLst>
                                          <p:attrName>style.visibility</p:attrName>
                                        </p:attrNameLst>
                                      </p:cBhvr>
                                      <p:to>
                                        <p:strVal val="visible"/>
                                      </p:to>
                                    </p:set>
                                    <p:animEffect transition="in" filter="fade">
                                      <p:cBhvr>
                                        <p:cTn id="124" dur="1000"/>
                                        <p:tgtEl>
                                          <p:spTgt spid="88"/>
                                        </p:tgtEl>
                                      </p:cBhvr>
                                    </p:animEffect>
                                    <p:anim calcmode="lin" valueType="num">
                                      <p:cBhvr>
                                        <p:cTn id="125" dur="1000" fill="hold"/>
                                        <p:tgtEl>
                                          <p:spTgt spid="88"/>
                                        </p:tgtEl>
                                        <p:attrNameLst>
                                          <p:attrName>ppt_x</p:attrName>
                                        </p:attrNameLst>
                                      </p:cBhvr>
                                      <p:tavLst>
                                        <p:tav tm="0">
                                          <p:val>
                                            <p:strVal val="#ppt_x"/>
                                          </p:val>
                                        </p:tav>
                                        <p:tav tm="100000">
                                          <p:val>
                                            <p:strVal val="#ppt_x"/>
                                          </p:val>
                                        </p:tav>
                                      </p:tavLst>
                                    </p:anim>
                                    <p:anim calcmode="lin" valueType="num">
                                      <p:cBhvr>
                                        <p:cTn id="126" dur="1000" fill="hold"/>
                                        <p:tgtEl>
                                          <p:spTgt spid="88"/>
                                        </p:tgtEl>
                                        <p:attrNameLst>
                                          <p:attrName>ppt_y</p:attrName>
                                        </p:attrNameLst>
                                      </p:cBhvr>
                                      <p:tavLst>
                                        <p:tav tm="0">
                                          <p:val>
                                            <p:strVal val="#ppt_y+.1"/>
                                          </p:val>
                                        </p:tav>
                                        <p:tav tm="100000">
                                          <p:val>
                                            <p:strVal val="#ppt_y"/>
                                          </p:val>
                                        </p:tav>
                                      </p:tavLst>
                                    </p:anim>
                                  </p:childTnLst>
                                </p:cTn>
                              </p:par>
                            </p:childTnLst>
                          </p:cTn>
                        </p:par>
                        <p:par>
                          <p:cTn id="127" fill="hold">
                            <p:stCondLst>
                              <p:cond delay="1000"/>
                            </p:stCondLst>
                            <p:childTnLst>
                              <p:par>
                                <p:cTn id="128" presetID="22" presetClass="entr" presetSubtype="8" fill="hold" nodeType="afterEffect">
                                  <p:stCondLst>
                                    <p:cond delay="0"/>
                                  </p:stCondLst>
                                  <p:childTnLst>
                                    <p:set>
                                      <p:cBhvr>
                                        <p:cTn id="129" dur="1" fill="hold">
                                          <p:stCondLst>
                                            <p:cond delay="0"/>
                                          </p:stCondLst>
                                        </p:cTn>
                                        <p:tgtEl>
                                          <p:spTgt spid="83"/>
                                        </p:tgtEl>
                                        <p:attrNameLst>
                                          <p:attrName>style.visibility</p:attrName>
                                        </p:attrNameLst>
                                      </p:cBhvr>
                                      <p:to>
                                        <p:strVal val="visible"/>
                                      </p:to>
                                    </p:set>
                                    <p:animEffect transition="in" filter="wipe(left)">
                                      <p:cBhvr>
                                        <p:cTn id="130" dur="1000"/>
                                        <p:tgtEl>
                                          <p:spTgt spid="83"/>
                                        </p:tgtEl>
                                      </p:cBhvr>
                                    </p:animEffect>
                                  </p:childTnLst>
                                </p:cTn>
                              </p:par>
                            </p:childTnLst>
                          </p:cTn>
                        </p:par>
                      </p:childTnLst>
                    </p:cTn>
                  </p:par>
                  <p:par>
                    <p:cTn id="131" fill="hold">
                      <p:stCondLst>
                        <p:cond delay="indefinite"/>
                      </p:stCondLst>
                      <p:childTnLst>
                        <p:par>
                          <p:cTn id="132" fill="hold">
                            <p:stCondLst>
                              <p:cond delay="0"/>
                            </p:stCondLst>
                            <p:childTnLst>
                              <p:par>
                                <p:cTn id="133" presetID="47" presetClass="entr" presetSubtype="0" fill="hold" grpId="0" nodeType="clickEffect">
                                  <p:stCondLst>
                                    <p:cond delay="0"/>
                                  </p:stCondLst>
                                  <p:childTnLst>
                                    <p:set>
                                      <p:cBhvr>
                                        <p:cTn id="134" dur="1" fill="hold">
                                          <p:stCondLst>
                                            <p:cond delay="0"/>
                                          </p:stCondLst>
                                        </p:cTn>
                                        <p:tgtEl>
                                          <p:spTgt spid="89"/>
                                        </p:tgtEl>
                                        <p:attrNameLst>
                                          <p:attrName>style.visibility</p:attrName>
                                        </p:attrNameLst>
                                      </p:cBhvr>
                                      <p:to>
                                        <p:strVal val="visible"/>
                                      </p:to>
                                    </p:set>
                                    <p:animEffect transition="in" filter="fade">
                                      <p:cBhvr>
                                        <p:cTn id="135" dur="1000"/>
                                        <p:tgtEl>
                                          <p:spTgt spid="89"/>
                                        </p:tgtEl>
                                      </p:cBhvr>
                                    </p:animEffect>
                                    <p:anim calcmode="lin" valueType="num">
                                      <p:cBhvr>
                                        <p:cTn id="136" dur="1000" fill="hold"/>
                                        <p:tgtEl>
                                          <p:spTgt spid="89"/>
                                        </p:tgtEl>
                                        <p:attrNameLst>
                                          <p:attrName>ppt_x</p:attrName>
                                        </p:attrNameLst>
                                      </p:cBhvr>
                                      <p:tavLst>
                                        <p:tav tm="0">
                                          <p:val>
                                            <p:strVal val="#ppt_x"/>
                                          </p:val>
                                        </p:tav>
                                        <p:tav tm="100000">
                                          <p:val>
                                            <p:strVal val="#ppt_x"/>
                                          </p:val>
                                        </p:tav>
                                      </p:tavLst>
                                    </p:anim>
                                    <p:anim calcmode="lin" valueType="num">
                                      <p:cBhvr>
                                        <p:cTn id="137" dur="1000" fill="hold"/>
                                        <p:tgtEl>
                                          <p:spTgt spid="89"/>
                                        </p:tgtEl>
                                        <p:attrNameLst>
                                          <p:attrName>ppt_y</p:attrName>
                                        </p:attrNameLst>
                                      </p:cBhvr>
                                      <p:tavLst>
                                        <p:tav tm="0">
                                          <p:val>
                                            <p:strVal val="#ppt_y-.1"/>
                                          </p:val>
                                        </p:tav>
                                        <p:tav tm="100000">
                                          <p:val>
                                            <p:strVal val="#ppt_y"/>
                                          </p:val>
                                        </p:tav>
                                      </p:tavLst>
                                    </p:anim>
                                  </p:childTnLst>
                                </p:cTn>
                              </p:par>
                            </p:childTnLst>
                          </p:cTn>
                        </p:par>
                        <p:par>
                          <p:cTn id="138" fill="hold">
                            <p:stCondLst>
                              <p:cond delay="1000"/>
                            </p:stCondLst>
                            <p:childTnLst>
                              <p:par>
                                <p:cTn id="139" presetID="7" presetClass="emph" presetSubtype="2" fill="hold" nodeType="afterEffect">
                                  <p:stCondLst>
                                    <p:cond delay="0"/>
                                  </p:stCondLst>
                                  <p:childTnLst>
                                    <p:animClr clrSpc="rgb" dir="cw">
                                      <p:cBhvr>
                                        <p:cTn id="140" dur="500" fill="hold"/>
                                        <p:tgtEl>
                                          <p:spTgt spid="83"/>
                                        </p:tgtEl>
                                        <p:attrNameLst>
                                          <p:attrName>stroke.color</p:attrName>
                                        </p:attrNameLst>
                                      </p:cBhvr>
                                      <p:to>
                                        <a:srgbClr val="F2F2F2"/>
                                      </p:to>
                                    </p:animClr>
                                    <p:set>
                                      <p:cBhvr>
                                        <p:cTn id="141" dur="500" fill="hold"/>
                                        <p:tgtEl>
                                          <p:spTgt spid="83"/>
                                        </p:tgtEl>
                                        <p:attrNameLst>
                                          <p:attrName>stroke.on</p:attrName>
                                        </p:attrNameLst>
                                      </p:cBhvr>
                                      <p:to>
                                        <p:strVal val="true"/>
                                      </p:to>
                                    </p:set>
                                  </p:childTnLst>
                                </p:cTn>
                              </p:par>
                            </p:childTnLst>
                          </p:cTn>
                        </p:par>
                        <p:par>
                          <p:cTn id="142" fill="hold">
                            <p:stCondLst>
                              <p:cond delay="1500"/>
                            </p:stCondLst>
                            <p:childTnLst>
                              <p:par>
                                <p:cTn id="143" presetID="22" presetClass="entr" presetSubtype="8" fill="hold" nodeType="afterEffect">
                                  <p:stCondLst>
                                    <p:cond delay="0"/>
                                  </p:stCondLst>
                                  <p:childTnLst>
                                    <p:set>
                                      <p:cBhvr>
                                        <p:cTn id="144" dur="1" fill="hold">
                                          <p:stCondLst>
                                            <p:cond delay="0"/>
                                          </p:stCondLst>
                                        </p:cTn>
                                        <p:tgtEl>
                                          <p:spTgt spid="82"/>
                                        </p:tgtEl>
                                        <p:attrNameLst>
                                          <p:attrName>style.visibility</p:attrName>
                                        </p:attrNameLst>
                                      </p:cBhvr>
                                      <p:to>
                                        <p:strVal val="visible"/>
                                      </p:to>
                                    </p:set>
                                    <p:animEffect transition="in" filter="wipe(left)">
                                      <p:cBhvr>
                                        <p:cTn id="145" dur="1000"/>
                                        <p:tgtEl>
                                          <p:spTgt spid="82"/>
                                        </p:tgtEl>
                                      </p:cBhvr>
                                    </p:animEffect>
                                  </p:childTnLst>
                                </p:cTn>
                              </p:par>
                            </p:childTnLst>
                          </p:cTn>
                        </p:par>
                      </p:childTnLst>
                    </p:cTn>
                  </p:par>
                  <p:par>
                    <p:cTn id="146" fill="hold">
                      <p:stCondLst>
                        <p:cond delay="indefinite"/>
                      </p:stCondLst>
                      <p:childTnLst>
                        <p:par>
                          <p:cTn id="147" fill="hold">
                            <p:stCondLst>
                              <p:cond delay="0"/>
                            </p:stCondLst>
                            <p:childTnLst>
                              <p:par>
                                <p:cTn id="148" presetID="47" presetClass="entr" presetSubtype="0" fill="hold" nodeType="clickEffect">
                                  <p:stCondLst>
                                    <p:cond delay="0"/>
                                  </p:stCondLst>
                                  <p:childTnLst>
                                    <p:set>
                                      <p:cBhvr>
                                        <p:cTn id="149" dur="1" fill="hold">
                                          <p:stCondLst>
                                            <p:cond delay="0"/>
                                          </p:stCondLst>
                                        </p:cTn>
                                        <p:tgtEl>
                                          <p:spTgt spid="90">
                                            <p:txEl>
                                              <p:pRg st="0" end="0"/>
                                            </p:txEl>
                                          </p:spTgt>
                                        </p:tgtEl>
                                        <p:attrNameLst>
                                          <p:attrName>style.visibility</p:attrName>
                                        </p:attrNameLst>
                                      </p:cBhvr>
                                      <p:to>
                                        <p:strVal val="visible"/>
                                      </p:to>
                                    </p:set>
                                    <p:animEffect transition="in" filter="fade">
                                      <p:cBhvr>
                                        <p:cTn id="150" dur="1000"/>
                                        <p:tgtEl>
                                          <p:spTgt spid="90">
                                            <p:txEl>
                                              <p:pRg st="0" end="0"/>
                                            </p:txEl>
                                          </p:spTgt>
                                        </p:tgtEl>
                                      </p:cBhvr>
                                    </p:animEffect>
                                    <p:anim calcmode="lin" valueType="num">
                                      <p:cBhvr>
                                        <p:cTn id="151" dur="1000" fill="hold"/>
                                        <p:tgtEl>
                                          <p:spTgt spid="90">
                                            <p:txEl>
                                              <p:pRg st="0" end="0"/>
                                            </p:txEl>
                                          </p:spTgt>
                                        </p:tgtEl>
                                        <p:attrNameLst>
                                          <p:attrName>ppt_x</p:attrName>
                                        </p:attrNameLst>
                                      </p:cBhvr>
                                      <p:tavLst>
                                        <p:tav tm="0">
                                          <p:val>
                                            <p:strVal val="#ppt_x"/>
                                          </p:val>
                                        </p:tav>
                                        <p:tav tm="100000">
                                          <p:val>
                                            <p:strVal val="#ppt_x"/>
                                          </p:val>
                                        </p:tav>
                                      </p:tavLst>
                                    </p:anim>
                                    <p:anim calcmode="lin" valueType="num">
                                      <p:cBhvr>
                                        <p:cTn id="152" dur="1000" fill="hold"/>
                                        <p:tgtEl>
                                          <p:spTgt spid="90">
                                            <p:txEl>
                                              <p:pRg st="0" end="0"/>
                                            </p:txEl>
                                          </p:spTgt>
                                        </p:tgtEl>
                                        <p:attrNameLst>
                                          <p:attrName>ppt_y</p:attrName>
                                        </p:attrNameLst>
                                      </p:cBhvr>
                                      <p:tavLst>
                                        <p:tav tm="0">
                                          <p:val>
                                            <p:strVal val="#ppt_y-.1"/>
                                          </p:val>
                                        </p:tav>
                                        <p:tav tm="100000">
                                          <p:val>
                                            <p:strVal val="#ppt_y"/>
                                          </p:val>
                                        </p:tav>
                                      </p:tavLst>
                                    </p:anim>
                                  </p:childTnLst>
                                </p:cTn>
                              </p:par>
                            </p:childTnLst>
                          </p:cTn>
                        </p:par>
                        <p:par>
                          <p:cTn id="153" fill="hold">
                            <p:stCondLst>
                              <p:cond delay="1000"/>
                            </p:stCondLst>
                            <p:childTnLst>
                              <p:par>
                                <p:cTn id="154" presetID="7" presetClass="emph" presetSubtype="2" fill="hold" nodeType="afterEffect">
                                  <p:stCondLst>
                                    <p:cond delay="0"/>
                                  </p:stCondLst>
                                  <p:childTnLst>
                                    <p:animClr clrSpc="rgb" dir="cw">
                                      <p:cBhvr>
                                        <p:cTn id="155" dur="500" fill="hold"/>
                                        <p:tgtEl>
                                          <p:spTgt spid="82"/>
                                        </p:tgtEl>
                                        <p:attrNameLst>
                                          <p:attrName>stroke.color</p:attrName>
                                        </p:attrNameLst>
                                      </p:cBhvr>
                                      <p:to>
                                        <a:srgbClr val="F2F2F2"/>
                                      </p:to>
                                    </p:animClr>
                                    <p:set>
                                      <p:cBhvr>
                                        <p:cTn id="156" dur="500" fill="hold"/>
                                        <p:tgtEl>
                                          <p:spTgt spid="82"/>
                                        </p:tgtEl>
                                        <p:attrNameLst>
                                          <p:attrName>stroke.on</p:attrName>
                                        </p:attrNameLst>
                                      </p:cBhvr>
                                      <p:to>
                                        <p:strVal val="true"/>
                                      </p:to>
                                    </p:set>
                                  </p:childTnLst>
                                </p:cTn>
                              </p:par>
                            </p:childTnLst>
                          </p:cTn>
                        </p:par>
                        <p:par>
                          <p:cTn id="157" fill="hold">
                            <p:stCondLst>
                              <p:cond delay="1500"/>
                            </p:stCondLst>
                            <p:childTnLst>
                              <p:par>
                                <p:cTn id="158" presetID="22" presetClass="entr" presetSubtype="8" fill="hold" nodeType="afterEffect">
                                  <p:stCondLst>
                                    <p:cond delay="0"/>
                                  </p:stCondLst>
                                  <p:childTnLst>
                                    <p:set>
                                      <p:cBhvr>
                                        <p:cTn id="159" dur="1" fill="hold">
                                          <p:stCondLst>
                                            <p:cond delay="0"/>
                                          </p:stCondLst>
                                        </p:cTn>
                                        <p:tgtEl>
                                          <p:spTgt spid="81"/>
                                        </p:tgtEl>
                                        <p:attrNameLst>
                                          <p:attrName>style.visibility</p:attrName>
                                        </p:attrNameLst>
                                      </p:cBhvr>
                                      <p:to>
                                        <p:strVal val="visible"/>
                                      </p:to>
                                    </p:set>
                                    <p:animEffect transition="in" filter="wipe(left)">
                                      <p:cBhvr>
                                        <p:cTn id="160" dur="1000"/>
                                        <p:tgtEl>
                                          <p:spTgt spid="81"/>
                                        </p:tgtEl>
                                      </p:cBhvr>
                                    </p:animEffect>
                                  </p:childTnLst>
                                </p:cTn>
                              </p:par>
                            </p:childTnLst>
                          </p:cTn>
                        </p:par>
                      </p:childTnLst>
                    </p:cTn>
                  </p:par>
                  <p:par>
                    <p:cTn id="161" fill="hold">
                      <p:stCondLst>
                        <p:cond delay="indefinite"/>
                      </p:stCondLst>
                      <p:childTnLst>
                        <p:par>
                          <p:cTn id="162" fill="hold">
                            <p:stCondLst>
                              <p:cond delay="0"/>
                            </p:stCondLst>
                            <p:childTnLst>
                              <p:par>
                                <p:cTn id="163" presetID="17" presetClass="entr" presetSubtype="10" fill="hold" nodeType="clickEffect">
                                  <p:stCondLst>
                                    <p:cond delay="0"/>
                                  </p:stCondLst>
                                  <p:childTnLst>
                                    <p:set>
                                      <p:cBhvr>
                                        <p:cTn id="164" dur="1" fill="hold">
                                          <p:stCondLst>
                                            <p:cond delay="0"/>
                                          </p:stCondLst>
                                        </p:cTn>
                                        <p:tgtEl>
                                          <p:spTgt spid="87"/>
                                        </p:tgtEl>
                                        <p:attrNameLst>
                                          <p:attrName>style.visibility</p:attrName>
                                        </p:attrNameLst>
                                      </p:cBhvr>
                                      <p:to>
                                        <p:strVal val="visible"/>
                                      </p:to>
                                    </p:set>
                                    <p:anim calcmode="lin" valueType="num">
                                      <p:cBhvr>
                                        <p:cTn id="165" dur="1000" fill="hold"/>
                                        <p:tgtEl>
                                          <p:spTgt spid="87"/>
                                        </p:tgtEl>
                                        <p:attrNameLst>
                                          <p:attrName>ppt_w</p:attrName>
                                        </p:attrNameLst>
                                      </p:cBhvr>
                                      <p:tavLst>
                                        <p:tav tm="0">
                                          <p:val>
                                            <p:fltVal val="0"/>
                                          </p:val>
                                        </p:tav>
                                        <p:tav tm="100000">
                                          <p:val>
                                            <p:strVal val="#ppt_w"/>
                                          </p:val>
                                        </p:tav>
                                      </p:tavLst>
                                    </p:anim>
                                    <p:anim calcmode="lin" valueType="num">
                                      <p:cBhvr>
                                        <p:cTn id="166" dur="1000" fill="hold"/>
                                        <p:tgtEl>
                                          <p:spTgt spid="87"/>
                                        </p:tgtEl>
                                        <p:attrNameLst>
                                          <p:attrName>ppt_h</p:attrName>
                                        </p:attrNameLst>
                                      </p:cBhvr>
                                      <p:tavLst>
                                        <p:tav tm="0">
                                          <p:val>
                                            <p:strVal val="#ppt_h"/>
                                          </p:val>
                                        </p:tav>
                                        <p:tav tm="100000">
                                          <p:val>
                                            <p:strVal val="#ppt_h"/>
                                          </p:val>
                                        </p:tav>
                                      </p:tavLst>
                                    </p:anim>
                                  </p:childTnLst>
                                </p:cTn>
                              </p:par>
                            </p:childTnLst>
                          </p:cTn>
                        </p:par>
                      </p:childTnLst>
                    </p:cTn>
                  </p:par>
                  <p:par>
                    <p:cTn id="167" fill="hold">
                      <p:stCondLst>
                        <p:cond delay="indefinite"/>
                      </p:stCondLst>
                      <p:childTnLst>
                        <p:par>
                          <p:cTn id="168" fill="hold">
                            <p:stCondLst>
                              <p:cond delay="0"/>
                            </p:stCondLst>
                            <p:childTnLst>
                              <p:par>
                                <p:cTn id="169" presetID="22" presetClass="exit" presetSubtype="2" fill="hold" nodeType="clickEffect">
                                  <p:stCondLst>
                                    <p:cond delay="0"/>
                                  </p:stCondLst>
                                  <p:childTnLst>
                                    <p:animEffect transition="out" filter="wipe(right)">
                                      <p:cBhvr>
                                        <p:cTn id="170" dur="1000"/>
                                        <p:tgtEl>
                                          <p:spTgt spid="87"/>
                                        </p:tgtEl>
                                      </p:cBhvr>
                                    </p:animEffect>
                                    <p:set>
                                      <p:cBhvr>
                                        <p:cTn id="171" dur="1" fill="hold">
                                          <p:stCondLst>
                                            <p:cond delay="999"/>
                                          </p:stCondLst>
                                        </p:cTn>
                                        <p:tgtEl>
                                          <p:spTgt spid="87"/>
                                        </p:tgtEl>
                                        <p:attrNameLst>
                                          <p:attrName>style.visibility</p:attrName>
                                        </p:attrNameLst>
                                      </p:cBhvr>
                                      <p:to>
                                        <p:strVal val="hidden"/>
                                      </p:to>
                                    </p:set>
                                  </p:childTnLst>
                                </p:cTn>
                              </p:par>
                            </p:childTnLst>
                          </p:cTn>
                        </p:par>
                        <p:par>
                          <p:cTn id="172" fill="hold">
                            <p:stCondLst>
                              <p:cond delay="1000"/>
                            </p:stCondLst>
                            <p:childTnLst>
                              <p:par>
                                <p:cTn id="173" presetID="7" presetClass="emph" presetSubtype="2" fill="hold" nodeType="afterEffect">
                                  <p:stCondLst>
                                    <p:cond delay="0"/>
                                  </p:stCondLst>
                                  <p:childTnLst>
                                    <p:animClr clrSpc="rgb" dir="cw">
                                      <p:cBhvr>
                                        <p:cTn id="174" dur="500" fill="hold"/>
                                        <p:tgtEl>
                                          <p:spTgt spid="81"/>
                                        </p:tgtEl>
                                        <p:attrNameLst>
                                          <p:attrName>stroke.color</p:attrName>
                                        </p:attrNameLst>
                                      </p:cBhvr>
                                      <p:to>
                                        <a:srgbClr val="F2F2F2"/>
                                      </p:to>
                                    </p:animClr>
                                    <p:set>
                                      <p:cBhvr>
                                        <p:cTn id="175" dur="500" fill="hold"/>
                                        <p:tgtEl>
                                          <p:spTgt spid="81"/>
                                        </p:tgtEl>
                                        <p:attrNameLst>
                                          <p:attrName>stroke.on</p:attrName>
                                        </p:attrNameLst>
                                      </p:cBhvr>
                                      <p:to>
                                        <p:strVal val="true"/>
                                      </p:to>
                                    </p:set>
                                  </p:childTnLst>
                                </p:cTn>
                              </p:par>
                            </p:childTnLst>
                          </p:cTn>
                        </p:par>
                        <p:par>
                          <p:cTn id="176" fill="hold">
                            <p:stCondLst>
                              <p:cond delay="1500"/>
                            </p:stCondLst>
                            <p:childTnLst>
                              <p:par>
                                <p:cTn id="177" presetID="22" presetClass="entr" presetSubtype="8" fill="hold" nodeType="afterEffect">
                                  <p:stCondLst>
                                    <p:cond delay="0"/>
                                  </p:stCondLst>
                                  <p:childTnLst>
                                    <p:set>
                                      <p:cBhvr>
                                        <p:cTn id="178" dur="1" fill="hold">
                                          <p:stCondLst>
                                            <p:cond delay="0"/>
                                          </p:stCondLst>
                                        </p:cTn>
                                        <p:tgtEl>
                                          <p:spTgt spid="80"/>
                                        </p:tgtEl>
                                        <p:attrNameLst>
                                          <p:attrName>style.visibility</p:attrName>
                                        </p:attrNameLst>
                                      </p:cBhvr>
                                      <p:to>
                                        <p:strVal val="visible"/>
                                      </p:to>
                                    </p:set>
                                    <p:animEffect transition="in" filter="wipe(left)">
                                      <p:cBhvr>
                                        <p:cTn id="179" dur="1000"/>
                                        <p:tgtEl>
                                          <p:spTgt spid="80"/>
                                        </p:tgtEl>
                                      </p:cBhvr>
                                    </p:animEffect>
                                  </p:childTnLst>
                                </p:cTn>
                              </p:par>
                            </p:childTnLst>
                          </p:cTn>
                        </p:par>
                      </p:childTnLst>
                    </p:cTn>
                  </p:par>
                  <p:par>
                    <p:cTn id="180" fill="hold">
                      <p:stCondLst>
                        <p:cond delay="indefinite"/>
                      </p:stCondLst>
                      <p:childTnLst>
                        <p:par>
                          <p:cTn id="181" fill="hold">
                            <p:stCondLst>
                              <p:cond delay="0"/>
                            </p:stCondLst>
                            <p:childTnLst>
                              <p:par>
                                <p:cTn id="182" presetID="55" presetClass="entr" presetSubtype="0" fill="hold" nodeType="clickEffect">
                                  <p:stCondLst>
                                    <p:cond delay="0"/>
                                  </p:stCondLst>
                                  <p:childTnLst>
                                    <p:set>
                                      <p:cBhvr>
                                        <p:cTn id="183" dur="1" fill="hold">
                                          <p:stCondLst>
                                            <p:cond delay="0"/>
                                          </p:stCondLst>
                                        </p:cTn>
                                        <p:tgtEl>
                                          <p:spTgt spid="15"/>
                                        </p:tgtEl>
                                        <p:attrNameLst>
                                          <p:attrName>style.visibility</p:attrName>
                                        </p:attrNameLst>
                                      </p:cBhvr>
                                      <p:to>
                                        <p:strVal val="visible"/>
                                      </p:to>
                                    </p:set>
                                    <p:anim calcmode="lin" valueType="num">
                                      <p:cBhvr>
                                        <p:cTn id="184" dur="1000" fill="hold"/>
                                        <p:tgtEl>
                                          <p:spTgt spid="15"/>
                                        </p:tgtEl>
                                        <p:attrNameLst>
                                          <p:attrName>ppt_w</p:attrName>
                                        </p:attrNameLst>
                                      </p:cBhvr>
                                      <p:tavLst>
                                        <p:tav tm="0">
                                          <p:val>
                                            <p:strVal val="#ppt_w*0.70"/>
                                          </p:val>
                                        </p:tav>
                                        <p:tav tm="100000">
                                          <p:val>
                                            <p:strVal val="#ppt_w"/>
                                          </p:val>
                                        </p:tav>
                                      </p:tavLst>
                                    </p:anim>
                                    <p:anim calcmode="lin" valueType="num">
                                      <p:cBhvr>
                                        <p:cTn id="185" dur="1000" fill="hold"/>
                                        <p:tgtEl>
                                          <p:spTgt spid="15"/>
                                        </p:tgtEl>
                                        <p:attrNameLst>
                                          <p:attrName>ppt_h</p:attrName>
                                        </p:attrNameLst>
                                      </p:cBhvr>
                                      <p:tavLst>
                                        <p:tav tm="0">
                                          <p:val>
                                            <p:strVal val="#ppt_h"/>
                                          </p:val>
                                        </p:tav>
                                        <p:tav tm="100000">
                                          <p:val>
                                            <p:strVal val="#ppt_h"/>
                                          </p:val>
                                        </p:tav>
                                      </p:tavLst>
                                    </p:anim>
                                    <p:animEffect transition="in" filter="fade">
                                      <p:cBhvr>
                                        <p:cTn id="186" dur="1000"/>
                                        <p:tgtEl>
                                          <p:spTgt spid="15"/>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xit" presetSubtype="1" fill="hold" nodeType="clickEffect">
                                  <p:stCondLst>
                                    <p:cond delay="0"/>
                                  </p:stCondLst>
                                  <p:childTnLst>
                                    <p:animEffect transition="out" filter="wipe(up)">
                                      <p:cBhvr>
                                        <p:cTn id="190" dur="1000"/>
                                        <p:tgtEl>
                                          <p:spTgt spid="15"/>
                                        </p:tgtEl>
                                      </p:cBhvr>
                                    </p:animEffect>
                                    <p:set>
                                      <p:cBhvr>
                                        <p:cTn id="191" dur="1" fill="hold">
                                          <p:stCondLst>
                                            <p:cond delay="999"/>
                                          </p:stCondLst>
                                        </p:cTn>
                                        <p:tgtEl>
                                          <p:spTgt spid="15"/>
                                        </p:tgtEl>
                                        <p:attrNameLst>
                                          <p:attrName>style.visibility</p:attrName>
                                        </p:attrNameLst>
                                      </p:cBhvr>
                                      <p:to>
                                        <p:strVal val="hidden"/>
                                      </p:to>
                                    </p:set>
                                  </p:childTnLst>
                                </p:cTn>
                              </p:par>
                            </p:childTnLst>
                          </p:cTn>
                        </p:par>
                        <p:par>
                          <p:cTn id="192" fill="hold">
                            <p:stCondLst>
                              <p:cond delay="1000"/>
                            </p:stCondLst>
                            <p:childTnLst>
                              <p:par>
                                <p:cTn id="193" presetID="7" presetClass="emph" presetSubtype="2" fill="hold" nodeType="afterEffect">
                                  <p:stCondLst>
                                    <p:cond delay="0"/>
                                  </p:stCondLst>
                                  <p:childTnLst>
                                    <p:animClr clrSpc="rgb" dir="cw">
                                      <p:cBhvr>
                                        <p:cTn id="194" dur="500" fill="hold"/>
                                        <p:tgtEl>
                                          <p:spTgt spid="80"/>
                                        </p:tgtEl>
                                        <p:attrNameLst>
                                          <p:attrName>stroke.color</p:attrName>
                                        </p:attrNameLst>
                                      </p:cBhvr>
                                      <p:to>
                                        <a:srgbClr val="F2F2F2"/>
                                      </p:to>
                                    </p:animClr>
                                    <p:set>
                                      <p:cBhvr>
                                        <p:cTn id="195" dur="500" fill="hold"/>
                                        <p:tgtEl>
                                          <p:spTgt spid="80"/>
                                        </p:tgtEl>
                                        <p:attrNameLst>
                                          <p:attrName>stroke.on</p:attrName>
                                        </p:attrNameLst>
                                      </p:cBhvr>
                                      <p:to>
                                        <p:strVal val="true"/>
                                      </p:to>
                                    </p:set>
                                  </p:childTnLst>
                                </p:cTn>
                              </p:par>
                            </p:childTnLst>
                          </p:cTn>
                        </p:par>
                        <p:par>
                          <p:cTn id="196" fill="hold">
                            <p:stCondLst>
                              <p:cond delay="1500"/>
                            </p:stCondLst>
                            <p:childTnLst>
                              <p:par>
                                <p:cTn id="197" presetID="22" presetClass="entr" presetSubtype="8" fill="hold" nodeType="afterEffect">
                                  <p:stCondLst>
                                    <p:cond delay="0"/>
                                  </p:stCondLst>
                                  <p:childTnLst>
                                    <p:set>
                                      <p:cBhvr>
                                        <p:cTn id="198" dur="1" fill="hold">
                                          <p:stCondLst>
                                            <p:cond delay="0"/>
                                          </p:stCondLst>
                                        </p:cTn>
                                        <p:tgtEl>
                                          <p:spTgt spid="79"/>
                                        </p:tgtEl>
                                        <p:attrNameLst>
                                          <p:attrName>style.visibility</p:attrName>
                                        </p:attrNameLst>
                                      </p:cBhvr>
                                      <p:to>
                                        <p:strVal val="visible"/>
                                      </p:to>
                                    </p:set>
                                    <p:animEffect transition="in" filter="wipe(left)">
                                      <p:cBhvr>
                                        <p:cTn id="199" dur="1000"/>
                                        <p:tgtEl>
                                          <p:spTgt spid="79"/>
                                        </p:tgtEl>
                                      </p:cBhvr>
                                    </p:animEffect>
                                  </p:childTnLst>
                                </p:cTn>
                              </p:par>
                            </p:childTnLst>
                          </p:cTn>
                        </p:par>
                      </p:childTnLst>
                    </p:cTn>
                  </p:par>
                  <p:par>
                    <p:cTn id="200" fill="hold">
                      <p:stCondLst>
                        <p:cond delay="indefinite"/>
                      </p:stCondLst>
                      <p:childTnLst>
                        <p:par>
                          <p:cTn id="201" fill="hold">
                            <p:stCondLst>
                              <p:cond delay="0"/>
                            </p:stCondLst>
                            <p:childTnLst>
                              <p:par>
                                <p:cTn id="202" presetID="42" presetClass="path" presetSubtype="0" accel="50000" decel="50000" fill="hold" grpId="2" nodeType="clickEffect">
                                  <p:stCondLst>
                                    <p:cond delay="0"/>
                                  </p:stCondLst>
                                  <p:childTnLst>
                                    <p:animMotion origin="layout" path="M -0.02487 -0.14792 L -0.07317 -0.0794 " pathEditMode="relative" rAng="0" ptsTypes="AA">
                                      <p:cBhvr>
                                        <p:cTn id="203" dur="2000" fill="hold"/>
                                        <p:tgtEl>
                                          <p:spTgt spid="20"/>
                                        </p:tgtEl>
                                        <p:attrNameLst>
                                          <p:attrName>ppt_x</p:attrName>
                                          <p:attrName>ppt_y</p:attrName>
                                        </p:attrNameLst>
                                      </p:cBhvr>
                                      <p:rCtr x="-2292" y="3426"/>
                                    </p:animMotion>
                                  </p:childTnLst>
                                </p:cTn>
                              </p:par>
                              <p:par>
                                <p:cTn id="204" presetID="64" presetClass="path" presetSubtype="0" accel="50000" decel="50000" fill="hold" grpId="1" nodeType="withEffect">
                                  <p:stCondLst>
                                    <p:cond delay="0"/>
                                  </p:stCondLst>
                                  <p:childTnLst>
                                    <p:animMotion origin="layout" path="M 4.375E-6 -4.07407E-6 L 0.04882 -0.06829 " pathEditMode="relative" rAng="0" ptsTypes="AA">
                                      <p:cBhvr>
                                        <p:cTn id="205" dur="2000" fill="hold"/>
                                        <p:tgtEl>
                                          <p:spTgt spid="13"/>
                                        </p:tgtEl>
                                        <p:attrNameLst>
                                          <p:attrName>ppt_x</p:attrName>
                                          <p:attrName>ppt_y</p:attrName>
                                        </p:attrNameLst>
                                      </p:cBhvr>
                                      <p:rCtr x="2435" y="-3403"/>
                                    </p:animMotion>
                                  </p:childTnLst>
                                </p:cTn>
                              </p:par>
                            </p:childTnLst>
                          </p:cTn>
                        </p:par>
                      </p:childTnLst>
                    </p:cTn>
                  </p:par>
                  <p:par>
                    <p:cTn id="206" fill="hold">
                      <p:stCondLst>
                        <p:cond delay="indefinite"/>
                      </p:stCondLst>
                      <p:childTnLst>
                        <p:par>
                          <p:cTn id="207" fill="hold">
                            <p:stCondLst>
                              <p:cond delay="0"/>
                            </p:stCondLst>
                            <p:childTnLst>
                              <p:par>
                                <p:cTn id="208" presetID="22" presetClass="exit" presetSubtype="2" fill="hold" nodeType="clickEffect">
                                  <p:stCondLst>
                                    <p:cond delay="0"/>
                                  </p:stCondLst>
                                  <p:childTnLst>
                                    <p:animEffect transition="out" filter="wipe(right)">
                                      <p:cBhvr>
                                        <p:cTn id="209" dur="500"/>
                                        <p:tgtEl>
                                          <p:spTgt spid="79"/>
                                        </p:tgtEl>
                                      </p:cBhvr>
                                    </p:animEffect>
                                    <p:set>
                                      <p:cBhvr>
                                        <p:cTn id="210" dur="1" fill="hold">
                                          <p:stCondLst>
                                            <p:cond delay="499"/>
                                          </p:stCondLst>
                                        </p:cTn>
                                        <p:tgtEl>
                                          <p:spTgt spid="79"/>
                                        </p:tgtEl>
                                        <p:attrNameLst>
                                          <p:attrName>style.visibility</p:attrName>
                                        </p:attrNameLst>
                                      </p:cBhvr>
                                      <p:to>
                                        <p:strVal val="hidden"/>
                                      </p:to>
                                    </p:set>
                                  </p:childTnLst>
                                </p:cTn>
                              </p:par>
                            </p:childTnLst>
                          </p:cTn>
                        </p:par>
                        <p:par>
                          <p:cTn id="211" fill="hold">
                            <p:stCondLst>
                              <p:cond delay="500"/>
                            </p:stCondLst>
                            <p:childTnLst>
                              <p:par>
                                <p:cTn id="212" presetID="22" presetClass="entr" presetSubtype="8" fill="hold" nodeType="afterEffect">
                                  <p:stCondLst>
                                    <p:cond delay="0"/>
                                  </p:stCondLst>
                                  <p:childTnLst>
                                    <p:set>
                                      <p:cBhvr>
                                        <p:cTn id="213" dur="1" fill="hold">
                                          <p:stCondLst>
                                            <p:cond delay="0"/>
                                          </p:stCondLst>
                                        </p:cTn>
                                        <p:tgtEl>
                                          <p:spTgt spid="78"/>
                                        </p:tgtEl>
                                        <p:attrNameLst>
                                          <p:attrName>style.visibility</p:attrName>
                                        </p:attrNameLst>
                                      </p:cBhvr>
                                      <p:to>
                                        <p:strVal val="visible"/>
                                      </p:to>
                                    </p:set>
                                    <p:animEffect transition="in" filter="wipe(left)">
                                      <p:cBhvr>
                                        <p:cTn id="214" dur="1000"/>
                                        <p:tgtEl>
                                          <p:spTgt spid="78"/>
                                        </p:tgtEl>
                                      </p:cBhvr>
                                    </p:animEffect>
                                  </p:childTnLst>
                                </p:cTn>
                              </p:par>
                            </p:childTnLst>
                          </p:cTn>
                        </p:par>
                      </p:childTnLst>
                    </p:cTn>
                  </p:par>
                  <p:par>
                    <p:cTn id="215" fill="hold">
                      <p:stCondLst>
                        <p:cond delay="indefinite"/>
                      </p:stCondLst>
                      <p:childTnLst>
                        <p:par>
                          <p:cTn id="216" fill="hold">
                            <p:stCondLst>
                              <p:cond delay="0"/>
                            </p:stCondLst>
                            <p:childTnLst>
                              <p:par>
                                <p:cTn id="217" presetID="49" presetClass="path" presetSubtype="0" accel="50000" decel="50000" fill="hold" grpId="1" nodeType="clickEffect">
                                  <p:stCondLst>
                                    <p:cond delay="0"/>
                                  </p:stCondLst>
                                  <p:childTnLst>
                                    <p:animMotion origin="layout" path="M 3.75E-6 -2.59259E-6 L -0.04753 0.09931 " pathEditMode="relative" rAng="0" ptsTypes="AA">
                                      <p:cBhvr>
                                        <p:cTn id="218" dur="2000" fill="hold"/>
                                        <p:tgtEl>
                                          <p:spTgt spid="88"/>
                                        </p:tgtEl>
                                        <p:attrNameLst>
                                          <p:attrName>ppt_x,ppt_y</p:attrName>
                                        </p:attrNameLst>
                                      </p:cBhvr>
                                      <p:rCtr x="-2383" y="4954"/>
                                    </p:animMotion>
                                  </p:childTnLst>
                                </p:cTn>
                              </p:par>
                            </p:childTnLst>
                          </p:cTn>
                        </p:par>
                      </p:childTnLst>
                    </p:cTn>
                  </p:par>
                  <p:par>
                    <p:cTn id="219" fill="hold">
                      <p:stCondLst>
                        <p:cond delay="indefinite"/>
                      </p:stCondLst>
                      <p:childTnLst>
                        <p:par>
                          <p:cTn id="220" fill="hold">
                            <p:stCondLst>
                              <p:cond delay="0"/>
                            </p:stCondLst>
                            <p:childTnLst>
                              <p:par>
                                <p:cTn id="221" presetID="22" presetClass="exit" presetSubtype="2" fill="hold" nodeType="clickEffect">
                                  <p:stCondLst>
                                    <p:cond delay="0"/>
                                  </p:stCondLst>
                                  <p:childTnLst>
                                    <p:animEffect transition="out" filter="wipe(right)">
                                      <p:cBhvr>
                                        <p:cTn id="222" dur="500"/>
                                        <p:tgtEl>
                                          <p:spTgt spid="78"/>
                                        </p:tgtEl>
                                      </p:cBhvr>
                                    </p:animEffect>
                                    <p:set>
                                      <p:cBhvr>
                                        <p:cTn id="223" dur="1" fill="hold">
                                          <p:stCondLst>
                                            <p:cond delay="499"/>
                                          </p:stCondLst>
                                        </p:cTn>
                                        <p:tgtEl>
                                          <p:spTgt spid="78"/>
                                        </p:tgtEl>
                                        <p:attrNameLst>
                                          <p:attrName>style.visibility</p:attrName>
                                        </p:attrNameLst>
                                      </p:cBhvr>
                                      <p:to>
                                        <p:strVal val="hidden"/>
                                      </p:to>
                                    </p:set>
                                  </p:childTnLst>
                                </p:cTn>
                              </p:par>
                            </p:childTnLst>
                          </p:cTn>
                        </p:par>
                        <p:par>
                          <p:cTn id="224" fill="hold">
                            <p:stCondLst>
                              <p:cond delay="500"/>
                            </p:stCondLst>
                            <p:childTnLst>
                              <p:par>
                                <p:cTn id="225" presetID="7" presetClass="emph" presetSubtype="2" fill="hold" nodeType="afterEffect">
                                  <p:stCondLst>
                                    <p:cond delay="0"/>
                                  </p:stCondLst>
                                  <p:childTnLst>
                                    <p:animClr clrSpc="rgb" dir="cw">
                                      <p:cBhvr>
                                        <p:cTn id="226" dur="2000" fill="hold"/>
                                        <p:tgtEl>
                                          <p:spTgt spid="83"/>
                                        </p:tgtEl>
                                        <p:attrNameLst>
                                          <p:attrName>stroke.color</p:attrName>
                                        </p:attrNameLst>
                                      </p:cBhvr>
                                      <p:to>
                                        <a:srgbClr val="F1A984"/>
                                      </p:to>
                                    </p:animClr>
                                    <p:set>
                                      <p:cBhvr>
                                        <p:cTn id="227" dur="2000" fill="hold"/>
                                        <p:tgtEl>
                                          <p:spTgt spid="83"/>
                                        </p:tgtEl>
                                        <p:attrNameLst>
                                          <p:attrName>stroke.on</p:attrName>
                                        </p:attrNameLst>
                                      </p:cBhvr>
                                      <p:to>
                                        <p:strVal val="true"/>
                                      </p:to>
                                    </p:set>
                                  </p:childTnLst>
                                </p:cTn>
                              </p:par>
                            </p:childTnLst>
                          </p:cTn>
                        </p:par>
                      </p:childTnLst>
                    </p:cTn>
                  </p:par>
                  <p:par>
                    <p:cTn id="228" fill="hold">
                      <p:stCondLst>
                        <p:cond delay="indefinite"/>
                      </p:stCondLst>
                      <p:childTnLst>
                        <p:par>
                          <p:cTn id="229" fill="hold">
                            <p:stCondLst>
                              <p:cond delay="0"/>
                            </p:stCondLst>
                            <p:childTnLst>
                              <p:par>
                                <p:cTn id="230" presetID="42" presetClass="path" presetSubtype="0" accel="50000" decel="50000" fill="hold" grpId="1" nodeType="clickEffect">
                                  <p:stCondLst>
                                    <p:cond delay="0"/>
                                  </p:stCondLst>
                                  <p:childTnLst>
                                    <p:animMotion origin="layout" path="M -1.25E-6 -4.44444E-6 L -0.03112 0.0963 " pathEditMode="relative" rAng="0" ptsTypes="AA">
                                      <p:cBhvr>
                                        <p:cTn id="231" dur="2000" fill="hold"/>
                                        <p:tgtEl>
                                          <p:spTgt spid="89"/>
                                        </p:tgtEl>
                                        <p:attrNameLst>
                                          <p:attrName>ppt_x</p:attrName>
                                          <p:attrName>ppt_y</p:attrName>
                                        </p:attrNameLst>
                                      </p:cBhvr>
                                      <p:rCtr x="-1563" y="4815"/>
                                    </p:animMotion>
                                  </p:childTnLst>
                                </p:cTn>
                              </p:par>
                            </p:childTnLst>
                          </p:cTn>
                        </p:par>
                      </p:childTnLst>
                    </p:cTn>
                  </p:par>
                  <p:par>
                    <p:cTn id="232" fill="hold">
                      <p:stCondLst>
                        <p:cond delay="indefinite"/>
                      </p:stCondLst>
                      <p:childTnLst>
                        <p:par>
                          <p:cTn id="233" fill="hold">
                            <p:stCondLst>
                              <p:cond delay="0"/>
                            </p:stCondLst>
                            <p:childTnLst>
                              <p:par>
                                <p:cTn id="234" presetID="22" presetClass="exit" presetSubtype="2" fill="hold" nodeType="clickEffect">
                                  <p:stCondLst>
                                    <p:cond delay="0"/>
                                  </p:stCondLst>
                                  <p:childTnLst>
                                    <p:animEffect transition="out" filter="wipe(right)">
                                      <p:cBhvr>
                                        <p:cTn id="235" dur="500"/>
                                        <p:tgtEl>
                                          <p:spTgt spid="83"/>
                                        </p:tgtEl>
                                      </p:cBhvr>
                                    </p:animEffect>
                                    <p:set>
                                      <p:cBhvr>
                                        <p:cTn id="236" dur="1" fill="hold">
                                          <p:stCondLst>
                                            <p:cond delay="499"/>
                                          </p:stCondLst>
                                        </p:cTn>
                                        <p:tgtEl>
                                          <p:spTgt spid="83"/>
                                        </p:tgtEl>
                                        <p:attrNameLst>
                                          <p:attrName>style.visibility</p:attrName>
                                        </p:attrNameLst>
                                      </p:cBhvr>
                                      <p:to>
                                        <p:strVal val="hidden"/>
                                      </p:to>
                                    </p:set>
                                  </p:childTnLst>
                                </p:cTn>
                              </p:par>
                            </p:childTnLst>
                          </p:cTn>
                        </p:par>
                        <p:par>
                          <p:cTn id="237" fill="hold">
                            <p:stCondLst>
                              <p:cond delay="500"/>
                            </p:stCondLst>
                            <p:childTnLst>
                              <p:par>
                                <p:cTn id="238" presetID="7" presetClass="emph" presetSubtype="2" fill="hold" nodeType="afterEffect">
                                  <p:stCondLst>
                                    <p:cond delay="0"/>
                                  </p:stCondLst>
                                  <p:childTnLst>
                                    <p:animClr clrSpc="rgb" dir="cw">
                                      <p:cBhvr>
                                        <p:cTn id="239" dur="1000" fill="hold"/>
                                        <p:tgtEl>
                                          <p:spTgt spid="82"/>
                                        </p:tgtEl>
                                        <p:attrNameLst>
                                          <p:attrName>stroke.color</p:attrName>
                                        </p:attrNameLst>
                                      </p:cBhvr>
                                      <p:to>
                                        <a:srgbClr val="F6C6AC"/>
                                      </p:to>
                                    </p:animClr>
                                    <p:set>
                                      <p:cBhvr>
                                        <p:cTn id="240" dur="1000" fill="hold"/>
                                        <p:tgtEl>
                                          <p:spTgt spid="82"/>
                                        </p:tgtEl>
                                        <p:attrNameLst>
                                          <p:attrName>stroke.on</p:attrName>
                                        </p:attrNameLst>
                                      </p:cBhvr>
                                      <p:to>
                                        <p:strVal val="true"/>
                                      </p:to>
                                    </p:set>
                                  </p:childTnLst>
                                </p:cTn>
                              </p:par>
                            </p:childTnLst>
                          </p:cTn>
                        </p:par>
                      </p:childTnLst>
                    </p:cTn>
                  </p:par>
                  <p:par>
                    <p:cTn id="241" fill="hold">
                      <p:stCondLst>
                        <p:cond delay="indefinite"/>
                      </p:stCondLst>
                      <p:childTnLst>
                        <p:par>
                          <p:cTn id="242" fill="hold">
                            <p:stCondLst>
                              <p:cond delay="0"/>
                            </p:stCondLst>
                            <p:childTnLst>
                              <p:par>
                                <p:cTn id="243" presetID="42" presetClass="path" presetSubtype="0" accel="50000" decel="50000" fill="hold" grpId="0" nodeType="clickEffect">
                                  <p:stCondLst>
                                    <p:cond delay="0"/>
                                  </p:stCondLst>
                                  <p:childTnLst>
                                    <p:animMotion origin="layout" path="M 4.16667E-6 2.59259E-6 L -0.0625 0.09676 " pathEditMode="relative" rAng="0" ptsTypes="AA">
                                      <p:cBhvr>
                                        <p:cTn id="244" dur="2000" fill="hold"/>
                                        <p:tgtEl>
                                          <p:spTgt spid="90">
                                            <p:txEl>
                                              <p:pRg st="0" end="0"/>
                                            </p:txEl>
                                          </p:spTgt>
                                        </p:tgtEl>
                                        <p:attrNameLst>
                                          <p:attrName>ppt_x</p:attrName>
                                          <p:attrName>ppt_y</p:attrName>
                                        </p:attrNameLst>
                                      </p:cBhvr>
                                      <p:rCtr x="-3125" y="4838"/>
                                    </p:animMotion>
                                  </p:childTnLst>
                                </p:cTn>
                              </p:par>
                            </p:childTnLst>
                          </p:cTn>
                        </p:par>
                      </p:childTnLst>
                    </p:cTn>
                  </p:par>
                  <p:par>
                    <p:cTn id="245" fill="hold">
                      <p:stCondLst>
                        <p:cond delay="indefinite"/>
                      </p:stCondLst>
                      <p:childTnLst>
                        <p:par>
                          <p:cTn id="246" fill="hold">
                            <p:stCondLst>
                              <p:cond delay="0"/>
                            </p:stCondLst>
                            <p:childTnLst>
                              <p:par>
                                <p:cTn id="247" presetID="22" presetClass="exit" presetSubtype="2" fill="hold" nodeType="clickEffect">
                                  <p:stCondLst>
                                    <p:cond delay="0"/>
                                  </p:stCondLst>
                                  <p:childTnLst>
                                    <p:animEffect transition="out" filter="wipe(right)">
                                      <p:cBhvr>
                                        <p:cTn id="248" dur="500"/>
                                        <p:tgtEl>
                                          <p:spTgt spid="82"/>
                                        </p:tgtEl>
                                      </p:cBhvr>
                                    </p:animEffect>
                                    <p:set>
                                      <p:cBhvr>
                                        <p:cTn id="249" dur="1" fill="hold">
                                          <p:stCondLst>
                                            <p:cond delay="499"/>
                                          </p:stCondLst>
                                        </p:cTn>
                                        <p:tgtEl>
                                          <p:spTgt spid="82"/>
                                        </p:tgtEl>
                                        <p:attrNameLst>
                                          <p:attrName>style.visibility</p:attrName>
                                        </p:attrNameLst>
                                      </p:cBhvr>
                                      <p:to>
                                        <p:strVal val="hidden"/>
                                      </p:to>
                                    </p:set>
                                  </p:childTnLst>
                                </p:cTn>
                              </p:par>
                            </p:childTnLst>
                          </p:cTn>
                        </p:par>
                        <p:par>
                          <p:cTn id="250" fill="hold">
                            <p:stCondLst>
                              <p:cond delay="500"/>
                            </p:stCondLst>
                            <p:childTnLst>
                              <p:par>
                                <p:cTn id="251" presetID="7" presetClass="emph" presetSubtype="2" fill="hold" nodeType="afterEffect">
                                  <p:stCondLst>
                                    <p:cond delay="0"/>
                                  </p:stCondLst>
                                  <p:childTnLst>
                                    <p:animClr clrSpc="rgb" dir="cw">
                                      <p:cBhvr>
                                        <p:cTn id="252" dur="1000" fill="hold"/>
                                        <p:tgtEl>
                                          <p:spTgt spid="81"/>
                                        </p:tgtEl>
                                        <p:attrNameLst>
                                          <p:attrName>stroke.color</p:attrName>
                                        </p:attrNameLst>
                                      </p:cBhvr>
                                      <p:to>
                                        <a:srgbClr val="F6C6AC"/>
                                      </p:to>
                                    </p:animClr>
                                    <p:set>
                                      <p:cBhvr>
                                        <p:cTn id="253" dur="1000" fill="hold"/>
                                        <p:tgtEl>
                                          <p:spTgt spid="81"/>
                                        </p:tgtEl>
                                        <p:attrNameLst>
                                          <p:attrName>stroke.on</p:attrName>
                                        </p:attrNameLst>
                                      </p:cBhvr>
                                      <p:to>
                                        <p:strVal val="true"/>
                                      </p:to>
                                    </p:set>
                                  </p:childTnLst>
                                </p:cTn>
                              </p:par>
                            </p:childTnLst>
                          </p:cTn>
                        </p:par>
                      </p:childTnLst>
                    </p:cTn>
                  </p:par>
                  <p:par>
                    <p:cTn id="254" fill="hold">
                      <p:stCondLst>
                        <p:cond delay="indefinite"/>
                      </p:stCondLst>
                      <p:childTnLst>
                        <p:par>
                          <p:cTn id="255" fill="hold">
                            <p:stCondLst>
                              <p:cond delay="0"/>
                            </p:stCondLst>
                            <p:childTnLst>
                              <p:par>
                                <p:cTn id="256" presetID="17" presetClass="entr" presetSubtype="10" fill="hold" nodeType="clickEffect">
                                  <p:stCondLst>
                                    <p:cond delay="0"/>
                                  </p:stCondLst>
                                  <p:childTnLst>
                                    <p:set>
                                      <p:cBhvr>
                                        <p:cTn id="257" dur="1" fill="hold">
                                          <p:stCondLst>
                                            <p:cond delay="0"/>
                                          </p:stCondLst>
                                        </p:cTn>
                                        <p:tgtEl>
                                          <p:spTgt spid="92"/>
                                        </p:tgtEl>
                                        <p:attrNameLst>
                                          <p:attrName>style.visibility</p:attrName>
                                        </p:attrNameLst>
                                      </p:cBhvr>
                                      <p:to>
                                        <p:strVal val="visible"/>
                                      </p:to>
                                    </p:set>
                                    <p:anim calcmode="lin" valueType="num">
                                      <p:cBhvr>
                                        <p:cTn id="258" dur="1000" fill="hold"/>
                                        <p:tgtEl>
                                          <p:spTgt spid="92"/>
                                        </p:tgtEl>
                                        <p:attrNameLst>
                                          <p:attrName>ppt_w</p:attrName>
                                        </p:attrNameLst>
                                      </p:cBhvr>
                                      <p:tavLst>
                                        <p:tav tm="0">
                                          <p:val>
                                            <p:fltVal val="0"/>
                                          </p:val>
                                        </p:tav>
                                        <p:tav tm="100000">
                                          <p:val>
                                            <p:strVal val="#ppt_w"/>
                                          </p:val>
                                        </p:tav>
                                      </p:tavLst>
                                    </p:anim>
                                    <p:anim calcmode="lin" valueType="num">
                                      <p:cBhvr>
                                        <p:cTn id="259" dur="1000" fill="hold"/>
                                        <p:tgtEl>
                                          <p:spTgt spid="92"/>
                                        </p:tgtEl>
                                        <p:attrNameLst>
                                          <p:attrName>ppt_h</p:attrName>
                                        </p:attrNameLst>
                                      </p:cBhvr>
                                      <p:tavLst>
                                        <p:tav tm="0">
                                          <p:val>
                                            <p:strVal val="#ppt_h"/>
                                          </p:val>
                                        </p:tav>
                                        <p:tav tm="100000">
                                          <p:val>
                                            <p:strVal val="#ppt_h"/>
                                          </p:val>
                                        </p:tav>
                                      </p:tavLst>
                                    </p:anim>
                                  </p:childTnLst>
                                </p:cTn>
                              </p:par>
                            </p:childTnLst>
                          </p:cTn>
                        </p:par>
                      </p:childTnLst>
                    </p:cTn>
                  </p:par>
                  <p:par>
                    <p:cTn id="260" fill="hold">
                      <p:stCondLst>
                        <p:cond delay="indefinite"/>
                      </p:stCondLst>
                      <p:childTnLst>
                        <p:par>
                          <p:cTn id="261" fill="hold">
                            <p:stCondLst>
                              <p:cond delay="0"/>
                            </p:stCondLst>
                            <p:childTnLst>
                              <p:par>
                                <p:cTn id="262" presetID="22" presetClass="exit" presetSubtype="2" fill="hold" nodeType="clickEffect">
                                  <p:stCondLst>
                                    <p:cond delay="0"/>
                                  </p:stCondLst>
                                  <p:childTnLst>
                                    <p:animEffect transition="out" filter="wipe(right)">
                                      <p:cBhvr>
                                        <p:cTn id="263" dur="1000"/>
                                        <p:tgtEl>
                                          <p:spTgt spid="92"/>
                                        </p:tgtEl>
                                      </p:cBhvr>
                                    </p:animEffect>
                                    <p:set>
                                      <p:cBhvr>
                                        <p:cTn id="264" dur="1" fill="hold">
                                          <p:stCondLst>
                                            <p:cond delay="999"/>
                                          </p:stCondLst>
                                        </p:cTn>
                                        <p:tgtEl>
                                          <p:spTgt spid="92"/>
                                        </p:tgtEl>
                                        <p:attrNameLst>
                                          <p:attrName>style.visibility</p:attrName>
                                        </p:attrNameLst>
                                      </p:cBhvr>
                                      <p:to>
                                        <p:strVal val="hidden"/>
                                      </p:to>
                                    </p:set>
                                  </p:childTnLst>
                                </p:cTn>
                              </p:par>
                            </p:childTnLst>
                          </p:cTn>
                        </p:par>
                      </p:childTnLst>
                    </p:cTn>
                  </p:par>
                  <p:par>
                    <p:cTn id="265" fill="hold">
                      <p:stCondLst>
                        <p:cond delay="indefinite"/>
                      </p:stCondLst>
                      <p:childTnLst>
                        <p:par>
                          <p:cTn id="266" fill="hold">
                            <p:stCondLst>
                              <p:cond delay="0"/>
                            </p:stCondLst>
                            <p:childTnLst>
                              <p:par>
                                <p:cTn id="267" presetID="22" presetClass="exit" presetSubtype="2" fill="hold" nodeType="clickEffect">
                                  <p:stCondLst>
                                    <p:cond delay="0"/>
                                  </p:stCondLst>
                                  <p:childTnLst>
                                    <p:animEffect transition="out" filter="wipe(right)">
                                      <p:cBhvr>
                                        <p:cTn id="268" dur="500"/>
                                        <p:tgtEl>
                                          <p:spTgt spid="81"/>
                                        </p:tgtEl>
                                      </p:cBhvr>
                                    </p:animEffect>
                                    <p:set>
                                      <p:cBhvr>
                                        <p:cTn id="269" dur="1" fill="hold">
                                          <p:stCondLst>
                                            <p:cond delay="499"/>
                                          </p:stCondLst>
                                        </p:cTn>
                                        <p:tgtEl>
                                          <p:spTgt spid="81"/>
                                        </p:tgtEl>
                                        <p:attrNameLst>
                                          <p:attrName>style.visibility</p:attrName>
                                        </p:attrNameLst>
                                      </p:cBhvr>
                                      <p:to>
                                        <p:strVal val="hidden"/>
                                      </p:to>
                                    </p:set>
                                  </p:childTnLst>
                                </p:cTn>
                              </p:par>
                            </p:childTnLst>
                          </p:cTn>
                        </p:par>
                        <p:par>
                          <p:cTn id="270" fill="hold">
                            <p:stCondLst>
                              <p:cond delay="500"/>
                            </p:stCondLst>
                            <p:childTnLst>
                              <p:par>
                                <p:cTn id="271" presetID="7" presetClass="emph" presetSubtype="2" fill="hold" nodeType="afterEffect">
                                  <p:stCondLst>
                                    <p:cond delay="0"/>
                                  </p:stCondLst>
                                  <p:childTnLst>
                                    <p:animClr clrSpc="rgb" dir="cw">
                                      <p:cBhvr>
                                        <p:cTn id="272" dur="1000" fill="hold"/>
                                        <p:tgtEl>
                                          <p:spTgt spid="80"/>
                                        </p:tgtEl>
                                        <p:attrNameLst>
                                          <p:attrName>stroke.color</p:attrName>
                                        </p:attrNameLst>
                                      </p:cBhvr>
                                      <p:to>
                                        <a:srgbClr val="F6C6AC"/>
                                      </p:to>
                                    </p:animClr>
                                    <p:set>
                                      <p:cBhvr>
                                        <p:cTn id="273" dur="1000" fill="hold"/>
                                        <p:tgtEl>
                                          <p:spTgt spid="80"/>
                                        </p:tgtEl>
                                        <p:attrNameLst>
                                          <p:attrName>stroke.on</p:attrName>
                                        </p:attrNameLst>
                                      </p:cBhvr>
                                      <p:to>
                                        <p:strVal val="true"/>
                                      </p:to>
                                    </p:set>
                                  </p:childTnLst>
                                </p:cTn>
                              </p:par>
                            </p:childTnLst>
                          </p:cTn>
                        </p:par>
                      </p:childTnLst>
                    </p:cTn>
                  </p:par>
                  <p:par>
                    <p:cTn id="274" fill="hold">
                      <p:stCondLst>
                        <p:cond delay="indefinite"/>
                      </p:stCondLst>
                      <p:childTnLst>
                        <p:par>
                          <p:cTn id="275" fill="hold">
                            <p:stCondLst>
                              <p:cond delay="0"/>
                            </p:stCondLst>
                            <p:childTnLst>
                              <p:par>
                                <p:cTn id="276" presetID="17" presetClass="entr" presetSubtype="10" fill="hold" nodeType="clickEffect">
                                  <p:stCondLst>
                                    <p:cond delay="0"/>
                                  </p:stCondLst>
                                  <p:childTnLst>
                                    <p:set>
                                      <p:cBhvr>
                                        <p:cTn id="277" dur="1" fill="hold">
                                          <p:stCondLst>
                                            <p:cond delay="0"/>
                                          </p:stCondLst>
                                        </p:cTn>
                                        <p:tgtEl>
                                          <p:spTgt spid="16"/>
                                        </p:tgtEl>
                                        <p:attrNameLst>
                                          <p:attrName>style.visibility</p:attrName>
                                        </p:attrNameLst>
                                      </p:cBhvr>
                                      <p:to>
                                        <p:strVal val="visible"/>
                                      </p:to>
                                    </p:set>
                                    <p:anim calcmode="lin" valueType="num">
                                      <p:cBhvr>
                                        <p:cTn id="278" dur="1000" fill="hold"/>
                                        <p:tgtEl>
                                          <p:spTgt spid="16"/>
                                        </p:tgtEl>
                                        <p:attrNameLst>
                                          <p:attrName>ppt_w</p:attrName>
                                        </p:attrNameLst>
                                      </p:cBhvr>
                                      <p:tavLst>
                                        <p:tav tm="0">
                                          <p:val>
                                            <p:fltVal val="0"/>
                                          </p:val>
                                        </p:tav>
                                        <p:tav tm="100000">
                                          <p:val>
                                            <p:strVal val="#ppt_w"/>
                                          </p:val>
                                        </p:tav>
                                      </p:tavLst>
                                    </p:anim>
                                    <p:anim calcmode="lin" valueType="num">
                                      <p:cBhvr>
                                        <p:cTn id="279" dur="10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280" fill="hold">
                      <p:stCondLst>
                        <p:cond delay="indefinite"/>
                      </p:stCondLst>
                      <p:childTnLst>
                        <p:par>
                          <p:cTn id="281" fill="hold">
                            <p:stCondLst>
                              <p:cond delay="0"/>
                            </p:stCondLst>
                            <p:childTnLst>
                              <p:par>
                                <p:cTn id="282" presetID="22" presetClass="exit" presetSubtype="4" fill="hold" nodeType="clickEffect">
                                  <p:stCondLst>
                                    <p:cond delay="0"/>
                                  </p:stCondLst>
                                  <p:childTnLst>
                                    <p:animEffect transition="out" filter="wipe(down)">
                                      <p:cBhvr>
                                        <p:cTn id="283" dur="1000"/>
                                        <p:tgtEl>
                                          <p:spTgt spid="16"/>
                                        </p:tgtEl>
                                      </p:cBhvr>
                                    </p:animEffect>
                                    <p:set>
                                      <p:cBhvr>
                                        <p:cTn id="284" dur="1" fill="hold">
                                          <p:stCondLst>
                                            <p:cond delay="999"/>
                                          </p:stCondLst>
                                        </p:cTn>
                                        <p:tgtEl>
                                          <p:spTgt spid="16"/>
                                        </p:tgtEl>
                                        <p:attrNameLst>
                                          <p:attrName>style.visibility</p:attrName>
                                        </p:attrNameLst>
                                      </p:cBhvr>
                                      <p:to>
                                        <p:strVal val="hidden"/>
                                      </p:to>
                                    </p:set>
                                  </p:childTnLst>
                                </p:cTn>
                              </p:par>
                            </p:childTnLst>
                          </p:cTn>
                        </p:par>
                      </p:childTnLst>
                    </p:cTn>
                  </p:par>
                  <p:par>
                    <p:cTn id="285" fill="hold">
                      <p:stCondLst>
                        <p:cond delay="indefinite"/>
                      </p:stCondLst>
                      <p:childTnLst>
                        <p:par>
                          <p:cTn id="286" fill="hold">
                            <p:stCondLst>
                              <p:cond delay="0"/>
                            </p:stCondLst>
                            <p:childTnLst>
                              <p:par>
                                <p:cTn id="287" presetID="22" presetClass="exit" presetSubtype="2" fill="hold" nodeType="clickEffect">
                                  <p:stCondLst>
                                    <p:cond delay="0"/>
                                  </p:stCondLst>
                                  <p:childTnLst>
                                    <p:animEffect transition="out" filter="wipe(right)">
                                      <p:cBhvr>
                                        <p:cTn id="288" dur="500"/>
                                        <p:tgtEl>
                                          <p:spTgt spid="80"/>
                                        </p:tgtEl>
                                      </p:cBhvr>
                                    </p:animEffect>
                                    <p:set>
                                      <p:cBhvr>
                                        <p:cTn id="289" dur="1" fill="hold">
                                          <p:stCondLst>
                                            <p:cond delay="499"/>
                                          </p:stCondLst>
                                        </p:cTn>
                                        <p:tgtEl>
                                          <p:spTgt spid="80"/>
                                        </p:tgtEl>
                                        <p:attrNameLst>
                                          <p:attrName>style.visibility</p:attrName>
                                        </p:attrNameLst>
                                      </p:cBhvr>
                                      <p:to>
                                        <p:strVal val="hidden"/>
                                      </p:to>
                                    </p:set>
                                  </p:childTnLst>
                                </p:cTn>
                              </p:par>
                            </p:childTnLst>
                          </p:cTn>
                        </p:par>
                        <p:par>
                          <p:cTn id="290" fill="hold">
                            <p:stCondLst>
                              <p:cond delay="500"/>
                            </p:stCondLst>
                            <p:childTnLst>
                              <p:par>
                                <p:cTn id="291" presetID="22" presetClass="entr" presetSubtype="8" fill="hold" nodeType="afterEffect">
                                  <p:stCondLst>
                                    <p:cond delay="0"/>
                                  </p:stCondLst>
                                  <p:childTnLst>
                                    <p:set>
                                      <p:cBhvr>
                                        <p:cTn id="292" dur="1" fill="hold">
                                          <p:stCondLst>
                                            <p:cond delay="0"/>
                                          </p:stCondLst>
                                        </p:cTn>
                                        <p:tgtEl>
                                          <p:spTgt spid="93"/>
                                        </p:tgtEl>
                                        <p:attrNameLst>
                                          <p:attrName>style.visibility</p:attrName>
                                        </p:attrNameLst>
                                      </p:cBhvr>
                                      <p:to>
                                        <p:strVal val="visible"/>
                                      </p:to>
                                    </p:set>
                                    <p:animEffect transition="in" filter="wipe(left)">
                                      <p:cBhvr>
                                        <p:cTn id="293" dur="1000"/>
                                        <p:tgtEl>
                                          <p:spTgt spid="93"/>
                                        </p:tgtEl>
                                      </p:cBhvr>
                                    </p:animEffect>
                                  </p:childTnLst>
                                </p:cTn>
                              </p:par>
                            </p:childTnLst>
                          </p:cTn>
                        </p:par>
                      </p:childTnLst>
                    </p:cTn>
                  </p:par>
                  <p:par>
                    <p:cTn id="294" fill="hold">
                      <p:stCondLst>
                        <p:cond delay="indefinite"/>
                      </p:stCondLst>
                      <p:childTnLst>
                        <p:par>
                          <p:cTn id="295" fill="hold">
                            <p:stCondLst>
                              <p:cond delay="0"/>
                            </p:stCondLst>
                            <p:childTnLst>
                              <p:par>
                                <p:cTn id="296" presetID="22" presetClass="exit" presetSubtype="2" fill="hold" nodeType="clickEffect">
                                  <p:stCondLst>
                                    <p:cond delay="0"/>
                                  </p:stCondLst>
                                  <p:childTnLst>
                                    <p:animEffect transition="out" filter="wipe(right)">
                                      <p:cBhvr>
                                        <p:cTn id="297" dur="500"/>
                                        <p:tgtEl>
                                          <p:spTgt spid="93"/>
                                        </p:tgtEl>
                                      </p:cBhvr>
                                    </p:animEffect>
                                    <p:set>
                                      <p:cBhvr>
                                        <p:cTn id="298" dur="1" fill="hold">
                                          <p:stCondLst>
                                            <p:cond delay="499"/>
                                          </p:stCondLst>
                                        </p:cTn>
                                        <p:tgtEl>
                                          <p:spTgt spid="93"/>
                                        </p:tgtEl>
                                        <p:attrNameLst>
                                          <p:attrName>style.visibility</p:attrName>
                                        </p:attrNameLst>
                                      </p:cBhvr>
                                      <p:to>
                                        <p:strVal val="hidden"/>
                                      </p:to>
                                    </p:set>
                                  </p:childTnLst>
                                </p:cTn>
                              </p:par>
                            </p:childTnLst>
                          </p:cTn>
                        </p:par>
                        <p:par>
                          <p:cTn id="299" fill="hold">
                            <p:stCondLst>
                              <p:cond delay="500"/>
                            </p:stCondLst>
                            <p:childTnLst>
                              <p:par>
                                <p:cTn id="300" presetID="31" presetClass="exit" presetSubtype="0" fill="hold" grpId="1" nodeType="afterEffect">
                                  <p:stCondLst>
                                    <p:cond delay="0"/>
                                  </p:stCondLst>
                                  <p:childTnLst>
                                    <p:anim calcmode="lin" valueType="num">
                                      <p:cBhvr>
                                        <p:cTn id="301" dur="1000"/>
                                        <p:tgtEl>
                                          <p:spTgt spid="76"/>
                                        </p:tgtEl>
                                        <p:attrNameLst>
                                          <p:attrName>ppt_w</p:attrName>
                                        </p:attrNameLst>
                                      </p:cBhvr>
                                      <p:tavLst>
                                        <p:tav tm="0">
                                          <p:val>
                                            <p:strVal val="ppt_w"/>
                                          </p:val>
                                        </p:tav>
                                        <p:tav tm="100000">
                                          <p:val>
                                            <p:fltVal val="0"/>
                                          </p:val>
                                        </p:tav>
                                      </p:tavLst>
                                    </p:anim>
                                    <p:anim calcmode="lin" valueType="num">
                                      <p:cBhvr>
                                        <p:cTn id="302" dur="1000"/>
                                        <p:tgtEl>
                                          <p:spTgt spid="76"/>
                                        </p:tgtEl>
                                        <p:attrNameLst>
                                          <p:attrName>ppt_h</p:attrName>
                                        </p:attrNameLst>
                                      </p:cBhvr>
                                      <p:tavLst>
                                        <p:tav tm="0">
                                          <p:val>
                                            <p:strVal val="ppt_h"/>
                                          </p:val>
                                        </p:tav>
                                        <p:tav tm="100000">
                                          <p:val>
                                            <p:fltVal val="0"/>
                                          </p:val>
                                        </p:tav>
                                      </p:tavLst>
                                    </p:anim>
                                    <p:anim calcmode="lin" valueType="num">
                                      <p:cBhvr>
                                        <p:cTn id="303" dur="1000"/>
                                        <p:tgtEl>
                                          <p:spTgt spid="76"/>
                                        </p:tgtEl>
                                        <p:attrNameLst>
                                          <p:attrName>style.rotation</p:attrName>
                                        </p:attrNameLst>
                                      </p:cBhvr>
                                      <p:tavLst>
                                        <p:tav tm="0">
                                          <p:val>
                                            <p:fltVal val="0"/>
                                          </p:val>
                                        </p:tav>
                                        <p:tav tm="100000">
                                          <p:val>
                                            <p:fltVal val="90"/>
                                          </p:val>
                                        </p:tav>
                                      </p:tavLst>
                                    </p:anim>
                                    <p:animEffect transition="out" filter="fade">
                                      <p:cBhvr>
                                        <p:cTn id="304" dur="1000"/>
                                        <p:tgtEl>
                                          <p:spTgt spid="76"/>
                                        </p:tgtEl>
                                      </p:cBhvr>
                                    </p:animEffect>
                                    <p:set>
                                      <p:cBhvr>
                                        <p:cTn id="305" dur="1" fill="hold">
                                          <p:stCondLst>
                                            <p:cond delay="999"/>
                                          </p:stCondLst>
                                        </p:cTn>
                                        <p:tgtEl>
                                          <p:spTgt spid="76"/>
                                        </p:tgtEl>
                                        <p:attrNameLst>
                                          <p:attrName>style.visibility</p:attrName>
                                        </p:attrNameLst>
                                      </p:cBhvr>
                                      <p:to>
                                        <p:strVal val="hidden"/>
                                      </p:to>
                                    </p:set>
                                  </p:childTnLst>
                                </p:cTn>
                              </p:par>
                              <p:par>
                                <p:cTn id="306" presetID="31" presetClass="exit" presetSubtype="0" fill="hold" grpId="1" nodeType="withEffect">
                                  <p:stCondLst>
                                    <p:cond delay="0"/>
                                  </p:stCondLst>
                                  <p:childTnLst>
                                    <p:anim calcmode="lin" valueType="num">
                                      <p:cBhvr>
                                        <p:cTn id="307" dur="1000"/>
                                        <p:tgtEl>
                                          <p:spTgt spid="77"/>
                                        </p:tgtEl>
                                        <p:attrNameLst>
                                          <p:attrName>ppt_w</p:attrName>
                                        </p:attrNameLst>
                                      </p:cBhvr>
                                      <p:tavLst>
                                        <p:tav tm="0">
                                          <p:val>
                                            <p:strVal val="ppt_w"/>
                                          </p:val>
                                        </p:tav>
                                        <p:tav tm="100000">
                                          <p:val>
                                            <p:fltVal val="0"/>
                                          </p:val>
                                        </p:tav>
                                      </p:tavLst>
                                    </p:anim>
                                    <p:anim calcmode="lin" valueType="num">
                                      <p:cBhvr>
                                        <p:cTn id="308" dur="1000"/>
                                        <p:tgtEl>
                                          <p:spTgt spid="77"/>
                                        </p:tgtEl>
                                        <p:attrNameLst>
                                          <p:attrName>ppt_h</p:attrName>
                                        </p:attrNameLst>
                                      </p:cBhvr>
                                      <p:tavLst>
                                        <p:tav tm="0">
                                          <p:val>
                                            <p:strVal val="ppt_h"/>
                                          </p:val>
                                        </p:tav>
                                        <p:tav tm="100000">
                                          <p:val>
                                            <p:fltVal val="0"/>
                                          </p:val>
                                        </p:tav>
                                      </p:tavLst>
                                    </p:anim>
                                    <p:anim calcmode="lin" valueType="num">
                                      <p:cBhvr>
                                        <p:cTn id="309" dur="1000"/>
                                        <p:tgtEl>
                                          <p:spTgt spid="77"/>
                                        </p:tgtEl>
                                        <p:attrNameLst>
                                          <p:attrName>style.rotation</p:attrName>
                                        </p:attrNameLst>
                                      </p:cBhvr>
                                      <p:tavLst>
                                        <p:tav tm="0">
                                          <p:val>
                                            <p:fltVal val="0"/>
                                          </p:val>
                                        </p:tav>
                                        <p:tav tm="100000">
                                          <p:val>
                                            <p:fltVal val="90"/>
                                          </p:val>
                                        </p:tav>
                                      </p:tavLst>
                                    </p:anim>
                                    <p:animEffect transition="out" filter="fade">
                                      <p:cBhvr>
                                        <p:cTn id="310" dur="1000"/>
                                        <p:tgtEl>
                                          <p:spTgt spid="77"/>
                                        </p:tgtEl>
                                      </p:cBhvr>
                                    </p:animEffect>
                                    <p:set>
                                      <p:cBhvr>
                                        <p:cTn id="311" dur="1" fill="hold">
                                          <p:stCondLst>
                                            <p:cond delay="999"/>
                                          </p:stCondLst>
                                        </p:cTn>
                                        <p:tgtEl>
                                          <p:spTgt spid="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1" grpId="1"/>
      <p:bldP spid="11" grpId="2"/>
      <p:bldP spid="12" grpId="0"/>
      <p:bldP spid="13" grpId="0"/>
      <p:bldP spid="13" grpId="1"/>
      <p:bldP spid="14" grpId="0"/>
      <p:bldP spid="20" grpId="0"/>
      <p:bldP spid="20" grpId="1"/>
      <p:bldP spid="20" grpId="2"/>
      <p:bldP spid="21" grpId="0"/>
      <p:bldP spid="61" grpId="0"/>
      <p:bldP spid="62" grpId="0"/>
      <p:bldP spid="62" grpId="1"/>
      <p:bldP spid="77" grpId="0" animBg="1"/>
      <p:bldP spid="77" grpId="1" animBg="1"/>
      <p:bldP spid="88" grpId="0"/>
      <p:bldP spid="88" grpId="1"/>
      <p:bldP spid="89" grpId="0"/>
      <p:bldP spid="89" grpId="1"/>
      <p:bldP spid="90" grpId="0" build="allAtOnce"/>
      <p:bldP spid="76" grpId="0" animBg="1"/>
      <p:bldP spid="76"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矩形: 剪去左右顶角 96">
            <a:extLst>
              <a:ext uri="{FF2B5EF4-FFF2-40B4-BE49-F238E27FC236}">
                <a16:creationId xmlns:a16="http://schemas.microsoft.com/office/drawing/2014/main" id="{2D4C0B9B-5912-FB76-0883-5E007157DEC9}"/>
              </a:ext>
            </a:extLst>
          </p:cNvPr>
          <p:cNvSpPr/>
          <p:nvPr/>
        </p:nvSpPr>
        <p:spPr>
          <a:xfrm>
            <a:off x="909891" y="2464094"/>
            <a:ext cx="1383815" cy="1140485"/>
          </a:xfrm>
          <a:prstGeom prst="snip2SameRect">
            <a:avLst/>
          </a:prstGeom>
          <a:solidFill>
            <a:srgbClr val="FCF6EA"/>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7" name="矩形: 剪去左右顶角 86">
            <a:extLst>
              <a:ext uri="{FF2B5EF4-FFF2-40B4-BE49-F238E27FC236}">
                <a16:creationId xmlns:a16="http://schemas.microsoft.com/office/drawing/2014/main" id="{7C133237-5671-6186-5722-BF1F888CF970}"/>
              </a:ext>
            </a:extLst>
          </p:cNvPr>
          <p:cNvSpPr/>
          <p:nvPr/>
        </p:nvSpPr>
        <p:spPr>
          <a:xfrm>
            <a:off x="2377749" y="2465984"/>
            <a:ext cx="1173652" cy="1140485"/>
          </a:xfrm>
          <a:prstGeom prst="snip2SameRect">
            <a:avLst/>
          </a:prstGeom>
          <a:solidFill>
            <a:srgbClr val="FCF6EA"/>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F0B5AB2B-18BC-9205-184D-976B7912637E}"/>
              </a:ext>
            </a:extLst>
          </p:cNvPr>
          <p:cNvSpPr>
            <a:spLocks noGrp="1"/>
          </p:cNvSpPr>
          <p:nvPr>
            <p:ph type="sldNum" sz="quarter" idx="12"/>
          </p:nvPr>
        </p:nvSpPr>
        <p:spPr/>
        <p:txBody>
          <a:bodyPr/>
          <a:lstStyle/>
          <a:p>
            <a:fld id="{D7C0FE0B-717B-41AE-9FA2-CA4BF851D1C3}" type="slidenum">
              <a:rPr lang="zh-CN" altLang="en-US" smtClean="0"/>
              <a:t>29</a:t>
            </a:fld>
            <a:endParaRPr lang="zh-CN" altLang="en-US" dirty="0"/>
          </a:p>
        </p:txBody>
      </p:sp>
      <p:graphicFrame>
        <p:nvGraphicFramePr>
          <p:cNvPr id="3" name="对象 2">
            <a:extLst>
              <a:ext uri="{FF2B5EF4-FFF2-40B4-BE49-F238E27FC236}">
                <a16:creationId xmlns:a16="http://schemas.microsoft.com/office/drawing/2014/main" id="{B05AE884-11BB-F273-9AB7-F9C21916EE99}"/>
              </a:ext>
            </a:extLst>
          </p:cNvPr>
          <p:cNvGraphicFramePr>
            <a:graphicFrameLocks noChangeAspect="1"/>
          </p:cNvGraphicFramePr>
          <p:nvPr>
            <p:extLst>
              <p:ext uri="{D42A27DB-BD31-4B8C-83A1-F6EECF244321}">
                <p14:modId xmlns:p14="http://schemas.microsoft.com/office/powerpoint/2010/main" val="265686665"/>
              </p:ext>
            </p:extLst>
          </p:nvPr>
        </p:nvGraphicFramePr>
        <p:xfrm>
          <a:off x="399377" y="4057337"/>
          <a:ext cx="2632850" cy="2110014"/>
        </p:xfrm>
        <a:graphic>
          <a:graphicData uri="http://schemas.openxmlformats.org/presentationml/2006/ole">
            <mc:AlternateContent xmlns:mc="http://schemas.openxmlformats.org/markup-compatibility/2006">
              <mc:Choice xmlns:v="urn:schemas-microsoft-com:vml" Requires="v">
                <p:oleObj r:id="rId2" imgW="1333590" imgH="1076351" progId="Visio.Drawing.15">
                  <p:embed/>
                </p:oleObj>
              </mc:Choice>
              <mc:Fallback>
                <p:oleObj r:id="rId2" imgW="1333590" imgH="1076351" progId="Visio.Drawing.15">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377" y="4057337"/>
                        <a:ext cx="2632850" cy="2110014"/>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E41E6858-97F4-24C5-31AA-02E88411266A}"/>
              </a:ext>
            </a:extLst>
          </p:cNvPr>
          <p:cNvGraphicFramePr>
            <a:graphicFrameLocks noChangeAspect="1"/>
          </p:cNvGraphicFramePr>
          <p:nvPr>
            <p:extLst>
              <p:ext uri="{D42A27DB-BD31-4B8C-83A1-F6EECF244321}">
                <p14:modId xmlns:p14="http://schemas.microsoft.com/office/powerpoint/2010/main" val="3566822530"/>
              </p:ext>
            </p:extLst>
          </p:nvPr>
        </p:nvGraphicFramePr>
        <p:xfrm>
          <a:off x="3210892" y="4068400"/>
          <a:ext cx="2632849" cy="2063332"/>
        </p:xfrm>
        <a:graphic>
          <a:graphicData uri="http://schemas.openxmlformats.org/presentationml/2006/ole">
            <mc:AlternateContent xmlns:mc="http://schemas.openxmlformats.org/markup-compatibility/2006">
              <mc:Choice xmlns:v="urn:schemas-microsoft-com:vml" Requires="v">
                <p:oleObj r:id="rId4" imgW="1333590" imgH="1057159" progId="Visio.Drawing.15">
                  <p:embed/>
                </p:oleObj>
              </mc:Choice>
              <mc:Fallback>
                <p:oleObj r:id="rId4" imgW="1333590" imgH="1057159" progId="Visio.Drawing.15">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0892" y="4068400"/>
                        <a:ext cx="2632849" cy="2063332"/>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E16D2C33-50E4-7189-C18F-F427CB3BEF2E}"/>
              </a:ext>
            </a:extLst>
          </p:cNvPr>
          <p:cNvGraphicFramePr>
            <a:graphicFrameLocks noChangeAspect="1"/>
          </p:cNvGraphicFramePr>
          <p:nvPr>
            <p:extLst>
              <p:ext uri="{D42A27DB-BD31-4B8C-83A1-F6EECF244321}">
                <p14:modId xmlns:p14="http://schemas.microsoft.com/office/powerpoint/2010/main" val="25735064"/>
              </p:ext>
            </p:extLst>
          </p:nvPr>
        </p:nvGraphicFramePr>
        <p:xfrm>
          <a:off x="6040807" y="4050367"/>
          <a:ext cx="2632849" cy="2063331"/>
        </p:xfrm>
        <a:graphic>
          <a:graphicData uri="http://schemas.openxmlformats.org/presentationml/2006/ole">
            <mc:AlternateContent xmlns:mc="http://schemas.openxmlformats.org/markup-compatibility/2006">
              <mc:Choice xmlns:v="urn:schemas-microsoft-com:vml" Requires="v">
                <p:oleObj r:id="rId6" imgW="1333590" imgH="1057159" progId="Visio.Drawing.15">
                  <p:embed/>
                </p:oleObj>
              </mc:Choice>
              <mc:Fallback>
                <p:oleObj r:id="rId6" imgW="1333590" imgH="1057159" progId="Visio.Drawing.15">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40807" y="4050367"/>
                        <a:ext cx="2632849" cy="2063331"/>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78C30EC0-B388-BE06-CE3E-3155A9E5B0EF}"/>
              </a:ext>
            </a:extLst>
          </p:cNvPr>
          <p:cNvGraphicFramePr>
            <a:graphicFrameLocks noChangeAspect="1"/>
          </p:cNvGraphicFramePr>
          <p:nvPr>
            <p:extLst>
              <p:ext uri="{D42A27DB-BD31-4B8C-83A1-F6EECF244321}">
                <p14:modId xmlns:p14="http://schemas.microsoft.com/office/powerpoint/2010/main" val="2935324070"/>
              </p:ext>
            </p:extLst>
          </p:nvPr>
        </p:nvGraphicFramePr>
        <p:xfrm>
          <a:off x="8870722" y="4056838"/>
          <a:ext cx="2632849" cy="2063332"/>
        </p:xfrm>
        <a:graphic>
          <a:graphicData uri="http://schemas.openxmlformats.org/presentationml/2006/ole">
            <mc:AlternateContent xmlns:mc="http://schemas.openxmlformats.org/markup-compatibility/2006">
              <mc:Choice xmlns:v="urn:schemas-microsoft-com:vml" Requires="v">
                <p:oleObj r:id="rId8" imgW="1333590" imgH="1057159" progId="Visio.Drawing.15">
                  <p:embed/>
                </p:oleObj>
              </mc:Choice>
              <mc:Fallback>
                <p:oleObj r:id="rId8" imgW="1333590" imgH="1057159" progId="Visio.Drawing.15">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70722" y="4056838"/>
                        <a:ext cx="2632849" cy="2063332"/>
                      </a:xfrm>
                      <a:prstGeom prst="rect">
                        <a:avLst/>
                      </a:prstGeom>
                      <a:noFill/>
                    </p:spPr>
                  </p:pic>
                </p:oleObj>
              </mc:Fallback>
            </mc:AlternateContent>
          </a:graphicData>
        </a:graphic>
      </p:graphicFrame>
      <p:sp>
        <p:nvSpPr>
          <p:cNvPr id="7" name="Rectangle 5">
            <a:extLst>
              <a:ext uri="{FF2B5EF4-FFF2-40B4-BE49-F238E27FC236}">
                <a16:creationId xmlns:a16="http://schemas.microsoft.com/office/drawing/2014/main" id="{2FA298E1-2ED0-5DA7-9991-F123361B5333}"/>
              </a:ext>
            </a:extLst>
          </p:cNvPr>
          <p:cNvSpPr>
            <a:spLocks noChangeArrowheads="1"/>
          </p:cNvSpPr>
          <p:nvPr/>
        </p:nvSpPr>
        <p:spPr bwMode="auto">
          <a:xfrm>
            <a:off x="4319752" y="680109"/>
            <a:ext cx="7183819"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266700" eaLnBrk="1" hangingPunct="1">
              <a:lnSpc>
                <a:spcPct val="115000"/>
              </a:lnSpc>
            </a:pPr>
            <a:r>
              <a:rPr lang="en-US"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4</a:t>
            </a:r>
            <a:r>
              <a:rPr lang="en-US" altLang="zh-CN" sz="2000" b="1" kern="100" dirty="0" bmk="">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 </a:t>
            </a:r>
            <a:r>
              <a:rPr lang="zh-CN" altLang="en-US" sz="2000" b="1" kern="100" dirty="0" bmk="">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建堆</a:t>
            </a:r>
            <a:r>
              <a:rPr lang="en-US" altLang="zh-CN" sz="2000" b="1" kern="100" dirty="0" bmk="">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a:t>
            </a:r>
            <a:r>
              <a:rPr lang="zh-CN" altLang="en-US"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算法</a:t>
            </a:r>
            <a:r>
              <a:rPr lang="en-US"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6.14</a:t>
            </a:r>
            <a:endParaRPr lang="zh-CN" altLang="en-US" sz="2000" b="1" kern="100" dirty="0" bmk="">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由于单个节点的完全二叉树满足堆特性，所以叶子节点都是堆。对</a:t>
            </a:r>
            <a:r>
              <a:rPr kumimoji="0" lang="en-US" altLang="zh-CN" b="0" i="1"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个节点的完全二叉树建堆的过程是，依次将以编号</a:t>
            </a:r>
            <a:r>
              <a:rPr kumimoji="0" lang="en-US" altLang="zh-CN" b="0" i="1"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n</a:t>
            </a:r>
            <a:r>
              <a:rPr kumimoji="0" lang="en-US" altLang="zh-CN"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/2</a:t>
            </a:r>
            <a:r>
              <a:rPr kumimoji="0" lang="zh-CN" altLang="en-US"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1"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n</a:t>
            </a:r>
            <a:r>
              <a:rPr kumimoji="0" lang="en-US" altLang="zh-CN"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/2-1</a:t>
            </a:r>
            <a:r>
              <a:rPr kumimoji="0" lang="zh-CN" altLang="en-US"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 1</a:t>
            </a:r>
            <a:r>
              <a:rPr kumimoji="0" lang="zh-CN" altLang="en-US" b="0" i="0" u="none" strike="noStrike" cap="none" normalizeH="0" baseline="0" dirty="0" bmk="">
                <a:ln>
                  <a:noFill/>
                </a:ln>
                <a:solidFill>
                  <a:schemeClr val="tx1"/>
                </a:solidFill>
                <a:effectLst/>
                <a:latin typeface="+mn-lt"/>
                <a:ea typeface="宋体" panose="02010600030101010101" pitchFamily="2" charset="-122"/>
                <a:cs typeface="Times New Roman" panose="02020603050405020304" pitchFamily="18" charset="0"/>
              </a:rPr>
              <a:t>的节点为根的子树筛选为子堆。</a:t>
            </a:r>
            <a:endParaRPr kumimoji="0" lang="zh-CN" altLang="en-US" b="0" i="0" u="none" strike="noStrike" cap="none" normalizeH="0" baseline="0" dirty="0" bmk="">
              <a:ln>
                <a:noFill/>
              </a:ln>
              <a:solidFill>
                <a:schemeClr val="tx1"/>
              </a:solidFill>
              <a:effectLst/>
              <a:latin typeface="+mn-lt"/>
            </a:endParaRPr>
          </a:p>
        </p:txBody>
      </p:sp>
      <p:sp>
        <p:nvSpPr>
          <p:cNvPr id="9" name="Rectangle 7">
            <a:extLst>
              <a:ext uri="{FF2B5EF4-FFF2-40B4-BE49-F238E27FC236}">
                <a16:creationId xmlns:a16="http://schemas.microsoft.com/office/drawing/2014/main" id="{3716F88D-77CB-17BD-1380-21B7F2C42CC6}"/>
              </a:ext>
            </a:extLst>
          </p:cNvPr>
          <p:cNvSpPr>
            <a:spLocks noChangeArrowheads="1"/>
          </p:cNvSpPr>
          <p:nvPr/>
        </p:nvSpPr>
        <p:spPr bwMode="auto">
          <a:xfrm>
            <a:off x="133350" y="2633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9">
            <a:extLst>
              <a:ext uri="{FF2B5EF4-FFF2-40B4-BE49-F238E27FC236}">
                <a16:creationId xmlns:a16="http://schemas.microsoft.com/office/drawing/2014/main" id="{A284AE04-67C7-DDBC-D013-C298828E108E}"/>
              </a:ext>
            </a:extLst>
          </p:cNvPr>
          <p:cNvSpPr>
            <a:spLocks noChangeArrowheads="1"/>
          </p:cNvSpPr>
          <p:nvPr/>
        </p:nvSpPr>
        <p:spPr bwMode="auto">
          <a:xfrm>
            <a:off x="655590" y="6136700"/>
            <a:ext cx="108479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初始序列；            </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3</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号节点筛选结果；          </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(c) 2</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号节点筛选结果；        </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(d) 1</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号节点筛选结果</a:t>
            </a:r>
            <a:endPar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algn="ctr" eaLnBrk="0" fontAlgn="base" hangingPunct="0">
              <a:spcBef>
                <a:spcPct val="0"/>
              </a:spcBef>
              <a:spcAft>
                <a:spcPct val="0"/>
              </a:spcAft>
            </a:pPr>
            <a:r>
              <a:rPr lang="zh-CN" altLang="zh-CN" sz="1600" dirty="0">
                <a:latin typeface="+mj-ea"/>
                <a:ea typeface="+mj-ea"/>
                <a:cs typeface="Times New Roman" panose="02020603050405020304" pitchFamily="18" charset="0"/>
              </a:rPr>
              <a:t>图</a:t>
            </a:r>
            <a:r>
              <a:rPr lang="en-US" altLang="zh-CN" sz="1600" dirty="0">
                <a:latin typeface="+mj-ea"/>
                <a:ea typeface="+mj-ea"/>
                <a:cs typeface="Times New Roman" panose="02020603050405020304" pitchFamily="18" charset="0"/>
              </a:rPr>
              <a:t>6.16  </a:t>
            </a:r>
            <a:r>
              <a:rPr lang="zh-CN" altLang="en-US" sz="1600" dirty="0">
                <a:latin typeface="宋体" panose="02010600030101010101" pitchFamily="2" charset="-122"/>
                <a:cs typeface="Times New Roman" panose="02020603050405020304" pitchFamily="18" charset="0"/>
              </a:rPr>
              <a:t>建立初始堆</a:t>
            </a:r>
            <a:endParaRPr lang="zh-CN" altLang="en-US" sz="1600" dirty="0"/>
          </a:p>
        </p:txBody>
      </p:sp>
      <p:sp>
        <p:nvSpPr>
          <p:cNvPr id="12" name="文本框 4">
            <a:extLst>
              <a:ext uri="{FF2B5EF4-FFF2-40B4-BE49-F238E27FC236}">
                <a16:creationId xmlns:a16="http://schemas.microsoft.com/office/drawing/2014/main" id="{27B2BA85-B0A2-8B64-541F-F4A728FA3325}"/>
              </a:ext>
            </a:extLst>
          </p:cNvPr>
          <p:cNvSpPr txBox="1"/>
          <p:nvPr/>
        </p:nvSpPr>
        <p:spPr>
          <a:xfrm>
            <a:off x="947906" y="234652"/>
            <a:ext cx="4956932"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3375" marR="0" lvl="0" indent="0" defTabSz="914400" rtl="0" eaLnBrk="1" fontAlgn="auto" latinLnBrk="0" hangingPunct="1">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6.4.3  </a:t>
            </a:r>
            <a:r>
              <a:rPr kumimoji="0" lang="zh-CN" altLang="zh-CN"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堆的基本操作的实现</a:t>
            </a:r>
            <a:r>
              <a:rPr kumimoji="0" lang="zh-CN" altLang="en-US" sz="2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黑体" panose="02010609060101010101" pitchFamily="49" charset="-122"/>
                <a:cs typeface="Times New Roman" panose="02020603050405020304" pitchFamily="18" charset="0"/>
              </a:rPr>
              <a:t>（续）</a:t>
            </a:r>
            <a:endParaRPr kumimoji="0" lang="zh-CN" altLang="zh-CN" sz="2400" b="0" i="0" u="none" strike="noStrike" kern="10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46EE440A-877A-6514-2B7C-5514FC0A36C7}"/>
              </a:ext>
            </a:extLst>
          </p:cNvPr>
          <p:cNvSpPr txBox="1"/>
          <p:nvPr/>
        </p:nvSpPr>
        <p:spPr>
          <a:xfrm>
            <a:off x="4397926" y="1953271"/>
            <a:ext cx="7027470" cy="1477328"/>
          </a:xfrm>
          <a:prstGeom prst="rect">
            <a:avLst/>
          </a:prstGeom>
          <a:solidFill>
            <a:schemeClr val="tx2">
              <a:lumMod val="10000"/>
              <a:lumOff val="90000"/>
            </a:schemeClr>
          </a:solidFill>
          <a:ln>
            <a:solidFill>
              <a:schemeClr val="tx2">
                <a:lumMod val="75000"/>
                <a:lumOff val="25000"/>
              </a:schemeClr>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err="1" bmk="">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MaxHeap</a:t>
            </a:r>
            <a:r>
              <a:rPr kumimoji="0" lang="en-US" altLang="zh-CN" b="1" i="0" u="none" strike="noStrike" cap="none" normalizeH="0" baseline="0" dirty="0" bmk="">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cap="none" normalizeH="0" baseline="0" dirty="0" err="1" bmk="">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MakeHeap</a:t>
            </a:r>
            <a:r>
              <a:rPr kumimoji="0" lang="en-US" altLang="zh-CN" b="1" i="0" u="none" strike="noStrike" cap="none" normalizeH="0" baseline="0" dirty="0" bmk="">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b="1" i="0" u="none" strike="noStrike" cap="none" normalizeH="0" baseline="0" dirty="0" err="1" bmk="">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SqList</a:t>
            </a:r>
            <a:r>
              <a:rPr kumimoji="0" lang="en-US" altLang="zh-CN" b="1" i="0" u="none" strike="noStrike" cap="none" normalizeH="0" baseline="0" dirty="0" bmk="">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L) </a:t>
            </a:r>
            <a:r>
              <a:rPr kumimoji="0" lang="en-US" altLang="zh-CN" b="1" i="0" u="none" strike="noStrike" cap="none" normalizeH="0" baseline="0" dirty="0" bmk="">
                <a:ln>
                  <a:noFill/>
                </a:ln>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b="1" i="0" u="none" strike="noStrike" cap="none" normalizeH="0" baseline="0" dirty="0" bmk="">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cap="none" normalizeH="0" baseline="0" dirty="0" bmk="">
                <a:ln>
                  <a:noFill/>
                </a:ln>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zh-CN" altLang="en-US" b="1" i="0" u="none" strike="noStrike" cap="none" normalizeH="0" baseline="0" dirty="0" bmk="_Toc422227877">
                <a:ln>
                  <a:noFill/>
                </a:ln>
                <a:solidFill>
                  <a:schemeClr val="accent6">
                    <a:lumMod val="75000"/>
                  </a:schemeClr>
                </a:solidFill>
                <a:effectLst/>
                <a:latin typeface="宋体" panose="02010600030101010101" pitchFamily="2" charset="-122"/>
                <a:ea typeface="宋体" panose="02010600030101010101" pitchFamily="2" charset="-122"/>
                <a:cs typeface="Courier New" panose="02070309020205020404" pitchFamily="49" charset="0"/>
              </a:rPr>
              <a:t>返回由顺序表</a:t>
            </a:r>
            <a:r>
              <a:rPr kumimoji="0" lang="en-US" altLang="zh-CN" b="1" i="0" u="none" strike="noStrike" cap="none" normalizeH="0" baseline="0" dirty="0" bmk="_Toc422227877">
                <a:ln>
                  <a:noFill/>
                </a:ln>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L</a:t>
            </a:r>
            <a:r>
              <a:rPr kumimoji="0" lang="zh-CN" altLang="en-US" b="1" i="0" u="none" strike="noStrike" cap="none" normalizeH="0" baseline="0" dirty="0" bmk="_Toc422227877">
                <a:ln>
                  <a:noFill/>
                </a:ln>
                <a:solidFill>
                  <a:schemeClr val="accent6">
                    <a:lumMod val="75000"/>
                  </a:schemeClr>
                </a:solidFill>
                <a:effectLst/>
                <a:latin typeface="宋体" panose="02010600030101010101" pitchFamily="2" charset="-122"/>
                <a:ea typeface="宋体" panose="02010600030101010101" pitchFamily="2" charset="-122"/>
                <a:cs typeface="Courier New" panose="02070309020205020404" pitchFamily="49" charset="0"/>
              </a:rPr>
              <a:t>构建的堆</a:t>
            </a:r>
            <a:endParaRPr kumimoji="0" lang="zh-CN" altLang="en-US" b="1" i="0" u="none" strike="noStrike" cap="none" normalizeH="0" baseline="0" dirty="0">
              <a:ln>
                <a:noFill/>
              </a:ln>
              <a:solidFill>
                <a:schemeClr val="accent6">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lang="en-US" altLang="zh-CN" b="1" dirty="0" bmk="">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for</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lang="en-US" altLang="zh-CN" b="1" dirty="0" bmk="">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int</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=L-&gt;</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len</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/2; </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&gt;0; </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SiftDown</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 </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lang="en-US" altLang="zh-CN" b="1" dirty="0" bmk="">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b="1" dirty="0" bmk="">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对以</a:t>
            </a:r>
            <a:r>
              <a:rPr lang="en-US" altLang="zh-CN" b="1" dirty="0" err="1" bmk="">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i</a:t>
            </a:r>
            <a:r>
              <a:rPr lang="zh-CN" altLang="en-US" b="1" dirty="0" bmk="">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节点为根的子树进行筛选</a:t>
            </a:r>
          </a:p>
          <a:p>
            <a:pPr eaLnBrk="0" fontAlgn="base" hangingPunct="0">
              <a:spcBef>
                <a:spcPct val="0"/>
              </a:spcBef>
              <a:spcAft>
                <a:spcPct val="0"/>
              </a:spcAft>
            </a:pP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lang="en-US" altLang="zh-CN" b="1" dirty="0" bmk="">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L;           </a:t>
            </a:r>
            <a:r>
              <a:rPr lang="en-US" altLang="zh-CN" b="1" dirty="0" bmk="">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b="1" dirty="0" bmk="">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返回构建的堆</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bmk="">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a:t>
            </a:r>
          </a:p>
        </p:txBody>
      </p:sp>
      <p:sp>
        <p:nvSpPr>
          <p:cNvPr id="16" name="文本框 15">
            <a:extLst>
              <a:ext uri="{FF2B5EF4-FFF2-40B4-BE49-F238E27FC236}">
                <a16:creationId xmlns:a16="http://schemas.microsoft.com/office/drawing/2014/main" id="{CCC518D7-7290-21E4-26DE-08D3C9A4F962}"/>
              </a:ext>
            </a:extLst>
          </p:cNvPr>
          <p:cNvSpPr txBox="1"/>
          <p:nvPr/>
        </p:nvSpPr>
        <p:spPr>
          <a:xfrm>
            <a:off x="4372286" y="3430599"/>
            <a:ext cx="7604252"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例如，对初始序列（</a:t>
            </a:r>
            <a:r>
              <a:rPr kumimoji="0" lang="en-US" altLang="zh-CN"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42, 58, 68, 98, 86, </a:t>
            </a:r>
            <a:r>
              <a:rPr kumimoji="0" lang="en-US" altLang="zh-CN" b="0" i="0" u="sng" strike="noStrike" cap="none" normalizeH="0" baseline="0" dirty="0" bmk="">
                <a:ln>
                  <a:noFill/>
                </a:ln>
                <a:solidFill>
                  <a:schemeClr val="tx1"/>
                </a:solidFill>
                <a:effectLst/>
                <a:ea typeface="宋体" panose="02010600030101010101" pitchFamily="2" charset="-122"/>
                <a:cs typeface="Times New Roman" panose="02020603050405020304" pitchFamily="18" charset="0"/>
              </a:rPr>
              <a:t>42</a:t>
            </a:r>
            <a:r>
              <a:rPr kumimoji="0" lang="zh-CN" altLang="en-US"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）建大顶堆的过程如图</a:t>
            </a:r>
            <a:r>
              <a:rPr kumimoji="0" lang="en-US" altLang="zh-CN"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6.16</a:t>
            </a:r>
            <a:r>
              <a:rPr kumimoji="0" lang="zh-CN" altLang="en-US"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所示。由于堆长度为</a:t>
            </a:r>
            <a:r>
              <a:rPr kumimoji="0" lang="en-US" altLang="zh-CN"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6</a:t>
            </a:r>
            <a:r>
              <a:rPr kumimoji="0" lang="zh-CN" altLang="en-US"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，所以只需依次对编号为</a:t>
            </a:r>
            <a:r>
              <a:rPr kumimoji="0" lang="en-US" altLang="zh-CN"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3</a:t>
            </a:r>
            <a:r>
              <a:rPr kumimoji="0" lang="zh-CN" altLang="en-US"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a:t>
            </a:r>
            <a:r>
              <a:rPr kumimoji="0" lang="en-US" altLang="zh-CN"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2</a:t>
            </a:r>
            <a:r>
              <a:rPr kumimoji="0" lang="zh-CN" altLang="en-US"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a:t>
            </a:r>
            <a:r>
              <a:rPr kumimoji="0" lang="en-US" altLang="zh-CN"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1</a:t>
            </a:r>
            <a:r>
              <a:rPr kumimoji="0" lang="zh-CN" altLang="en-US" b="0" i="0" u="none" strike="noStrike" cap="none" normalizeH="0" baseline="0" dirty="0" bmk="">
                <a:ln>
                  <a:noFill/>
                </a:ln>
                <a:solidFill>
                  <a:schemeClr val="tx1"/>
                </a:solidFill>
                <a:effectLst/>
                <a:ea typeface="宋体" panose="02010600030101010101" pitchFamily="2" charset="-122"/>
                <a:cs typeface="Times New Roman" panose="02020603050405020304" pitchFamily="18" charset="0"/>
              </a:rPr>
              <a:t>的节点筛选。</a:t>
            </a:r>
            <a:endParaRPr kumimoji="0" lang="zh-CN" altLang="en-US" b="0" i="0" u="none" strike="noStrike" cap="none" normalizeH="0" baseline="0" dirty="0" bmk="">
              <a:ln>
                <a:noFill/>
              </a:ln>
              <a:solidFill>
                <a:schemeClr val="tx1"/>
              </a:solidFill>
              <a:effectLst/>
            </a:endParaRPr>
          </a:p>
        </p:txBody>
      </p:sp>
      <p:grpSp>
        <p:nvGrpSpPr>
          <p:cNvPr id="50" name="组合 49">
            <a:extLst>
              <a:ext uri="{FF2B5EF4-FFF2-40B4-BE49-F238E27FC236}">
                <a16:creationId xmlns:a16="http://schemas.microsoft.com/office/drawing/2014/main" id="{A3D277D4-054F-443F-E7B8-F8D875D54702}"/>
              </a:ext>
            </a:extLst>
          </p:cNvPr>
          <p:cNvGrpSpPr/>
          <p:nvPr/>
        </p:nvGrpSpPr>
        <p:grpSpPr>
          <a:xfrm>
            <a:off x="909891" y="2035108"/>
            <a:ext cx="2315398" cy="1480137"/>
            <a:chOff x="708072" y="2060516"/>
            <a:chExt cx="2315398" cy="1480137"/>
          </a:xfrm>
        </p:grpSpPr>
        <p:cxnSp>
          <p:nvCxnSpPr>
            <p:cNvPr id="18" name="直接箭头连接符 17">
              <a:extLst>
                <a:ext uri="{FF2B5EF4-FFF2-40B4-BE49-F238E27FC236}">
                  <a16:creationId xmlns:a16="http://schemas.microsoft.com/office/drawing/2014/main" id="{AF23BEA6-EC08-6A99-E719-9482884E9B00}"/>
                </a:ext>
              </a:extLst>
            </p:cNvPr>
            <p:cNvCxnSpPr>
              <a:cxnSpLocks/>
            </p:cNvCxnSpPr>
            <p:nvPr/>
          </p:nvCxnSpPr>
          <p:spPr>
            <a:xfrm flipV="1">
              <a:off x="2487494" y="2765466"/>
              <a:ext cx="379346" cy="60946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A2A0FB0-3EA1-8FA5-044A-50AC69CA0DFE}"/>
                </a:ext>
              </a:extLst>
            </p:cNvPr>
            <p:cNvCxnSpPr>
              <a:cxnSpLocks/>
              <a:stCxn id="26" idx="7"/>
            </p:cNvCxnSpPr>
            <p:nvPr/>
          </p:nvCxnSpPr>
          <p:spPr>
            <a:xfrm flipV="1">
              <a:off x="1594449" y="2235343"/>
              <a:ext cx="541623" cy="41361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1144CD0F-CB6A-6AE9-11AF-909E0F146AB8}"/>
                </a:ext>
              </a:extLst>
            </p:cNvPr>
            <p:cNvCxnSpPr>
              <a:cxnSpLocks/>
              <a:stCxn id="25" idx="1"/>
            </p:cNvCxnSpPr>
            <p:nvPr/>
          </p:nvCxnSpPr>
          <p:spPr>
            <a:xfrm flipH="1" flipV="1">
              <a:off x="2207840" y="2235344"/>
              <a:ext cx="508351" cy="41039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39C1AFD-9B97-14EE-808B-97F6FD34E21D}"/>
                </a:ext>
              </a:extLst>
            </p:cNvPr>
            <p:cNvCxnSpPr>
              <a:cxnSpLocks/>
            </p:cNvCxnSpPr>
            <p:nvPr/>
          </p:nvCxnSpPr>
          <p:spPr>
            <a:xfrm flipV="1">
              <a:off x="1097314" y="2769876"/>
              <a:ext cx="379346" cy="60946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6757F6AE-B0D9-4119-48C0-0F92B6D5B865}"/>
                </a:ext>
              </a:extLst>
            </p:cNvPr>
            <p:cNvCxnSpPr>
              <a:cxnSpLocks/>
            </p:cNvCxnSpPr>
            <p:nvPr/>
          </p:nvCxnSpPr>
          <p:spPr>
            <a:xfrm flipH="1" flipV="1">
              <a:off x="1465126" y="2777315"/>
              <a:ext cx="373667" cy="57899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71342CD2-E05B-45A9-AB55-A694346CEF05}"/>
                </a:ext>
              </a:extLst>
            </p:cNvPr>
            <p:cNvSpPr/>
            <p:nvPr/>
          </p:nvSpPr>
          <p:spPr>
            <a:xfrm>
              <a:off x="1998430" y="2060516"/>
              <a:ext cx="360000" cy="360001"/>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25" name="椭圆 24">
              <a:extLst>
                <a:ext uri="{FF2B5EF4-FFF2-40B4-BE49-F238E27FC236}">
                  <a16:creationId xmlns:a16="http://schemas.microsoft.com/office/drawing/2014/main" id="{C5ECC1E0-EC05-0E20-1263-68760AFBA6BF}"/>
                </a:ext>
              </a:extLst>
            </p:cNvPr>
            <p:cNvSpPr/>
            <p:nvPr/>
          </p:nvSpPr>
          <p:spPr>
            <a:xfrm>
              <a:off x="2663470" y="2593018"/>
              <a:ext cx="360000" cy="360001"/>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26" name="椭圆 25">
              <a:extLst>
                <a:ext uri="{FF2B5EF4-FFF2-40B4-BE49-F238E27FC236}">
                  <a16:creationId xmlns:a16="http://schemas.microsoft.com/office/drawing/2014/main" id="{76141FE4-749D-B390-A946-4AD30450087F}"/>
                </a:ext>
              </a:extLst>
            </p:cNvPr>
            <p:cNvSpPr/>
            <p:nvPr/>
          </p:nvSpPr>
          <p:spPr>
            <a:xfrm>
              <a:off x="1287170" y="2596232"/>
              <a:ext cx="360000" cy="360001"/>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27" name="椭圆 26">
              <a:extLst>
                <a:ext uri="{FF2B5EF4-FFF2-40B4-BE49-F238E27FC236}">
                  <a16:creationId xmlns:a16="http://schemas.microsoft.com/office/drawing/2014/main" id="{216F315F-CA25-C903-3B17-4E31BA0C383F}"/>
                </a:ext>
              </a:extLst>
            </p:cNvPr>
            <p:cNvSpPr/>
            <p:nvPr/>
          </p:nvSpPr>
          <p:spPr>
            <a:xfrm>
              <a:off x="1632275" y="3180652"/>
              <a:ext cx="360000" cy="360001"/>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28" name="椭圆 27">
              <a:extLst>
                <a:ext uri="{FF2B5EF4-FFF2-40B4-BE49-F238E27FC236}">
                  <a16:creationId xmlns:a16="http://schemas.microsoft.com/office/drawing/2014/main" id="{73CAF89C-24BB-4AAA-AFFC-0FE0F9330605}"/>
                </a:ext>
              </a:extLst>
            </p:cNvPr>
            <p:cNvSpPr/>
            <p:nvPr/>
          </p:nvSpPr>
          <p:spPr>
            <a:xfrm>
              <a:off x="926381" y="3180652"/>
              <a:ext cx="360000" cy="360001"/>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3A011A4F-E99C-77B2-738B-1F4EDD281E8A}"/>
                </a:ext>
              </a:extLst>
            </p:cNvPr>
            <p:cNvSpPr txBox="1"/>
            <p:nvPr/>
          </p:nvSpPr>
          <p:spPr>
            <a:xfrm>
              <a:off x="2116242" y="3221522"/>
              <a:ext cx="244287" cy="18877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p>
              <a:pPr algn="ctr">
                <a:lnSpc>
                  <a:spcPts val="1400"/>
                </a:lnSpc>
              </a:pPr>
              <a:r>
                <a:rPr lang="en-US" altLang="zh-CN" dirty="0">
                  <a:solidFill>
                    <a:srgbClr val="0070C0"/>
                  </a:solidFill>
                  <a:latin typeface="Times New Roman" panose="02020603050405020304" pitchFamily="18" charset="0"/>
                  <a:cs typeface="Times New Roman" panose="02020603050405020304" pitchFamily="18" charset="0"/>
                </a:rPr>
                <a:t>6</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30" name="椭圆 29">
              <a:extLst>
                <a:ext uri="{FF2B5EF4-FFF2-40B4-BE49-F238E27FC236}">
                  <a16:creationId xmlns:a16="http://schemas.microsoft.com/office/drawing/2014/main" id="{6A04AE17-F1DB-77F2-D675-E4472709CA1C}"/>
                </a:ext>
              </a:extLst>
            </p:cNvPr>
            <p:cNvSpPr/>
            <p:nvPr/>
          </p:nvSpPr>
          <p:spPr>
            <a:xfrm>
              <a:off x="2316561" y="3176244"/>
              <a:ext cx="360000" cy="360001"/>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u="sng" dirty="0">
                <a:solidFill>
                  <a:schemeClr val="tx1"/>
                </a:solidFill>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F99E42B8-33E6-6F07-E1D7-0F82348C5798}"/>
                </a:ext>
              </a:extLst>
            </p:cNvPr>
            <p:cNvSpPr txBox="1"/>
            <p:nvPr/>
          </p:nvSpPr>
          <p:spPr>
            <a:xfrm>
              <a:off x="1432692" y="3192454"/>
              <a:ext cx="244287" cy="18877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p>
              <a:pPr algn="ctr">
                <a:lnSpc>
                  <a:spcPts val="1400"/>
                </a:lnSpc>
              </a:pPr>
              <a:r>
                <a:rPr lang="en-US" altLang="zh-CN" dirty="0">
                  <a:solidFill>
                    <a:srgbClr val="0070C0"/>
                  </a:solidFill>
                  <a:latin typeface="Times New Roman" panose="02020603050405020304" pitchFamily="18" charset="0"/>
                  <a:cs typeface="Times New Roman" panose="02020603050405020304" pitchFamily="18" charset="0"/>
                </a:rPr>
                <a:t>5</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F62433B0-1D55-9861-8458-7278CB7405A6}"/>
                </a:ext>
              </a:extLst>
            </p:cNvPr>
            <p:cNvSpPr txBox="1"/>
            <p:nvPr/>
          </p:nvSpPr>
          <p:spPr>
            <a:xfrm>
              <a:off x="708072" y="3179316"/>
              <a:ext cx="244287" cy="18877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p>
              <a:pPr algn="ctr">
                <a:lnSpc>
                  <a:spcPts val="1400"/>
                </a:lnSpc>
              </a:pPr>
              <a:r>
                <a:rPr lang="en-US" altLang="zh-CN" dirty="0">
                  <a:solidFill>
                    <a:srgbClr val="0070C0"/>
                  </a:solidFill>
                  <a:latin typeface="Times New Roman" panose="02020603050405020304" pitchFamily="18" charset="0"/>
                  <a:cs typeface="Times New Roman" panose="02020603050405020304" pitchFamily="18" charset="0"/>
                </a:rPr>
                <a:t>4</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256D80BF-176A-51D3-67B0-B358A934DD51}"/>
                </a:ext>
              </a:extLst>
            </p:cNvPr>
            <p:cNvSpPr txBox="1"/>
            <p:nvPr/>
          </p:nvSpPr>
          <p:spPr>
            <a:xfrm>
              <a:off x="2432116" y="2670114"/>
              <a:ext cx="244287" cy="18877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p>
              <a:pPr algn="ctr">
                <a:lnSpc>
                  <a:spcPts val="1400"/>
                </a:lnSpc>
              </a:pPr>
              <a:r>
                <a:rPr lang="en-US" altLang="zh-CN" dirty="0">
                  <a:solidFill>
                    <a:srgbClr val="0070C0"/>
                  </a:solidFill>
                  <a:latin typeface="Times New Roman" panose="02020603050405020304" pitchFamily="18" charset="0"/>
                  <a:cs typeface="Times New Roman" panose="02020603050405020304" pitchFamily="18" charset="0"/>
                </a:rPr>
                <a:t>3</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48" name="文本框 45">
              <a:extLst>
                <a:ext uri="{FF2B5EF4-FFF2-40B4-BE49-F238E27FC236}">
                  <a16:creationId xmlns:a16="http://schemas.microsoft.com/office/drawing/2014/main" id="{F62433B0-1D55-9861-8458-7278CB7405A6}"/>
                </a:ext>
              </a:extLst>
            </p:cNvPr>
            <p:cNvSpPr txBox="1"/>
            <p:nvPr/>
          </p:nvSpPr>
          <p:spPr>
            <a:xfrm>
              <a:off x="1066529" y="2661017"/>
              <a:ext cx="244287" cy="18877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lnSpc>
                  <a:spcPts val="1400"/>
                </a:lnSpc>
              </a:pPr>
              <a:r>
                <a:rPr lang="en-US" altLang="zh-CN" dirty="0">
                  <a:solidFill>
                    <a:srgbClr val="0070C0"/>
                  </a:solidFill>
                  <a:latin typeface="Times New Roman" panose="02020603050405020304" pitchFamily="18" charset="0"/>
                  <a:cs typeface="Times New Roman" panose="02020603050405020304" pitchFamily="18" charset="0"/>
                </a:rPr>
                <a:t>2</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49" name="文本框 45">
              <a:extLst>
                <a:ext uri="{FF2B5EF4-FFF2-40B4-BE49-F238E27FC236}">
                  <a16:creationId xmlns:a16="http://schemas.microsoft.com/office/drawing/2014/main" id="{F62433B0-1D55-9861-8458-7278CB7405A6}"/>
                </a:ext>
              </a:extLst>
            </p:cNvPr>
            <p:cNvSpPr txBox="1"/>
            <p:nvPr/>
          </p:nvSpPr>
          <p:spPr>
            <a:xfrm>
              <a:off x="1747988" y="2136269"/>
              <a:ext cx="244287" cy="18877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lnSpc>
                  <a:spcPts val="1400"/>
                </a:lnSpc>
              </a:pPr>
              <a:r>
                <a:rPr lang="en-US" altLang="zh-CN" dirty="0">
                  <a:solidFill>
                    <a:srgbClr val="0070C0"/>
                  </a:solidFill>
                  <a:latin typeface="Times New Roman" panose="02020603050405020304" pitchFamily="18" charset="0"/>
                  <a:cs typeface="Times New Roman" panose="02020603050405020304" pitchFamily="18" charset="0"/>
                </a:rPr>
                <a:t>1</a:t>
              </a:r>
              <a:endParaRPr lang="zh-CN" altLang="en-US" dirty="0">
                <a:solidFill>
                  <a:srgbClr val="0070C0"/>
                </a:solidFill>
                <a:latin typeface="Times New Roman" panose="02020603050405020304" pitchFamily="18" charset="0"/>
                <a:cs typeface="Times New Roman" panose="02020603050405020304" pitchFamily="18" charset="0"/>
              </a:endParaRPr>
            </a:p>
          </p:txBody>
        </p:sp>
      </p:grpSp>
      <p:grpSp>
        <p:nvGrpSpPr>
          <p:cNvPr id="58" name="组合 57">
            <a:extLst>
              <a:ext uri="{FF2B5EF4-FFF2-40B4-BE49-F238E27FC236}">
                <a16:creationId xmlns:a16="http://schemas.microsoft.com/office/drawing/2014/main" id="{0261B08E-5A2D-E339-FC2B-9B7049152F50}"/>
              </a:ext>
            </a:extLst>
          </p:cNvPr>
          <p:cNvGrpSpPr/>
          <p:nvPr/>
        </p:nvGrpSpPr>
        <p:grpSpPr>
          <a:xfrm>
            <a:off x="877195" y="1140156"/>
            <a:ext cx="2825062" cy="554889"/>
            <a:chOff x="675376" y="1165564"/>
            <a:chExt cx="2825062" cy="554889"/>
          </a:xfrm>
        </p:grpSpPr>
        <p:sp>
          <p:nvSpPr>
            <p:cNvPr id="39" name="文本框 38">
              <a:extLst>
                <a:ext uri="{FF2B5EF4-FFF2-40B4-BE49-F238E27FC236}">
                  <a16:creationId xmlns:a16="http://schemas.microsoft.com/office/drawing/2014/main" id="{7FDFE8EC-EF05-6237-2A9A-8F03AF87ED40}"/>
                </a:ext>
              </a:extLst>
            </p:cNvPr>
            <p:cNvSpPr txBox="1"/>
            <p:nvPr/>
          </p:nvSpPr>
          <p:spPr>
            <a:xfrm>
              <a:off x="675376" y="1165564"/>
              <a:ext cx="2825062" cy="18877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tIns="0" bIns="0" rtlCol="0" anchor="ctr">
              <a:spAutoFit/>
            </a:bodyPr>
            <a:lstStyle/>
            <a:p>
              <a:pPr>
                <a:lnSpc>
                  <a:spcPts val="1400"/>
                </a:lnSpc>
              </a:pPr>
              <a:r>
                <a:rPr lang="en-US" altLang="zh-CN" dirty="0">
                  <a:solidFill>
                    <a:srgbClr val="0070C0"/>
                  </a:solidFill>
                  <a:latin typeface="Times New Roman" panose="02020603050405020304" pitchFamily="18" charset="0"/>
                  <a:cs typeface="Times New Roman" panose="02020603050405020304" pitchFamily="18" charset="0"/>
                </a:rPr>
                <a:t> 0     1     2     3    </a:t>
              </a:r>
              <a:r>
                <a:rPr lang="en-US" altLang="zh-CN" sz="1000" dirty="0">
                  <a:solidFill>
                    <a:srgbClr val="0070C0"/>
                  </a:solidFill>
                  <a:latin typeface="Times New Roman" panose="02020603050405020304" pitchFamily="18" charset="0"/>
                  <a:cs typeface="Times New Roman" panose="02020603050405020304" pitchFamily="18" charset="0"/>
                </a:rPr>
                <a:t> </a:t>
              </a:r>
              <a:r>
                <a:rPr lang="en-US" altLang="zh-CN" dirty="0">
                  <a:solidFill>
                    <a:srgbClr val="0070C0"/>
                  </a:solidFill>
                  <a:latin typeface="Times New Roman" panose="02020603050405020304" pitchFamily="18" charset="0"/>
                  <a:cs typeface="Times New Roman" panose="02020603050405020304" pitchFamily="18" charset="0"/>
                </a:rPr>
                <a:t>4     5     6</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D17ECCA0-F029-AFA5-E149-E1D2A52788F2}"/>
                </a:ext>
              </a:extLst>
            </p:cNvPr>
            <p:cNvSpPr/>
            <p:nvPr/>
          </p:nvSpPr>
          <p:spPr>
            <a:xfrm>
              <a:off x="675376" y="1395863"/>
              <a:ext cx="396000" cy="3240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endParaRPr>
            </a:p>
          </p:txBody>
        </p:sp>
        <p:sp>
          <p:nvSpPr>
            <p:cNvPr id="51" name="矩形 50">
              <a:extLst>
                <a:ext uri="{FF2B5EF4-FFF2-40B4-BE49-F238E27FC236}">
                  <a16:creationId xmlns:a16="http://schemas.microsoft.com/office/drawing/2014/main" id="{A5129CAD-FCF0-FCD6-F93A-233B4E387156}"/>
                </a:ext>
              </a:extLst>
            </p:cNvPr>
            <p:cNvSpPr/>
            <p:nvPr/>
          </p:nvSpPr>
          <p:spPr>
            <a:xfrm>
              <a:off x="1066529" y="1395863"/>
              <a:ext cx="39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endParaRPr>
            </a:p>
          </p:txBody>
        </p:sp>
        <p:sp>
          <p:nvSpPr>
            <p:cNvPr id="52" name="矩形 51">
              <a:extLst>
                <a:ext uri="{FF2B5EF4-FFF2-40B4-BE49-F238E27FC236}">
                  <a16:creationId xmlns:a16="http://schemas.microsoft.com/office/drawing/2014/main" id="{A281BB54-4B08-5B39-BE41-41E8B764403B}"/>
                </a:ext>
              </a:extLst>
            </p:cNvPr>
            <p:cNvSpPr/>
            <p:nvPr/>
          </p:nvSpPr>
          <p:spPr>
            <a:xfrm>
              <a:off x="1462529" y="1396453"/>
              <a:ext cx="39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endParaRPr>
            </a:p>
          </p:txBody>
        </p:sp>
        <p:sp>
          <p:nvSpPr>
            <p:cNvPr id="53" name="矩形 52">
              <a:extLst>
                <a:ext uri="{FF2B5EF4-FFF2-40B4-BE49-F238E27FC236}">
                  <a16:creationId xmlns:a16="http://schemas.microsoft.com/office/drawing/2014/main" id="{76908D12-8DCF-7E32-FD0B-2FD8BA92BC11}"/>
                </a:ext>
              </a:extLst>
            </p:cNvPr>
            <p:cNvSpPr/>
            <p:nvPr/>
          </p:nvSpPr>
          <p:spPr>
            <a:xfrm>
              <a:off x="1853682" y="1396453"/>
              <a:ext cx="39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dirty="0">
                <a:solidFill>
                  <a:schemeClr val="tx1"/>
                </a:solidFill>
              </a:endParaRPr>
            </a:p>
          </p:txBody>
        </p:sp>
        <p:sp>
          <p:nvSpPr>
            <p:cNvPr id="54" name="矩形 53">
              <a:extLst>
                <a:ext uri="{FF2B5EF4-FFF2-40B4-BE49-F238E27FC236}">
                  <a16:creationId xmlns:a16="http://schemas.microsoft.com/office/drawing/2014/main" id="{D17ECCA0-F029-AFA5-E149-E1D2A52788F2}"/>
                </a:ext>
              </a:extLst>
            </p:cNvPr>
            <p:cNvSpPr/>
            <p:nvPr/>
          </p:nvSpPr>
          <p:spPr>
            <a:xfrm>
              <a:off x="2249682" y="1395514"/>
              <a:ext cx="39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tx1"/>
                </a:solidFill>
              </a:endParaRPr>
            </a:p>
          </p:txBody>
        </p:sp>
        <p:sp>
          <p:nvSpPr>
            <p:cNvPr id="55" name="矩形 54">
              <a:extLst>
                <a:ext uri="{FF2B5EF4-FFF2-40B4-BE49-F238E27FC236}">
                  <a16:creationId xmlns:a16="http://schemas.microsoft.com/office/drawing/2014/main" id="{A5129CAD-FCF0-FCD6-F93A-233B4E387156}"/>
                </a:ext>
              </a:extLst>
            </p:cNvPr>
            <p:cNvSpPr/>
            <p:nvPr/>
          </p:nvSpPr>
          <p:spPr>
            <a:xfrm>
              <a:off x="2640835" y="1395514"/>
              <a:ext cx="39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tx1"/>
                </a:solidFill>
              </a:endParaRPr>
            </a:p>
          </p:txBody>
        </p:sp>
        <p:sp>
          <p:nvSpPr>
            <p:cNvPr id="56" name="矩形 55">
              <a:extLst>
                <a:ext uri="{FF2B5EF4-FFF2-40B4-BE49-F238E27FC236}">
                  <a16:creationId xmlns:a16="http://schemas.microsoft.com/office/drawing/2014/main" id="{D17ECCA0-F029-AFA5-E149-E1D2A52788F2}"/>
                </a:ext>
              </a:extLst>
            </p:cNvPr>
            <p:cNvSpPr/>
            <p:nvPr/>
          </p:nvSpPr>
          <p:spPr>
            <a:xfrm>
              <a:off x="3036835" y="1395514"/>
              <a:ext cx="39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tx1"/>
                </a:solidFill>
              </a:endParaRPr>
            </a:p>
          </p:txBody>
        </p:sp>
      </p:grpSp>
      <p:sp>
        <p:nvSpPr>
          <p:cNvPr id="59" name="矩形 58">
            <a:extLst>
              <a:ext uri="{FF2B5EF4-FFF2-40B4-BE49-F238E27FC236}">
                <a16:creationId xmlns:a16="http://schemas.microsoft.com/office/drawing/2014/main" id="{A5129CAD-FCF0-FCD6-F93A-233B4E387156}"/>
              </a:ext>
            </a:extLst>
          </p:cNvPr>
          <p:cNvSpPr/>
          <p:nvPr/>
        </p:nvSpPr>
        <p:spPr>
          <a:xfrm>
            <a:off x="1319282" y="1405985"/>
            <a:ext cx="301896" cy="24303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tx1"/>
                </a:solidFill>
              </a:rPr>
              <a:t>42</a:t>
            </a:r>
            <a:endParaRPr lang="zh-CN" altLang="en-US" sz="2000" b="1" dirty="0">
              <a:solidFill>
                <a:schemeClr val="tx1"/>
              </a:solidFill>
            </a:endParaRPr>
          </a:p>
        </p:txBody>
      </p:sp>
      <p:sp>
        <p:nvSpPr>
          <p:cNvPr id="60" name="矩形 59">
            <a:extLst>
              <a:ext uri="{FF2B5EF4-FFF2-40B4-BE49-F238E27FC236}">
                <a16:creationId xmlns:a16="http://schemas.microsoft.com/office/drawing/2014/main" id="{A281BB54-4B08-5B39-BE41-41E8B764403B}"/>
              </a:ext>
            </a:extLst>
          </p:cNvPr>
          <p:cNvSpPr/>
          <p:nvPr/>
        </p:nvSpPr>
        <p:spPr>
          <a:xfrm>
            <a:off x="1715282" y="1406575"/>
            <a:ext cx="301896" cy="24303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tx1"/>
                </a:solidFill>
              </a:rPr>
              <a:t>58</a:t>
            </a:r>
            <a:endParaRPr lang="zh-CN" altLang="en-US" sz="2000" b="1" dirty="0">
              <a:solidFill>
                <a:schemeClr val="tx1"/>
              </a:solidFill>
            </a:endParaRPr>
          </a:p>
        </p:txBody>
      </p:sp>
      <p:sp>
        <p:nvSpPr>
          <p:cNvPr id="61" name="矩形 60">
            <a:extLst>
              <a:ext uri="{FF2B5EF4-FFF2-40B4-BE49-F238E27FC236}">
                <a16:creationId xmlns:a16="http://schemas.microsoft.com/office/drawing/2014/main" id="{76908D12-8DCF-7E32-FD0B-2FD8BA92BC11}"/>
              </a:ext>
            </a:extLst>
          </p:cNvPr>
          <p:cNvSpPr/>
          <p:nvPr/>
        </p:nvSpPr>
        <p:spPr>
          <a:xfrm>
            <a:off x="2106435" y="1406575"/>
            <a:ext cx="301896" cy="24303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tx1"/>
                </a:solidFill>
              </a:rPr>
              <a:t>68</a:t>
            </a:r>
            <a:endParaRPr lang="zh-CN" altLang="en-US" sz="2000" b="1" dirty="0">
              <a:solidFill>
                <a:schemeClr val="tx1"/>
              </a:solidFill>
            </a:endParaRPr>
          </a:p>
        </p:txBody>
      </p:sp>
      <p:sp>
        <p:nvSpPr>
          <p:cNvPr id="62" name="矩形 61">
            <a:extLst>
              <a:ext uri="{FF2B5EF4-FFF2-40B4-BE49-F238E27FC236}">
                <a16:creationId xmlns:a16="http://schemas.microsoft.com/office/drawing/2014/main" id="{D17ECCA0-F029-AFA5-E149-E1D2A52788F2}"/>
              </a:ext>
            </a:extLst>
          </p:cNvPr>
          <p:cNvSpPr/>
          <p:nvPr/>
        </p:nvSpPr>
        <p:spPr>
          <a:xfrm>
            <a:off x="2502435" y="1405636"/>
            <a:ext cx="301896" cy="24303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tx1"/>
                </a:solidFill>
              </a:rPr>
              <a:t>98</a:t>
            </a:r>
            <a:endParaRPr lang="zh-CN" altLang="en-US" sz="2000" b="1" dirty="0">
              <a:solidFill>
                <a:schemeClr val="tx1"/>
              </a:solidFill>
            </a:endParaRPr>
          </a:p>
        </p:txBody>
      </p:sp>
      <p:sp>
        <p:nvSpPr>
          <p:cNvPr id="63" name="矩形 62">
            <a:extLst>
              <a:ext uri="{FF2B5EF4-FFF2-40B4-BE49-F238E27FC236}">
                <a16:creationId xmlns:a16="http://schemas.microsoft.com/office/drawing/2014/main" id="{A5129CAD-FCF0-FCD6-F93A-233B4E387156}"/>
              </a:ext>
            </a:extLst>
          </p:cNvPr>
          <p:cNvSpPr/>
          <p:nvPr/>
        </p:nvSpPr>
        <p:spPr>
          <a:xfrm>
            <a:off x="2893588" y="1405636"/>
            <a:ext cx="301896" cy="24303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tx1"/>
                </a:solidFill>
              </a:rPr>
              <a:t>86</a:t>
            </a:r>
            <a:endParaRPr lang="zh-CN" altLang="en-US" sz="2000" b="1" dirty="0">
              <a:solidFill>
                <a:schemeClr val="tx1"/>
              </a:solidFill>
            </a:endParaRPr>
          </a:p>
        </p:txBody>
      </p:sp>
      <p:sp>
        <p:nvSpPr>
          <p:cNvPr id="64" name="矩形 63">
            <a:extLst>
              <a:ext uri="{FF2B5EF4-FFF2-40B4-BE49-F238E27FC236}">
                <a16:creationId xmlns:a16="http://schemas.microsoft.com/office/drawing/2014/main" id="{D17ECCA0-F029-AFA5-E149-E1D2A52788F2}"/>
              </a:ext>
            </a:extLst>
          </p:cNvPr>
          <p:cNvSpPr/>
          <p:nvPr/>
        </p:nvSpPr>
        <p:spPr>
          <a:xfrm>
            <a:off x="3289588" y="1405636"/>
            <a:ext cx="301896" cy="24303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u="sng" dirty="0">
                <a:solidFill>
                  <a:schemeClr val="tx1"/>
                </a:solidFill>
              </a:rPr>
              <a:t>42</a:t>
            </a:r>
            <a:endParaRPr lang="zh-CN" altLang="en-US" sz="2000" b="1" u="sng" dirty="0">
              <a:solidFill>
                <a:schemeClr val="tx1"/>
              </a:solidFill>
            </a:endParaRPr>
          </a:p>
        </p:txBody>
      </p:sp>
      <p:sp>
        <p:nvSpPr>
          <p:cNvPr id="73" name="椭圆 72">
            <a:extLst>
              <a:ext uri="{FF2B5EF4-FFF2-40B4-BE49-F238E27FC236}">
                <a16:creationId xmlns:a16="http://schemas.microsoft.com/office/drawing/2014/main" id="{E372497A-1E3E-3109-29C7-C7014031F338}"/>
              </a:ext>
            </a:extLst>
          </p:cNvPr>
          <p:cNvSpPr/>
          <p:nvPr/>
        </p:nvSpPr>
        <p:spPr>
          <a:xfrm>
            <a:off x="2209006" y="2022289"/>
            <a:ext cx="360000" cy="36000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42</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74" name="椭圆 73">
            <a:extLst>
              <a:ext uri="{FF2B5EF4-FFF2-40B4-BE49-F238E27FC236}">
                <a16:creationId xmlns:a16="http://schemas.microsoft.com/office/drawing/2014/main" id="{DD4A76A7-14A8-A4B6-605A-BB63611BA5D1}"/>
              </a:ext>
            </a:extLst>
          </p:cNvPr>
          <p:cNvSpPr/>
          <p:nvPr/>
        </p:nvSpPr>
        <p:spPr>
          <a:xfrm>
            <a:off x="2874046" y="2554791"/>
            <a:ext cx="360000" cy="36000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68</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75" name="椭圆 74">
            <a:extLst>
              <a:ext uri="{FF2B5EF4-FFF2-40B4-BE49-F238E27FC236}">
                <a16:creationId xmlns:a16="http://schemas.microsoft.com/office/drawing/2014/main" id="{178AAFB5-9CF4-0D0D-EBF7-ED1AF0630317}"/>
              </a:ext>
            </a:extLst>
          </p:cNvPr>
          <p:cNvSpPr/>
          <p:nvPr/>
        </p:nvSpPr>
        <p:spPr>
          <a:xfrm>
            <a:off x="1497746" y="2558005"/>
            <a:ext cx="360000" cy="36000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58</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76" name="椭圆 75">
            <a:extLst>
              <a:ext uri="{FF2B5EF4-FFF2-40B4-BE49-F238E27FC236}">
                <a16:creationId xmlns:a16="http://schemas.microsoft.com/office/drawing/2014/main" id="{F6C5706E-05EE-BF9D-AEF4-320DD9CBCB65}"/>
              </a:ext>
            </a:extLst>
          </p:cNvPr>
          <p:cNvSpPr/>
          <p:nvPr/>
        </p:nvSpPr>
        <p:spPr>
          <a:xfrm>
            <a:off x="1842851" y="3142425"/>
            <a:ext cx="360000" cy="36000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86</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77" name="椭圆 76">
            <a:extLst>
              <a:ext uri="{FF2B5EF4-FFF2-40B4-BE49-F238E27FC236}">
                <a16:creationId xmlns:a16="http://schemas.microsoft.com/office/drawing/2014/main" id="{CDE3A90A-BCAC-91B4-1961-6B2869BAD4D7}"/>
              </a:ext>
            </a:extLst>
          </p:cNvPr>
          <p:cNvSpPr/>
          <p:nvPr/>
        </p:nvSpPr>
        <p:spPr>
          <a:xfrm>
            <a:off x="1136957" y="3142425"/>
            <a:ext cx="360000" cy="36000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98</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79" name="椭圆 78">
            <a:extLst>
              <a:ext uri="{FF2B5EF4-FFF2-40B4-BE49-F238E27FC236}">
                <a16:creationId xmlns:a16="http://schemas.microsoft.com/office/drawing/2014/main" id="{DFE5F803-8928-191F-D3C3-ADF0C4401BDC}"/>
              </a:ext>
            </a:extLst>
          </p:cNvPr>
          <p:cNvSpPr/>
          <p:nvPr/>
        </p:nvSpPr>
        <p:spPr>
          <a:xfrm>
            <a:off x="2527137" y="3138017"/>
            <a:ext cx="360000" cy="36000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b="1" u="sng" dirty="0">
                <a:solidFill>
                  <a:schemeClr val="tx1"/>
                </a:solidFill>
                <a:latin typeface="Times New Roman" panose="02020603050405020304" pitchFamily="18" charset="0"/>
                <a:cs typeface="Times New Roman" panose="02020603050405020304" pitchFamily="18" charset="0"/>
              </a:rPr>
              <a:t>42</a:t>
            </a:r>
            <a:endParaRPr lang="zh-CN" altLang="en-US" sz="2000" b="1" u="sng" dirty="0">
              <a:solidFill>
                <a:schemeClr val="tx1"/>
              </a:solidFill>
              <a:latin typeface="Times New Roman" panose="02020603050405020304" pitchFamily="18" charset="0"/>
              <a:cs typeface="Times New Roman" panose="02020603050405020304" pitchFamily="18" charset="0"/>
            </a:endParaRPr>
          </a:p>
        </p:txBody>
      </p:sp>
      <p:cxnSp>
        <p:nvCxnSpPr>
          <p:cNvPr id="86" name="直接连接符 85">
            <a:extLst>
              <a:ext uri="{FF2B5EF4-FFF2-40B4-BE49-F238E27FC236}">
                <a16:creationId xmlns:a16="http://schemas.microsoft.com/office/drawing/2014/main" id="{84AB370D-D65E-4E74-0563-BD136FBDCF63}"/>
              </a:ext>
            </a:extLst>
          </p:cNvPr>
          <p:cNvCxnSpPr/>
          <p:nvPr/>
        </p:nvCxnSpPr>
        <p:spPr>
          <a:xfrm>
            <a:off x="4755932" y="2528516"/>
            <a:ext cx="399393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8" name="直接连接符 87">
            <a:extLst>
              <a:ext uri="{FF2B5EF4-FFF2-40B4-BE49-F238E27FC236}">
                <a16:creationId xmlns:a16="http://schemas.microsoft.com/office/drawing/2014/main" id="{8B1A0536-E04A-81A4-E5E1-F06F38014379}"/>
              </a:ext>
            </a:extLst>
          </p:cNvPr>
          <p:cNvCxnSpPr>
            <a:cxnSpLocks/>
          </p:cNvCxnSpPr>
          <p:nvPr/>
        </p:nvCxnSpPr>
        <p:spPr>
          <a:xfrm flipV="1">
            <a:off x="4976650" y="2808613"/>
            <a:ext cx="2307019" cy="1"/>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1" name="文本框 90">
            <a:extLst>
              <a:ext uri="{FF2B5EF4-FFF2-40B4-BE49-F238E27FC236}">
                <a16:creationId xmlns:a16="http://schemas.microsoft.com/office/drawing/2014/main" id="{2EBCAD12-F25A-46E9-B88A-4B96065B0EA2}"/>
              </a:ext>
            </a:extLst>
          </p:cNvPr>
          <p:cNvSpPr txBox="1"/>
          <p:nvPr/>
        </p:nvSpPr>
        <p:spPr>
          <a:xfrm>
            <a:off x="2790191" y="2115379"/>
            <a:ext cx="527709" cy="400110"/>
          </a:xfrm>
          <a:prstGeom prst="rect">
            <a:avLst/>
          </a:prstGeom>
          <a:noFill/>
        </p:spPr>
        <p:txBody>
          <a:bodyPr wrap="none" rtlCol="0">
            <a:spAutoFit/>
          </a:bodyPr>
          <a:lstStyle/>
          <a:p>
            <a:r>
              <a:rPr lang="en-US" altLang="zh-CN" sz="2000" b="1" dirty="0" err="1">
                <a:solidFill>
                  <a:srgbClr val="C00000"/>
                </a:solidFill>
              </a:rPr>
              <a:t>i</a:t>
            </a:r>
            <a:r>
              <a:rPr lang="en-US" altLang="zh-CN" sz="2000" b="1" dirty="0">
                <a:solidFill>
                  <a:srgbClr val="C00000"/>
                </a:solidFill>
              </a:rPr>
              <a:t>=3</a:t>
            </a:r>
            <a:endParaRPr lang="zh-CN" altLang="en-US" sz="2000" b="1" dirty="0">
              <a:solidFill>
                <a:srgbClr val="C00000"/>
              </a:solidFill>
            </a:endParaRPr>
          </a:p>
        </p:txBody>
      </p:sp>
      <p:sp>
        <p:nvSpPr>
          <p:cNvPr id="93" name="矩形: 圆角 92">
            <a:extLst>
              <a:ext uri="{FF2B5EF4-FFF2-40B4-BE49-F238E27FC236}">
                <a16:creationId xmlns:a16="http://schemas.microsoft.com/office/drawing/2014/main" id="{DB63E9A8-D3BB-9929-94C7-1FEC8C395FC1}"/>
              </a:ext>
            </a:extLst>
          </p:cNvPr>
          <p:cNvSpPr/>
          <p:nvPr/>
        </p:nvSpPr>
        <p:spPr>
          <a:xfrm>
            <a:off x="3339840" y="2709394"/>
            <a:ext cx="667191" cy="640150"/>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zh-CN" altLang="en-US" b="1" dirty="0">
                <a:solidFill>
                  <a:srgbClr val="C00000"/>
                </a:solidFill>
                <a:effectLst>
                  <a:outerShdw blurRad="38100" dist="38100" dir="2700000" algn="tl">
                    <a:srgbClr val="000000">
                      <a:alpha val="43137"/>
                    </a:srgbClr>
                  </a:outerShdw>
                </a:effectLst>
              </a:rPr>
              <a:t>无需调整</a:t>
            </a:r>
          </a:p>
          <a:p>
            <a:pPr algn="ctr"/>
            <a:endParaRPr lang="zh-CN" altLang="en-US" dirty="0">
              <a:effectLst>
                <a:outerShdw blurRad="38100" dist="38100" dir="2700000" algn="tl">
                  <a:srgbClr val="000000">
                    <a:alpha val="43137"/>
                  </a:srgbClr>
                </a:outerShdw>
              </a:effectLst>
            </a:endParaRPr>
          </a:p>
        </p:txBody>
      </p:sp>
      <p:sp>
        <p:nvSpPr>
          <p:cNvPr id="94" name="Line 56">
            <a:extLst>
              <a:ext uri="{FF2B5EF4-FFF2-40B4-BE49-F238E27FC236}">
                <a16:creationId xmlns:a16="http://schemas.microsoft.com/office/drawing/2014/main" id="{FE4763DB-6F44-AD9B-77C6-ADF7BDF8C4FA}"/>
              </a:ext>
            </a:extLst>
          </p:cNvPr>
          <p:cNvSpPr>
            <a:spLocks noChangeShapeType="1"/>
          </p:cNvSpPr>
          <p:nvPr/>
        </p:nvSpPr>
        <p:spPr bwMode="auto">
          <a:xfrm flipH="1">
            <a:off x="2691643" y="2820030"/>
            <a:ext cx="241956" cy="391399"/>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98" name="文本框 97">
            <a:extLst>
              <a:ext uri="{FF2B5EF4-FFF2-40B4-BE49-F238E27FC236}">
                <a16:creationId xmlns:a16="http://schemas.microsoft.com/office/drawing/2014/main" id="{D0F96F2C-A4EA-93D0-72B1-7734B8488E1F}"/>
              </a:ext>
            </a:extLst>
          </p:cNvPr>
          <p:cNvSpPr txBox="1"/>
          <p:nvPr/>
        </p:nvSpPr>
        <p:spPr>
          <a:xfrm>
            <a:off x="1472623" y="2113489"/>
            <a:ext cx="529312" cy="400110"/>
          </a:xfrm>
          <a:prstGeom prst="rect">
            <a:avLst/>
          </a:prstGeom>
          <a:noFill/>
        </p:spPr>
        <p:txBody>
          <a:bodyPr wrap="none" rtlCol="0">
            <a:spAutoFit/>
          </a:bodyPr>
          <a:lstStyle/>
          <a:p>
            <a:r>
              <a:rPr lang="en-US" altLang="zh-CN" sz="2000" b="1" dirty="0" err="1">
                <a:solidFill>
                  <a:srgbClr val="C00000"/>
                </a:solidFill>
              </a:rPr>
              <a:t>i</a:t>
            </a:r>
            <a:r>
              <a:rPr lang="en-US" altLang="zh-CN" sz="2000" b="1" dirty="0">
                <a:solidFill>
                  <a:srgbClr val="C00000"/>
                </a:solidFill>
              </a:rPr>
              <a:t>=2</a:t>
            </a:r>
            <a:endParaRPr lang="zh-CN" altLang="en-US" sz="2000" b="1" dirty="0">
              <a:solidFill>
                <a:srgbClr val="C00000"/>
              </a:solidFill>
            </a:endParaRPr>
          </a:p>
        </p:txBody>
      </p:sp>
      <p:sp>
        <p:nvSpPr>
          <p:cNvPr id="101" name="Line 56">
            <a:extLst>
              <a:ext uri="{FF2B5EF4-FFF2-40B4-BE49-F238E27FC236}">
                <a16:creationId xmlns:a16="http://schemas.microsoft.com/office/drawing/2014/main" id="{47239D7A-EBC1-5727-ABEB-617D5CE04C9B}"/>
              </a:ext>
            </a:extLst>
          </p:cNvPr>
          <p:cNvSpPr>
            <a:spLocks noChangeShapeType="1"/>
          </p:cNvSpPr>
          <p:nvPr/>
        </p:nvSpPr>
        <p:spPr bwMode="auto">
          <a:xfrm flipH="1">
            <a:off x="1456461" y="3347435"/>
            <a:ext cx="384193" cy="0"/>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102" name="Line 56">
            <a:extLst>
              <a:ext uri="{FF2B5EF4-FFF2-40B4-BE49-F238E27FC236}">
                <a16:creationId xmlns:a16="http://schemas.microsoft.com/office/drawing/2014/main" id="{FEB23054-36C1-2918-5D8E-C26F55766BE0}"/>
              </a:ext>
            </a:extLst>
          </p:cNvPr>
          <p:cNvSpPr>
            <a:spLocks noChangeShapeType="1"/>
          </p:cNvSpPr>
          <p:nvPr/>
        </p:nvSpPr>
        <p:spPr bwMode="auto">
          <a:xfrm flipH="1">
            <a:off x="1309337" y="2814904"/>
            <a:ext cx="241956" cy="391399"/>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103" name="文本框 102">
            <a:extLst>
              <a:ext uri="{FF2B5EF4-FFF2-40B4-BE49-F238E27FC236}">
                <a16:creationId xmlns:a16="http://schemas.microsoft.com/office/drawing/2014/main" id="{DC5DBDB8-6A73-2C8B-D316-4C7E5405AE02}"/>
              </a:ext>
            </a:extLst>
          </p:cNvPr>
          <p:cNvSpPr txBox="1"/>
          <p:nvPr/>
        </p:nvSpPr>
        <p:spPr>
          <a:xfrm>
            <a:off x="2121792" y="1689691"/>
            <a:ext cx="529312" cy="400110"/>
          </a:xfrm>
          <a:prstGeom prst="rect">
            <a:avLst/>
          </a:prstGeom>
          <a:noFill/>
        </p:spPr>
        <p:txBody>
          <a:bodyPr wrap="none" rtlCol="0">
            <a:spAutoFit/>
          </a:bodyPr>
          <a:lstStyle/>
          <a:p>
            <a:r>
              <a:rPr lang="en-US" altLang="zh-CN" sz="2000" b="1" dirty="0" err="1">
                <a:solidFill>
                  <a:srgbClr val="C00000"/>
                </a:solidFill>
              </a:rPr>
              <a:t>i</a:t>
            </a:r>
            <a:r>
              <a:rPr lang="en-US" altLang="zh-CN" sz="2000" b="1" dirty="0">
                <a:solidFill>
                  <a:srgbClr val="C00000"/>
                </a:solidFill>
              </a:rPr>
              <a:t>=1</a:t>
            </a:r>
            <a:endParaRPr lang="zh-CN" altLang="en-US" sz="2000" b="1" dirty="0">
              <a:solidFill>
                <a:srgbClr val="C00000"/>
              </a:solidFill>
            </a:endParaRPr>
          </a:p>
        </p:txBody>
      </p:sp>
      <p:sp>
        <p:nvSpPr>
          <p:cNvPr id="104" name="Line 56">
            <a:extLst>
              <a:ext uri="{FF2B5EF4-FFF2-40B4-BE49-F238E27FC236}">
                <a16:creationId xmlns:a16="http://schemas.microsoft.com/office/drawing/2014/main" id="{BDF58A88-22A2-CDD0-7B61-60B8D5B364D5}"/>
              </a:ext>
            </a:extLst>
          </p:cNvPr>
          <p:cNvSpPr>
            <a:spLocks noChangeShapeType="1"/>
          </p:cNvSpPr>
          <p:nvPr/>
        </p:nvSpPr>
        <p:spPr bwMode="auto">
          <a:xfrm flipH="1" flipV="1">
            <a:off x="1796267" y="2750824"/>
            <a:ext cx="1121742" cy="10638"/>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105" name="Line 56">
            <a:extLst>
              <a:ext uri="{FF2B5EF4-FFF2-40B4-BE49-F238E27FC236}">
                <a16:creationId xmlns:a16="http://schemas.microsoft.com/office/drawing/2014/main" id="{5486AE3A-0597-7EB8-416F-FF5DB71EF3AA}"/>
              </a:ext>
            </a:extLst>
          </p:cNvPr>
          <p:cNvSpPr>
            <a:spLocks noChangeShapeType="1"/>
          </p:cNvSpPr>
          <p:nvPr/>
        </p:nvSpPr>
        <p:spPr bwMode="auto">
          <a:xfrm flipH="1">
            <a:off x="1674883" y="2217053"/>
            <a:ext cx="554637" cy="405109"/>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sp>
        <p:nvSpPr>
          <p:cNvPr id="106" name="Line 56">
            <a:extLst>
              <a:ext uri="{FF2B5EF4-FFF2-40B4-BE49-F238E27FC236}">
                <a16:creationId xmlns:a16="http://schemas.microsoft.com/office/drawing/2014/main" id="{ED04233F-CDC4-E786-FD79-919CF5242DAC}"/>
              </a:ext>
            </a:extLst>
          </p:cNvPr>
          <p:cNvSpPr>
            <a:spLocks noChangeShapeType="1"/>
          </p:cNvSpPr>
          <p:nvPr/>
        </p:nvSpPr>
        <p:spPr bwMode="auto">
          <a:xfrm>
            <a:off x="1794131" y="2830448"/>
            <a:ext cx="206044" cy="347418"/>
          </a:xfrm>
          <a:prstGeom prst="line">
            <a:avLst/>
          </a:prstGeom>
          <a:noFill/>
          <a:ln w="19050">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p>
        </p:txBody>
      </p:sp>
      <p:cxnSp>
        <p:nvCxnSpPr>
          <p:cNvPr id="107" name="直接连接符 106">
            <a:extLst>
              <a:ext uri="{FF2B5EF4-FFF2-40B4-BE49-F238E27FC236}">
                <a16:creationId xmlns:a16="http://schemas.microsoft.com/office/drawing/2014/main" id="{F003010D-3FA7-7E57-96DB-61BB355A057E}"/>
              </a:ext>
            </a:extLst>
          </p:cNvPr>
          <p:cNvCxnSpPr>
            <a:cxnSpLocks/>
          </p:cNvCxnSpPr>
          <p:nvPr/>
        </p:nvCxnSpPr>
        <p:spPr>
          <a:xfrm>
            <a:off x="4751328" y="3059290"/>
            <a:ext cx="128947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矩形: 圆角 108">
                <a:extLst>
                  <a:ext uri="{FF2B5EF4-FFF2-40B4-BE49-F238E27FC236}">
                    <a16:creationId xmlns:a16="http://schemas.microsoft.com/office/drawing/2014/main" id="{E19644B9-2074-BB36-1D8A-78F0B5B2D2D5}"/>
                  </a:ext>
                </a:extLst>
              </p:cNvPr>
              <p:cNvSpPr/>
              <p:nvPr/>
            </p:nvSpPr>
            <p:spPr>
              <a:xfrm>
                <a:off x="2014094" y="4080814"/>
                <a:ext cx="8277926" cy="2236512"/>
              </a:xfrm>
              <a:prstGeom prst="roundRect">
                <a:avLst/>
              </a:prstGeom>
              <a:solidFill>
                <a:srgbClr val="F0FA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spcBef>
                    <a:spcPts val="600"/>
                  </a:spcBef>
                </a:pPr>
                <a:r>
                  <a:rPr lang="zh-CN" altLang="zh-CN" b="1" dirty="0">
                    <a:solidFill>
                      <a:srgbClr val="041ABC"/>
                    </a:solidFill>
                  </a:rPr>
                  <a:t>深度为</a:t>
                </a:r>
                <a:r>
                  <a:rPr lang="en-US" altLang="zh-CN" b="1" i="1" dirty="0">
                    <a:solidFill>
                      <a:srgbClr val="041ABC"/>
                    </a:solidFill>
                  </a:rPr>
                  <a:t>h</a:t>
                </a:r>
                <a:r>
                  <a:rPr lang="zh-CN" altLang="zh-CN" b="1" dirty="0">
                    <a:solidFill>
                      <a:srgbClr val="041ABC"/>
                    </a:solidFill>
                  </a:rPr>
                  <a:t>的堆中第</a:t>
                </a:r>
                <a:r>
                  <a:rPr lang="en-US" altLang="zh-CN" b="1" i="1" dirty="0" err="1">
                    <a:solidFill>
                      <a:srgbClr val="041ABC"/>
                    </a:solidFill>
                  </a:rPr>
                  <a:t>i</a:t>
                </a:r>
                <a:r>
                  <a:rPr lang="zh-CN" altLang="zh-CN" b="1" dirty="0">
                    <a:solidFill>
                      <a:srgbClr val="041ABC"/>
                    </a:solidFill>
                  </a:rPr>
                  <a:t>层上的节点数最多</a:t>
                </a:r>
                <a:r>
                  <a:rPr lang="en-US" altLang="zh-CN" b="1" dirty="0" err="1">
                    <a:solidFill>
                      <a:srgbClr val="041ABC"/>
                    </a:solidFill>
                  </a:rPr>
                  <a:t>2</a:t>
                </a:r>
                <a:r>
                  <a:rPr lang="en-US" altLang="zh-CN" b="1" i="1" baseline="30000" dirty="0" err="1">
                    <a:solidFill>
                      <a:srgbClr val="041ABC"/>
                    </a:solidFill>
                  </a:rPr>
                  <a:t>i</a:t>
                </a:r>
                <a:r>
                  <a:rPr lang="en-US" altLang="zh-CN" b="1" baseline="30000" dirty="0">
                    <a:solidFill>
                      <a:srgbClr val="041ABC"/>
                    </a:solidFill>
                  </a:rPr>
                  <a:t>-1</a:t>
                </a:r>
                <a:r>
                  <a:rPr lang="zh-CN" altLang="zh-CN" b="1" dirty="0">
                    <a:solidFill>
                      <a:srgbClr val="041ABC"/>
                    </a:solidFill>
                  </a:rPr>
                  <a:t>，以它们为根的二叉树的深度为</a:t>
                </a:r>
                <a:r>
                  <a:rPr lang="en-US" altLang="zh-CN" b="1" i="1" dirty="0" err="1">
                    <a:solidFill>
                      <a:srgbClr val="041ABC"/>
                    </a:solidFill>
                  </a:rPr>
                  <a:t>h</a:t>
                </a:r>
                <a:r>
                  <a:rPr lang="en-US" altLang="zh-CN" b="1" dirty="0" err="1">
                    <a:solidFill>
                      <a:srgbClr val="041ABC"/>
                    </a:solidFill>
                  </a:rPr>
                  <a:t>-</a:t>
                </a:r>
                <a:r>
                  <a:rPr lang="en-US" altLang="zh-CN" b="1" i="1" dirty="0" err="1">
                    <a:solidFill>
                      <a:srgbClr val="041ABC"/>
                    </a:solidFill>
                  </a:rPr>
                  <a:t>i</a:t>
                </a:r>
                <a:r>
                  <a:rPr lang="en-US" altLang="zh-CN" b="1" dirty="0" err="1">
                    <a:solidFill>
                      <a:srgbClr val="041ABC"/>
                    </a:solidFill>
                  </a:rPr>
                  <a:t>+1</a:t>
                </a:r>
                <a:r>
                  <a:rPr lang="zh-CN" altLang="zh-CN" b="1" dirty="0">
                    <a:solidFill>
                      <a:srgbClr val="041ABC"/>
                    </a:solidFill>
                  </a:rPr>
                  <a:t>，筛选算法中进行的关键字比较次数为</a:t>
                </a:r>
                <a:r>
                  <a:rPr lang="en-US" altLang="zh-CN" b="1" dirty="0">
                    <a:solidFill>
                      <a:srgbClr val="041ABC"/>
                    </a:solidFill>
                  </a:rPr>
                  <a:t>2(</a:t>
                </a:r>
                <a:r>
                  <a:rPr lang="en-US" altLang="zh-CN" b="1" i="1" dirty="0">
                    <a:solidFill>
                      <a:srgbClr val="041ABC"/>
                    </a:solidFill>
                  </a:rPr>
                  <a:t>h</a:t>
                </a:r>
                <a:r>
                  <a:rPr lang="en-US" altLang="zh-CN" b="1" dirty="0">
                    <a:solidFill>
                      <a:srgbClr val="041ABC"/>
                    </a:solidFill>
                  </a:rPr>
                  <a:t>-</a:t>
                </a:r>
                <a:r>
                  <a:rPr lang="en-US" altLang="zh-CN" b="1" i="1" dirty="0" err="1">
                    <a:solidFill>
                      <a:srgbClr val="041ABC"/>
                    </a:solidFill>
                  </a:rPr>
                  <a:t>i</a:t>
                </a:r>
                <a:r>
                  <a:rPr lang="en-US" altLang="zh-CN" b="1" dirty="0">
                    <a:solidFill>
                      <a:srgbClr val="041ABC"/>
                    </a:solidFill>
                  </a:rPr>
                  <a:t>)</a:t>
                </a:r>
                <a:r>
                  <a:rPr lang="zh-CN" altLang="zh-CN" b="1" dirty="0">
                    <a:solidFill>
                      <a:srgbClr val="041ABC"/>
                    </a:solidFill>
                  </a:rPr>
                  <a:t>，则建堆总共进行的</a:t>
                </a:r>
                <a:r>
                  <a:rPr lang="zh-CN" altLang="zh-CN" b="1" u="sng" dirty="0">
                    <a:solidFill>
                      <a:schemeClr val="tx1"/>
                    </a:solidFill>
                    <a:effectLst>
                      <a:outerShdw blurRad="38100" dist="38100" dir="2700000" algn="tl">
                        <a:srgbClr val="000000">
                          <a:alpha val="43137"/>
                        </a:srgbClr>
                      </a:outerShdw>
                    </a:effectLst>
                  </a:rPr>
                  <a:t>比较次数</a:t>
                </a:r>
                <a:r>
                  <a:rPr lang="zh-CN" altLang="zh-CN" b="1" dirty="0">
                    <a:solidFill>
                      <a:srgbClr val="041ABC"/>
                    </a:solidFill>
                  </a:rPr>
                  <a:t>为：</a:t>
                </a:r>
              </a:p>
              <a:p>
                <a:pPr algn="just">
                  <a:lnSpc>
                    <a:spcPct val="120000"/>
                  </a:lnSpc>
                  <a:spcBef>
                    <a:spcPts val="600"/>
                  </a:spcBef>
                </a:pPr>
                <a14:m>
                  <m:oMathPara xmlns:m="http://schemas.openxmlformats.org/officeDocument/2006/math">
                    <m:oMathParaPr>
                      <m:jc m:val="centerGroup"/>
                    </m:oMathParaPr>
                    <m:oMath xmlns:m="http://schemas.openxmlformats.org/officeDocument/2006/math">
                      <m:nary>
                        <m:naryPr>
                          <m:chr m:val="∑"/>
                          <m:limLoc m:val="undOvr"/>
                          <m:ctrlPr>
                            <a:rPr lang="zh-CN" altLang="zh-CN" b="1" i="1">
                              <a:solidFill>
                                <a:srgbClr val="041ABC"/>
                              </a:solidFill>
                              <a:latin typeface="Cambria Math" panose="02040503050406030204" pitchFamily="18" charset="0"/>
                            </a:rPr>
                          </m:ctrlPr>
                        </m:naryPr>
                        <m:sub>
                          <m:r>
                            <a:rPr lang="en-US" altLang="zh-CN" b="1" i="1" smtClean="0">
                              <a:solidFill>
                                <a:srgbClr val="041ABC"/>
                              </a:solidFill>
                              <a:latin typeface="Cambria Math" panose="02040503050406030204" pitchFamily="18" charset="0"/>
                            </a:rPr>
                            <m:t>𝒊</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𝒉</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b>
                        <m:sup>
                          <m:r>
                            <a:rPr lang="en-US" altLang="zh-CN" b="1" i="1" smtClean="0">
                              <a:solidFill>
                                <a:srgbClr val="041ABC"/>
                              </a:solidFill>
                              <a:latin typeface="Cambria Math" panose="02040503050406030204" pitchFamily="18" charset="0"/>
                            </a:rPr>
                            <m:t>𝟏</m:t>
                          </m:r>
                        </m:sup>
                        <m:e>
                          <m:sSup>
                            <m:sSupPr>
                              <m:ctrlPr>
                                <a:rPr lang="zh-CN" altLang="zh-CN" b="1" i="1">
                                  <a:solidFill>
                                    <a:srgbClr val="041ABC"/>
                                  </a:solidFill>
                                  <a:latin typeface="Cambria Math" panose="02040503050406030204" pitchFamily="18" charset="0"/>
                                </a:rPr>
                              </m:ctrlPr>
                            </m:sSupPr>
                            <m:e>
                              <m:r>
                                <a:rPr lang="en-US" altLang="zh-CN" b="1" i="1" smtClean="0">
                                  <a:solidFill>
                                    <a:srgbClr val="041ABC"/>
                                  </a:solidFill>
                                  <a:latin typeface="Cambria Math" panose="02040503050406030204" pitchFamily="18" charset="0"/>
                                </a:rPr>
                                <m:t>𝟐</m:t>
                              </m:r>
                            </m:e>
                            <m:sup>
                              <m:r>
                                <a:rPr lang="en-US" altLang="zh-CN" b="1" i="1" smtClean="0">
                                  <a:solidFill>
                                    <a:srgbClr val="041ABC"/>
                                  </a:solidFill>
                                  <a:latin typeface="Cambria Math" panose="02040503050406030204" pitchFamily="18" charset="0"/>
                                </a:rPr>
                                <m:t>𝒊</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p>
                          </m:sSup>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𝟐</m:t>
                          </m:r>
                          <m:d>
                            <m:dPr>
                              <m:ctrlPr>
                                <a:rPr lang="zh-CN" altLang="zh-CN" b="1" i="1">
                                  <a:solidFill>
                                    <a:srgbClr val="041ABC"/>
                                  </a:solidFill>
                                  <a:latin typeface="Cambria Math" panose="02040503050406030204" pitchFamily="18" charset="0"/>
                                </a:rPr>
                              </m:ctrlPr>
                            </m:dPr>
                            <m:e>
                              <m:r>
                                <a:rPr lang="en-US" altLang="zh-CN" b="1" i="1" smtClean="0">
                                  <a:solidFill>
                                    <a:srgbClr val="041ABC"/>
                                  </a:solidFill>
                                  <a:latin typeface="Cambria Math" panose="02040503050406030204" pitchFamily="18" charset="0"/>
                                </a:rPr>
                                <m:t>𝒉</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𝒊</m:t>
                              </m:r>
                            </m:e>
                          </m:d>
                          <m:r>
                            <a:rPr lang="en-US" altLang="zh-CN" b="1" i="1" smtClean="0">
                              <a:solidFill>
                                <a:srgbClr val="041ABC"/>
                              </a:solidFill>
                              <a:latin typeface="Cambria Math" panose="02040503050406030204" pitchFamily="18" charset="0"/>
                            </a:rPr>
                            <m:t>=</m:t>
                          </m:r>
                        </m:e>
                      </m:nary>
                      <m:nary>
                        <m:naryPr>
                          <m:chr m:val="∑"/>
                          <m:limLoc m:val="undOvr"/>
                          <m:ctrlPr>
                            <a:rPr lang="zh-CN" altLang="zh-CN" b="1" i="1">
                              <a:solidFill>
                                <a:srgbClr val="041ABC"/>
                              </a:solidFill>
                              <a:latin typeface="Cambria Math" panose="02040503050406030204" pitchFamily="18" charset="0"/>
                            </a:rPr>
                          </m:ctrlPr>
                        </m:naryPr>
                        <m:sub>
                          <m:r>
                            <a:rPr lang="en-US" altLang="zh-CN" b="1" i="1" smtClean="0">
                              <a:solidFill>
                                <a:srgbClr val="041ABC"/>
                              </a:solidFill>
                              <a:latin typeface="Cambria Math" panose="02040503050406030204" pitchFamily="18" charset="0"/>
                            </a:rPr>
                            <m:t>𝒊</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𝒉</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b>
                        <m:sup>
                          <m:r>
                            <a:rPr lang="en-US" altLang="zh-CN" b="1" i="1" smtClean="0">
                              <a:solidFill>
                                <a:srgbClr val="041ABC"/>
                              </a:solidFill>
                              <a:latin typeface="Cambria Math" panose="02040503050406030204" pitchFamily="18" charset="0"/>
                            </a:rPr>
                            <m:t>𝟏</m:t>
                          </m:r>
                        </m:sup>
                        <m:e>
                          <m:sSup>
                            <m:sSupPr>
                              <m:ctrlPr>
                                <a:rPr lang="zh-CN" altLang="zh-CN" b="1" i="1">
                                  <a:solidFill>
                                    <a:srgbClr val="041ABC"/>
                                  </a:solidFill>
                                  <a:latin typeface="Cambria Math" panose="02040503050406030204" pitchFamily="18" charset="0"/>
                                </a:rPr>
                              </m:ctrlPr>
                            </m:sSupPr>
                            <m:e>
                              <m:r>
                                <a:rPr lang="en-US" altLang="zh-CN" b="1" i="1" smtClean="0">
                                  <a:solidFill>
                                    <a:srgbClr val="041ABC"/>
                                  </a:solidFill>
                                  <a:latin typeface="Cambria Math" panose="02040503050406030204" pitchFamily="18" charset="0"/>
                                </a:rPr>
                                <m:t>𝟐</m:t>
                              </m:r>
                            </m:e>
                            <m:sup>
                              <m:r>
                                <a:rPr lang="en-US" altLang="zh-CN" b="1" i="1" smtClean="0">
                                  <a:solidFill>
                                    <a:srgbClr val="041ABC"/>
                                  </a:solidFill>
                                  <a:latin typeface="Cambria Math" panose="02040503050406030204" pitchFamily="18" charset="0"/>
                                </a:rPr>
                                <m:t>𝒊</m:t>
                              </m:r>
                            </m:sup>
                          </m:sSup>
                          <m:r>
                            <a:rPr lang="en-US" altLang="zh-CN" b="1" i="1" smtClean="0">
                              <a:solidFill>
                                <a:srgbClr val="041ABC"/>
                              </a:solidFill>
                              <a:latin typeface="Cambria Math" panose="02040503050406030204" pitchFamily="18" charset="0"/>
                            </a:rPr>
                            <m:t>×</m:t>
                          </m:r>
                          <m:d>
                            <m:dPr>
                              <m:ctrlPr>
                                <a:rPr lang="zh-CN" altLang="zh-CN" b="1" i="1">
                                  <a:solidFill>
                                    <a:srgbClr val="041ABC"/>
                                  </a:solidFill>
                                  <a:latin typeface="Cambria Math" panose="02040503050406030204" pitchFamily="18" charset="0"/>
                                </a:rPr>
                              </m:ctrlPr>
                            </m:dPr>
                            <m:e>
                              <m:r>
                                <a:rPr lang="en-US" altLang="zh-CN" b="1" i="1" smtClean="0">
                                  <a:solidFill>
                                    <a:srgbClr val="041ABC"/>
                                  </a:solidFill>
                                  <a:latin typeface="Cambria Math" panose="02040503050406030204" pitchFamily="18" charset="0"/>
                                </a:rPr>
                                <m:t>𝒉</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𝒊</m:t>
                              </m:r>
                            </m:e>
                          </m:d>
                          <m:r>
                            <a:rPr lang="en-US" altLang="zh-CN" b="1" i="1" smtClean="0">
                              <a:solidFill>
                                <a:srgbClr val="041ABC"/>
                              </a:solidFill>
                              <a:latin typeface="Cambria Math" panose="02040503050406030204" pitchFamily="18" charset="0"/>
                            </a:rPr>
                            <m:t>=</m:t>
                          </m:r>
                        </m:e>
                      </m:nary>
                      <m:nary>
                        <m:naryPr>
                          <m:chr m:val="∑"/>
                          <m:limLoc m:val="undOvr"/>
                          <m:ctrlPr>
                            <a:rPr lang="zh-CN" altLang="zh-CN" b="1" i="1">
                              <a:solidFill>
                                <a:srgbClr val="041ABC"/>
                              </a:solidFill>
                              <a:latin typeface="Cambria Math" panose="02040503050406030204" pitchFamily="18" charset="0"/>
                            </a:rPr>
                          </m:ctrlPr>
                        </m:naryPr>
                        <m:sub>
                          <m:r>
                            <a:rPr lang="en-US" altLang="zh-CN" b="1" i="1" smtClean="0">
                              <a:solidFill>
                                <a:srgbClr val="041ABC"/>
                              </a:solidFill>
                              <a:latin typeface="Cambria Math" panose="02040503050406030204" pitchFamily="18" charset="0"/>
                            </a:rPr>
                            <m:t>𝒋</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b>
                        <m:sup>
                          <m:r>
                            <a:rPr lang="en-US" altLang="zh-CN" b="1" i="1" smtClean="0">
                              <a:solidFill>
                                <a:srgbClr val="041ABC"/>
                              </a:solidFill>
                              <a:latin typeface="Cambria Math" panose="02040503050406030204" pitchFamily="18" charset="0"/>
                            </a:rPr>
                            <m:t>𝒉</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p>
                        <m:e>
                          <m:sSup>
                            <m:sSupPr>
                              <m:ctrlPr>
                                <a:rPr lang="zh-CN" altLang="zh-CN" b="1" i="1">
                                  <a:solidFill>
                                    <a:srgbClr val="041ABC"/>
                                  </a:solidFill>
                                  <a:latin typeface="Cambria Math" panose="02040503050406030204" pitchFamily="18" charset="0"/>
                                </a:rPr>
                              </m:ctrlPr>
                            </m:sSupPr>
                            <m:e>
                              <m:r>
                                <a:rPr lang="en-US" altLang="zh-CN" b="1" i="1" smtClean="0">
                                  <a:solidFill>
                                    <a:srgbClr val="041ABC"/>
                                  </a:solidFill>
                                  <a:latin typeface="Cambria Math" panose="02040503050406030204" pitchFamily="18" charset="0"/>
                                </a:rPr>
                                <m:t>𝟐</m:t>
                              </m:r>
                            </m:e>
                            <m:sup>
                              <m:r>
                                <a:rPr lang="en-US" altLang="zh-CN" b="1" i="1" smtClean="0">
                                  <a:solidFill>
                                    <a:srgbClr val="041ABC"/>
                                  </a:solidFill>
                                  <a:latin typeface="Cambria Math" panose="02040503050406030204" pitchFamily="18" charset="0"/>
                                </a:rPr>
                                <m:t>𝒉</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p>
                          </m:sSup>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𝒋</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𝟐</m:t>
                          </m:r>
                          <m:r>
                            <a:rPr lang="en-US" altLang="zh-CN" b="1" i="1" smtClean="0">
                              <a:solidFill>
                                <a:srgbClr val="041ABC"/>
                              </a:solidFill>
                              <a:latin typeface="Cambria Math" panose="02040503050406030204" pitchFamily="18" charset="0"/>
                            </a:rPr>
                            <m:t>𝒏</m:t>
                          </m:r>
                        </m:e>
                      </m:nary>
                      <m:nary>
                        <m:naryPr>
                          <m:chr m:val="∑"/>
                          <m:limLoc m:val="undOvr"/>
                          <m:ctrlPr>
                            <a:rPr lang="zh-CN" altLang="zh-CN" b="1" i="1">
                              <a:solidFill>
                                <a:srgbClr val="041ABC"/>
                              </a:solidFill>
                              <a:latin typeface="Cambria Math" panose="02040503050406030204" pitchFamily="18" charset="0"/>
                            </a:rPr>
                          </m:ctrlPr>
                        </m:naryPr>
                        <m:sub>
                          <m:r>
                            <a:rPr lang="en-US" altLang="zh-CN" b="1" i="1" smtClean="0">
                              <a:solidFill>
                                <a:srgbClr val="041ABC"/>
                              </a:solidFill>
                              <a:latin typeface="Cambria Math" panose="02040503050406030204" pitchFamily="18" charset="0"/>
                            </a:rPr>
                            <m:t>𝒋</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b>
                        <m:sup>
                          <m:r>
                            <a:rPr lang="en-US" altLang="zh-CN" b="1" i="1" smtClean="0">
                              <a:solidFill>
                                <a:srgbClr val="041ABC"/>
                              </a:solidFill>
                              <a:latin typeface="Cambria Math" panose="02040503050406030204" pitchFamily="18" charset="0"/>
                            </a:rPr>
                            <m:t>𝒉</m:t>
                          </m:r>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𝟏</m:t>
                          </m:r>
                        </m:sup>
                        <m:e>
                          <m:r>
                            <a:rPr lang="en-US" altLang="zh-CN" b="1" i="1" smtClean="0">
                              <a:solidFill>
                                <a:srgbClr val="041ABC"/>
                              </a:solidFill>
                              <a:latin typeface="Cambria Math" panose="02040503050406030204" pitchFamily="18" charset="0"/>
                            </a:rPr>
                            <m:t>𝒋</m:t>
                          </m:r>
                          <m:r>
                            <a:rPr lang="en-US" altLang="zh-CN" b="1" i="1" smtClean="0">
                              <a:solidFill>
                                <a:srgbClr val="041ABC"/>
                              </a:solidFill>
                              <a:latin typeface="Cambria Math" panose="02040503050406030204" pitchFamily="18" charset="0"/>
                            </a:rPr>
                            <m:t>/</m:t>
                          </m:r>
                          <m:sSup>
                            <m:sSupPr>
                              <m:ctrlPr>
                                <a:rPr lang="zh-CN" altLang="zh-CN" b="1" i="1">
                                  <a:solidFill>
                                    <a:srgbClr val="041ABC"/>
                                  </a:solidFill>
                                  <a:latin typeface="Cambria Math" panose="02040503050406030204" pitchFamily="18" charset="0"/>
                                </a:rPr>
                              </m:ctrlPr>
                            </m:sSupPr>
                            <m:e>
                              <m:r>
                                <a:rPr lang="en-US" altLang="zh-CN" b="1" i="1" smtClean="0">
                                  <a:solidFill>
                                    <a:srgbClr val="041ABC"/>
                                  </a:solidFill>
                                  <a:latin typeface="Cambria Math" panose="02040503050406030204" pitchFamily="18" charset="0"/>
                                </a:rPr>
                                <m:t>𝟐</m:t>
                              </m:r>
                            </m:e>
                            <m:sup>
                              <m:r>
                                <a:rPr lang="en-US" altLang="zh-CN" b="1" i="1" smtClean="0">
                                  <a:solidFill>
                                    <a:srgbClr val="041ABC"/>
                                  </a:solidFill>
                                  <a:latin typeface="Cambria Math" panose="02040503050406030204" pitchFamily="18" charset="0"/>
                                </a:rPr>
                                <m:t>𝒋</m:t>
                              </m:r>
                            </m:sup>
                          </m:sSup>
                          <m:r>
                            <a:rPr lang="en-US" altLang="zh-CN" b="1" i="1" smtClean="0">
                              <a:solidFill>
                                <a:srgbClr val="041ABC"/>
                              </a:solidFill>
                              <a:latin typeface="Cambria Math" panose="02040503050406030204" pitchFamily="18" charset="0"/>
                            </a:rPr>
                            <m:t>≤</m:t>
                          </m:r>
                          <m:r>
                            <a:rPr lang="en-US" altLang="zh-CN" b="1" i="1" smtClean="0">
                              <a:solidFill>
                                <a:srgbClr val="041ABC"/>
                              </a:solidFill>
                              <a:latin typeface="Cambria Math" panose="02040503050406030204" pitchFamily="18" charset="0"/>
                            </a:rPr>
                            <m:t>𝟒</m:t>
                          </m:r>
                          <m:r>
                            <a:rPr lang="en-US" altLang="zh-CN" b="1" i="1" smtClean="0">
                              <a:solidFill>
                                <a:srgbClr val="041ABC"/>
                              </a:solidFill>
                              <a:latin typeface="Cambria Math" panose="02040503050406030204" pitchFamily="18" charset="0"/>
                            </a:rPr>
                            <m:t>𝒏</m:t>
                          </m:r>
                        </m:e>
                      </m:nary>
                    </m:oMath>
                  </m:oMathPara>
                </a14:m>
                <a:endParaRPr lang="zh-CN" altLang="zh-CN" b="1" dirty="0">
                  <a:solidFill>
                    <a:srgbClr val="041ABC"/>
                  </a:solidFill>
                </a:endParaRPr>
              </a:p>
              <a:p>
                <a:pPr algn="just">
                  <a:lnSpc>
                    <a:spcPct val="120000"/>
                  </a:lnSpc>
                  <a:spcBef>
                    <a:spcPts val="600"/>
                  </a:spcBef>
                </a:pPr>
                <a:r>
                  <a:rPr lang="zh-CN" altLang="zh-CN" b="1" dirty="0">
                    <a:solidFill>
                      <a:srgbClr val="041ABC"/>
                    </a:solidFill>
                  </a:rPr>
                  <a:t>因此，</a:t>
                </a:r>
                <a:r>
                  <a:rPr lang="zh-CN" altLang="zh-CN" b="1" dirty="0">
                    <a:solidFill>
                      <a:srgbClr val="C00000"/>
                    </a:solidFill>
                    <a:effectLst>
                      <a:outerShdw blurRad="38100" dist="38100" dir="2700000" algn="tl">
                        <a:srgbClr val="000000">
                          <a:alpha val="43137"/>
                        </a:srgbClr>
                      </a:outerShdw>
                    </a:effectLst>
                  </a:rPr>
                  <a:t>建立初始堆</a:t>
                </a:r>
                <a:r>
                  <a:rPr lang="zh-CN" altLang="zh-CN" b="1" dirty="0">
                    <a:solidFill>
                      <a:srgbClr val="041ABC"/>
                    </a:solidFill>
                  </a:rPr>
                  <a:t>总共进行比较次数不会超过</a:t>
                </a:r>
                <a:r>
                  <a:rPr lang="en-US" altLang="zh-CN" b="1" dirty="0" err="1">
                    <a:solidFill>
                      <a:srgbClr val="041ABC"/>
                    </a:solidFill>
                  </a:rPr>
                  <a:t>4</a:t>
                </a:r>
                <a:r>
                  <a:rPr lang="en-US" altLang="zh-CN" b="1" i="1" dirty="0" err="1">
                    <a:solidFill>
                      <a:srgbClr val="041ABC"/>
                    </a:solidFill>
                  </a:rPr>
                  <a:t>n</a:t>
                </a:r>
                <a:r>
                  <a:rPr lang="zh-CN" altLang="zh-CN" b="1" dirty="0">
                    <a:solidFill>
                      <a:srgbClr val="041ABC"/>
                    </a:solidFill>
                  </a:rPr>
                  <a:t>，其</a:t>
                </a:r>
                <a:r>
                  <a:rPr lang="zh-CN" altLang="zh-CN" b="1" dirty="0">
                    <a:solidFill>
                      <a:srgbClr val="C00000"/>
                    </a:solidFill>
                    <a:effectLst>
                      <a:outerShdw blurRad="38100" dist="38100" dir="2700000" algn="tl">
                        <a:srgbClr val="000000">
                          <a:alpha val="43137"/>
                        </a:srgbClr>
                      </a:outerShdw>
                    </a:effectLst>
                  </a:rPr>
                  <a:t>时间复杂度</a:t>
                </a:r>
                <a:r>
                  <a:rPr lang="zh-CN" altLang="zh-CN" b="1" dirty="0">
                    <a:solidFill>
                      <a:srgbClr val="041ABC"/>
                    </a:solidFill>
                  </a:rPr>
                  <a:t>为</a:t>
                </a:r>
                <a:r>
                  <a:rPr lang="en-US" altLang="zh-CN" b="1" i="1" dirty="0">
                    <a:solidFill>
                      <a:srgbClr val="C00000"/>
                    </a:solidFill>
                    <a:effectLst>
                      <a:outerShdw blurRad="38100" dist="38100" dir="2700000" algn="tl">
                        <a:srgbClr val="000000">
                          <a:alpha val="43137"/>
                        </a:srgbClr>
                      </a:outerShdw>
                    </a:effectLst>
                  </a:rPr>
                  <a:t>O</a:t>
                </a:r>
                <a:r>
                  <a:rPr lang="en-US" altLang="zh-CN" b="1" dirty="0">
                    <a:solidFill>
                      <a:srgbClr val="C00000"/>
                    </a:solidFill>
                    <a:effectLst>
                      <a:outerShdw blurRad="38100" dist="38100" dir="2700000" algn="tl">
                        <a:srgbClr val="000000">
                          <a:alpha val="43137"/>
                        </a:srgbClr>
                      </a:outerShdw>
                    </a:effectLst>
                  </a:rPr>
                  <a:t>(</a:t>
                </a:r>
                <a:r>
                  <a:rPr lang="en-US" altLang="zh-CN" b="1" i="1" dirty="0">
                    <a:solidFill>
                      <a:srgbClr val="C00000"/>
                    </a:solidFill>
                    <a:effectLst>
                      <a:outerShdw blurRad="38100" dist="38100" dir="2700000" algn="tl">
                        <a:srgbClr val="000000">
                          <a:alpha val="43137"/>
                        </a:srgbClr>
                      </a:outerShdw>
                    </a:effectLst>
                  </a:rPr>
                  <a:t>n</a:t>
                </a:r>
                <a:r>
                  <a:rPr lang="en-US" altLang="zh-CN" b="1" dirty="0">
                    <a:solidFill>
                      <a:srgbClr val="C00000"/>
                    </a:solidFill>
                    <a:effectLst>
                      <a:outerShdw blurRad="38100" dist="38100" dir="2700000" algn="tl">
                        <a:srgbClr val="000000">
                          <a:alpha val="43137"/>
                        </a:srgbClr>
                      </a:outerShdw>
                    </a:effectLst>
                  </a:rPr>
                  <a:t>)</a:t>
                </a:r>
                <a:r>
                  <a:rPr lang="zh-CN" altLang="zh-CN" b="1" dirty="0">
                    <a:solidFill>
                      <a:srgbClr val="041ABC"/>
                    </a:solidFill>
                  </a:rPr>
                  <a:t>。</a:t>
                </a:r>
              </a:p>
            </p:txBody>
          </p:sp>
        </mc:Choice>
        <mc:Fallback xmlns="">
          <p:sp>
            <p:nvSpPr>
              <p:cNvPr id="109" name="矩形: 圆角 108">
                <a:extLst>
                  <a:ext uri="{FF2B5EF4-FFF2-40B4-BE49-F238E27FC236}">
                    <a16:creationId xmlns:a16="http://schemas.microsoft.com/office/drawing/2014/main" id="{E19644B9-2074-BB36-1D8A-78F0B5B2D2D5}"/>
                  </a:ext>
                </a:extLst>
              </p:cNvPr>
              <p:cNvSpPr>
                <a:spLocks noRot="1" noChangeAspect="1" noMove="1" noResize="1" noEditPoints="1" noAdjustHandles="1" noChangeArrowheads="1" noChangeShapeType="1" noTextEdit="1"/>
              </p:cNvSpPr>
              <p:nvPr/>
            </p:nvSpPr>
            <p:spPr>
              <a:xfrm>
                <a:off x="2014094" y="4080814"/>
                <a:ext cx="8277926" cy="2236512"/>
              </a:xfrm>
              <a:prstGeom prst="roundRect">
                <a:avLst/>
              </a:prstGeom>
              <a:blipFill>
                <a:blip r:embed="rId10"/>
                <a:stretch>
                  <a:fillRect r="-1982" b="-24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688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fltVal val="0"/>
                                          </p:val>
                                        </p:tav>
                                        <p:tav tm="100000">
                                          <p:val>
                                            <p:strVal val="#ppt_w"/>
                                          </p:val>
                                        </p:tav>
                                      </p:tavLst>
                                    </p:anim>
                                    <p:anim calcmode="lin" valueType="num">
                                      <p:cBhvr>
                                        <p:cTn id="15" dur="1000" fill="hold"/>
                                        <p:tgtEl>
                                          <p:spTgt spid="14"/>
                                        </p:tgtEl>
                                        <p:attrNameLst>
                                          <p:attrName>ppt_h</p:attrName>
                                        </p:attrNameLst>
                                      </p:cBhvr>
                                      <p:tavLst>
                                        <p:tav tm="0">
                                          <p:val>
                                            <p:fltVal val="0"/>
                                          </p:val>
                                        </p:tav>
                                        <p:tav tm="100000">
                                          <p:val>
                                            <p:strVal val="#ppt_h"/>
                                          </p:val>
                                        </p:tav>
                                      </p:tavLst>
                                    </p:anim>
                                    <p:anim calcmode="lin" valueType="num">
                                      <p:cBhvr>
                                        <p:cTn id="16" dur="1000" fill="hold"/>
                                        <p:tgtEl>
                                          <p:spTgt spid="14"/>
                                        </p:tgtEl>
                                        <p:attrNameLst>
                                          <p:attrName>style.rotation</p:attrName>
                                        </p:attrNameLst>
                                      </p:cBhvr>
                                      <p:tavLst>
                                        <p:tav tm="0">
                                          <p:val>
                                            <p:fltVal val="90"/>
                                          </p:val>
                                        </p:tav>
                                        <p:tav tm="100000">
                                          <p:val>
                                            <p:fltVal val="0"/>
                                          </p:val>
                                        </p:tav>
                                      </p:tavLst>
                                    </p:anim>
                                    <p:animEffect transition="in" filter="fade">
                                      <p:cBhvr>
                                        <p:cTn id="17" dur="1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left)">
                                      <p:cBhvr>
                                        <p:cTn id="44" dur="500"/>
                                        <p:tgtEl>
                                          <p:spTgt spid="6"/>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1000"/>
                                        <p:tgtEl>
                                          <p:spTgt spid="50"/>
                                        </p:tgtEl>
                                      </p:cBhvr>
                                    </p:animEffect>
                                    <p:anim calcmode="lin" valueType="num">
                                      <p:cBhvr>
                                        <p:cTn id="54" dur="1000" fill="hold"/>
                                        <p:tgtEl>
                                          <p:spTgt spid="50"/>
                                        </p:tgtEl>
                                        <p:attrNameLst>
                                          <p:attrName>ppt_x</p:attrName>
                                        </p:attrNameLst>
                                      </p:cBhvr>
                                      <p:tavLst>
                                        <p:tav tm="0">
                                          <p:val>
                                            <p:strVal val="#ppt_x"/>
                                          </p:val>
                                        </p:tav>
                                        <p:tav tm="100000">
                                          <p:val>
                                            <p:strVal val="#ppt_x"/>
                                          </p:val>
                                        </p:tav>
                                      </p:tavLst>
                                    </p:anim>
                                    <p:anim calcmode="lin" valueType="num">
                                      <p:cBhvr>
                                        <p:cTn id="55" dur="1000" fill="hold"/>
                                        <p:tgtEl>
                                          <p:spTgt spid="50"/>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fade">
                                      <p:cBhvr>
                                        <p:cTn id="58" dur="1000"/>
                                        <p:tgtEl>
                                          <p:spTgt spid="58"/>
                                        </p:tgtEl>
                                      </p:cBhvr>
                                    </p:animEffect>
                                    <p:anim calcmode="lin" valueType="num">
                                      <p:cBhvr>
                                        <p:cTn id="59" dur="1000" fill="hold"/>
                                        <p:tgtEl>
                                          <p:spTgt spid="58"/>
                                        </p:tgtEl>
                                        <p:attrNameLst>
                                          <p:attrName>ppt_x</p:attrName>
                                        </p:attrNameLst>
                                      </p:cBhvr>
                                      <p:tavLst>
                                        <p:tav tm="0">
                                          <p:val>
                                            <p:strVal val="#ppt_x"/>
                                          </p:val>
                                        </p:tav>
                                        <p:tav tm="100000">
                                          <p:val>
                                            <p:strVal val="#ppt_x"/>
                                          </p:val>
                                        </p:tav>
                                      </p:tavLst>
                                    </p:anim>
                                    <p:anim calcmode="lin" valueType="num">
                                      <p:cBhvr>
                                        <p:cTn id="60" dur="1000" fill="hold"/>
                                        <p:tgtEl>
                                          <p:spTgt spid="58"/>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1000"/>
                                        <p:tgtEl>
                                          <p:spTgt spid="59"/>
                                        </p:tgtEl>
                                      </p:cBhvr>
                                    </p:animEffect>
                                    <p:anim calcmode="lin" valueType="num">
                                      <p:cBhvr>
                                        <p:cTn id="64" dur="1000" fill="hold"/>
                                        <p:tgtEl>
                                          <p:spTgt spid="59"/>
                                        </p:tgtEl>
                                        <p:attrNameLst>
                                          <p:attrName>ppt_x</p:attrName>
                                        </p:attrNameLst>
                                      </p:cBhvr>
                                      <p:tavLst>
                                        <p:tav tm="0">
                                          <p:val>
                                            <p:strVal val="#ppt_x"/>
                                          </p:val>
                                        </p:tav>
                                        <p:tav tm="100000">
                                          <p:val>
                                            <p:strVal val="#ppt_x"/>
                                          </p:val>
                                        </p:tav>
                                      </p:tavLst>
                                    </p:anim>
                                    <p:anim calcmode="lin" valueType="num">
                                      <p:cBhvr>
                                        <p:cTn id="65" dur="1000" fill="hold"/>
                                        <p:tgtEl>
                                          <p:spTgt spid="59"/>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60"/>
                                        </p:tgtEl>
                                        <p:attrNameLst>
                                          <p:attrName>style.visibility</p:attrName>
                                        </p:attrNameLst>
                                      </p:cBhvr>
                                      <p:to>
                                        <p:strVal val="visible"/>
                                      </p:to>
                                    </p:set>
                                    <p:animEffect transition="in" filter="fade">
                                      <p:cBhvr>
                                        <p:cTn id="68" dur="1000"/>
                                        <p:tgtEl>
                                          <p:spTgt spid="60"/>
                                        </p:tgtEl>
                                      </p:cBhvr>
                                    </p:animEffect>
                                    <p:anim calcmode="lin" valueType="num">
                                      <p:cBhvr>
                                        <p:cTn id="69" dur="1000" fill="hold"/>
                                        <p:tgtEl>
                                          <p:spTgt spid="60"/>
                                        </p:tgtEl>
                                        <p:attrNameLst>
                                          <p:attrName>ppt_x</p:attrName>
                                        </p:attrNameLst>
                                      </p:cBhvr>
                                      <p:tavLst>
                                        <p:tav tm="0">
                                          <p:val>
                                            <p:strVal val="#ppt_x"/>
                                          </p:val>
                                        </p:tav>
                                        <p:tav tm="100000">
                                          <p:val>
                                            <p:strVal val="#ppt_x"/>
                                          </p:val>
                                        </p:tav>
                                      </p:tavLst>
                                    </p:anim>
                                    <p:anim calcmode="lin" valueType="num">
                                      <p:cBhvr>
                                        <p:cTn id="70" dur="1000" fill="hold"/>
                                        <p:tgtEl>
                                          <p:spTgt spid="60"/>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61"/>
                                        </p:tgtEl>
                                        <p:attrNameLst>
                                          <p:attrName>style.visibility</p:attrName>
                                        </p:attrNameLst>
                                      </p:cBhvr>
                                      <p:to>
                                        <p:strVal val="visible"/>
                                      </p:to>
                                    </p:set>
                                    <p:animEffect transition="in" filter="fade">
                                      <p:cBhvr>
                                        <p:cTn id="73" dur="1000"/>
                                        <p:tgtEl>
                                          <p:spTgt spid="61"/>
                                        </p:tgtEl>
                                      </p:cBhvr>
                                    </p:animEffect>
                                    <p:anim calcmode="lin" valueType="num">
                                      <p:cBhvr>
                                        <p:cTn id="74" dur="1000" fill="hold"/>
                                        <p:tgtEl>
                                          <p:spTgt spid="61"/>
                                        </p:tgtEl>
                                        <p:attrNameLst>
                                          <p:attrName>ppt_x</p:attrName>
                                        </p:attrNameLst>
                                      </p:cBhvr>
                                      <p:tavLst>
                                        <p:tav tm="0">
                                          <p:val>
                                            <p:strVal val="#ppt_x"/>
                                          </p:val>
                                        </p:tav>
                                        <p:tav tm="100000">
                                          <p:val>
                                            <p:strVal val="#ppt_x"/>
                                          </p:val>
                                        </p:tav>
                                      </p:tavLst>
                                    </p:anim>
                                    <p:anim calcmode="lin" valueType="num">
                                      <p:cBhvr>
                                        <p:cTn id="75" dur="1000" fill="hold"/>
                                        <p:tgtEl>
                                          <p:spTgt spid="61"/>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62"/>
                                        </p:tgtEl>
                                        <p:attrNameLst>
                                          <p:attrName>style.visibility</p:attrName>
                                        </p:attrNameLst>
                                      </p:cBhvr>
                                      <p:to>
                                        <p:strVal val="visible"/>
                                      </p:to>
                                    </p:set>
                                    <p:animEffect transition="in" filter="fade">
                                      <p:cBhvr>
                                        <p:cTn id="78" dur="1000"/>
                                        <p:tgtEl>
                                          <p:spTgt spid="62"/>
                                        </p:tgtEl>
                                      </p:cBhvr>
                                    </p:animEffect>
                                    <p:anim calcmode="lin" valueType="num">
                                      <p:cBhvr>
                                        <p:cTn id="79" dur="1000" fill="hold"/>
                                        <p:tgtEl>
                                          <p:spTgt spid="62"/>
                                        </p:tgtEl>
                                        <p:attrNameLst>
                                          <p:attrName>ppt_x</p:attrName>
                                        </p:attrNameLst>
                                      </p:cBhvr>
                                      <p:tavLst>
                                        <p:tav tm="0">
                                          <p:val>
                                            <p:strVal val="#ppt_x"/>
                                          </p:val>
                                        </p:tav>
                                        <p:tav tm="100000">
                                          <p:val>
                                            <p:strVal val="#ppt_x"/>
                                          </p:val>
                                        </p:tav>
                                      </p:tavLst>
                                    </p:anim>
                                    <p:anim calcmode="lin" valueType="num">
                                      <p:cBhvr>
                                        <p:cTn id="80" dur="1000" fill="hold"/>
                                        <p:tgtEl>
                                          <p:spTgt spid="62"/>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fade">
                                      <p:cBhvr>
                                        <p:cTn id="83" dur="1000"/>
                                        <p:tgtEl>
                                          <p:spTgt spid="63"/>
                                        </p:tgtEl>
                                      </p:cBhvr>
                                    </p:animEffect>
                                    <p:anim calcmode="lin" valueType="num">
                                      <p:cBhvr>
                                        <p:cTn id="84" dur="1000" fill="hold"/>
                                        <p:tgtEl>
                                          <p:spTgt spid="63"/>
                                        </p:tgtEl>
                                        <p:attrNameLst>
                                          <p:attrName>ppt_x</p:attrName>
                                        </p:attrNameLst>
                                      </p:cBhvr>
                                      <p:tavLst>
                                        <p:tav tm="0">
                                          <p:val>
                                            <p:strVal val="#ppt_x"/>
                                          </p:val>
                                        </p:tav>
                                        <p:tav tm="100000">
                                          <p:val>
                                            <p:strVal val="#ppt_x"/>
                                          </p:val>
                                        </p:tav>
                                      </p:tavLst>
                                    </p:anim>
                                    <p:anim calcmode="lin" valueType="num">
                                      <p:cBhvr>
                                        <p:cTn id="85" dur="1000" fill="hold"/>
                                        <p:tgtEl>
                                          <p:spTgt spid="63"/>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64"/>
                                        </p:tgtEl>
                                        <p:attrNameLst>
                                          <p:attrName>style.visibility</p:attrName>
                                        </p:attrNameLst>
                                      </p:cBhvr>
                                      <p:to>
                                        <p:strVal val="visible"/>
                                      </p:to>
                                    </p:set>
                                    <p:animEffect transition="in" filter="fade">
                                      <p:cBhvr>
                                        <p:cTn id="88" dur="1000"/>
                                        <p:tgtEl>
                                          <p:spTgt spid="64"/>
                                        </p:tgtEl>
                                      </p:cBhvr>
                                    </p:animEffect>
                                    <p:anim calcmode="lin" valueType="num">
                                      <p:cBhvr>
                                        <p:cTn id="89" dur="1000" fill="hold"/>
                                        <p:tgtEl>
                                          <p:spTgt spid="64"/>
                                        </p:tgtEl>
                                        <p:attrNameLst>
                                          <p:attrName>ppt_x</p:attrName>
                                        </p:attrNameLst>
                                      </p:cBhvr>
                                      <p:tavLst>
                                        <p:tav tm="0">
                                          <p:val>
                                            <p:strVal val="#ppt_x"/>
                                          </p:val>
                                        </p:tav>
                                        <p:tav tm="100000">
                                          <p:val>
                                            <p:strVal val="#ppt_x"/>
                                          </p:val>
                                        </p:tav>
                                      </p:tavLst>
                                    </p:anim>
                                    <p:anim calcmode="lin" valueType="num">
                                      <p:cBhvr>
                                        <p:cTn id="90" dur="1000" fill="hold"/>
                                        <p:tgtEl>
                                          <p:spTgt spid="64"/>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73"/>
                                        </p:tgtEl>
                                        <p:attrNameLst>
                                          <p:attrName>style.visibility</p:attrName>
                                        </p:attrNameLst>
                                      </p:cBhvr>
                                      <p:to>
                                        <p:strVal val="visible"/>
                                      </p:to>
                                    </p:set>
                                    <p:animEffect transition="in" filter="fade">
                                      <p:cBhvr>
                                        <p:cTn id="93" dur="1000"/>
                                        <p:tgtEl>
                                          <p:spTgt spid="73"/>
                                        </p:tgtEl>
                                      </p:cBhvr>
                                    </p:animEffect>
                                    <p:anim calcmode="lin" valueType="num">
                                      <p:cBhvr>
                                        <p:cTn id="94" dur="1000" fill="hold"/>
                                        <p:tgtEl>
                                          <p:spTgt spid="73"/>
                                        </p:tgtEl>
                                        <p:attrNameLst>
                                          <p:attrName>ppt_x</p:attrName>
                                        </p:attrNameLst>
                                      </p:cBhvr>
                                      <p:tavLst>
                                        <p:tav tm="0">
                                          <p:val>
                                            <p:strVal val="#ppt_x"/>
                                          </p:val>
                                        </p:tav>
                                        <p:tav tm="100000">
                                          <p:val>
                                            <p:strVal val="#ppt_x"/>
                                          </p:val>
                                        </p:tav>
                                      </p:tavLst>
                                    </p:anim>
                                    <p:anim calcmode="lin" valueType="num">
                                      <p:cBhvr>
                                        <p:cTn id="95" dur="1000" fill="hold"/>
                                        <p:tgtEl>
                                          <p:spTgt spid="73"/>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74"/>
                                        </p:tgtEl>
                                        <p:attrNameLst>
                                          <p:attrName>style.visibility</p:attrName>
                                        </p:attrNameLst>
                                      </p:cBhvr>
                                      <p:to>
                                        <p:strVal val="visible"/>
                                      </p:to>
                                    </p:set>
                                    <p:animEffect transition="in" filter="fade">
                                      <p:cBhvr>
                                        <p:cTn id="98" dur="1000"/>
                                        <p:tgtEl>
                                          <p:spTgt spid="74"/>
                                        </p:tgtEl>
                                      </p:cBhvr>
                                    </p:animEffect>
                                    <p:anim calcmode="lin" valueType="num">
                                      <p:cBhvr>
                                        <p:cTn id="99" dur="1000" fill="hold"/>
                                        <p:tgtEl>
                                          <p:spTgt spid="74"/>
                                        </p:tgtEl>
                                        <p:attrNameLst>
                                          <p:attrName>ppt_x</p:attrName>
                                        </p:attrNameLst>
                                      </p:cBhvr>
                                      <p:tavLst>
                                        <p:tav tm="0">
                                          <p:val>
                                            <p:strVal val="#ppt_x"/>
                                          </p:val>
                                        </p:tav>
                                        <p:tav tm="100000">
                                          <p:val>
                                            <p:strVal val="#ppt_x"/>
                                          </p:val>
                                        </p:tav>
                                      </p:tavLst>
                                    </p:anim>
                                    <p:anim calcmode="lin" valueType="num">
                                      <p:cBhvr>
                                        <p:cTn id="100" dur="1000" fill="hold"/>
                                        <p:tgtEl>
                                          <p:spTgt spid="74"/>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1000"/>
                                        <p:tgtEl>
                                          <p:spTgt spid="75"/>
                                        </p:tgtEl>
                                      </p:cBhvr>
                                    </p:animEffect>
                                    <p:anim calcmode="lin" valueType="num">
                                      <p:cBhvr>
                                        <p:cTn id="104" dur="1000" fill="hold"/>
                                        <p:tgtEl>
                                          <p:spTgt spid="75"/>
                                        </p:tgtEl>
                                        <p:attrNameLst>
                                          <p:attrName>ppt_x</p:attrName>
                                        </p:attrNameLst>
                                      </p:cBhvr>
                                      <p:tavLst>
                                        <p:tav tm="0">
                                          <p:val>
                                            <p:strVal val="#ppt_x"/>
                                          </p:val>
                                        </p:tav>
                                        <p:tav tm="100000">
                                          <p:val>
                                            <p:strVal val="#ppt_x"/>
                                          </p:val>
                                        </p:tav>
                                      </p:tavLst>
                                    </p:anim>
                                    <p:anim calcmode="lin" valueType="num">
                                      <p:cBhvr>
                                        <p:cTn id="105" dur="1000" fill="hold"/>
                                        <p:tgtEl>
                                          <p:spTgt spid="75"/>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76"/>
                                        </p:tgtEl>
                                        <p:attrNameLst>
                                          <p:attrName>style.visibility</p:attrName>
                                        </p:attrNameLst>
                                      </p:cBhvr>
                                      <p:to>
                                        <p:strVal val="visible"/>
                                      </p:to>
                                    </p:set>
                                    <p:animEffect transition="in" filter="fade">
                                      <p:cBhvr>
                                        <p:cTn id="108" dur="1000"/>
                                        <p:tgtEl>
                                          <p:spTgt spid="76"/>
                                        </p:tgtEl>
                                      </p:cBhvr>
                                    </p:animEffect>
                                    <p:anim calcmode="lin" valueType="num">
                                      <p:cBhvr>
                                        <p:cTn id="109" dur="1000" fill="hold"/>
                                        <p:tgtEl>
                                          <p:spTgt spid="76"/>
                                        </p:tgtEl>
                                        <p:attrNameLst>
                                          <p:attrName>ppt_x</p:attrName>
                                        </p:attrNameLst>
                                      </p:cBhvr>
                                      <p:tavLst>
                                        <p:tav tm="0">
                                          <p:val>
                                            <p:strVal val="#ppt_x"/>
                                          </p:val>
                                        </p:tav>
                                        <p:tav tm="100000">
                                          <p:val>
                                            <p:strVal val="#ppt_x"/>
                                          </p:val>
                                        </p:tav>
                                      </p:tavLst>
                                    </p:anim>
                                    <p:anim calcmode="lin" valueType="num">
                                      <p:cBhvr>
                                        <p:cTn id="110" dur="1000" fill="hold"/>
                                        <p:tgtEl>
                                          <p:spTgt spid="76"/>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77"/>
                                        </p:tgtEl>
                                        <p:attrNameLst>
                                          <p:attrName>style.visibility</p:attrName>
                                        </p:attrNameLst>
                                      </p:cBhvr>
                                      <p:to>
                                        <p:strVal val="visible"/>
                                      </p:to>
                                    </p:set>
                                    <p:animEffect transition="in" filter="fade">
                                      <p:cBhvr>
                                        <p:cTn id="113" dur="1000"/>
                                        <p:tgtEl>
                                          <p:spTgt spid="77"/>
                                        </p:tgtEl>
                                      </p:cBhvr>
                                    </p:animEffect>
                                    <p:anim calcmode="lin" valueType="num">
                                      <p:cBhvr>
                                        <p:cTn id="114" dur="1000" fill="hold"/>
                                        <p:tgtEl>
                                          <p:spTgt spid="77"/>
                                        </p:tgtEl>
                                        <p:attrNameLst>
                                          <p:attrName>ppt_x</p:attrName>
                                        </p:attrNameLst>
                                      </p:cBhvr>
                                      <p:tavLst>
                                        <p:tav tm="0">
                                          <p:val>
                                            <p:strVal val="#ppt_x"/>
                                          </p:val>
                                        </p:tav>
                                        <p:tav tm="100000">
                                          <p:val>
                                            <p:strVal val="#ppt_x"/>
                                          </p:val>
                                        </p:tav>
                                      </p:tavLst>
                                    </p:anim>
                                    <p:anim calcmode="lin" valueType="num">
                                      <p:cBhvr>
                                        <p:cTn id="115" dur="1000" fill="hold"/>
                                        <p:tgtEl>
                                          <p:spTgt spid="77"/>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79"/>
                                        </p:tgtEl>
                                        <p:attrNameLst>
                                          <p:attrName>style.visibility</p:attrName>
                                        </p:attrNameLst>
                                      </p:cBhvr>
                                      <p:to>
                                        <p:strVal val="visible"/>
                                      </p:to>
                                    </p:set>
                                    <p:animEffect transition="in" filter="fade">
                                      <p:cBhvr>
                                        <p:cTn id="118" dur="1000"/>
                                        <p:tgtEl>
                                          <p:spTgt spid="79"/>
                                        </p:tgtEl>
                                      </p:cBhvr>
                                    </p:animEffect>
                                    <p:anim calcmode="lin" valueType="num">
                                      <p:cBhvr>
                                        <p:cTn id="119" dur="1000" fill="hold"/>
                                        <p:tgtEl>
                                          <p:spTgt spid="79"/>
                                        </p:tgtEl>
                                        <p:attrNameLst>
                                          <p:attrName>ppt_x</p:attrName>
                                        </p:attrNameLst>
                                      </p:cBhvr>
                                      <p:tavLst>
                                        <p:tav tm="0">
                                          <p:val>
                                            <p:strVal val="#ppt_x"/>
                                          </p:val>
                                        </p:tav>
                                        <p:tav tm="100000">
                                          <p:val>
                                            <p:strVal val="#ppt_x"/>
                                          </p:val>
                                        </p:tav>
                                      </p:tavLst>
                                    </p:anim>
                                    <p:anim calcmode="lin" valueType="num">
                                      <p:cBhvr>
                                        <p:cTn id="120" dur="1000" fill="hold"/>
                                        <p:tgtEl>
                                          <p:spTgt spid="79"/>
                                        </p:tgtEl>
                                        <p:attrNameLst>
                                          <p:attrName>ppt_y</p:attrName>
                                        </p:attrNameLst>
                                      </p:cBhvr>
                                      <p:tavLst>
                                        <p:tav tm="0">
                                          <p:val>
                                            <p:strVal val="#ppt_y+.1"/>
                                          </p:val>
                                        </p:tav>
                                        <p:tav tm="100000">
                                          <p:val>
                                            <p:strVal val="#ppt_y"/>
                                          </p:val>
                                        </p:tav>
                                      </p:tavLst>
                                    </p:anim>
                                  </p:childTnLst>
                                </p:cTn>
                              </p:par>
                            </p:childTnLst>
                          </p:cTn>
                        </p:par>
                        <p:par>
                          <p:cTn id="121" fill="hold">
                            <p:stCondLst>
                              <p:cond delay="1000"/>
                            </p:stCondLst>
                            <p:childTnLst>
                              <p:par>
                                <p:cTn id="122" presetID="22" presetClass="entr" presetSubtype="8" fill="hold" nodeType="afterEffect">
                                  <p:stCondLst>
                                    <p:cond delay="0"/>
                                  </p:stCondLst>
                                  <p:childTnLst>
                                    <p:set>
                                      <p:cBhvr>
                                        <p:cTn id="123" dur="1" fill="hold">
                                          <p:stCondLst>
                                            <p:cond delay="0"/>
                                          </p:stCondLst>
                                        </p:cTn>
                                        <p:tgtEl>
                                          <p:spTgt spid="86"/>
                                        </p:tgtEl>
                                        <p:attrNameLst>
                                          <p:attrName>style.visibility</p:attrName>
                                        </p:attrNameLst>
                                      </p:cBhvr>
                                      <p:to>
                                        <p:strVal val="visible"/>
                                      </p:to>
                                    </p:set>
                                    <p:animEffect transition="in" filter="wipe(left)">
                                      <p:cBhvr>
                                        <p:cTn id="124" dur="1000"/>
                                        <p:tgtEl>
                                          <p:spTgt spid="86"/>
                                        </p:tgtEl>
                                      </p:cBhvr>
                                    </p:animEffect>
                                  </p:childTnLst>
                                </p:cTn>
                              </p:par>
                            </p:childTnLst>
                          </p:cTn>
                        </p:par>
                      </p:childTnLst>
                    </p:cTn>
                  </p:par>
                  <p:par>
                    <p:cTn id="125" fill="hold">
                      <p:stCondLst>
                        <p:cond delay="indefinite"/>
                      </p:stCondLst>
                      <p:childTnLst>
                        <p:par>
                          <p:cTn id="126" fill="hold">
                            <p:stCondLst>
                              <p:cond delay="0"/>
                            </p:stCondLst>
                            <p:childTnLst>
                              <p:par>
                                <p:cTn id="127" presetID="47" presetClass="entr" presetSubtype="0" fill="hold" grpId="0" nodeType="clickEffect">
                                  <p:stCondLst>
                                    <p:cond delay="0"/>
                                  </p:stCondLst>
                                  <p:childTnLst>
                                    <p:set>
                                      <p:cBhvr>
                                        <p:cTn id="128" dur="1" fill="hold">
                                          <p:stCondLst>
                                            <p:cond delay="0"/>
                                          </p:stCondLst>
                                        </p:cTn>
                                        <p:tgtEl>
                                          <p:spTgt spid="91"/>
                                        </p:tgtEl>
                                        <p:attrNameLst>
                                          <p:attrName>style.visibility</p:attrName>
                                        </p:attrNameLst>
                                      </p:cBhvr>
                                      <p:to>
                                        <p:strVal val="visible"/>
                                      </p:to>
                                    </p:set>
                                    <p:animEffect transition="in" filter="fade">
                                      <p:cBhvr>
                                        <p:cTn id="129" dur="1000"/>
                                        <p:tgtEl>
                                          <p:spTgt spid="91"/>
                                        </p:tgtEl>
                                      </p:cBhvr>
                                    </p:animEffect>
                                    <p:anim calcmode="lin" valueType="num">
                                      <p:cBhvr>
                                        <p:cTn id="130" dur="1000" fill="hold"/>
                                        <p:tgtEl>
                                          <p:spTgt spid="91"/>
                                        </p:tgtEl>
                                        <p:attrNameLst>
                                          <p:attrName>ppt_x</p:attrName>
                                        </p:attrNameLst>
                                      </p:cBhvr>
                                      <p:tavLst>
                                        <p:tav tm="0">
                                          <p:val>
                                            <p:strVal val="#ppt_x"/>
                                          </p:val>
                                        </p:tav>
                                        <p:tav tm="100000">
                                          <p:val>
                                            <p:strVal val="#ppt_x"/>
                                          </p:val>
                                        </p:tav>
                                      </p:tavLst>
                                    </p:anim>
                                    <p:anim calcmode="lin" valueType="num">
                                      <p:cBhvr>
                                        <p:cTn id="131" dur="1000" fill="hold"/>
                                        <p:tgtEl>
                                          <p:spTgt spid="91"/>
                                        </p:tgtEl>
                                        <p:attrNameLst>
                                          <p:attrName>ppt_y</p:attrName>
                                        </p:attrNameLst>
                                      </p:cBhvr>
                                      <p:tavLst>
                                        <p:tav tm="0">
                                          <p:val>
                                            <p:strVal val="#ppt_y-.1"/>
                                          </p:val>
                                        </p:tav>
                                        <p:tav tm="100000">
                                          <p:val>
                                            <p:strVal val="#ppt_y"/>
                                          </p:val>
                                        </p:tav>
                                      </p:tavLst>
                                    </p:anim>
                                  </p:childTnLst>
                                </p:cTn>
                              </p:par>
                            </p:childTnLst>
                          </p:cTn>
                        </p:par>
                        <p:par>
                          <p:cTn id="132" fill="hold">
                            <p:stCondLst>
                              <p:cond delay="1000"/>
                            </p:stCondLst>
                            <p:childTnLst>
                              <p:par>
                                <p:cTn id="133" presetID="21" presetClass="entr" presetSubtype="1" fill="hold" grpId="0" nodeType="afterEffect">
                                  <p:stCondLst>
                                    <p:cond delay="0"/>
                                  </p:stCondLst>
                                  <p:childTnLst>
                                    <p:set>
                                      <p:cBhvr>
                                        <p:cTn id="134" dur="1" fill="hold">
                                          <p:stCondLst>
                                            <p:cond delay="0"/>
                                          </p:stCondLst>
                                        </p:cTn>
                                        <p:tgtEl>
                                          <p:spTgt spid="87"/>
                                        </p:tgtEl>
                                        <p:attrNameLst>
                                          <p:attrName>style.visibility</p:attrName>
                                        </p:attrNameLst>
                                      </p:cBhvr>
                                      <p:to>
                                        <p:strVal val="visible"/>
                                      </p:to>
                                    </p:set>
                                    <p:animEffect transition="in" filter="wheel(1)">
                                      <p:cBhvr>
                                        <p:cTn id="135" dur="2000"/>
                                        <p:tgtEl>
                                          <p:spTgt spid="87"/>
                                        </p:tgtEl>
                                      </p:cBhvr>
                                    </p:animEffect>
                                  </p:childTnLst>
                                </p:cTn>
                              </p:par>
                            </p:childTnLst>
                          </p:cTn>
                        </p:par>
                        <p:par>
                          <p:cTn id="136" fill="hold">
                            <p:stCondLst>
                              <p:cond delay="3000"/>
                            </p:stCondLst>
                            <p:childTnLst>
                              <p:par>
                                <p:cTn id="137" presetID="22" presetClass="exit" presetSubtype="2" fill="hold" nodeType="afterEffect">
                                  <p:stCondLst>
                                    <p:cond delay="0"/>
                                  </p:stCondLst>
                                  <p:childTnLst>
                                    <p:animEffect transition="out" filter="wipe(right)">
                                      <p:cBhvr>
                                        <p:cTn id="138" dur="500"/>
                                        <p:tgtEl>
                                          <p:spTgt spid="86"/>
                                        </p:tgtEl>
                                      </p:cBhvr>
                                    </p:animEffect>
                                    <p:set>
                                      <p:cBhvr>
                                        <p:cTn id="139" dur="1" fill="hold">
                                          <p:stCondLst>
                                            <p:cond delay="499"/>
                                          </p:stCondLst>
                                        </p:cTn>
                                        <p:tgtEl>
                                          <p:spTgt spid="86"/>
                                        </p:tgtEl>
                                        <p:attrNameLst>
                                          <p:attrName>style.visibility</p:attrName>
                                        </p:attrNameLst>
                                      </p:cBhvr>
                                      <p:to>
                                        <p:strVal val="hidden"/>
                                      </p:to>
                                    </p:set>
                                  </p:childTnLst>
                                </p:cTn>
                              </p:par>
                            </p:childTnLst>
                          </p:cTn>
                        </p:par>
                        <p:par>
                          <p:cTn id="140" fill="hold">
                            <p:stCondLst>
                              <p:cond delay="3500"/>
                            </p:stCondLst>
                            <p:childTnLst>
                              <p:par>
                                <p:cTn id="141" presetID="22" presetClass="entr" presetSubtype="8" fill="hold" nodeType="afterEffect">
                                  <p:stCondLst>
                                    <p:cond delay="0"/>
                                  </p:stCondLst>
                                  <p:childTnLst>
                                    <p:set>
                                      <p:cBhvr>
                                        <p:cTn id="142" dur="1" fill="hold">
                                          <p:stCondLst>
                                            <p:cond delay="0"/>
                                          </p:stCondLst>
                                        </p:cTn>
                                        <p:tgtEl>
                                          <p:spTgt spid="88"/>
                                        </p:tgtEl>
                                        <p:attrNameLst>
                                          <p:attrName>style.visibility</p:attrName>
                                        </p:attrNameLst>
                                      </p:cBhvr>
                                      <p:to>
                                        <p:strVal val="visible"/>
                                      </p:to>
                                    </p:set>
                                    <p:animEffect transition="in" filter="wipe(left)">
                                      <p:cBhvr>
                                        <p:cTn id="143" dur="1000"/>
                                        <p:tgtEl>
                                          <p:spTgt spid="88"/>
                                        </p:tgtEl>
                                      </p:cBhvr>
                                    </p:animEffect>
                                  </p:childTnLst>
                                </p:cTn>
                              </p:par>
                            </p:childTnLst>
                          </p:cTn>
                        </p:par>
                      </p:childTnLst>
                    </p:cTn>
                  </p:par>
                  <p:par>
                    <p:cTn id="144" fill="hold">
                      <p:stCondLst>
                        <p:cond delay="indefinite"/>
                      </p:stCondLst>
                      <p:childTnLst>
                        <p:par>
                          <p:cTn id="145" fill="hold">
                            <p:stCondLst>
                              <p:cond delay="0"/>
                            </p:stCondLst>
                            <p:childTnLst>
                              <p:par>
                                <p:cTn id="146" presetID="17" presetClass="entr" presetSubtype="10" fill="hold" nodeType="clickEffect">
                                  <p:stCondLst>
                                    <p:cond delay="0"/>
                                  </p:stCondLst>
                                  <p:childTnLst>
                                    <p:set>
                                      <p:cBhvr>
                                        <p:cTn id="147" dur="1" fill="hold">
                                          <p:stCondLst>
                                            <p:cond delay="0"/>
                                          </p:stCondLst>
                                        </p:cTn>
                                        <p:tgtEl>
                                          <p:spTgt spid="94"/>
                                        </p:tgtEl>
                                        <p:attrNameLst>
                                          <p:attrName>style.visibility</p:attrName>
                                        </p:attrNameLst>
                                      </p:cBhvr>
                                      <p:to>
                                        <p:strVal val="visible"/>
                                      </p:to>
                                    </p:set>
                                    <p:anim calcmode="lin" valueType="num">
                                      <p:cBhvr>
                                        <p:cTn id="148" dur="1000" fill="hold"/>
                                        <p:tgtEl>
                                          <p:spTgt spid="94"/>
                                        </p:tgtEl>
                                        <p:attrNameLst>
                                          <p:attrName>ppt_w</p:attrName>
                                        </p:attrNameLst>
                                      </p:cBhvr>
                                      <p:tavLst>
                                        <p:tav tm="0">
                                          <p:val>
                                            <p:fltVal val="0"/>
                                          </p:val>
                                        </p:tav>
                                        <p:tav tm="100000">
                                          <p:val>
                                            <p:strVal val="#ppt_w"/>
                                          </p:val>
                                        </p:tav>
                                      </p:tavLst>
                                    </p:anim>
                                    <p:anim calcmode="lin" valueType="num">
                                      <p:cBhvr>
                                        <p:cTn id="149" dur="1000" fill="hold"/>
                                        <p:tgtEl>
                                          <p:spTgt spid="94"/>
                                        </p:tgtEl>
                                        <p:attrNameLst>
                                          <p:attrName>ppt_h</p:attrName>
                                        </p:attrNameLst>
                                      </p:cBhvr>
                                      <p:tavLst>
                                        <p:tav tm="0">
                                          <p:val>
                                            <p:strVal val="#ppt_h"/>
                                          </p:val>
                                        </p:tav>
                                        <p:tav tm="100000">
                                          <p:val>
                                            <p:strVal val="#ppt_h"/>
                                          </p:val>
                                        </p:tav>
                                      </p:tavLst>
                                    </p:anim>
                                  </p:childTnLst>
                                </p:cTn>
                              </p:par>
                            </p:childTnLst>
                          </p:cTn>
                        </p:par>
                      </p:childTnLst>
                    </p:cTn>
                  </p:par>
                  <p:par>
                    <p:cTn id="150" fill="hold">
                      <p:stCondLst>
                        <p:cond delay="indefinite"/>
                      </p:stCondLst>
                      <p:childTnLst>
                        <p:par>
                          <p:cTn id="151" fill="hold">
                            <p:stCondLst>
                              <p:cond delay="0"/>
                            </p:stCondLst>
                            <p:childTnLst>
                              <p:par>
                                <p:cTn id="152" presetID="22" presetClass="exit" presetSubtype="4" fill="hold" nodeType="clickEffect">
                                  <p:stCondLst>
                                    <p:cond delay="0"/>
                                  </p:stCondLst>
                                  <p:childTnLst>
                                    <p:animEffect transition="out" filter="wipe(down)">
                                      <p:cBhvr>
                                        <p:cTn id="153" dur="1000"/>
                                        <p:tgtEl>
                                          <p:spTgt spid="94"/>
                                        </p:tgtEl>
                                      </p:cBhvr>
                                    </p:animEffect>
                                    <p:set>
                                      <p:cBhvr>
                                        <p:cTn id="154" dur="1" fill="hold">
                                          <p:stCondLst>
                                            <p:cond delay="999"/>
                                          </p:stCondLst>
                                        </p:cTn>
                                        <p:tgtEl>
                                          <p:spTgt spid="94"/>
                                        </p:tgtEl>
                                        <p:attrNameLst>
                                          <p:attrName>style.visibility</p:attrName>
                                        </p:attrNameLst>
                                      </p:cBhvr>
                                      <p:to>
                                        <p:strVal val="hidden"/>
                                      </p:to>
                                    </p:set>
                                  </p:childTnLst>
                                </p:cTn>
                              </p:par>
                            </p:childTnLst>
                          </p:cTn>
                        </p:par>
                        <p:par>
                          <p:cTn id="155" fill="hold">
                            <p:stCondLst>
                              <p:cond delay="1000"/>
                            </p:stCondLst>
                            <p:childTnLst>
                              <p:par>
                                <p:cTn id="156" presetID="5" presetClass="entr" presetSubtype="10" fill="hold" grpId="0" nodeType="afterEffect">
                                  <p:stCondLst>
                                    <p:cond delay="0"/>
                                  </p:stCondLst>
                                  <p:childTnLst>
                                    <p:set>
                                      <p:cBhvr>
                                        <p:cTn id="157" dur="1" fill="hold">
                                          <p:stCondLst>
                                            <p:cond delay="0"/>
                                          </p:stCondLst>
                                        </p:cTn>
                                        <p:tgtEl>
                                          <p:spTgt spid="93"/>
                                        </p:tgtEl>
                                        <p:attrNameLst>
                                          <p:attrName>style.visibility</p:attrName>
                                        </p:attrNameLst>
                                      </p:cBhvr>
                                      <p:to>
                                        <p:strVal val="visible"/>
                                      </p:to>
                                    </p:set>
                                    <p:animEffect transition="in" filter="checkerboard(across)">
                                      <p:cBhvr>
                                        <p:cTn id="158" dur="500"/>
                                        <p:tgtEl>
                                          <p:spTgt spid="93"/>
                                        </p:tgtEl>
                                      </p:cBhvr>
                                    </p:animEffect>
                                  </p:childTnLst>
                                </p:cTn>
                              </p:par>
                            </p:childTnLst>
                          </p:cTn>
                        </p:par>
                        <p:par>
                          <p:cTn id="159" fill="hold">
                            <p:stCondLst>
                              <p:cond delay="1500"/>
                            </p:stCondLst>
                            <p:childTnLst>
                              <p:par>
                                <p:cTn id="160" presetID="22" presetClass="exit" presetSubtype="2" fill="hold" nodeType="afterEffect">
                                  <p:stCondLst>
                                    <p:cond delay="0"/>
                                  </p:stCondLst>
                                  <p:childTnLst>
                                    <p:animEffect transition="out" filter="wipe(right)">
                                      <p:cBhvr>
                                        <p:cTn id="161" dur="500"/>
                                        <p:tgtEl>
                                          <p:spTgt spid="88"/>
                                        </p:tgtEl>
                                      </p:cBhvr>
                                    </p:animEffect>
                                    <p:set>
                                      <p:cBhvr>
                                        <p:cTn id="162" dur="1" fill="hold">
                                          <p:stCondLst>
                                            <p:cond delay="499"/>
                                          </p:stCondLst>
                                        </p:cTn>
                                        <p:tgtEl>
                                          <p:spTgt spid="88"/>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nodeType="clickEffect">
                                  <p:stCondLst>
                                    <p:cond delay="0"/>
                                  </p:stCondLst>
                                  <p:childTnLst>
                                    <p:set>
                                      <p:cBhvr>
                                        <p:cTn id="166" dur="1" fill="hold">
                                          <p:stCondLst>
                                            <p:cond delay="0"/>
                                          </p:stCondLst>
                                        </p:cTn>
                                        <p:tgtEl>
                                          <p:spTgt spid="86"/>
                                        </p:tgtEl>
                                        <p:attrNameLst>
                                          <p:attrName>style.visibility</p:attrName>
                                        </p:attrNameLst>
                                      </p:cBhvr>
                                      <p:to>
                                        <p:strVal val="visible"/>
                                      </p:to>
                                    </p:set>
                                    <p:animEffect transition="in" filter="wipe(left)">
                                      <p:cBhvr>
                                        <p:cTn id="167" dur="1000"/>
                                        <p:tgtEl>
                                          <p:spTgt spid="86"/>
                                        </p:tgtEl>
                                      </p:cBhvr>
                                    </p:animEffect>
                                  </p:childTnLst>
                                </p:cTn>
                              </p:par>
                            </p:childTnLst>
                          </p:cTn>
                        </p:par>
                      </p:childTnLst>
                    </p:cTn>
                  </p:par>
                  <p:par>
                    <p:cTn id="168" fill="hold">
                      <p:stCondLst>
                        <p:cond delay="indefinite"/>
                      </p:stCondLst>
                      <p:childTnLst>
                        <p:par>
                          <p:cTn id="169" fill="hold">
                            <p:stCondLst>
                              <p:cond delay="0"/>
                            </p:stCondLst>
                            <p:childTnLst>
                              <p:par>
                                <p:cTn id="170" presetID="47" presetClass="entr" presetSubtype="0" fill="hold" grpId="0" nodeType="clickEffect">
                                  <p:stCondLst>
                                    <p:cond delay="0"/>
                                  </p:stCondLst>
                                  <p:childTnLst>
                                    <p:set>
                                      <p:cBhvr>
                                        <p:cTn id="171" dur="1" fill="hold">
                                          <p:stCondLst>
                                            <p:cond delay="0"/>
                                          </p:stCondLst>
                                        </p:cTn>
                                        <p:tgtEl>
                                          <p:spTgt spid="98"/>
                                        </p:tgtEl>
                                        <p:attrNameLst>
                                          <p:attrName>style.visibility</p:attrName>
                                        </p:attrNameLst>
                                      </p:cBhvr>
                                      <p:to>
                                        <p:strVal val="visible"/>
                                      </p:to>
                                    </p:set>
                                    <p:animEffect transition="in" filter="fade">
                                      <p:cBhvr>
                                        <p:cTn id="172" dur="1000"/>
                                        <p:tgtEl>
                                          <p:spTgt spid="98"/>
                                        </p:tgtEl>
                                      </p:cBhvr>
                                    </p:animEffect>
                                    <p:anim calcmode="lin" valueType="num">
                                      <p:cBhvr>
                                        <p:cTn id="173" dur="1000" fill="hold"/>
                                        <p:tgtEl>
                                          <p:spTgt spid="98"/>
                                        </p:tgtEl>
                                        <p:attrNameLst>
                                          <p:attrName>ppt_x</p:attrName>
                                        </p:attrNameLst>
                                      </p:cBhvr>
                                      <p:tavLst>
                                        <p:tav tm="0">
                                          <p:val>
                                            <p:strVal val="#ppt_x"/>
                                          </p:val>
                                        </p:tav>
                                        <p:tav tm="100000">
                                          <p:val>
                                            <p:strVal val="#ppt_x"/>
                                          </p:val>
                                        </p:tav>
                                      </p:tavLst>
                                    </p:anim>
                                    <p:anim calcmode="lin" valueType="num">
                                      <p:cBhvr>
                                        <p:cTn id="174" dur="1000" fill="hold"/>
                                        <p:tgtEl>
                                          <p:spTgt spid="98"/>
                                        </p:tgtEl>
                                        <p:attrNameLst>
                                          <p:attrName>ppt_y</p:attrName>
                                        </p:attrNameLst>
                                      </p:cBhvr>
                                      <p:tavLst>
                                        <p:tav tm="0">
                                          <p:val>
                                            <p:strVal val="#ppt_y-.1"/>
                                          </p:val>
                                        </p:tav>
                                        <p:tav tm="100000">
                                          <p:val>
                                            <p:strVal val="#ppt_y"/>
                                          </p:val>
                                        </p:tav>
                                      </p:tavLst>
                                    </p:anim>
                                  </p:childTnLst>
                                </p:cTn>
                              </p:par>
                            </p:childTnLst>
                          </p:cTn>
                        </p:par>
                        <p:par>
                          <p:cTn id="175" fill="hold">
                            <p:stCondLst>
                              <p:cond delay="1000"/>
                            </p:stCondLst>
                            <p:childTnLst>
                              <p:par>
                                <p:cTn id="176" presetID="21" presetClass="entr" presetSubtype="1" fill="hold" grpId="0" nodeType="afterEffect">
                                  <p:stCondLst>
                                    <p:cond delay="0"/>
                                  </p:stCondLst>
                                  <p:childTnLst>
                                    <p:set>
                                      <p:cBhvr>
                                        <p:cTn id="177" dur="1" fill="hold">
                                          <p:stCondLst>
                                            <p:cond delay="0"/>
                                          </p:stCondLst>
                                        </p:cTn>
                                        <p:tgtEl>
                                          <p:spTgt spid="97"/>
                                        </p:tgtEl>
                                        <p:attrNameLst>
                                          <p:attrName>style.visibility</p:attrName>
                                        </p:attrNameLst>
                                      </p:cBhvr>
                                      <p:to>
                                        <p:strVal val="visible"/>
                                      </p:to>
                                    </p:set>
                                    <p:animEffect transition="in" filter="wheel(1)">
                                      <p:cBhvr>
                                        <p:cTn id="178" dur="2000"/>
                                        <p:tgtEl>
                                          <p:spTgt spid="97"/>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xit" presetSubtype="2" fill="hold" nodeType="clickEffect">
                                  <p:stCondLst>
                                    <p:cond delay="0"/>
                                  </p:stCondLst>
                                  <p:childTnLst>
                                    <p:animEffect transition="out" filter="wipe(right)">
                                      <p:cBhvr>
                                        <p:cTn id="182" dur="500"/>
                                        <p:tgtEl>
                                          <p:spTgt spid="86"/>
                                        </p:tgtEl>
                                      </p:cBhvr>
                                    </p:animEffect>
                                    <p:set>
                                      <p:cBhvr>
                                        <p:cTn id="183" dur="1" fill="hold">
                                          <p:stCondLst>
                                            <p:cond delay="499"/>
                                          </p:stCondLst>
                                        </p:cTn>
                                        <p:tgtEl>
                                          <p:spTgt spid="86"/>
                                        </p:tgtEl>
                                        <p:attrNameLst>
                                          <p:attrName>style.visibility</p:attrName>
                                        </p:attrNameLst>
                                      </p:cBhvr>
                                      <p:to>
                                        <p:strVal val="hidden"/>
                                      </p:to>
                                    </p:set>
                                  </p:childTnLst>
                                </p:cTn>
                              </p:par>
                              <p:par>
                                <p:cTn id="184" presetID="22" presetClass="entr" presetSubtype="8" fill="hold" nodeType="withEffect">
                                  <p:stCondLst>
                                    <p:cond delay="0"/>
                                  </p:stCondLst>
                                  <p:childTnLst>
                                    <p:set>
                                      <p:cBhvr>
                                        <p:cTn id="185" dur="1" fill="hold">
                                          <p:stCondLst>
                                            <p:cond delay="0"/>
                                          </p:stCondLst>
                                        </p:cTn>
                                        <p:tgtEl>
                                          <p:spTgt spid="88"/>
                                        </p:tgtEl>
                                        <p:attrNameLst>
                                          <p:attrName>style.visibility</p:attrName>
                                        </p:attrNameLst>
                                      </p:cBhvr>
                                      <p:to>
                                        <p:strVal val="visible"/>
                                      </p:to>
                                    </p:set>
                                    <p:animEffect transition="in" filter="wipe(left)">
                                      <p:cBhvr>
                                        <p:cTn id="186" dur="1000"/>
                                        <p:tgtEl>
                                          <p:spTgt spid="88"/>
                                        </p:tgtEl>
                                      </p:cBhvr>
                                    </p:animEffect>
                                  </p:childTnLst>
                                </p:cTn>
                              </p:par>
                            </p:childTnLst>
                          </p:cTn>
                        </p:par>
                        <p:par>
                          <p:cTn id="187" fill="hold">
                            <p:stCondLst>
                              <p:cond delay="1000"/>
                            </p:stCondLst>
                            <p:childTnLst>
                              <p:par>
                                <p:cTn id="188" presetID="17" presetClass="entr" presetSubtype="10" fill="hold" nodeType="afterEffect">
                                  <p:stCondLst>
                                    <p:cond delay="0"/>
                                  </p:stCondLst>
                                  <p:childTnLst>
                                    <p:set>
                                      <p:cBhvr>
                                        <p:cTn id="189" dur="1" fill="hold">
                                          <p:stCondLst>
                                            <p:cond delay="0"/>
                                          </p:stCondLst>
                                        </p:cTn>
                                        <p:tgtEl>
                                          <p:spTgt spid="101"/>
                                        </p:tgtEl>
                                        <p:attrNameLst>
                                          <p:attrName>style.visibility</p:attrName>
                                        </p:attrNameLst>
                                      </p:cBhvr>
                                      <p:to>
                                        <p:strVal val="visible"/>
                                      </p:to>
                                    </p:set>
                                    <p:anim calcmode="lin" valueType="num">
                                      <p:cBhvr>
                                        <p:cTn id="190" dur="1000" fill="hold"/>
                                        <p:tgtEl>
                                          <p:spTgt spid="101"/>
                                        </p:tgtEl>
                                        <p:attrNameLst>
                                          <p:attrName>ppt_w</p:attrName>
                                        </p:attrNameLst>
                                      </p:cBhvr>
                                      <p:tavLst>
                                        <p:tav tm="0">
                                          <p:val>
                                            <p:fltVal val="0"/>
                                          </p:val>
                                        </p:tav>
                                        <p:tav tm="100000">
                                          <p:val>
                                            <p:strVal val="#ppt_w"/>
                                          </p:val>
                                        </p:tav>
                                      </p:tavLst>
                                    </p:anim>
                                    <p:anim calcmode="lin" valueType="num">
                                      <p:cBhvr>
                                        <p:cTn id="191" dur="1000" fill="hold"/>
                                        <p:tgtEl>
                                          <p:spTgt spid="101"/>
                                        </p:tgtEl>
                                        <p:attrNameLst>
                                          <p:attrName>ppt_h</p:attrName>
                                        </p:attrNameLst>
                                      </p:cBhvr>
                                      <p:tavLst>
                                        <p:tav tm="0">
                                          <p:val>
                                            <p:strVal val="#ppt_h"/>
                                          </p:val>
                                        </p:tav>
                                        <p:tav tm="100000">
                                          <p:val>
                                            <p:strVal val="#ppt_h"/>
                                          </p:val>
                                        </p:tav>
                                      </p:tavLst>
                                    </p:anim>
                                  </p:childTnLst>
                                </p:cTn>
                              </p:par>
                            </p:childTnLst>
                          </p:cTn>
                        </p:par>
                      </p:childTnLst>
                    </p:cTn>
                  </p:par>
                  <p:par>
                    <p:cTn id="192" fill="hold">
                      <p:stCondLst>
                        <p:cond delay="indefinite"/>
                      </p:stCondLst>
                      <p:childTnLst>
                        <p:par>
                          <p:cTn id="193" fill="hold">
                            <p:stCondLst>
                              <p:cond delay="0"/>
                            </p:stCondLst>
                            <p:childTnLst>
                              <p:par>
                                <p:cTn id="194" presetID="22" presetClass="exit" presetSubtype="4" fill="hold" nodeType="clickEffect">
                                  <p:stCondLst>
                                    <p:cond delay="0"/>
                                  </p:stCondLst>
                                  <p:childTnLst>
                                    <p:animEffect transition="out" filter="wipe(down)">
                                      <p:cBhvr>
                                        <p:cTn id="195" dur="1000"/>
                                        <p:tgtEl>
                                          <p:spTgt spid="101"/>
                                        </p:tgtEl>
                                      </p:cBhvr>
                                    </p:animEffect>
                                    <p:set>
                                      <p:cBhvr>
                                        <p:cTn id="196" dur="1" fill="hold">
                                          <p:stCondLst>
                                            <p:cond delay="999"/>
                                          </p:stCondLst>
                                        </p:cTn>
                                        <p:tgtEl>
                                          <p:spTgt spid="101"/>
                                        </p:tgtEl>
                                        <p:attrNameLst>
                                          <p:attrName>style.visibility</p:attrName>
                                        </p:attrNameLst>
                                      </p:cBhvr>
                                      <p:to>
                                        <p:strVal val="hidden"/>
                                      </p:to>
                                    </p:set>
                                  </p:childTnLst>
                                </p:cTn>
                              </p:par>
                            </p:childTnLst>
                          </p:cTn>
                        </p:par>
                        <p:par>
                          <p:cTn id="197" fill="hold">
                            <p:stCondLst>
                              <p:cond delay="1000"/>
                            </p:stCondLst>
                            <p:childTnLst>
                              <p:par>
                                <p:cTn id="198" presetID="17" presetClass="entr" presetSubtype="10" fill="hold" nodeType="afterEffect">
                                  <p:stCondLst>
                                    <p:cond delay="0"/>
                                  </p:stCondLst>
                                  <p:childTnLst>
                                    <p:set>
                                      <p:cBhvr>
                                        <p:cTn id="199" dur="1" fill="hold">
                                          <p:stCondLst>
                                            <p:cond delay="0"/>
                                          </p:stCondLst>
                                        </p:cTn>
                                        <p:tgtEl>
                                          <p:spTgt spid="102"/>
                                        </p:tgtEl>
                                        <p:attrNameLst>
                                          <p:attrName>style.visibility</p:attrName>
                                        </p:attrNameLst>
                                      </p:cBhvr>
                                      <p:to>
                                        <p:strVal val="visible"/>
                                      </p:to>
                                    </p:set>
                                    <p:anim calcmode="lin" valueType="num">
                                      <p:cBhvr>
                                        <p:cTn id="200" dur="1000" fill="hold"/>
                                        <p:tgtEl>
                                          <p:spTgt spid="102"/>
                                        </p:tgtEl>
                                        <p:attrNameLst>
                                          <p:attrName>ppt_w</p:attrName>
                                        </p:attrNameLst>
                                      </p:cBhvr>
                                      <p:tavLst>
                                        <p:tav tm="0">
                                          <p:val>
                                            <p:fltVal val="0"/>
                                          </p:val>
                                        </p:tav>
                                        <p:tav tm="100000">
                                          <p:val>
                                            <p:strVal val="#ppt_w"/>
                                          </p:val>
                                        </p:tav>
                                      </p:tavLst>
                                    </p:anim>
                                    <p:anim calcmode="lin" valueType="num">
                                      <p:cBhvr>
                                        <p:cTn id="201" dur="1000" fill="hold"/>
                                        <p:tgtEl>
                                          <p:spTgt spid="102"/>
                                        </p:tgtEl>
                                        <p:attrNameLst>
                                          <p:attrName>ppt_h</p:attrName>
                                        </p:attrNameLst>
                                      </p:cBhvr>
                                      <p:tavLst>
                                        <p:tav tm="0">
                                          <p:val>
                                            <p:strVal val="#ppt_h"/>
                                          </p:val>
                                        </p:tav>
                                        <p:tav tm="100000">
                                          <p:val>
                                            <p:strVal val="#ppt_h"/>
                                          </p:val>
                                        </p:tav>
                                      </p:tavLst>
                                    </p:anim>
                                  </p:childTnLst>
                                </p:cTn>
                              </p:par>
                            </p:childTnLst>
                          </p:cTn>
                        </p:par>
                      </p:childTnLst>
                    </p:cTn>
                  </p:par>
                  <p:par>
                    <p:cTn id="202" fill="hold">
                      <p:stCondLst>
                        <p:cond delay="indefinite"/>
                      </p:stCondLst>
                      <p:childTnLst>
                        <p:par>
                          <p:cTn id="203" fill="hold">
                            <p:stCondLst>
                              <p:cond delay="0"/>
                            </p:stCondLst>
                            <p:childTnLst>
                              <p:par>
                                <p:cTn id="204" presetID="22" presetClass="exit" presetSubtype="4" fill="hold" nodeType="clickEffect">
                                  <p:stCondLst>
                                    <p:cond delay="0"/>
                                  </p:stCondLst>
                                  <p:childTnLst>
                                    <p:animEffect transition="out" filter="wipe(down)">
                                      <p:cBhvr>
                                        <p:cTn id="205" dur="1000"/>
                                        <p:tgtEl>
                                          <p:spTgt spid="102"/>
                                        </p:tgtEl>
                                      </p:cBhvr>
                                    </p:animEffect>
                                    <p:set>
                                      <p:cBhvr>
                                        <p:cTn id="206" dur="1" fill="hold">
                                          <p:stCondLst>
                                            <p:cond delay="999"/>
                                          </p:stCondLst>
                                        </p:cTn>
                                        <p:tgtEl>
                                          <p:spTgt spid="102"/>
                                        </p:tgtEl>
                                        <p:attrNameLst>
                                          <p:attrName>style.visibility</p:attrName>
                                        </p:attrNameLst>
                                      </p:cBhvr>
                                      <p:to>
                                        <p:strVal val="hidden"/>
                                      </p:to>
                                    </p:set>
                                  </p:childTnLst>
                                </p:cTn>
                              </p:par>
                            </p:childTnLst>
                          </p:cTn>
                        </p:par>
                        <p:par>
                          <p:cTn id="207" fill="hold">
                            <p:stCondLst>
                              <p:cond delay="1000"/>
                            </p:stCondLst>
                            <p:childTnLst>
                              <p:par>
                                <p:cTn id="208" presetID="42" presetClass="path" presetSubtype="0" accel="50000" decel="50000" fill="hold" grpId="1" nodeType="afterEffect">
                                  <p:stCondLst>
                                    <p:cond delay="0"/>
                                  </p:stCondLst>
                                  <p:childTnLst>
                                    <p:animMotion origin="layout" path="M 0 -4.07407E-6 L -0.02969 0.08658 " pathEditMode="relative" rAng="0" ptsTypes="AA">
                                      <p:cBhvr>
                                        <p:cTn id="209" dur="1500" fill="hold"/>
                                        <p:tgtEl>
                                          <p:spTgt spid="75"/>
                                        </p:tgtEl>
                                        <p:attrNameLst>
                                          <p:attrName>ppt_x</p:attrName>
                                          <p:attrName>ppt_y</p:attrName>
                                        </p:attrNameLst>
                                      </p:cBhvr>
                                      <p:rCtr x="-1484" y="4329"/>
                                    </p:animMotion>
                                  </p:childTnLst>
                                </p:cTn>
                              </p:par>
                              <p:par>
                                <p:cTn id="210" presetID="64" presetClass="path" presetSubtype="0" accel="50000" decel="50000" fill="hold" grpId="1" nodeType="withEffect">
                                  <p:stCondLst>
                                    <p:cond delay="0"/>
                                  </p:stCondLst>
                                  <p:childTnLst>
                                    <p:animMotion origin="layout" path="M -2.70833E-6 7.40741E-7 L 0.02956 -0.08519 " pathEditMode="relative" rAng="0" ptsTypes="AA">
                                      <p:cBhvr>
                                        <p:cTn id="211" dur="1500" fill="hold"/>
                                        <p:tgtEl>
                                          <p:spTgt spid="77"/>
                                        </p:tgtEl>
                                        <p:attrNameLst>
                                          <p:attrName>ppt_x</p:attrName>
                                          <p:attrName>ppt_y</p:attrName>
                                        </p:attrNameLst>
                                      </p:cBhvr>
                                      <p:rCtr x="1471" y="-4051"/>
                                    </p:animMotion>
                                  </p:childTnLst>
                                </p:cTn>
                              </p:par>
                              <p:par>
                                <p:cTn id="212" presetID="22" presetClass="exit" presetSubtype="2" fill="hold" nodeType="withEffect">
                                  <p:stCondLst>
                                    <p:cond delay="0"/>
                                  </p:stCondLst>
                                  <p:childTnLst>
                                    <p:animEffect transition="out" filter="wipe(right)">
                                      <p:cBhvr>
                                        <p:cTn id="213" dur="500"/>
                                        <p:tgtEl>
                                          <p:spTgt spid="88"/>
                                        </p:tgtEl>
                                      </p:cBhvr>
                                    </p:animEffect>
                                    <p:set>
                                      <p:cBhvr>
                                        <p:cTn id="214" dur="1" fill="hold">
                                          <p:stCondLst>
                                            <p:cond delay="499"/>
                                          </p:stCondLst>
                                        </p:cTn>
                                        <p:tgtEl>
                                          <p:spTgt spid="88"/>
                                        </p:tgtEl>
                                        <p:attrNameLst>
                                          <p:attrName>style.visibility</p:attrName>
                                        </p:attrNameLst>
                                      </p:cBhvr>
                                      <p:to>
                                        <p:strVal val="hidden"/>
                                      </p:to>
                                    </p:set>
                                  </p:childTnLst>
                                </p:cTn>
                              </p:par>
                            </p:childTnLst>
                          </p:cTn>
                        </p:par>
                        <p:par>
                          <p:cTn id="215" fill="hold">
                            <p:stCondLst>
                              <p:cond delay="2500"/>
                            </p:stCondLst>
                            <p:childTnLst>
                              <p:par>
                                <p:cTn id="216" presetID="22" presetClass="entr" presetSubtype="8" fill="hold" nodeType="afterEffect">
                                  <p:stCondLst>
                                    <p:cond delay="0"/>
                                  </p:stCondLst>
                                  <p:childTnLst>
                                    <p:set>
                                      <p:cBhvr>
                                        <p:cTn id="217" dur="1" fill="hold">
                                          <p:stCondLst>
                                            <p:cond delay="0"/>
                                          </p:stCondLst>
                                        </p:cTn>
                                        <p:tgtEl>
                                          <p:spTgt spid="86"/>
                                        </p:tgtEl>
                                        <p:attrNameLst>
                                          <p:attrName>style.visibility</p:attrName>
                                        </p:attrNameLst>
                                      </p:cBhvr>
                                      <p:to>
                                        <p:strVal val="visible"/>
                                      </p:to>
                                    </p:set>
                                    <p:animEffect transition="in" filter="wipe(left)">
                                      <p:cBhvr>
                                        <p:cTn id="218" dur="1000"/>
                                        <p:tgtEl>
                                          <p:spTgt spid="86"/>
                                        </p:tgtEl>
                                      </p:cBhvr>
                                    </p:animEffect>
                                  </p:childTnLst>
                                </p:cTn>
                              </p:par>
                            </p:childTnLst>
                          </p:cTn>
                        </p:par>
                      </p:childTnLst>
                    </p:cTn>
                  </p:par>
                  <p:par>
                    <p:cTn id="219" fill="hold">
                      <p:stCondLst>
                        <p:cond delay="indefinite"/>
                      </p:stCondLst>
                      <p:childTnLst>
                        <p:par>
                          <p:cTn id="220" fill="hold">
                            <p:stCondLst>
                              <p:cond delay="0"/>
                            </p:stCondLst>
                            <p:childTnLst>
                              <p:par>
                                <p:cTn id="221" presetID="47" presetClass="entr" presetSubtype="0" fill="hold" grpId="0" nodeType="clickEffect">
                                  <p:stCondLst>
                                    <p:cond delay="0"/>
                                  </p:stCondLst>
                                  <p:childTnLst>
                                    <p:set>
                                      <p:cBhvr>
                                        <p:cTn id="222" dur="1" fill="hold">
                                          <p:stCondLst>
                                            <p:cond delay="0"/>
                                          </p:stCondLst>
                                        </p:cTn>
                                        <p:tgtEl>
                                          <p:spTgt spid="103"/>
                                        </p:tgtEl>
                                        <p:attrNameLst>
                                          <p:attrName>style.visibility</p:attrName>
                                        </p:attrNameLst>
                                      </p:cBhvr>
                                      <p:to>
                                        <p:strVal val="visible"/>
                                      </p:to>
                                    </p:set>
                                    <p:animEffect transition="in" filter="fade">
                                      <p:cBhvr>
                                        <p:cTn id="223" dur="1000"/>
                                        <p:tgtEl>
                                          <p:spTgt spid="103"/>
                                        </p:tgtEl>
                                      </p:cBhvr>
                                    </p:animEffect>
                                    <p:anim calcmode="lin" valueType="num">
                                      <p:cBhvr>
                                        <p:cTn id="224" dur="1000" fill="hold"/>
                                        <p:tgtEl>
                                          <p:spTgt spid="103"/>
                                        </p:tgtEl>
                                        <p:attrNameLst>
                                          <p:attrName>ppt_x</p:attrName>
                                        </p:attrNameLst>
                                      </p:cBhvr>
                                      <p:tavLst>
                                        <p:tav tm="0">
                                          <p:val>
                                            <p:strVal val="#ppt_x"/>
                                          </p:val>
                                        </p:tav>
                                        <p:tav tm="100000">
                                          <p:val>
                                            <p:strVal val="#ppt_x"/>
                                          </p:val>
                                        </p:tav>
                                      </p:tavLst>
                                    </p:anim>
                                    <p:anim calcmode="lin" valueType="num">
                                      <p:cBhvr>
                                        <p:cTn id="225" dur="1000" fill="hold"/>
                                        <p:tgtEl>
                                          <p:spTgt spid="103"/>
                                        </p:tgtEl>
                                        <p:attrNameLst>
                                          <p:attrName>ppt_y</p:attrName>
                                        </p:attrNameLst>
                                      </p:cBhvr>
                                      <p:tavLst>
                                        <p:tav tm="0">
                                          <p:val>
                                            <p:strVal val="#ppt_y-.1"/>
                                          </p:val>
                                        </p:tav>
                                        <p:tav tm="100000">
                                          <p:val>
                                            <p:strVal val="#ppt_y"/>
                                          </p:val>
                                        </p:tav>
                                      </p:tavLst>
                                    </p:anim>
                                  </p:childTnLst>
                                </p:cTn>
                              </p:par>
                            </p:childTnLst>
                          </p:cTn>
                        </p:par>
                        <p:par>
                          <p:cTn id="226" fill="hold">
                            <p:stCondLst>
                              <p:cond delay="1000"/>
                            </p:stCondLst>
                            <p:childTnLst>
                              <p:par>
                                <p:cTn id="227" presetID="22" presetClass="exit" presetSubtype="2" fill="hold" nodeType="afterEffect">
                                  <p:stCondLst>
                                    <p:cond delay="0"/>
                                  </p:stCondLst>
                                  <p:childTnLst>
                                    <p:animEffect transition="out" filter="wipe(right)">
                                      <p:cBhvr>
                                        <p:cTn id="228" dur="500"/>
                                        <p:tgtEl>
                                          <p:spTgt spid="86"/>
                                        </p:tgtEl>
                                      </p:cBhvr>
                                    </p:animEffect>
                                    <p:set>
                                      <p:cBhvr>
                                        <p:cTn id="229" dur="1" fill="hold">
                                          <p:stCondLst>
                                            <p:cond delay="499"/>
                                          </p:stCondLst>
                                        </p:cTn>
                                        <p:tgtEl>
                                          <p:spTgt spid="86"/>
                                        </p:tgtEl>
                                        <p:attrNameLst>
                                          <p:attrName>style.visibility</p:attrName>
                                        </p:attrNameLst>
                                      </p:cBhvr>
                                      <p:to>
                                        <p:strVal val="hidden"/>
                                      </p:to>
                                    </p:set>
                                  </p:childTnLst>
                                </p:cTn>
                              </p:par>
                            </p:childTnLst>
                          </p:cTn>
                        </p:par>
                        <p:par>
                          <p:cTn id="230" fill="hold">
                            <p:stCondLst>
                              <p:cond delay="1500"/>
                            </p:stCondLst>
                            <p:childTnLst>
                              <p:par>
                                <p:cTn id="231" presetID="22" presetClass="entr" presetSubtype="8" fill="hold" nodeType="afterEffect">
                                  <p:stCondLst>
                                    <p:cond delay="0"/>
                                  </p:stCondLst>
                                  <p:childTnLst>
                                    <p:set>
                                      <p:cBhvr>
                                        <p:cTn id="232" dur="1" fill="hold">
                                          <p:stCondLst>
                                            <p:cond delay="0"/>
                                          </p:stCondLst>
                                        </p:cTn>
                                        <p:tgtEl>
                                          <p:spTgt spid="88"/>
                                        </p:tgtEl>
                                        <p:attrNameLst>
                                          <p:attrName>style.visibility</p:attrName>
                                        </p:attrNameLst>
                                      </p:cBhvr>
                                      <p:to>
                                        <p:strVal val="visible"/>
                                      </p:to>
                                    </p:set>
                                    <p:animEffect transition="in" filter="wipe(left)">
                                      <p:cBhvr>
                                        <p:cTn id="233" dur="1000"/>
                                        <p:tgtEl>
                                          <p:spTgt spid="88"/>
                                        </p:tgtEl>
                                      </p:cBhvr>
                                    </p:animEffect>
                                  </p:childTnLst>
                                </p:cTn>
                              </p:par>
                            </p:childTnLst>
                          </p:cTn>
                        </p:par>
                        <p:par>
                          <p:cTn id="234" fill="hold">
                            <p:stCondLst>
                              <p:cond delay="2500"/>
                            </p:stCondLst>
                            <p:childTnLst>
                              <p:par>
                                <p:cTn id="235" presetID="17" presetClass="entr" presetSubtype="10" fill="hold" nodeType="afterEffect">
                                  <p:stCondLst>
                                    <p:cond delay="0"/>
                                  </p:stCondLst>
                                  <p:childTnLst>
                                    <p:set>
                                      <p:cBhvr>
                                        <p:cTn id="236" dur="1" fill="hold">
                                          <p:stCondLst>
                                            <p:cond delay="0"/>
                                          </p:stCondLst>
                                        </p:cTn>
                                        <p:tgtEl>
                                          <p:spTgt spid="104"/>
                                        </p:tgtEl>
                                        <p:attrNameLst>
                                          <p:attrName>style.visibility</p:attrName>
                                        </p:attrNameLst>
                                      </p:cBhvr>
                                      <p:to>
                                        <p:strVal val="visible"/>
                                      </p:to>
                                    </p:set>
                                    <p:anim calcmode="lin" valueType="num">
                                      <p:cBhvr>
                                        <p:cTn id="237" dur="1000" fill="hold"/>
                                        <p:tgtEl>
                                          <p:spTgt spid="104"/>
                                        </p:tgtEl>
                                        <p:attrNameLst>
                                          <p:attrName>ppt_w</p:attrName>
                                        </p:attrNameLst>
                                      </p:cBhvr>
                                      <p:tavLst>
                                        <p:tav tm="0">
                                          <p:val>
                                            <p:fltVal val="0"/>
                                          </p:val>
                                        </p:tav>
                                        <p:tav tm="100000">
                                          <p:val>
                                            <p:strVal val="#ppt_w"/>
                                          </p:val>
                                        </p:tav>
                                      </p:tavLst>
                                    </p:anim>
                                    <p:anim calcmode="lin" valueType="num">
                                      <p:cBhvr>
                                        <p:cTn id="238" dur="1000" fill="hold"/>
                                        <p:tgtEl>
                                          <p:spTgt spid="104"/>
                                        </p:tgtEl>
                                        <p:attrNameLst>
                                          <p:attrName>ppt_h</p:attrName>
                                        </p:attrNameLst>
                                      </p:cBhvr>
                                      <p:tavLst>
                                        <p:tav tm="0">
                                          <p:val>
                                            <p:strVal val="#ppt_h"/>
                                          </p:val>
                                        </p:tav>
                                        <p:tav tm="100000">
                                          <p:val>
                                            <p:strVal val="#ppt_h"/>
                                          </p:val>
                                        </p:tav>
                                      </p:tavLst>
                                    </p:anim>
                                  </p:childTnLst>
                                </p:cTn>
                              </p:par>
                            </p:childTnLst>
                          </p:cTn>
                        </p:par>
                      </p:childTnLst>
                    </p:cTn>
                  </p:par>
                  <p:par>
                    <p:cTn id="239" fill="hold">
                      <p:stCondLst>
                        <p:cond delay="indefinite"/>
                      </p:stCondLst>
                      <p:childTnLst>
                        <p:par>
                          <p:cTn id="240" fill="hold">
                            <p:stCondLst>
                              <p:cond delay="0"/>
                            </p:stCondLst>
                            <p:childTnLst>
                              <p:par>
                                <p:cTn id="241" presetID="22" presetClass="exit" presetSubtype="4" fill="hold" nodeType="clickEffect">
                                  <p:stCondLst>
                                    <p:cond delay="0"/>
                                  </p:stCondLst>
                                  <p:childTnLst>
                                    <p:animEffect transition="out" filter="wipe(down)">
                                      <p:cBhvr>
                                        <p:cTn id="242" dur="1000"/>
                                        <p:tgtEl>
                                          <p:spTgt spid="104"/>
                                        </p:tgtEl>
                                      </p:cBhvr>
                                    </p:animEffect>
                                    <p:set>
                                      <p:cBhvr>
                                        <p:cTn id="243" dur="1" fill="hold">
                                          <p:stCondLst>
                                            <p:cond delay="999"/>
                                          </p:stCondLst>
                                        </p:cTn>
                                        <p:tgtEl>
                                          <p:spTgt spid="104"/>
                                        </p:tgtEl>
                                        <p:attrNameLst>
                                          <p:attrName>style.visibility</p:attrName>
                                        </p:attrNameLst>
                                      </p:cBhvr>
                                      <p:to>
                                        <p:strVal val="hidden"/>
                                      </p:to>
                                    </p:set>
                                  </p:childTnLst>
                                </p:cTn>
                              </p:par>
                            </p:childTnLst>
                          </p:cTn>
                        </p:par>
                        <p:par>
                          <p:cTn id="244" fill="hold">
                            <p:stCondLst>
                              <p:cond delay="1000"/>
                            </p:stCondLst>
                            <p:childTnLst>
                              <p:par>
                                <p:cTn id="245" presetID="17" presetClass="entr" presetSubtype="10" fill="hold" nodeType="afterEffect">
                                  <p:stCondLst>
                                    <p:cond delay="0"/>
                                  </p:stCondLst>
                                  <p:childTnLst>
                                    <p:set>
                                      <p:cBhvr>
                                        <p:cTn id="246" dur="1" fill="hold">
                                          <p:stCondLst>
                                            <p:cond delay="0"/>
                                          </p:stCondLst>
                                        </p:cTn>
                                        <p:tgtEl>
                                          <p:spTgt spid="105"/>
                                        </p:tgtEl>
                                        <p:attrNameLst>
                                          <p:attrName>style.visibility</p:attrName>
                                        </p:attrNameLst>
                                      </p:cBhvr>
                                      <p:to>
                                        <p:strVal val="visible"/>
                                      </p:to>
                                    </p:set>
                                    <p:anim calcmode="lin" valueType="num">
                                      <p:cBhvr>
                                        <p:cTn id="247" dur="1000" fill="hold"/>
                                        <p:tgtEl>
                                          <p:spTgt spid="105"/>
                                        </p:tgtEl>
                                        <p:attrNameLst>
                                          <p:attrName>ppt_w</p:attrName>
                                        </p:attrNameLst>
                                      </p:cBhvr>
                                      <p:tavLst>
                                        <p:tav tm="0">
                                          <p:val>
                                            <p:fltVal val="0"/>
                                          </p:val>
                                        </p:tav>
                                        <p:tav tm="100000">
                                          <p:val>
                                            <p:strVal val="#ppt_w"/>
                                          </p:val>
                                        </p:tav>
                                      </p:tavLst>
                                    </p:anim>
                                    <p:anim calcmode="lin" valueType="num">
                                      <p:cBhvr>
                                        <p:cTn id="248" dur="1000" fill="hold"/>
                                        <p:tgtEl>
                                          <p:spTgt spid="105"/>
                                        </p:tgtEl>
                                        <p:attrNameLst>
                                          <p:attrName>ppt_h</p:attrName>
                                        </p:attrNameLst>
                                      </p:cBhvr>
                                      <p:tavLst>
                                        <p:tav tm="0">
                                          <p:val>
                                            <p:strVal val="#ppt_h"/>
                                          </p:val>
                                        </p:tav>
                                        <p:tav tm="100000">
                                          <p:val>
                                            <p:strVal val="#ppt_h"/>
                                          </p:val>
                                        </p:tav>
                                      </p:tavLst>
                                    </p:anim>
                                  </p:childTnLst>
                                </p:cTn>
                              </p:par>
                            </p:childTnLst>
                          </p:cTn>
                        </p:par>
                      </p:childTnLst>
                    </p:cTn>
                  </p:par>
                  <p:par>
                    <p:cTn id="249" fill="hold">
                      <p:stCondLst>
                        <p:cond delay="indefinite"/>
                      </p:stCondLst>
                      <p:childTnLst>
                        <p:par>
                          <p:cTn id="250" fill="hold">
                            <p:stCondLst>
                              <p:cond delay="0"/>
                            </p:stCondLst>
                            <p:childTnLst>
                              <p:par>
                                <p:cTn id="251" presetID="22" presetClass="exit" presetSubtype="1" fill="hold" nodeType="clickEffect">
                                  <p:stCondLst>
                                    <p:cond delay="0"/>
                                  </p:stCondLst>
                                  <p:childTnLst>
                                    <p:animEffect transition="out" filter="wipe(up)">
                                      <p:cBhvr>
                                        <p:cTn id="252" dur="1000"/>
                                        <p:tgtEl>
                                          <p:spTgt spid="105"/>
                                        </p:tgtEl>
                                      </p:cBhvr>
                                    </p:animEffect>
                                    <p:set>
                                      <p:cBhvr>
                                        <p:cTn id="253" dur="1" fill="hold">
                                          <p:stCondLst>
                                            <p:cond delay="999"/>
                                          </p:stCondLst>
                                        </p:cTn>
                                        <p:tgtEl>
                                          <p:spTgt spid="105"/>
                                        </p:tgtEl>
                                        <p:attrNameLst>
                                          <p:attrName>style.visibility</p:attrName>
                                        </p:attrNameLst>
                                      </p:cBhvr>
                                      <p:to>
                                        <p:strVal val="hidden"/>
                                      </p:to>
                                    </p:set>
                                  </p:childTnLst>
                                </p:cTn>
                              </p:par>
                            </p:childTnLst>
                          </p:cTn>
                        </p:par>
                        <p:par>
                          <p:cTn id="254" fill="hold">
                            <p:stCondLst>
                              <p:cond delay="1000"/>
                            </p:stCondLst>
                            <p:childTnLst>
                              <p:par>
                                <p:cTn id="255" presetID="42" presetClass="path" presetSubtype="0" accel="50000" decel="50000" fill="hold" grpId="1" nodeType="afterEffect">
                                  <p:stCondLst>
                                    <p:cond delay="0"/>
                                  </p:stCondLst>
                                  <p:childTnLst>
                                    <p:animMotion origin="layout" path="M -3.33333E-6 -4.81481E-6 L -0.05833 0.07801 " pathEditMode="relative" rAng="0" ptsTypes="AA">
                                      <p:cBhvr>
                                        <p:cTn id="256" dur="1500" fill="hold"/>
                                        <p:tgtEl>
                                          <p:spTgt spid="73"/>
                                        </p:tgtEl>
                                        <p:attrNameLst>
                                          <p:attrName>ppt_x</p:attrName>
                                          <p:attrName>ppt_y</p:attrName>
                                        </p:attrNameLst>
                                      </p:cBhvr>
                                      <p:rCtr x="-2969" y="3958"/>
                                    </p:animMotion>
                                  </p:childTnLst>
                                </p:cTn>
                              </p:par>
                              <p:par>
                                <p:cTn id="257" presetID="64" presetClass="path" presetSubtype="0" accel="50000" decel="50000" fill="hold" grpId="2" nodeType="withEffect">
                                  <p:stCondLst>
                                    <p:cond delay="0"/>
                                  </p:stCondLst>
                                  <p:childTnLst>
                                    <p:animMotion origin="layout" path="M 0.02956 -0.08519 L 0.08789 -0.16319 " pathEditMode="relative" rAng="0" ptsTypes="AA">
                                      <p:cBhvr>
                                        <p:cTn id="258" dur="1500" fill="hold"/>
                                        <p:tgtEl>
                                          <p:spTgt spid="77"/>
                                        </p:tgtEl>
                                        <p:attrNameLst>
                                          <p:attrName>ppt_x</p:attrName>
                                          <p:attrName>ppt_y</p:attrName>
                                        </p:attrNameLst>
                                      </p:cBhvr>
                                      <p:rCtr x="2878" y="-3935"/>
                                    </p:animMotion>
                                  </p:childTnLst>
                                </p:cTn>
                              </p:par>
                            </p:childTnLst>
                          </p:cTn>
                        </p:par>
                        <p:par>
                          <p:cTn id="259" fill="hold">
                            <p:stCondLst>
                              <p:cond delay="2500"/>
                            </p:stCondLst>
                            <p:childTnLst>
                              <p:par>
                                <p:cTn id="260" presetID="17" presetClass="entr" presetSubtype="10" fill="hold" grpId="0" nodeType="afterEffect">
                                  <p:stCondLst>
                                    <p:cond delay="0"/>
                                  </p:stCondLst>
                                  <p:childTnLst>
                                    <p:set>
                                      <p:cBhvr>
                                        <p:cTn id="261" dur="1" fill="hold">
                                          <p:stCondLst>
                                            <p:cond delay="0"/>
                                          </p:stCondLst>
                                        </p:cTn>
                                        <p:tgtEl>
                                          <p:spTgt spid="101"/>
                                        </p:tgtEl>
                                        <p:attrNameLst>
                                          <p:attrName>style.visibility</p:attrName>
                                        </p:attrNameLst>
                                      </p:cBhvr>
                                      <p:to>
                                        <p:strVal val="visible"/>
                                      </p:to>
                                    </p:set>
                                    <p:anim calcmode="lin" valueType="num">
                                      <p:cBhvr>
                                        <p:cTn id="262" dur="500" fill="hold"/>
                                        <p:tgtEl>
                                          <p:spTgt spid="101"/>
                                        </p:tgtEl>
                                        <p:attrNameLst>
                                          <p:attrName>ppt_w</p:attrName>
                                        </p:attrNameLst>
                                      </p:cBhvr>
                                      <p:tavLst>
                                        <p:tav tm="0">
                                          <p:val>
                                            <p:fltVal val="0"/>
                                          </p:val>
                                        </p:tav>
                                        <p:tav tm="100000">
                                          <p:val>
                                            <p:strVal val="#ppt_w"/>
                                          </p:val>
                                        </p:tav>
                                      </p:tavLst>
                                    </p:anim>
                                    <p:anim calcmode="lin" valueType="num">
                                      <p:cBhvr>
                                        <p:cTn id="263" dur="500" fill="hold"/>
                                        <p:tgtEl>
                                          <p:spTgt spid="101"/>
                                        </p:tgtEl>
                                        <p:attrNameLst>
                                          <p:attrName>ppt_h</p:attrName>
                                        </p:attrNameLst>
                                      </p:cBhvr>
                                      <p:tavLst>
                                        <p:tav tm="0">
                                          <p:val>
                                            <p:strVal val="#ppt_h"/>
                                          </p:val>
                                        </p:tav>
                                        <p:tav tm="100000">
                                          <p:val>
                                            <p:strVal val="#ppt_h"/>
                                          </p:val>
                                        </p:tav>
                                      </p:tavLst>
                                    </p:anim>
                                  </p:childTnLst>
                                </p:cTn>
                              </p:par>
                            </p:childTnLst>
                          </p:cTn>
                        </p:par>
                      </p:childTnLst>
                    </p:cTn>
                  </p:par>
                  <p:par>
                    <p:cTn id="264" fill="hold">
                      <p:stCondLst>
                        <p:cond delay="indefinite"/>
                      </p:stCondLst>
                      <p:childTnLst>
                        <p:par>
                          <p:cTn id="265" fill="hold">
                            <p:stCondLst>
                              <p:cond delay="0"/>
                            </p:stCondLst>
                            <p:childTnLst>
                              <p:par>
                                <p:cTn id="266" presetID="22" presetClass="exit" presetSubtype="8" fill="hold" grpId="1" nodeType="clickEffect">
                                  <p:stCondLst>
                                    <p:cond delay="0"/>
                                  </p:stCondLst>
                                  <p:childTnLst>
                                    <p:animEffect transition="out" filter="wipe(left)">
                                      <p:cBhvr>
                                        <p:cTn id="267" dur="500"/>
                                        <p:tgtEl>
                                          <p:spTgt spid="101"/>
                                        </p:tgtEl>
                                      </p:cBhvr>
                                    </p:animEffect>
                                    <p:set>
                                      <p:cBhvr>
                                        <p:cTn id="268" dur="1" fill="hold">
                                          <p:stCondLst>
                                            <p:cond delay="499"/>
                                          </p:stCondLst>
                                        </p:cTn>
                                        <p:tgtEl>
                                          <p:spTgt spid="101"/>
                                        </p:tgtEl>
                                        <p:attrNameLst>
                                          <p:attrName>style.visibility</p:attrName>
                                        </p:attrNameLst>
                                      </p:cBhvr>
                                      <p:to>
                                        <p:strVal val="hidden"/>
                                      </p:to>
                                    </p:set>
                                  </p:childTnLst>
                                </p:cTn>
                              </p:par>
                            </p:childTnLst>
                          </p:cTn>
                        </p:par>
                        <p:par>
                          <p:cTn id="269" fill="hold">
                            <p:stCondLst>
                              <p:cond delay="500"/>
                            </p:stCondLst>
                            <p:childTnLst>
                              <p:par>
                                <p:cTn id="270" presetID="17" presetClass="entr" presetSubtype="10" fill="hold" nodeType="afterEffect">
                                  <p:stCondLst>
                                    <p:cond delay="0"/>
                                  </p:stCondLst>
                                  <p:childTnLst>
                                    <p:set>
                                      <p:cBhvr>
                                        <p:cTn id="271" dur="1" fill="hold">
                                          <p:stCondLst>
                                            <p:cond delay="0"/>
                                          </p:stCondLst>
                                        </p:cTn>
                                        <p:tgtEl>
                                          <p:spTgt spid="106"/>
                                        </p:tgtEl>
                                        <p:attrNameLst>
                                          <p:attrName>style.visibility</p:attrName>
                                        </p:attrNameLst>
                                      </p:cBhvr>
                                      <p:to>
                                        <p:strVal val="visible"/>
                                      </p:to>
                                    </p:set>
                                    <p:anim calcmode="lin" valueType="num">
                                      <p:cBhvr>
                                        <p:cTn id="272" dur="1000" fill="hold"/>
                                        <p:tgtEl>
                                          <p:spTgt spid="106"/>
                                        </p:tgtEl>
                                        <p:attrNameLst>
                                          <p:attrName>ppt_w</p:attrName>
                                        </p:attrNameLst>
                                      </p:cBhvr>
                                      <p:tavLst>
                                        <p:tav tm="0">
                                          <p:val>
                                            <p:fltVal val="0"/>
                                          </p:val>
                                        </p:tav>
                                        <p:tav tm="100000">
                                          <p:val>
                                            <p:strVal val="#ppt_w"/>
                                          </p:val>
                                        </p:tav>
                                      </p:tavLst>
                                    </p:anim>
                                    <p:anim calcmode="lin" valueType="num">
                                      <p:cBhvr>
                                        <p:cTn id="273" dur="1000" fill="hold"/>
                                        <p:tgtEl>
                                          <p:spTgt spid="106"/>
                                        </p:tgtEl>
                                        <p:attrNameLst>
                                          <p:attrName>ppt_h</p:attrName>
                                        </p:attrNameLst>
                                      </p:cBhvr>
                                      <p:tavLst>
                                        <p:tav tm="0">
                                          <p:val>
                                            <p:strVal val="#ppt_h"/>
                                          </p:val>
                                        </p:tav>
                                        <p:tav tm="100000">
                                          <p:val>
                                            <p:strVal val="#ppt_h"/>
                                          </p:val>
                                        </p:tav>
                                      </p:tavLst>
                                    </p:anim>
                                  </p:childTnLst>
                                </p:cTn>
                              </p:par>
                            </p:childTnLst>
                          </p:cTn>
                        </p:par>
                      </p:childTnLst>
                    </p:cTn>
                  </p:par>
                  <p:par>
                    <p:cTn id="274" fill="hold">
                      <p:stCondLst>
                        <p:cond delay="indefinite"/>
                      </p:stCondLst>
                      <p:childTnLst>
                        <p:par>
                          <p:cTn id="275" fill="hold">
                            <p:stCondLst>
                              <p:cond delay="0"/>
                            </p:stCondLst>
                            <p:childTnLst>
                              <p:par>
                                <p:cTn id="276" presetID="22" presetClass="exit" presetSubtype="1" fill="hold" nodeType="clickEffect">
                                  <p:stCondLst>
                                    <p:cond delay="0"/>
                                  </p:stCondLst>
                                  <p:childTnLst>
                                    <p:animEffect transition="out" filter="wipe(up)">
                                      <p:cBhvr>
                                        <p:cTn id="277" dur="1000"/>
                                        <p:tgtEl>
                                          <p:spTgt spid="106"/>
                                        </p:tgtEl>
                                      </p:cBhvr>
                                    </p:animEffect>
                                    <p:set>
                                      <p:cBhvr>
                                        <p:cTn id="278" dur="1" fill="hold">
                                          <p:stCondLst>
                                            <p:cond delay="999"/>
                                          </p:stCondLst>
                                        </p:cTn>
                                        <p:tgtEl>
                                          <p:spTgt spid="106"/>
                                        </p:tgtEl>
                                        <p:attrNameLst>
                                          <p:attrName>style.visibility</p:attrName>
                                        </p:attrNameLst>
                                      </p:cBhvr>
                                      <p:to>
                                        <p:strVal val="hidden"/>
                                      </p:to>
                                    </p:set>
                                  </p:childTnLst>
                                </p:cTn>
                              </p:par>
                            </p:childTnLst>
                          </p:cTn>
                        </p:par>
                        <p:par>
                          <p:cTn id="279" fill="hold">
                            <p:stCondLst>
                              <p:cond delay="1000"/>
                            </p:stCondLst>
                            <p:childTnLst>
                              <p:par>
                                <p:cTn id="280" presetID="42" presetClass="path" presetSubtype="0" accel="50000" decel="50000" fill="hold" grpId="2" nodeType="afterEffect">
                                  <p:stCondLst>
                                    <p:cond delay="0"/>
                                  </p:stCondLst>
                                  <p:childTnLst>
                                    <p:animMotion origin="layout" path="M -0.08932 -0.003 L -0.03099 0.16899 " pathEditMode="relative" rAng="0" ptsTypes="AA">
                                      <p:cBhvr>
                                        <p:cTn id="281" dur="1500" fill="hold"/>
                                        <p:tgtEl>
                                          <p:spTgt spid="73"/>
                                        </p:tgtEl>
                                        <p:attrNameLst>
                                          <p:attrName>ppt_x</p:attrName>
                                          <p:attrName>ppt_y</p:attrName>
                                        </p:attrNameLst>
                                      </p:cBhvr>
                                      <p:rCtr x="2917" y="8588"/>
                                    </p:animMotion>
                                  </p:childTnLst>
                                </p:cTn>
                              </p:par>
                              <p:par>
                                <p:cTn id="282" presetID="64" presetClass="path" presetSubtype="0" accel="50000" decel="50000" fill="hold" grpId="1" nodeType="withEffect">
                                  <p:stCondLst>
                                    <p:cond delay="0"/>
                                  </p:stCondLst>
                                  <p:childTnLst>
                                    <p:animMotion origin="layout" path="M 4.58333E-6 7.40741E-7 L -0.02838 -0.08519 " pathEditMode="relative" rAng="0" ptsTypes="AA">
                                      <p:cBhvr>
                                        <p:cTn id="283" dur="1500" fill="hold"/>
                                        <p:tgtEl>
                                          <p:spTgt spid="76"/>
                                        </p:tgtEl>
                                        <p:attrNameLst>
                                          <p:attrName>ppt_x</p:attrName>
                                          <p:attrName>ppt_y</p:attrName>
                                        </p:attrNameLst>
                                      </p:cBhvr>
                                      <p:rCtr x="-1458" y="-4120"/>
                                    </p:animMotion>
                                  </p:childTnLst>
                                </p:cTn>
                              </p:par>
                            </p:childTnLst>
                          </p:cTn>
                        </p:par>
                        <p:par>
                          <p:cTn id="284" fill="hold">
                            <p:stCondLst>
                              <p:cond delay="2500"/>
                            </p:stCondLst>
                            <p:childTnLst>
                              <p:par>
                                <p:cTn id="285" presetID="22" presetClass="exit" presetSubtype="2" fill="hold" nodeType="afterEffect">
                                  <p:stCondLst>
                                    <p:cond delay="0"/>
                                  </p:stCondLst>
                                  <p:childTnLst>
                                    <p:animEffect transition="out" filter="wipe(right)">
                                      <p:cBhvr>
                                        <p:cTn id="286" dur="500"/>
                                        <p:tgtEl>
                                          <p:spTgt spid="88"/>
                                        </p:tgtEl>
                                      </p:cBhvr>
                                    </p:animEffect>
                                    <p:set>
                                      <p:cBhvr>
                                        <p:cTn id="287" dur="1" fill="hold">
                                          <p:stCondLst>
                                            <p:cond delay="499"/>
                                          </p:stCondLst>
                                        </p:cTn>
                                        <p:tgtEl>
                                          <p:spTgt spid="88"/>
                                        </p:tgtEl>
                                        <p:attrNameLst>
                                          <p:attrName>style.visibility</p:attrName>
                                        </p:attrNameLst>
                                      </p:cBhvr>
                                      <p:to>
                                        <p:strVal val="hidden"/>
                                      </p:to>
                                    </p:set>
                                  </p:childTnLst>
                                </p:cTn>
                              </p:par>
                            </p:childTnLst>
                          </p:cTn>
                        </p:par>
                        <p:par>
                          <p:cTn id="288" fill="hold">
                            <p:stCondLst>
                              <p:cond delay="3000"/>
                            </p:stCondLst>
                            <p:childTnLst>
                              <p:par>
                                <p:cTn id="289" presetID="22" presetClass="entr" presetSubtype="8" fill="hold" nodeType="afterEffect">
                                  <p:stCondLst>
                                    <p:cond delay="0"/>
                                  </p:stCondLst>
                                  <p:childTnLst>
                                    <p:set>
                                      <p:cBhvr>
                                        <p:cTn id="290" dur="1" fill="hold">
                                          <p:stCondLst>
                                            <p:cond delay="0"/>
                                          </p:stCondLst>
                                        </p:cTn>
                                        <p:tgtEl>
                                          <p:spTgt spid="107"/>
                                        </p:tgtEl>
                                        <p:attrNameLst>
                                          <p:attrName>style.visibility</p:attrName>
                                        </p:attrNameLst>
                                      </p:cBhvr>
                                      <p:to>
                                        <p:strVal val="visible"/>
                                      </p:to>
                                    </p:set>
                                    <p:animEffect transition="in" filter="wipe(left)">
                                      <p:cBhvr>
                                        <p:cTn id="291" dur="1000"/>
                                        <p:tgtEl>
                                          <p:spTgt spid="107"/>
                                        </p:tgtEl>
                                      </p:cBhvr>
                                    </p:animEffect>
                                  </p:childTnLst>
                                </p:cTn>
                              </p:par>
                            </p:childTnLst>
                          </p:cTn>
                        </p:par>
                      </p:childTnLst>
                    </p:cTn>
                  </p:par>
                  <p:par>
                    <p:cTn id="292" fill="hold">
                      <p:stCondLst>
                        <p:cond delay="indefinite"/>
                      </p:stCondLst>
                      <p:childTnLst>
                        <p:par>
                          <p:cTn id="293" fill="hold">
                            <p:stCondLst>
                              <p:cond delay="0"/>
                            </p:stCondLst>
                            <p:childTnLst>
                              <p:par>
                                <p:cTn id="294" presetID="31" presetClass="entr" presetSubtype="0" fill="hold" grpId="0" nodeType="clickEffect">
                                  <p:stCondLst>
                                    <p:cond delay="0"/>
                                  </p:stCondLst>
                                  <p:childTnLst>
                                    <p:set>
                                      <p:cBhvr>
                                        <p:cTn id="295" dur="1" fill="hold">
                                          <p:stCondLst>
                                            <p:cond delay="0"/>
                                          </p:stCondLst>
                                        </p:cTn>
                                        <p:tgtEl>
                                          <p:spTgt spid="109"/>
                                        </p:tgtEl>
                                        <p:attrNameLst>
                                          <p:attrName>style.visibility</p:attrName>
                                        </p:attrNameLst>
                                      </p:cBhvr>
                                      <p:to>
                                        <p:strVal val="visible"/>
                                      </p:to>
                                    </p:set>
                                    <p:anim calcmode="lin" valueType="num">
                                      <p:cBhvr>
                                        <p:cTn id="296" dur="1000" fill="hold"/>
                                        <p:tgtEl>
                                          <p:spTgt spid="109"/>
                                        </p:tgtEl>
                                        <p:attrNameLst>
                                          <p:attrName>ppt_w</p:attrName>
                                        </p:attrNameLst>
                                      </p:cBhvr>
                                      <p:tavLst>
                                        <p:tav tm="0">
                                          <p:val>
                                            <p:fltVal val="0"/>
                                          </p:val>
                                        </p:tav>
                                        <p:tav tm="100000">
                                          <p:val>
                                            <p:strVal val="#ppt_w"/>
                                          </p:val>
                                        </p:tav>
                                      </p:tavLst>
                                    </p:anim>
                                    <p:anim calcmode="lin" valueType="num">
                                      <p:cBhvr>
                                        <p:cTn id="297" dur="1000" fill="hold"/>
                                        <p:tgtEl>
                                          <p:spTgt spid="109"/>
                                        </p:tgtEl>
                                        <p:attrNameLst>
                                          <p:attrName>ppt_h</p:attrName>
                                        </p:attrNameLst>
                                      </p:cBhvr>
                                      <p:tavLst>
                                        <p:tav tm="0">
                                          <p:val>
                                            <p:fltVal val="0"/>
                                          </p:val>
                                        </p:tav>
                                        <p:tav tm="100000">
                                          <p:val>
                                            <p:strVal val="#ppt_h"/>
                                          </p:val>
                                        </p:tav>
                                      </p:tavLst>
                                    </p:anim>
                                    <p:anim calcmode="lin" valueType="num">
                                      <p:cBhvr>
                                        <p:cTn id="298" dur="1000" fill="hold"/>
                                        <p:tgtEl>
                                          <p:spTgt spid="109"/>
                                        </p:tgtEl>
                                        <p:attrNameLst>
                                          <p:attrName>style.rotation</p:attrName>
                                        </p:attrNameLst>
                                      </p:cBhvr>
                                      <p:tavLst>
                                        <p:tav tm="0">
                                          <p:val>
                                            <p:fltVal val="90"/>
                                          </p:val>
                                        </p:tav>
                                        <p:tav tm="100000">
                                          <p:val>
                                            <p:fltVal val="0"/>
                                          </p:val>
                                        </p:tav>
                                      </p:tavLst>
                                    </p:anim>
                                    <p:animEffect transition="in" filter="fade">
                                      <p:cBhvr>
                                        <p:cTn id="299" dur="10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87" grpId="0" animBg="1"/>
      <p:bldP spid="7" grpId="0"/>
      <p:bldP spid="11" grpId="0"/>
      <p:bldP spid="14" grpId="0" animBg="1"/>
      <p:bldP spid="16" grpId="0"/>
      <p:bldP spid="59" grpId="0" animBg="1"/>
      <p:bldP spid="60" grpId="0" animBg="1"/>
      <p:bldP spid="61" grpId="0" animBg="1"/>
      <p:bldP spid="62" grpId="0" animBg="1"/>
      <p:bldP spid="63" grpId="0" animBg="1"/>
      <p:bldP spid="64" grpId="0" animBg="1"/>
      <p:bldP spid="73" grpId="0"/>
      <p:bldP spid="73" grpId="1"/>
      <p:bldP spid="73" grpId="2"/>
      <p:bldP spid="74" grpId="0"/>
      <p:bldP spid="75" grpId="0"/>
      <p:bldP spid="75" grpId="1"/>
      <p:bldP spid="76" grpId="0"/>
      <p:bldP spid="76" grpId="1"/>
      <p:bldP spid="77" grpId="0"/>
      <p:bldP spid="77" grpId="1"/>
      <p:bldP spid="77" grpId="2"/>
      <p:bldP spid="79" grpId="0"/>
      <p:bldP spid="91" grpId="0"/>
      <p:bldP spid="93" grpId="0" animBg="1"/>
      <p:bldP spid="98" grpId="0"/>
      <p:bldP spid="101" grpId="0" animBg="1"/>
      <p:bldP spid="101" grpId="1" animBg="1"/>
      <p:bldP spid="103" grpId="0"/>
      <p:bldP spid="10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B3D5B07-CEDF-4321-89CA-A210EF4EEB60}"/>
              </a:ext>
            </a:extLst>
          </p:cNvPr>
          <p:cNvSpPr>
            <a:spLocks noGrp="1"/>
          </p:cNvSpPr>
          <p:nvPr>
            <p:ph type="sldNum" sz="quarter" idx="12"/>
          </p:nvPr>
        </p:nvSpPr>
        <p:spPr>
          <a:xfrm>
            <a:off x="8541563" y="6444401"/>
            <a:ext cx="2743200" cy="365125"/>
          </a:xfrm>
        </p:spPr>
        <p:txBody>
          <a:bodyPr/>
          <a:lstStyle/>
          <a:p>
            <a:pPr>
              <a:lnSpc>
                <a:spcPct val="90000"/>
              </a:lnSpc>
            </a:pPr>
            <a:fld id="{D7C0FE0B-717B-41AE-9FA2-CA4BF851D1C3}" type="slidenum">
              <a:rPr lang="zh-CN" altLang="en-US" b="1" smtClean="0"/>
              <a:pPr>
                <a:lnSpc>
                  <a:spcPct val="90000"/>
                </a:lnSpc>
              </a:pPr>
              <a:t>30</a:t>
            </a:fld>
            <a:endParaRPr lang="zh-CN" altLang="en-US" b="1" dirty="0"/>
          </a:p>
        </p:txBody>
      </p:sp>
      <p:grpSp>
        <p:nvGrpSpPr>
          <p:cNvPr id="77" name="组合 76">
            <a:extLst>
              <a:ext uri="{FF2B5EF4-FFF2-40B4-BE49-F238E27FC236}">
                <a16:creationId xmlns:a16="http://schemas.microsoft.com/office/drawing/2014/main" id="{F17957D4-DAD8-24F9-6BDE-600C2232FC82}"/>
              </a:ext>
            </a:extLst>
          </p:cNvPr>
          <p:cNvGrpSpPr/>
          <p:nvPr/>
        </p:nvGrpSpPr>
        <p:grpSpPr>
          <a:xfrm>
            <a:off x="1060558" y="100156"/>
            <a:ext cx="8675722" cy="702150"/>
            <a:chOff x="1060558" y="100156"/>
            <a:chExt cx="8675722" cy="702150"/>
          </a:xfrm>
        </p:grpSpPr>
        <p:grpSp>
          <p:nvGrpSpPr>
            <p:cNvPr id="6" name="组合 5">
              <a:extLst>
                <a:ext uri="{FF2B5EF4-FFF2-40B4-BE49-F238E27FC236}">
                  <a16:creationId xmlns:a16="http://schemas.microsoft.com/office/drawing/2014/main" id="{1277B6EB-9A62-D1E2-61FF-D114FA5CCB43}"/>
                </a:ext>
              </a:extLst>
            </p:cNvPr>
            <p:cNvGrpSpPr/>
            <p:nvPr/>
          </p:nvGrpSpPr>
          <p:grpSpPr>
            <a:xfrm>
              <a:off x="1649972" y="383359"/>
              <a:ext cx="473295" cy="418947"/>
              <a:chOff x="1144795" y="2638260"/>
              <a:chExt cx="628164" cy="560124"/>
            </a:xfrm>
          </p:grpSpPr>
          <p:sp>
            <p:nvSpPr>
              <p:cNvPr id="71" name="矩形 70">
                <a:extLst>
                  <a:ext uri="{FF2B5EF4-FFF2-40B4-BE49-F238E27FC236}">
                    <a16:creationId xmlns:a16="http://schemas.microsoft.com/office/drawing/2014/main" id="{A0B4C60C-D34F-A9DD-261F-59805C089301}"/>
                  </a:ext>
                </a:extLst>
              </p:cNvPr>
              <p:cNvSpPr/>
              <p:nvPr/>
            </p:nvSpPr>
            <p:spPr>
              <a:xfrm>
                <a:off x="1144795" y="2638260"/>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72" name="矩形 71">
                <a:extLst>
                  <a:ext uri="{FF2B5EF4-FFF2-40B4-BE49-F238E27FC236}">
                    <a16:creationId xmlns:a16="http://schemas.microsoft.com/office/drawing/2014/main" id="{B796EF14-21A8-42CD-4AB7-F678E63282E8}"/>
                  </a:ext>
                </a:extLst>
              </p:cNvPr>
              <p:cNvSpPr/>
              <p:nvPr/>
            </p:nvSpPr>
            <p:spPr>
              <a:xfrm>
                <a:off x="1144795" y="2918322"/>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tx1"/>
                  </a:solidFill>
                  <a:latin typeface="Courier New" panose="02070309020205020404" pitchFamily="49" charset="0"/>
                  <a:cs typeface="Courier New" panose="02070309020205020404" pitchFamily="49" charset="0"/>
                </a:endParaRPr>
              </a:p>
            </p:txBody>
          </p:sp>
        </p:grpSp>
        <p:grpSp>
          <p:nvGrpSpPr>
            <p:cNvPr id="76" name="组合 75">
              <a:extLst>
                <a:ext uri="{FF2B5EF4-FFF2-40B4-BE49-F238E27FC236}">
                  <a16:creationId xmlns:a16="http://schemas.microsoft.com/office/drawing/2014/main" id="{D5817E37-9047-1240-CBB5-2C1023F26B51}"/>
                </a:ext>
              </a:extLst>
            </p:cNvPr>
            <p:cNvGrpSpPr/>
            <p:nvPr/>
          </p:nvGrpSpPr>
          <p:grpSpPr>
            <a:xfrm>
              <a:off x="2340582" y="100156"/>
              <a:ext cx="7395698" cy="492676"/>
              <a:chOff x="2340582" y="100156"/>
              <a:chExt cx="7395698" cy="492676"/>
            </a:xfrm>
          </p:grpSpPr>
          <p:grpSp>
            <p:nvGrpSpPr>
              <p:cNvPr id="7" name="组合 6">
                <a:extLst>
                  <a:ext uri="{FF2B5EF4-FFF2-40B4-BE49-F238E27FC236}">
                    <a16:creationId xmlns:a16="http://schemas.microsoft.com/office/drawing/2014/main" id="{9E4A8D86-D1BF-4436-A6F1-7980F8D9549C}"/>
                  </a:ext>
                </a:extLst>
              </p:cNvPr>
              <p:cNvGrpSpPr/>
              <p:nvPr/>
            </p:nvGrpSpPr>
            <p:grpSpPr>
              <a:xfrm>
                <a:off x="3156442" y="391750"/>
                <a:ext cx="6522690" cy="197278"/>
                <a:chOff x="1296928" y="792919"/>
                <a:chExt cx="8657017" cy="263756"/>
              </a:xfrm>
            </p:grpSpPr>
            <p:sp>
              <p:nvSpPr>
                <p:cNvPr id="63" name="矩形 62">
                  <a:extLst>
                    <a:ext uri="{FF2B5EF4-FFF2-40B4-BE49-F238E27FC236}">
                      <a16:creationId xmlns:a16="http://schemas.microsoft.com/office/drawing/2014/main" id="{0B3E0261-BC65-8E40-5D63-49120B6949DB}"/>
                    </a:ext>
                  </a:extLst>
                </p:cNvPr>
                <p:cNvSpPr/>
                <p:nvPr/>
              </p:nvSpPr>
              <p:spPr>
                <a:xfrm>
                  <a:off x="1296928" y="798110"/>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4" name="矩形 63">
                  <a:extLst>
                    <a:ext uri="{FF2B5EF4-FFF2-40B4-BE49-F238E27FC236}">
                      <a16:creationId xmlns:a16="http://schemas.microsoft.com/office/drawing/2014/main" id="{4DAD615D-4F4A-C540-3005-A6CCCC1F0F80}"/>
                    </a:ext>
                  </a:extLst>
                </p:cNvPr>
                <p:cNvSpPr/>
                <p:nvPr/>
              </p:nvSpPr>
              <p:spPr>
                <a:xfrm>
                  <a:off x="2380423" y="796962"/>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5" name="矩形 64">
                  <a:extLst>
                    <a:ext uri="{FF2B5EF4-FFF2-40B4-BE49-F238E27FC236}">
                      <a16:creationId xmlns:a16="http://schemas.microsoft.com/office/drawing/2014/main" id="{F27F9D1E-3CF4-2375-3D87-044CB2F6D287}"/>
                    </a:ext>
                  </a:extLst>
                </p:cNvPr>
                <p:cNvSpPr/>
                <p:nvPr/>
              </p:nvSpPr>
              <p:spPr>
                <a:xfrm>
                  <a:off x="3462233" y="796554"/>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6" name="矩形 65">
                  <a:extLst>
                    <a:ext uri="{FF2B5EF4-FFF2-40B4-BE49-F238E27FC236}">
                      <a16:creationId xmlns:a16="http://schemas.microsoft.com/office/drawing/2014/main" id="{8B39CB2C-7891-DA6C-5430-AD94E5D9ABD4}"/>
                    </a:ext>
                  </a:extLst>
                </p:cNvPr>
                <p:cNvSpPr/>
                <p:nvPr/>
              </p:nvSpPr>
              <p:spPr>
                <a:xfrm>
                  <a:off x="4545728" y="795406"/>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7" name="矩形 66">
                  <a:extLst>
                    <a:ext uri="{FF2B5EF4-FFF2-40B4-BE49-F238E27FC236}">
                      <a16:creationId xmlns:a16="http://schemas.microsoft.com/office/drawing/2014/main" id="{BAFAC7F3-FEA6-042A-F21C-2085C612F459}"/>
                    </a:ext>
                  </a:extLst>
                </p:cNvPr>
                <p:cNvSpPr/>
                <p:nvPr/>
              </p:nvSpPr>
              <p:spPr>
                <a:xfrm>
                  <a:off x="5622996" y="795623"/>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8" name="矩形 67">
                  <a:extLst>
                    <a:ext uri="{FF2B5EF4-FFF2-40B4-BE49-F238E27FC236}">
                      <a16:creationId xmlns:a16="http://schemas.microsoft.com/office/drawing/2014/main" id="{B7724649-72B2-E926-256B-150B85851493}"/>
                    </a:ext>
                  </a:extLst>
                </p:cNvPr>
                <p:cNvSpPr/>
                <p:nvPr/>
              </p:nvSpPr>
              <p:spPr>
                <a:xfrm>
                  <a:off x="6706491" y="794475"/>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9" name="矩形 68">
                  <a:extLst>
                    <a:ext uri="{FF2B5EF4-FFF2-40B4-BE49-F238E27FC236}">
                      <a16:creationId xmlns:a16="http://schemas.microsoft.com/office/drawing/2014/main" id="{3810B1DE-10B1-68FA-9EC8-9DB541DB6434}"/>
                    </a:ext>
                  </a:extLst>
                </p:cNvPr>
                <p:cNvSpPr/>
                <p:nvPr/>
              </p:nvSpPr>
              <p:spPr>
                <a:xfrm>
                  <a:off x="7788301" y="794067"/>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70" name="矩形 69">
                  <a:extLst>
                    <a:ext uri="{FF2B5EF4-FFF2-40B4-BE49-F238E27FC236}">
                      <a16:creationId xmlns:a16="http://schemas.microsoft.com/office/drawing/2014/main" id="{99065540-8747-858B-11C7-610527054658}"/>
                    </a:ext>
                  </a:extLst>
                </p:cNvPr>
                <p:cNvSpPr/>
                <p:nvPr/>
              </p:nvSpPr>
              <p:spPr>
                <a:xfrm>
                  <a:off x="8871796" y="792919"/>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grpSp>
          <p:sp>
            <p:nvSpPr>
              <p:cNvPr id="16" name="文本框 183">
                <a:extLst>
                  <a:ext uri="{FF2B5EF4-FFF2-40B4-BE49-F238E27FC236}">
                    <a16:creationId xmlns:a16="http://schemas.microsoft.com/office/drawing/2014/main" id="{944115ED-1E0E-83D5-8858-64344FA76650}"/>
                  </a:ext>
                </a:extLst>
              </p:cNvPr>
              <p:cNvSpPr txBox="1"/>
              <p:nvPr/>
            </p:nvSpPr>
            <p:spPr>
              <a:xfrm>
                <a:off x="2652635" y="100156"/>
                <a:ext cx="708364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0            1            2            3            4            5             6            7            8</a:t>
                </a:r>
                <a:endParaRPr lang="zh-CN" altLang="en-US" dirty="0"/>
              </a:p>
            </p:txBody>
          </p:sp>
          <p:sp>
            <p:nvSpPr>
              <p:cNvPr id="17" name="矩形 16">
                <a:extLst>
                  <a:ext uri="{FF2B5EF4-FFF2-40B4-BE49-F238E27FC236}">
                    <a16:creationId xmlns:a16="http://schemas.microsoft.com/office/drawing/2014/main" id="{36FDD22D-FDFF-D50E-A801-8DB34E68B38C}"/>
                  </a:ext>
                </a:extLst>
              </p:cNvPr>
              <p:cNvSpPr/>
              <p:nvPr/>
            </p:nvSpPr>
            <p:spPr>
              <a:xfrm>
                <a:off x="2340582" y="399437"/>
                <a:ext cx="815353" cy="193395"/>
              </a:xfrm>
              <a:prstGeom prst="rect">
                <a:avLst/>
              </a:prstGeom>
              <a:pattFill prst="wdUpDiag">
                <a:fgClr>
                  <a:schemeClr val="bg2">
                    <a:lumMod val="25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grpSp>
        <p:cxnSp>
          <p:nvCxnSpPr>
            <p:cNvPr id="18" name="直接箭头连接符 17">
              <a:extLst>
                <a:ext uri="{FF2B5EF4-FFF2-40B4-BE49-F238E27FC236}">
                  <a16:creationId xmlns:a16="http://schemas.microsoft.com/office/drawing/2014/main" id="{D462A3F9-7E9A-B29F-44C8-24D045B004C5}"/>
                </a:ext>
              </a:extLst>
            </p:cNvPr>
            <p:cNvCxnSpPr>
              <a:cxnSpLocks/>
              <a:endCxn id="17" idx="1"/>
            </p:cNvCxnSpPr>
            <p:nvPr/>
          </p:nvCxnSpPr>
          <p:spPr>
            <a:xfrm>
              <a:off x="1886619" y="496134"/>
              <a:ext cx="453962" cy="1"/>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689A67A1-5255-7E40-EA5B-7983C6EE0295}"/>
                </a:ext>
              </a:extLst>
            </p:cNvPr>
            <p:cNvSpPr>
              <a:spLocks noChangeArrowheads="1"/>
            </p:cNvSpPr>
            <p:nvPr/>
          </p:nvSpPr>
          <p:spPr bwMode="auto">
            <a:xfrm>
              <a:off x="1060558" y="382102"/>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err="1">
                  <a:latin typeface="Courier New" panose="02070309020205020404" pitchFamily="49" charset="0"/>
                  <a:ea typeface="楷体_GB2312" pitchFamily="49" charset="-122"/>
                  <a:cs typeface="Courier New" panose="02070309020205020404" pitchFamily="49" charset="0"/>
                </a:rPr>
                <a:t>elem</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20" name="矩形 19">
              <a:extLst>
                <a:ext uri="{FF2B5EF4-FFF2-40B4-BE49-F238E27FC236}">
                  <a16:creationId xmlns:a16="http://schemas.microsoft.com/office/drawing/2014/main" id="{750C0A81-13D9-0204-9D9F-A18A00C1C5FF}"/>
                </a:ext>
              </a:extLst>
            </p:cNvPr>
            <p:cNvSpPr>
              <a:spLocks noChangeArrowheads="1"/>
            </p:cNvSpPr>
            <p:nvPr/>
          </p:nvSpPr>
          <p:spPr bwMode="auto">
            <a:xfrm>
              <a:off x="1069972" y="582646"/>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latin typeface="Courier New" panose="02070309020205020404" pitchFamily="49" charset="0"/>
                  <a:ea typeface="楷体_GB2312" pitchFamily="49" charset="-122"/>
                  <a:cs typeface="Courier New" panose="02070309020205020404" pitchFamily="49" charset="0"/>
                </a:rPr>
                <a:t>len</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21" name="矩形 20">
              <a:extLst>
                <a:ext uri="{FF2B5EF4-FFF2-40B4-BE49-F238E27FC236}">
                  <a16:creationId xmlns:a16="http://schemas.microsoft.com/office/drawing/2014/main" id="{9B93030A-184C-4318-7E5F-C8851AE9B95A}"/>
                </a:ext>
              </a:extLst>
            </p:cNvPr>
            <p:cNvSpPr>
              <a:spLocks noChangeArrowheads="1"/>
            </p:cNvSpPr>
            <p:nvPr/>
          </p:nvSpPr>
          <p:spPr bwMode="auto">
            <a:xfrm>
              <a:off x="1148593" y="124453"/>
              <a:ext cx="239160"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H</a:t>
              </a:r>
            </a:p>
          </p:txBody>
        </p:sp>
        <p:cxnSp>
          <p:nvCxnSpPr>
            <p:cNvPr id="22" name="直接箭头连接符 21">
              <a:extLst>
                <a:ext uri="{FF2B5EF4-FFF2-40B4-BE49-F238E27FC236}">
                  <a16:creationId xmlns:a16="http://schemas.microsoft.com/office/drawing/2014/main" id="{7F4F7096-A760-CCD7-1E29-3C976B567676}"/>
                </a:ext>
              </a:extLst>
            </p:cNvPr>
            <p:cNvCxnSpPr>
              <a:cxnSpLocks/>
              <a:stCxn id="21" idx="3"/>
            </p:cNvCxnSpPr>
            <p:nvPr/>
          </p:nvCxnSpPr>
          <p:spPr>
            <a:xfrm>
              <a:off x="1387753" y="228044"/>
              <a:ext cx="258001" cy="14835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0156C113-C9A0-E527-7236-8350B378F790}"/>
              </a:ext>
            </a:extLst>
          </p:cNvPr>
          <p:cNvGrpSpPr/>
          <p:nvPr/>
        </p:nvGrpSpPr>
        <p:grpSpPr>
          <a:xfrm>
            <a:off x="2067624" y="956136"/>
            <a:ext cx="341304" cy="512355"/>
            <a:chOff x="5749992" y="933900"/>
            <a:chExt cx="452984" cy="685008"/>
          </a:xfrm>
        </p:grpSpPr>
        <p:grpSp>
          <p:nvGrpSpPr>
            <p:cNvPr id="51" name="组合 50">
              <a:extLst>
                <a:ext uri="{FF2B5EF4-FFF2-40B4-BE49-F238E27FC236}">
                  <a16:creationId xmlns:a16="http://schemas.microsoft.com/office/drawing/2014/main" id="{FEC0D0F0-DC5A-96CF-BD6D-B612E9F0B102}"/>
                </a:ext>
              </a:extLst>
            </p:cNvPr>
            <p:cNvGrpSpPr/>
            <p:nvPr/>
          </p:nvGrpSpPr>
          <p:grpSpPr>
            <a:xfrm>
              <a:off x="5749992" y="933900"/>
              <a:ext cx="452984" cy="432000"/>
              <a:chOff x="4819940" y="4606900"/>
              <a:chExt cx="452984" cy="432000"/>
            </a:xfrm>
          </p:grpSpPr>
          <p:sp>
            <p:nvSpPr>
              <p:cNvPr id="53" name="椭圆 52">
                <a:extLst>
                  <a:ext uri="{FF2B5EF4-FFF2-40B4-BE49-F238E27FC236}">
                    <a16:creationId xmlns:a16="http://schemas.microsoft.com/office/drawing/2014/main" id="{59C14D3F-E904-AFA7-B216-4BA8D61EAC66}"/>
                  </a:ext>
                </a:extLst>
              </p:cNvPr>
              <p:cNvSpPr>
                <a:spLocks noChangeArrowheads="1"/>
              </p:cNvSpPr>
              <p:nvPr/>
            </p:nvSpPr>
            <p:spPr bwMode="auto">
              <a:xfrm>
                <a:off x="4819940"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矩形 53">
                <a:extLst>
                  <a:ext uri="{FF2B5EF4-FFF2-40B4-BE49-F238E27FC236}">
                    <a16:creationId xmlns:a16="http://schemas.microsoft.com/office/drawing/2014/main" id="{B3A49A66-E968-953A-4A11-328DFBA93198}"/>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52" name="矩形 51">
              <a:extLst>
                <a:ext uri="{FF2B5EF4-FFF2-40B4-BE49-F238E27FC236}">
                  <a16:creationId xmlns:a16="http://schemas.microsoft.com/office/drawing/2014/main" id="{D4644513-D0C9-0872-8095-5F9703C76542}"/>
                </a:ext>
              </a:extLst>
            </p:cNvPr>
            <p:cNvSpPr>
              <a:spLocks noChangeArrowheads="1"/>
            </p:cNvSpPr>
            <p:nvPr/>
          </p:nvSpPr>
          <p:spPr bwMode="auto">
            <a:xfrm>
              <a:off x="5848387" y="1341909"/>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a</a:t>
              </a:r>
            </a:p>
          </p:txBody>
        </p:sp>
      </p:grpSp>
      <p:grpSp>
        <p:nvGrpSpPr>
          <p:cNvPr id="30" name="组合 29">
            <a:extLst>
              <a:ext uri="{FF2B5EF4-FFF2-40B4-BE49-F238E27FC236}">
                <a16:creationId xmlns:a16="http://schemas.microsoft.com/office/drawing/2014/main" id="{2E75CE9C-4355-3305-0EDE-604FF92D7E53}"/>
              </a:ext>
            </a:extLst>
          </p:cNvPr>
          <p:cNvGrpSpPr/>
          <p:nvPr/>
        </p:nvGrpSpPr>
        <p:grpSpPr>
          <a:xfrm>
            <a:off x="2065309" y="958958"/>
            <a:ext cx="335909" cy="531467"/>
            <a:chOff x="11169046" y="936617"/>
            <a:chExt cx="445824" cy="710560"/>
          </a:xfrm>
        </p:grpSpPr>
        <p:grpSp>
          <p:nvGrpSpPr>
            <p:cNvPr id="31" name="组合 30">
              <a:extLst>
                <a:ext uri="{FF2B5EF4-FFF2-40B4-BE49-F238E27FC236}">
                  <a16:creationId xmlns:a16="http://schemas.microsoft.com/office/drawing/2014/main" id="{BCF9602C-2156-13D6-1035-BE472D6FFD54}"/>
                </a:ext>
              </a:extLst>
            </p:cNvPr>
            <p:cNvGrpSpPr/>
            <p:nvPr/>
          </p:nvGrpSpPr>
          <p:grpSpPr>
            <a:xfrm>
              <a:off x="11169046" y="936617"/>
              <a:ext cx="445824" cy="432000"/>
              <a:chOff x="4865986" y="4606900"/>
              <a:chExt cx="445824" cy="432000"/>
            </a:xfrm>
          </p:grpSpPr>
          <p:sp>
            <p:nvSpPr>
              <p:cNvPr id="33" name="椭圆 32">
                <a:extLst>
                  <a:ext uri="{FF2B5EF4-FFF2-40B4-BE49-F238E27FC236}">
                    <a16:creationId xmlns:a16="http://schemas.microsoft.com/office/drawing/2014/main" id="{9AED4721-CE85-D3FC-96ED-51A637E9DA9E}"/>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矩形 33">
                <a:extLst>
                  <a:ext uri="{FF2B5EF4-FFF2-40B4-BE49-F238E27FC236}">
                    <a16:creationId xmlns:a16="http://schemas.microsoft.com/office/drawing/2014/main" id="{C8F5EBFE-3A4D-C395-FF66-FF41A78F5E5A}"/>
                  </a:ext>
                </a:extLst>
              </p:cNvPr>
              <p:cNvSpPr>
                <a:spLocks noChangeArrowheads="1"/>
              </p:cNvSpPr>
              <p:nvPr/>
            </p:nvSpPr>
            <p:spPr bwMode="auto">
              <a:xfrm>
                <a:off x="4879943" y="4695289"/>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29</a:t>
                </a:r>
              </a:p>
            </p:txBody>
          </p:sp>
        </p:grpSp>
        <p:sp>
          <p:nvSpPr>
            <p:cNvPr id="32" name="矩形 31">
              <a:extLst>
                <a:ext uri="{FF2B5EF4-FFF2-40B4-BE49-F238E27FC236}">
                  <a16:creationId xmlns:a16="http://schemas.microsoft.com/office/drawing/2014/main" id="{0FC2499F-3641-70FD-A2EB-D4F79F0EBF24}"/>
                </a:ext>
              </a:extLst>
            </p:cNvPr>
            <p:cNvSpPr>
              <a:spLocks noChangeArrowheads="1"/>
            </p:cNvSpPr>
            <p:nvPr/>
          </p:nvSpPr>
          <p:spPr bwMode="auto">
            <a:xfrm>
              <a:off x="11285324" y="1370178"/>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b</a:t>
              </a:r>
            </a:p>
          </p:txBody>
        </p:sp>
      </p:grpSp>
      <p:sp>
        <p:nvSpPr>
          <p:cNvPr id="4" name="文本框 3">
            <a:extLst>
              <a:ext uri="{FF2B5EF4-FFF2-40B4-BE49-F238E27FC236}">
                <a16:creationId xmlns:a16="http://schemas.microsoft.com/office/drawing/2014/main" id="{7A6ADE94-36BB-2CA6-2EC9-D8A4BF4277A2}"/>
              </a:ext>
            </a:extLst>
          </p:cNvPr>
          <p:cNvSpPr txBox="1"/>
          <p:nvPr/>
        </p:nvSpPr>
        <p:spPr>
          <a:xfrm>
            <a:off x="811491" y="3399961"/>
            <a:ext cx="10765931" cy="3340145"/>
          </a:xfrm>
          <a:prstGeom prst="rect">
            <a:avLst/>
          </a:prstGeom>
          <a:solidFill>
            <a:schemeClr val="tx2">
              <a:lumMod val="10000"/>
              <a:lumOff val="90000"/>
            </a:schemeClr>
          </a:solidFill>
          <a:ln>
            <a:solidFill>
              <a:srgbClr val="7030A0"/>
            </a:solidFill>
          </a:ln>
        </p:spPr>
        <p:txBody>
          <a:bodyPr wrap="square">
            <a:spAutoFit/>
          </a:bodyPr>
          <a:lstStyle/>
          <a:p>
            <a:pPr marL="108000" algn="just">
              <a:lnSpc>
                <a:spcPct val="9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MakeHFTree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weight[],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6.15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构造赫夫曼树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由长度为</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的字符数组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data</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和权值数组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weight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构造并返回赫夫曼树，使用小顶堆存储森林</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Heap H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InitHeap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新建容量为</a:t>
            </a:r>
            <a:r>
              <a:rPr lang="en-US" altLang="zh-CN" b="1" kern="100" dirty="0" err="1">
                <a:solidFill>
                  <a:srgbClr val="041ABC"/>
                </a:solidFill>
                <a:latin typeface="Courier New" panose="02070309020205020404" pitchFamily="49" charset="0"/>
                <a:ea typeface="宋体" panose="02010600030101010101" pitchFamily="2" charset="-122"/>
                <a:cs typeface="Times New Roman" panose="02020603050405020304" pitchFamily="18" charset="0"/>
              </a:rPr>
              <a:t>n+1</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的空堆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&lt;n;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生成每个权值节点并插入</a:t>
            </a:r>
            <a:r>
              <a:rPr lang="zh-CN"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小顶堆</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H</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data[</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字符</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weight[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权值</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Insert(H,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小顶</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for</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循环结束时，优先队列内是单节点树的森林</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构造赫夫曼树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return</a:t>
            </a:r>
            <a:r>
              <a:rPr lang="en-US" altLang="zh-CN" b="1" kern="100" dirty="0">
                <a:latin typeface="Courier New" panose="02070309020205020404" pitchFamily="49" charset="0"/>
                <a:cs typeface="Times New Roman" panose="02020603050405020304" pitchFamily="18" charset="0"/>
              </a:rPr>
              <a:t>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返回构造的赫夫曼树</a:t>
            </a:r>
            <a:endPar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5" name="文本框 74">
            <a:extLst>
              <a:ext uri="{FF2B5EF4-FFF2-40B4-BE49-F238E27FC236}">
                <a16:creationId xmlns:a16="http://schemas.microsoft.com/office/drawing/2014/main" id="{C58C2111-16CB-0D70-6CCC-2E63F6EA1E0D}"/>
              </a:ext>
            </a:extLst>
          </p:cNvPr>
          <p:cNvSpPr txBox="1"/>
          <p:nvPr/>
        </p:nvSpPr>
        <p:spPr>
          <a:xfrm>
            <a:off x="811491" y="1501605"/>
            <a:ext cx="10600262" cy="1754326"/>
          </a:xfrm>
          <a:prstGeom prst="rect">
            <a:avLst/>
          </a:prstGeom>
          <a:noFill/>
        </p:spPr>
        <p:txBody>
          <a:bodyPr wrap="square">
            <a:spAutoFit/>
          </a:bodyPr>
          <a:lstStyle/>
          <a:p>
            <a:pPr marL="108000" algn="just">
              <a:buNone/>
            </a:pPr>
            <a:r>
              <a:rPr lang="zh-CN" altLang="en-US" sz="1800" b="1" kern="100" dirty="0">
                <a:solidFill>
                  <a:srgbClr val="C00000"/>
                </a:solidFill>
                <a:effectLst/>
                <a:latin typeface="+mj-ea"/>
                <a:ea typeface="+mj-ea"/>
                <a:cs typeface="Times New Roman" panose="02020603050405020304" pitchFamily="18" charset="0"/>
              </a:rPr>
              <a:t>例</a:t>
            </a:r>
            <a:r>
              <a:rPr lang="en-US" altLang="zh-CN" sz="1800" b="1" kern="100" dirty="0">
                <a:solidFill>
                  <a:srgbClr val="C00000"/>
                </a:solidFill>
                <a:effectLst/>
                <a:latin typeface="+mj-ea"/>
                <a:ea typeface="+mj-ea"/>
                <a:cs typeface="Times New Roman" panose="02020603050405020304" pitchFamily="18" charset="0"/>
              </a:rPr>
              <a:t>6-1 </a:t>
            </a:r>
            <a:r>
              <a:rPr lang="zh-CN" altLang="en-US" sz="1800" b="1" kern="100" dirty="0">
                <a:effectLst/>
                <a:latin typeface="Courier New" panose="02070309020205020404" pitchFamily="49" charset="0"/>
                <a:ea typeface="宋体" panose="02010600030101010101" pitchFamily="2" charset="-122"/>
                <a:cs typeface="Times New Roman" panose="02020603050405020304" pitchFamily="18" charset="0"/>
              </a:rPr>
              <a:t>第一步：</a:t>
            </a:r>
            <a:r>
              <a:rPr lang="zh-CN" altLang="en-US"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构建赫夫曼树</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zh-CN" altLang="en-US"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算法</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6.15</a:t>
            </a:r>
          </a:p>
          <a:p>
            <a:pPr marL="108000" algn="just">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ds[8]="</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abcdefgh</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8</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个字符</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ws</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[8]={5,29,7,8,14,23,3,11};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对应的</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8</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个权值</a:t>
            </a:r>
          </a:p>
          <a:p>
            <a:pPr marL="108000" algn="jus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n=8;                           </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Prior=</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CompareNode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树的根节点（权值）之间比较函数作为</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小根</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堆的优先判定函数</a:t>
            </a:r>
          </a:p>
          <a:p>
            <a:pPr marL="108000"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MakeHFTree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(ds,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ws</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用</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ds</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a:t>
            </a:r>
            <a:r>
              <a:rPr lang="en-US" altLang="zh-CN" b="1"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ws</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构造并返回赫夫曼树根指针</a:t>
            </a:r>
          </a:p>
        </p:txBody>
      </p:sp>
      <p:cxnSp>
        <p:nvCxnSpPr>
          <p:cNvPr id="79" name="直接连接符 78">
            <a:extLst>
              <a:ext uri="{FF2B5EF4-FFF2-40B4-BE49-F238E27FC236}">
                <a16:creationId xmlns:a16="http://schemas.microsoft.com/office/drawing/2014/main" id="{B1D540BA-67BA-2848-77DB-9B9250D094DF}"/>
              </a:ext>
            </a:extLst>
          </p:cNvPr>
          <p:cNvCxnSpPr>
            <a:cxnSpLocks/>
          </p:cNvCxnSpPr>
          <p:nvPr/>
        </p:nvCxnSpPr>
        <p:spPr>
          <a:xfrm>
            <a:off x="1932709" y="4421332"/>
            <a:ext cx="2516772"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81" name="文本框 80">
            <a:extLst>
              <a:ext uri="{FF2B5EF4-FFF2-40B4-BE49-F238E27FC236}">
                <a16:creationId xmlns:a16="http://schemas.microsoft.com/office/drawing/2014/main" id="{8D3731C1-13AA-FEB8-A4CD-FFB09BEA8249}"/>
              </a:ext>
            </a:extLst>
          </p:cNvPr>
          <p:cNvSpPr txBox="1"/>
          <p:nvPr/>
        </p:nvSpPr>
        <p:spPr>
          <a:xfrm>
            <a:off x="3263756" y="40572"/>
            <a:ext cx="338554" cy="400110"/>
          </a:xfrm>
          <a:prstGeom prst="rect">
            <a:avLst/>
          </a:prstGeom>
          <a:noFill/>
        </p:spPr>
        <p:txBody>
          <a:bodyPr wrap="none" rtlCol="0">
            <a:spAutoFit/>
          </a:bodyPr>
          <a:lstStyle/>
          <a:p>
            <a:r>
              <a:rPr lang="en-US" altLang="zh-CN" sz="20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82" name="直接连接符 81">
            <a:extLst>
              <a:ext uri="{FF2B5EF4-FFF2-40B4-BE49-F238E27FC236}">
                <a16:creationId xmlns:a16="http://schemas.microsoft.com/office/drawing/2014/main" id="{7F89ECE7-959B-90BE-D25C-E728B54BD83E}"/>
              </a:ext>
            </a:extLst>
          </p:cNvPr>
          <p:cNvCxnSpPr>
            <a:cxnSpLocks/>
          </p:cNvCxnSpPr>
          <p:nvPr/>
        </p:nvCxnSpPr>
        <p:spPr>
          <a:xfrm>
            <a:off x="1247153" y="4673580"/>
            <a:ext cx="3519733"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4" name="直接连接符 83">
            <a:extLst>
              <a:ext uri="{FF2B5EF4-FFF2-40B4-BE49-F238E27FC236}">
                <a16:creationId xmlns:a16="http://schemas.microsoft.com/office/drawing/2014/main" id="{12E8190F-6582-3AA6-4F98-5EEDDD50EB5B}"/>
              </a:ext>
            </a:extLst>
          </p:cNvPr>
          <p:cNvCxnSpPr>
            <a:cxnSpLocks/>
          </p:cNvCxnSpPr>
          <p:nvPr/>
        </p:nvCxnSpPr>
        <p:spPr>
          <a:xfrm>
            <a:off x="1476703" y="4925828"/>
            <a:ext cx="640080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90" name="组合 89">
            <a:extLst>
              <a:ext uri="{FF2B5EF4-FFF2-40B4-BE49-F238E27FC236}">
                <a16:creationId xmlns:a16="http://schemas.microsoft.com/office/drawing/2014/main" id="{BE129B31-4EF8-A81C-8AC4-FA7F1FB5EAEE}"/>
              </a:ext>
            </a:extLst>
          </p:cNvPr>
          <p:cNvGrpSpPr/>
          <p:nvPr/>
        </p:nvGrpSpPr>
        <p:grpSpPr>
          <a:xfrm>
            <a:off x="929619" y="900951"/>
            <a:ext cx="1130409" cy="400110"/>
            <a:chOff x="929619" y="900951"/>
            <a:chExt cx="1130409" cy="400110"/>
          </a:xfrm>
        </p:grpSpPr>
        <p:sp>
          <p:nvSpPr>
            <p:cNvPr id="87" name="文本框 86">
              <a:extLst>
                <a:ext uri="{FF2B5EF4-FFF2-40B4-BE49-F238E27FC236}">
                  <a16:creationId xmlns:a16="http://schemas.microsoft.com/office/drawing/2014/main" id="{F9E66418-CDC6-534C-098F-27F03E78D009}"/>
                </a:ext>
              </a:extLst>
            </p:cNvPr>
            <p:cNvSpPr txBox="1"/>
            <p:nvPr/>
          </p:nvSpPr>
          <p:spPr>
            <a:xfrm>
              <a:off x="929619" y="900951"/>
              <a:ext cx="800219" cy="400110"/>
            </a:xfrm>
            <a:prstGeom prst="rect">
              <a:avLst/>
            </a:prstGeom>
            <a:noFill/>
          </p:spPr>
          <p:txBody>
            <a:bodyPr wrap="none" rtlCol="0">
              <a:spAutoFit/>
            </a:bodyPr>
            <a:lstStyle/>
            <a:p>
              <a:r>
                <a:rPr lang="en-US" altLang="zh-CN" sz="2000" b="1" dirty="0">
                  <a:solidFill>
                    <a:schemeClr val="accent4">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root</a:t>
              </a:r>
              <a:endParaRPr lang="zh-CN" altLang="en-US" sz="2000" b="1" dirty="0">
                <a:solidFill>
                  <a:schemeClr val="accent4">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89" name="直接箭头连接符 88">
              <a:extLst>
                <a:ext uri="{FF2B5EF4-FFF2-40B4-BE49-F238E27FC236}">
                  <a16:creationId xmlns:a16="http://schemas.microsoft.com/office/drawing/2014/main" id="{13CFF5BD-1776-7891-7100-ABBCD9937295}"/>
                </a:ext>
              </a:extLst>
            </p:cNvPr>
            <p:cNvCxnSpPr>
              <a:stCxn id="87" idx="3"/>
            </p:cNvCxnSpPr>
            <p:nvPr/>
          </p:nvCxnSpPr>
          <p:spPr>
            <a:xfrm>
              <a:off x="1729838" y="1101006"/>
              <a:ext cx="330190" cy="0"/>
            </a:xfrm>
            <a:prstGeom prst="straightConnector1">
              <a:avLst/>
            </a:prstGeom>
            <a:ln>
              <a:solidFill>
                <a:srgbClr val="8E000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cxnSp>
        <p:nvCxnSpPr>
          <p:cNvPr id="91" name="直接连接符 90">
            <a:extLst>
              <a:ext uri="{FF2B5EF4-FFF2-40B4-BE49-F238E27FC236}">
                <a16:creationId xmlns:a16="http://schemas.microsoft.com/office/drawing/2014/main" id="{DEB4927D-7132-C3C8-F36F-C893FF6AC30E}"/>
              </a:ext>
            </a:extLst>
          </p:cNvPr>
          <p:cNvCxnSpPr>
            <a:cxnSpLocks/>
          </p:cNvCxnSpPr>
          <p:nvPr/>
        </p:nvCxnSpPr>
        <p:spPr>
          <a:xfrm>
            <a:off x="1521108" y="5152552"/>
            <a:ext cx="296924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3" name="直接连接符 92">
            <a:extLst>
              <a:ext uri="{FF2B5EF4-FFF2-40B4-BE49-F238E27FC236}">
                <a16:creationId xmlns:a16="http://schemas.microsoft.com/office/drawing/2014/main" id="{82C1B5EE-A172-BEAF-B770-21BA74D0447C}"/>
              </a:ext>
            </a:extLst>
          </p:cNvPr>
          <p:cNvCxnSpPr>
            <a:cxnSpLocks/>
          </p:cNvCxnSpPr>
          <p:nvPr/>
        </p:nvCxnSpPr>
        <p:spPr>
          <a:xfrm>
            <a:off x="1526091" y="5419251"/>
            <a:ext cx="349883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5" name="直接连接符 94">
            <a:extLst>
              <a:ext uri="{FF2B5EF4-FFF2-40B4-BE49-F238E27FC236}">
                <a16:creationId xmlns:a16="http://schemas.microsoft.com/office/drawing/2014/main" id="{2061671D-5F63-18BD-D7B1-979A5D66BAE5}"/>
              </a:ext>
            </a:extLst>
          </p:cNvPr>
          <p:cNvCxnSpPr>
            <a:cxnSpLocks/>
          </p:cNvCxnSpPr>
          <p:nvPr/>
        </p:nvCxnSpPr>
        <p:spPr>
          <a:xfrm>
            <a:off x="1513402" y="5664180"/>
            <a:ext cx="227846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 name="直接箭头连接符 7">
            <a:extLst>
              <a:ext uri="{FF2B5EF4-FFF2-40B4-BE49-F238E27FC236}">
                <a16:creationId xmlns:a16="http://schemas.microsoft.com/office/drawing/2014/main" id="{62571195-0C81-D318-AAE9-2F2A003316B6}"/>
              </a:ext>
            </a:extLst>
          </p:cNvPr>
          <p:cNvCxnSpPr/>
          <p:nvPr/>
        </p:nvCxnSpPr>
        <p:spPr>
          <a:xfrm>
            <a:off x="7634731" y="488447"/>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1569E93-41F0-7A58-F2D1-AD2A4C06876C}"/>
              </a:ext>
            </a:extLst>
          </p:cNvPr>
          <p:cNvCxnSpPr/>
          <p:nvPr/>
        </p:nvCxnSpPr>
        <p:spPr>
          <a:xfrm>
            <a:off x="8446761" y="485694"/>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49C7C0C7-4D26-534B-59E2-B5F4AE70143A}"/>
              </a:ext>
            </a:extLst>
          </p:cNvPr>
          <p:cNvCxnSpPr/>
          <p:nvPr/>
        </p:nvCxnSpPr>
        <p:spPr>
          <a:xfrm>
            <a:off x="9266195" y="485694"/>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61277558-A43E-3BA9-40D2-81597B9DF2A4}"/>
              </a:ext>
            </a:extLst>
          </p:cNvPr>
          <p:cNvCxnSpPr/>
          <p:nvPr/>
        </p:nvCxnSpPr>
        <p:spPr>
          <a:xfrm>
            <a:off x="6819119" y="485694"/>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11D04E54-EBA9-F7B8-5232-4092AB28EC81}"/>
              </a:ext>
            </a:extLst>
          </p:cNvPr>
          <p:cNvCxnSpPr/>
          <p:nvPr/>
        </p:nvCxnSpPr>
        <p:spPr>
          <a:xfrm>
            <a:off x="6006689" y="50135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E2E46575-60BD-63FF-8E94-8F161CBF51C3}"/>
              </a:ext>
            </a:extLst>
          </p:cNvPr>
          <p:cNvCxnSpPr/>
          <p:nvPr/>
        </p:nvCxnSpPr>
        <p:spPr>
          <a:xfrm>
            <a:off x="5194310" y="48683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FB326858-CE01-DB8A-94A5-116A672F4500}"/>
              </a:ext>
            </a:extLst>
          </p:cNvPr>
          <p:cNvCxnSpPr/>
          <p:nvPr/>
        </p:nvCxnSpPr>
        <p:spPr>
          <a:xfrm>
            <a:off x="4375225" y="497277"/>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D704BB5F-7920-E37F-096C-A24766DD01B3}"/>
              </a:ext>
            </a:extLst>
          </p:cNvPr>
          <p:cNvCxnSpPr/>
          <p:nvPr/>
        </p:nvCxnSpPr>
        <p:spPr>
          <a:xfrm>
            <a:off x="3564872" y="490914"/>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7" name="文本框 96">
            <a:extLst>
              <a:ext uri="{FF2B5EF4-FFF2-40B4-BE49-F238E27FC236}">
                <a16:creationId xmlns:a16="http://schemas.microsoft.com/office/drawing/2014/main" id="{297E9A26-C6B9-6763-D857-CDDE9660336E}"/>
              </a:ext>
            </a:extLst>
          </p:cNvPr>
          <p:cNvSpPr txBox="1"/>
          <p:nvPr/>
        </p:nvSpPr>
        <p:spPr>
          <a:xfrm>
            <a:off x="1742897" y="586774"/>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0</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8" name="文本框 97">
            <a:extLst>
              <a:ext uri="{FF2B5EF4-FFF2-40B4-BE49-F238E27FC236}">
                <a16:creationId xmlns:a16="http://schemas.microsoft.com/office/drawing/2014/main" id="{45F27EFE-5C4A-D096-55DA-390F8F013E74}"/>
              </a:ext>
            </a:extLst>
          </p:cNvPr>
          <p:cNvSpPr txBox="1"/>
          <p:nvPr/>
        </p:nvSpPr>
        <p:spPr>
          <a:xfrm>
            <a:off x="1739824" y="580398"/>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9" name="矩形: 圆角 98">
            <a:extLst>
              <a:ext uri="{FF2B5EF4-FFF2-40B4-BE49-F238E27FC236}">
                <a16:creationId xmlns:a16="http://schemas.microsoft.com/office/drawing/2014/main" id="{EE20F555-0994-05AB-3D46-255C4CA9EB3B}"/>
              </a:ext>
            </a:extLst>
          </p:cNvPr>
          <p:cNvSpPr/>
          <p:nvPr/>
        </p:nvSpPr>
        <p:spPr>
          <a:xfrm>
            <a:off x="2590795" y="2107686"/>
            <a:ext cx="260335" cy="246993"/>
          </a:xfrm>
          <a:prstGeom prst="roundRect">
            <a:avLst/>
          </a:prstGeom>
          <a:noFill/>
          <a:ln>
            <a:solidFill>
              <a:srgbClr val="62F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a:extLst>
              <a:ext uri="{FF2B5EF4-FFF2-40B4-BE49-F238E27FC236}">
                <a16:creationId xmlns:a16="http://schemas.microsoft.com/office/drawing/2014/main" id="{D46D67FE-1482-B35B-E7D7-B89ED50626EC}"/>
              </a:ext>
            </a:extLst>
          </p:cNvPr>
          <p:cNvSpPr txBox="1"/>
          <p:nvPr/>
        </p:nvSpPr>
        <p:spPr>
          <a:xfrm>
            <a:off x="1746223" y="585471"/>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2</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grpSp>
        <p:nvGrpSpPr>
          <p:cNvPr id="29" name="组合 28">
            <a:extLst>
              <a:ext uri="{FF2B5EF4-FFF2-40B4-BE49-F238E27FC236}">
                <a16:creationId xmlns:a16="http://schemas.microsoft.com/office/drawing/2014/main" id="{9EEDDDE4-A953-3755-84FD-55595B3DE1A3}"/>
              </a:ext>
            </a:extLst>
          </p:cNvPr>
          <p:cNvGrpSpPr/>
          <p:nvPr/>
        </p:nvGrpSpPr>
        <p:grpSpPr>
          <a:xfrm>
            <a:off x="2067212" y="952870"/>
            <a:ext cx="331186" cy="501171"/>
            <a:chOff x="10075049" y="936749"/>
            <a:chExt cx="439555" cy="670055"/>
          </a:xfrm>
        </p:grpSpPr>
        <p:grpSp>
          <p:nvGrpSpPr>
            <p:cNvPr id="35" name="组合 34">
              <a:extLst>
                <a:ext uri="{FF2B5EF4-FFF2-40B4-BE49-F238E27FC236}">
                  <a16:creationId xmlns:a16="http://schemas.microsoft.com/office/drawing/2014/main" id="{58815B43-CA79-562D-D8DD-30C11B44A495}"/>
                </a:ext>
              </a:extLst>
            </p:cNvPr>
            <p:cNvGrpSpPr/>
            <p:nvPr/>
          </p:nvGrpSpPr>
          <p:grpSpPr>
            <a:xfrm>
              <a:off x="10075049" y="936749"/>
              <a:ext cx="439555" cy="432000"/>
              <a:chOff x="4865986" y="4606900"/>
              <a:chExt cx="439555" cy="432000"/>
            </a:xfrm>
          </p:grpSpPr>
          <p:sp>
            <p:nvSpPr>
              <p:cNvPr id="37" name="椭圆 36">
                <a:extLst>
                  <a:ext uri="{FF2B5EF4-FFF2-40B4-BE49-F238E27FC236}">
                    <a16:creationId xmlns:a16="http://schemas.microsoft.com/office/drawing/2014/main" id="{EE884060-A79A-458C-0D41-615CB73045DE}"/>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矩形 37">
                <a:extLst>
                  <a:ext uri="{FF2B5EF4-FFF2-40B4-BE49-F238E27FC236}">
                    <a16:creationId xmlns:a16="http://schemas.microsoft.com/office/drawing/2014/main" id="{4B531FE1-6D93-AC1C-13C2-A1DAD4E40986}"/>
                  </a:ext>
                </a:extLst>
              </p:cNvPr>
              <p:cNvSpPr>
                <a:spLocks noChangeArrowheads="1"/>
              </p:cNvSpPr>
              <p:nvPr/>
            </p:nvSpPr>
            <p:spPr bwMode="auto">
              <a:xfrm>
                <a:off x="4873674" y="4701286"/>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36" name="矩形 35">
              <a:extLst>
                <a:ext uri="{FF2B5EF4-FFF2-40B4-BE49-F238E27FC236}">
                  <a16:creationId xmlns:a16="http://schemas.microsoft.com/office/drawing/2014/main" id="{161F6020-CBAA-E05F-682F-1B81B4A2CBA6}"/>
                </a:ext>
              </a:extLst>
            </p:cNvPr>
            <p:cNvSpPr>
              <a:spLocks noChangeArrowheads="1"/>
            </p:cNvSpPr>
            <p:nvPr/>
          </p:nvSpPr>
          <p:spPr bwMode="auto">
            <a:xfrm>
              <a:off x="10182010" y="1329805"/>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c</a:t>
              </a:r>
            </a:p>
          </p:txBody>
        </p:sp>
      </p:grpSp>
      <p:sp>
        <p:nvSpPr>
          <p:cNvPr id="101" name="文本框 100">
            <a:extLst>
              <a:ext uri="{FF2B5EF4-FFF2-40B4-BE49-F238E27FC236}">
                <a16:creationId xmlns:a16="http://schemas.microsoft.com/office/drawing/2014/main" id="{A239799B-72B9-09CA-52F9-F1D834DF8E3B}"/>
              </a:ext>
            </a:extLst>
          </p:cNvPr>
          <p:cNvSpPr txBox="1"/>
          <p:nvPr/>
        </p:nvSpPr>
        <p:spPr>
          <a:xfrm>
            <a:off x="1739824" y="587020"/>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3</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grpSp>
        <p:nvGrpSpPr>
          <p:cNvPr id="23" name="组合 22">
            <a:extLst>
              <a:ext uri="{FF2B5EF4-FFF2-40B4-BE49-F238E27FC236}">
                <a16:creationId xmlns:a16="http://schemas.microsoft.com/office/drawing/2014/main" id="{B1F0BBE4-3283-C137-86DB-ABB0E94EA653}"/>
              </a:ext>
            </a:extLst>
          </p:cNvPr>
          <p:cNvGrpSpPr/>
          <p:nvPr/>
        </p:nvGrpSpPr>
        <p:grpSpPr>
          <a:xfrm>
            <a:off x="2065478" y="951284"/>
            <a:ext cx="328771" cy="522059"/>
            <a:chOff x="4669729" y="952104"/>
            <a:chExt cx="436350" cy="697982"/>
          </a:xfrm>
        </p:grpSpPr>
        <p:grpSp>
          <p:nvGrpSpPr>
            <p:cNvPr id="59" name="组合 58">
              <a:extLst>
                <a:ext uri="{FF2B5EF4-FFF2-40B4-BE49-F238E27FC236}">
                  <a16:creationId xmlns:a16="http://schemas.microsoft.com/office/drawing/2014/main" id="{98E74822-15FD-F936-3F1E-AFBD379D46FD}"/>
                </a:ext>
              </a:extLst>
            </p:cNvPr>
            <p:cNvGrpSpPr/>
            <p:nvPr/>
          </p:nvGrpSpPr>
          <p:grpSpPr>
            <a:xfrm>
              <a:off x="4669729" y="952104"/>
              <a:ext cx="436350" cy="432000"/>
              <a:chOff x="4859408" y="4606900"/>
              <a:chExt cx="436350" cy="432000"/>
            </a:xfrm>
          </p:grpSpPr>
          <p:sp>
            <p:nvSpPr>
              <p:cNvPr id="61" name="椭圆 60">
                <a:extLst>
                  <a:ext uri="{FF2B5EF4-FFF2-40B4-BE49-F238E27FC236}">
                    <a16:creationId xmlns:a16="http://schemas.microsoft.com/office/drawing/2014/main" id="{06FA1C08-8E6D-2658-A87B-1D4D71CE48F6}"/>
                  </a:ext>
                </a:extLst>
              </p:cNvPr>
              <p:cNvSpPr>
                <a:spLocks noChangeArrowheads="1"/>
              </p:cNvSpPr>
              <p:nvPr/>
            </p:nvSpPr>
            <p:spPr bwMode="auto">
              <a:xfrm>
                <a:off x="4859408"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矩形 61">
                <a:extLst>
                  <a:ext uri="{FF2B5EF4-FFF2-40B4-BE49-F238E27FC236}">
                    <a16:creationId xmlns:a16="http://schemas.microsoft.com/office/drawing/2014/main" id="{20DFE61B-E8FF-1847-EBCC-E7612EFB6703}"/>
                  </a:ext>
                </a:extLst>
              </p:cNvPr>
              <p:cNvSpPr>
                <a:spLocks noChangeArrowheads="1"/>
              </p:cNvSpPr>
              <p:nvPr/>
            </p:nvSpPr>
            <p:spPr bwMode="auto">
              <a:xfrm>
                <a:off x="4863891" y="4680385"/>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60" name="矩形 59">
              <a:extLst>
                <a:ext uri="{FF2B5EF4-FFF2-40B4-BE49-F238E27FC236}">
                  <a16:creationId xmlns:a16="http://schemas.microsoft.com/office/drawing/2014/main" id="{CD59C3FF-746E-1180-14DB-CF2B0874603E}"/>
                </a:ext>
              </a:extLst>
            </p:cNvPr>
            <p:cNvSpPr>
              <a:spLocks noChangeArrowheads="1"/>
            </p:cNvSpPr>
            <p:nvPr/>
          </p:nvSpPr>
          <p:spPr bwMode="auto">
            <a:xfrm>
              <a:off x="4750935" y="1373087"/>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d</a:t>
              </a:r>
            </a:p>
          </p:txBody>
        </p:sp>
      </p:grpSp>
      <p:sp>
        <p:nvSpPr>
          <p:cNvPr id="102" name="文本框 101">
            <a:extLst>
              <a:ext uri="{FF2B5EF4-FFF2-40B4-BE49-F238E27FC236}">
                <a16:creationId xmlns:a16="http://schemas.microsoft.com/office/drawing/2014/main" id="{4A528C06-F1A9-11BC-BA02-06B2CC66778A}"/>
              </a:ext>
            </a:extLst>
          </p:cNvPr>
          <p:cNvSpPr txBox="1"/>
          <p:nvPr/>
        </p:nvSpPr>
        <p:spPr>
          <a:xfrm>
            <a:off x="1732328" y="581905"/>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4</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103" name="任意多边形: 形状 102">
            <a:extLst>
              <a:ext uri="{FF2B5EF4-FFF2-40B4-BE49-F238E27FC236}">
                <a16:creationId xmlns:a16="http://schemas.microsoft.com/office/drawing/2014/main" id="{ECEF567F-6B61-7215-F2CE-887545E8334B}"/>
              </a:ext>
            </a:extLst>
          </p:cNvPr>
          <p:cNvSpPr/>
          <p:nvPr/>
        </p:nvSpPr>
        <p:spPr>
          <a:xfrm>
            <a:off x="4461641" y="993228"/>
            <a:ext cx="1454453"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任意多边形: 形状 103">
            <a:extLst>
              <a:ext uri="{FF2B5EF4-FFF2-40B4-BE49-F238E27FC236}">
                <a16:creationId xmlns:a16="http://schemas.microsoft.com/office/drawing/2014/main" id="{522A058D-D79F-61B0-A6C1-9E00E529B8C8}"/>
              </a:ext>
            </a:extLst>
          </p:cNvPr>
          <p:cNvSpPr/>
          <p:nvPr/>
        </p:nvSpPr>
        <p:spPr>
          <a:xfrm>
            <a:off x="3657070" y="998180"/>
            <a:ext cx="631151"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任意多边形: 形状 104">
            <a:extLst>
              <a:ext uri="{FF2B5EF4-FFF2-40B4-BE49-F238E27FC236}">
                <a16:creationId xmlns:a16="http://schemas.microsoft.com/office/drawing/2014/main" id="{03D24047-0496-1BD7-4631-7F08544DB391}"/>
              </a:ext>
            </a:extLst>
          </p:cNvPr>
          <p:cNvSpPr/>
          <p:nvPr/>
        </p:nvSpPr>
        <p:spPr>
          <a:xfrm>
            <a:off x="3659386" y="998180"/>
            <a:ext cx="1454454"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a:extLst>
              <a:ext uri="{FF2B5EF4-FFF2-40B4-BE49-F238E27FC236}">
                <a16:creationId xmlns:a16="http://schemas.microsoft.com/office/drawing/2014/main" id="{190FEA4B-2E8E-CDF6-0F30-C18BD85C126E}"/>
              </a:ext>
            </a:extLst>
          </p:cNvPr>
          <p:cNvGrpSpPr/>
          <p:nvPr/>
        </p:nvGrpSpPr>
        <p:grpSpPr>
          <a:xfrm>
            <a:off x="2065147" y="955180"/>
            <a:ext cx="327730" cy="505679"/>
            <a:chOff x="7916983" y="942825"/>
            <a:chExt cx="434969" cy="676083"/>
          </a:xfrm>
        </p:grpSpPr>
        <p:grpSp>
          <p:nvGrpSpPr>
            <p:cNvPr id="43" name="组合 42">
              <a:extLst>
                <a:ext uri="{FF2B5EF4-FFF2-40B4-BE49-F238E27FC236}">
                  <a16:creationId xmlns:a16="http://schemas.microsoft.com/office/drawing/2014/main" id="{F5F73E41-F7BB-E445-B876-A14710AC736C}"/>
                </a:ext>
              </a:extLst>
            </p:cNvPr>
            <p:cNvGrpSpPr/>
            <p:nvPr/>
          </p:nvGrpSpPr>
          <p:grpSpPr>
            <a:xfrm>
              <a:off x="7916983" y="942825"/>
              <a:ext cx="434969" cy="432000"/>
              <a:chOff x="4859408" y="4606901"/>
              <a:chExt cx="434969" cy="432000"/>
            </a:xfrm>
          </p:grpSpPr>
          <p:sp>
            <p:nvSpPr>
              <p:cNvPr id="45" name="椭圆 44">
                <a:extLst>
                  <a:ext uri="{FF2B5EF4-FFF2-40B4-BE49-F238E27FC236}">
                    <a16:creationId xmlns:a16="http://schemas.microsoft.com/office/drawing/2014/main" id="{13E216A2-515B-F6B9-D57C-E54A37F5B288}"/>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矩形 45">
                <a:extLst>
                  <a:ext uri="{FF2B5EF4-FFF2-40B4-BE49-F238E27FC236}">
                    <a16:creationId xmlns:a16="http://schemas.microsoft.com/office/drawing/2014/main" id="{281E77EA-07E3-BC62-EE33-9EDB6513BDD7}"/>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44" name="矩形 43">
              <a:extLst>
                <a:ext uri="{FF2B5EF4-FFF2-40B4-BE49-F238E27FC236}">
                  <a16:creationId xmlns:a16="http://schemas.microsoft.com/office/drawing/2014/main" id="{D06F4A1A-015D-9D0E-B894-DC07A23F5D76}"/>
                </a:ext>
              </a:extLst>
            </p:cNvPr>
            <p:cNvSpPr>
              <a:spLocks noChangeArrowheads="1"/>
            </p:cNvSpPr>
            <p:nvPr/>
          </p:nvSpPr>
          <p:spPr bwMode="auto">
            <a:xfrm>
              <a:off x="8018361" y="1341909"/>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e</a:t>
              </a:r>
            </a:p>
          </p:txBody>
        </p:sp>
      </p:grpSp>
      <p:sp>
        <p:nvSpPr>
          <p:cNvPr id="106" name="文本框 105">
            <a:extLst>
              <a:ext uri="{FF2B5EF4-FFF2-40B4-BE49-F238E27FC236}">
                <a16:creationId xmlns:a16="http://schemas.microsoft.com/office/drawing/2014/main" id="{F052EB7A-4BF2-1982-2F49-185729E1E70B}"/>
              </a:ext>
            </a:extLst>
          </p:cNvPr>
          <p:cNvSpPr txBox="1"/>
          <p:nvPr/>
        </p:nvSpPr>
        <p:spPr>
          <a:xfrm>
            <a:off x="1738727" y="591643"/>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5</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107" name="任意多边形: 形状 106">
            <a:extLst>
              <a:ext uri="{FF2B5EF4-FFF2-40B4-BE49-F238E27FC236}">
                <a16:creationId xmlns:a16="http://schemas.microsoft.com/office/drawing/2014/main" id="{F91DFEE4-D0ED-37D5-6B63-6EF111DB4D80}"/>
              </a:ext>
            </a:extLst>
          </p:cNvPr>
          <p:cNvSpPr/>
          <p:nvPr/>
        </p:nvSpPr>
        <p:spPr>
          <a:xfrm>
            <a:off x="4461641" y="993228"/>
            <a:ext cx="2249214"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1264E2D-B1D5-D406-CAED-CAA4B64386B4}"/>
              </a:ext>
            </a:extLst>
          </p:cNvPr>
          <p:cNvSpPr txBox="1"/>
          <p:nvPr/>
        </p:nvSpPr>
        <p:spPr>
          <a:xfrm>
            <a:off x="1591092" y="1768606"/>
            <a:ext cx="492443"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ds</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5" name="文本框 4">
            <a:extLst>
              <a:ext uri="{FF2B5EF4-FFF2-40B4-BE49-F238E27FC236}">
                <a16:creationId xmlns:a16="http://schemas.microsoft.com/office/drawing/2014/main" id="{F51CD45A-B520-083A-F6E2-8506A96AD0BE}"/>
              </a:ext>
            </a:extLst>
          </p:cNvPr>
          <p:cNvSpPr txBox="1"/>
          <p:nvPr/>
        </p:nvSpPr>
        <p:spPr>
          <a:xfrm>
            <a:off x="1590679" y="2040676"/>
            <a:ext cx="492443" cy="400110"/>
          </a:xfrm>
          <a:prstGeom prst="rect">
            <a:avLst/>
          </a:prstGeom>
          <a:noFill/>
        </p:spPr>
        <p:txBody>
          <a:bodyPr wrap="none"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ws</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74" name="文本框 73">
            <a:extLst>
              <a:ext uri="{FF2B5EF4-FFF2-40B4-BE49-F238E27FC236}">
                <a16:creationId xmlns:a16="http://schemas.microsoft.com/office/drawing/2014/main" id="{4C42D167-A5CF-1512-8057-5279DE1236D0}"/>
              </a:ext>
            </a:extLst>
          </p:cNvPr>
          <p:cNvSpPr txBox="1"/>
          <p:nvPr/>
        </p:nvSpPr>
        <p:spPr>
          <a:xfrm>
            <a:off x="1732466" y="2314192"/>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8</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28" name="组合 27">
            <a:extLst>
              <a:ext uri="{FF2B5EF4-FFF2-40B4-BE49-F238E27FC236}">
                <a16:creationId xmlns:a16="http://schemas.microsoft.com/office/drawing/2014/main" id="{C3968D20-D3C6-F3E1-8612-9707E38F2074}"/>
              </a:ext>
            </a:extLst>
          </p:cNvPr>
          <p:cNvGrpSpPr/>
          <p:nvPr/>
        </p:nvGrpSpPr>
        <p:grpSpPr>
          <a:xfrm>
            <a:off x="2063464" y="954708"/>
            <a:ext cx="332990" cy="517401"/>
            <a:chOff x="9001705" y="942353"/>
            <a:chExt cx="441949" cy="691755"/>
          </a:xfrm>
        </p:grpSpPr>
        <p:grpSp>
          <p:nvGrpSpPr>
            <p:cNvPr id="39" name="组合 38">
              <a:extLst>
                <a:ext uri="{FF2B5EF4-FFF2-40B4-BE49-F238E27FC236}">
                  <a16:creationId xmlns:a16="http://schemas.microsoft.com/office/drawing/2014/main" id="{B66CAA87-CB5A-9F42-30DC-CE91BAED0EE7}"/>
                </a:ext>
              </a:extLst>
            </p:cNvPr>
            <p:cNvGrpSpPr/>
            <p:nvPr/>
          </p:nvGrpSpPr>
          <p:grpSpPr>
            <a:xfrm>
              <a:off x="9001705" y="942353"/>
              <a:ext cx="441949" cy="432000"/>
              <a:chOff x="4859407" y="4619585"/>
              <a:chExt cx="441949" cy="432000"/>
            </a:xfrm>
          </p:grpSpPr>
          <p:sp>
            <p:nvSpPr>
              <p:cNvPr id="41" name="椭圆 40">
                <a:extLst>
                  <a:ext uri="{FF2B5EF4-FFF2-40B4-BE49-F238E27FC236}">
                    <a16:creationId xmlns:a16="http://schemas.microsoft.com/office/drawing/2014/main" id="{E74C01A4-32F8-95E0-4E73-1CD4213F6130}"/>
                  </a:ext>
                </a:extLst>
              </p:cNvPr>
              <p:cNvSpPr>
                <a:spLocks noChangeArrowheads="1"/>
              </p:cNvSpPr>
              <p:nvPr/>
            </p:nvSpPr>
            <p:spPr bwMode="auto">
              <a:xfrm>
                <a:off x="4859407" y="4619585"/>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矩形 41">
                <a:extLst>
                  <a:ext uri="{FF2B5EF4-FFF2-40B4-BE49-F238E27FC236}">
                    <a16:creationId xmlns:a16="http://schemas.microsoft.com/office/drawing/2014/main" id="{A6FB9466-7FEE-D1A5-3BF4-E80DBACC33BF}"/>
                  </a:ext>
                </a:extLst>
              </p:cNvPr>
              <p:cNvSpPr>
                <a:spLocks noChangeArrowheads="1"/>
              </p:cNvSpPr>
              <p:nvPr/>
            </p:nvSpPr>
            <p:spPr bwMode="auto">
              <a:xfrm>
                <a:off x="4869489" y="4688633"/>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23</a:t>
                </a:r>
              </a:p>
            </p:txBody>
          </p:sp>
        </p:grpSp>
        <p:sp>
          <p:nvSpPr>
            <p:cNvPr id="40" name="矩形 39">
              <a:extLst>
                <a:ext uri="{FF2B5EF4-FFF2-40B4-BE49-F238E27FC236}">
                  <a16:creationId xmlns:a16="http://schemas.microsoft.com/office/drawing/2014/main" id="{8605CA67-A25B-241A-246D-5931880940BC}"/>
                </a:ext>
              </a:extLst>
            </p:cNvPr>
            <p:cNvSpPr>
              <a:spLocks noChangeArrowheads="1"/>
            </p:cNvSpPr>
            <p:nvPr/>
          </p:nvSpPr>
          <p:spPr bwMode="auto">
            <a:xfrm>
              <a:off x="9083749" y="1357109"/>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f</a:t>
              </a:r>
            </a:p>
          </p:txBody>
        </p:sp>
      </p:grpSp>
      <p:sp>
        <p:nvSpPr>
          <p:cNvPr id="78" name="文本框 77">
            <a:extLst>
              <a:ext uri="{FF2B5EF4-FFF2-40B4-BE49-F238E27FC236}">
                <a16:creationId xmlns:a16="http://schemas.microsoft.com/office/drawing/2014/main" id="{0F5702C8-15BA-4D9F-2B97-484C13B8AE0E}"/>
              </a:ext>
            </a:extLst>
          </p:cNvPr>
          <p:cNvSpPr txBox="1"/>
          <p:nvPr/>
        </p:nvSpPr>
        <p:spPr>
          <a:xfrm>
            <a:off x="1731744" y="586388"/>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6</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80" name="任意多边形: 形状 79">
            <a:extLst>
              <a:ext uri="{FF2B5EF4-FFF2-40B4-BE49-F238E27FC236}">
                <a16:creationId xmlns:a16="http://schemas.microsoft.com/office/drawing/2014/main" id="{92932518-8AA1-350C-AD7A-06315DDC5B50}"/>
              </a:ext>
            </a:extLst>
          </p:cNvPr>
          <p:cNvSpPr/>
          <p:nvPr/>
        </p:nvSpPr>
        <p:spPr>
          <a:xfrm>
            <a:off x="5268534" y="993228"/>
            <a:ext cx="2249214"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AF087C76-3ADD-684B-CC7C-3F4863CF44EC}"/>
              </a:ext>
            </a:extLst>
          </p:cNvPr>
          <p:cNvGrpSpPr/>
          <p:nvPr/>
        </p:nvGrpSpPr>
        <p:grpSpPr>
          <a:xfrm>
            <a:off x="2063465" y="953532"/>
            <a:ext cx="325493" cy="490471"/>
            <a:chOff x="3597391" y="951912"/>
            <a:chExt cx="432000" cy="655749"/>
          </a:xfrm>
        </p:grpSpPr>
        <p:grpSp>
          <p:nvGrpSpPr>
            <p:cNvPr id="55" name="组合 54">
              <a:extLst>
                <a:ext uri="{FF2B5EF4-FFF2-40B4-BE49-F238E27FC236}">
                  <a16:creationId xmlns:a16="http://schemas.microsoft.com/office/drawing/2014/main" id="{FD2AC321-7861-DACF-02B9-7943BE0DF0BA}"/>
                </a:ext>
              </a:extLst>
            </p:cNvPr>
            <p:cNvGrpSpPr/>
            <p:nvPr/>
          </p:nvGrpSpPr>
          <p:grpSpPr>
            <a:xfrm>
              <a:off x="3597391" y="951912"/>
              <a:ext cx="432000" cy="432000"/>
              <a:chOff x="4819940" y="4606901"/>
              <a:chExt cx="432000" cy="432000"/>
            </a:xfrm>
          </p:grpSpPr>
          <p:sp>
            <p:nvSpPr>
              <p:cNvPr id="57" name="椭圆 56">
                <a:extLst>
                  <a:ext uri="{FF2B5EF4-FFF2-40B4-BE49-F238E27FC236}">
                    <a16:creationId xmlns:a16="http://schemas.microsoft.com/office/drawing/2014/main" id="{BFD46EF6-955A-E82A-93A0-5B0E91538705}"/>
                  </a:ext>
                </a:extLst>
              </p:cNvPr>
              <p:cNvSpPr>
                <a:spLocks noChangeArrowheads="1"/>
              </p:cNvSpPr>
              <p:nvPr/>
            </p:nvSpPr>
            <p:spPr bwMode="auto">
              <a:xfrm>
                <a:off x="4819940"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矩形 57">
                <a:extLst>
                  <a:ext uri="{FF2B5EF4-FFF2-40B4-BE49-F238E27FC236}">
                    <a16:creationId xmlns:a16="http://schemas.microsoft.com/office/drawing/2014/main" id="{103D8A6D-DA04-75FE-C430-C66F101013CF}"/>
                  </a:ext>
                </a:extLst>
              </p:cNvPr>
              <p:cNvSpPr>
                <a:spLocks noChangeArrowheads="1"/>
              </p:cNvSpPr>
              <p:nvPr/>
            </p:nvSpPr>
            <p:spPr bwMode="auto">
              <a:xfrm>
                <a:off x="4882180" y="4689971"/>
                <a:ext cx="3551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56" name="矩形 55">
              <a:extLst>
                <a:ext uri="{FF2B5EF4-FFF2-40B4-BE49-F238E27FC236}">
                  <a16:creationId xmlns:a16="http://schemas.microsoft.com/office/drawing/2014/main" id="{1DD8390C-BE9A-7841-242B-397A0DF21DFF}"/>
                </a:ext>
              </a:extLst>
            </p:cNvPr>
            <p:cNvSpPr>
              <a:spLocks noChangeArrowheads="1"/>
            </p:cNvSpPr>
            <p:nvPr/>
          </p:nvSpPr>
          <p:spPr bwMode="auto">
            <a:xfrm>
              <a:off x="3691129" y="1330662"/>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g</a:t>
              </a:r>
            </a:p>
          </p:txBody>
        </p:sp>
      </p:grpSp>
      <p:sp>
        <p:nvSpPr>
          <p:cNvPr id="83" name="文本框 82">
            <a:extLst>
              <a:ext uri="{FF2B5EF4-FFF2-40B4-BE49-F238E27FC236}">
                <a16:creationId xmlns:a16="http://schemas.microsoft.com/office/drawing/2014/main" id="{3EECD77D-F632-FD06-BC52-235890EB5330}"/>
              </a:ext>
            </a:extLst>
          </p:cNvPr>
          <p:cNvSpPr txBox="1"/>
          <p:nvPr/>
        </p:nvSpPr>
        <p:spPr>
          <a:xfrm>
            <a:off x="1745126" y="593219"/>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7</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85" name="任意多边形: 形状 84">
            <a:extLst>
              <a:ext uri="{FF2B5EF4-FFF2-40B4-BE49-F238E27FC236}">
                <a16:creationId xmlns:a16="http://schemas.microsoft.com/office/drawing/2014/main" id="{4201E9DB-5F60-427F-08CE-317C4038745B}"/>
              </a:ext>
            </a:extLst>
          </p:cNvPr>
          <p:cNvSpPr/>
          <p:nvPr/>
        </p:nvSpPr>
        <p:spPr>
          <a:xfrm>
            <a:off x="5268534" y="982879"/>
            <a:ext cx="3076679"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DF0C16CA-DE4F-504A-469E-5A399BAC7960}"/>
              </a:ext>
            </a:extLst>
          </p:cNvPr>
          <p:cNvGrpSpPr/>
          <p:nvPr/>
        </p:nvGrpSpPr>
        <p:grpSpPr>
          <a:xfrm>
            <a:off x="2064687" y="952057"/>
            <a:ext cx="327539" cy="522744"/>
            <a:chOff x="6837826" y="955508"/>
            <a:chExt cx="434715" cy="698898"/>
          </a:xfrm>
        </p:grpSpPr>
        <p:grpSp>
          <p:nvGrpSpPr>
            <p:cNvPr id="47" name="组合 46">
              <a:extLst>
                <a:ext uri="{FF2B5EF4-FFF2-40B4-BE49-F238E27FC236}">
                  <a16:creationId xmlns:a16="http://schemas.microsoft.com/office/drawing/2014/main" id="{4CB8D8B7-F96D-13C8-3443-4F509747062A}"/>
                </a:ext>
              </a:extLst>
            </p:cNvPr>
            <p:cNvGrpSpPr/>
            <p:nvPr/>
          </p:nvGrpSpPr>
          <p:grpSpPr>
            <a:xfrm>
              <a:off x="6837826" y="955508"/>
              <a:ext cx="434715" cy="432000"/>
              <a:chOff x="4855734" y="4599632"/>
              <a:chExt cx="434715" cy="432000"/>
            </a:xfrm>
          </p:grpSpPr>
          <p:sp>
            <p:nvSpPr>
              <p:cNvPr id="49" name="椭圆 48">
                <a:extLst>
                  <a:ext uri="{FF2B5EF4-FFF2-40B4-BE49-F238E27FC236}">
                    <a16:creationId xmlns:a16="http://schemas.microsoft.com/office/drawing/2014/main" id="{E5324719-07AE-5800-2A7D-08C1FEC12DF7}"/>
                  </a:ext>
                </a:extLst>
              </p:cNvPr>
              <p:cNvSpPr>
                <a:spLocks noChangeArrowheads="1"/>
              </p:cNvSpPr>
              <p:nvPr/>
            </p:nvSpPr>
            <p:spPr bwMode="auto">
              <a:xfrm>
                <a:off x="4858449" y="4599632"/>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矩形 49">
                <a:extLst>
                  <a:ext uri="{FF2B5EF4-FFF2-40B4-BE49-F238E27FC236}">
                    <a16:creationId xmlns:a16="http://schemas.microsoft.com/office/drawing/2014/main" id="{4F804E26-BFB1-C37A-ADA2-E3312DC2564D}"/>
                  </a:ext>
                </a:extLst>
              </p:cNvPr>
              <p:cNvSpPr>
                <a:spLocks noChangeArrowheads="1"/>
              </p:cNvSpPr>
              <p:nvPr/>
            </p:nvSpPr>
            <p:spPr bwMode="auto">
              <a:xfrm>
                <a:off x="4855734" y="466971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48" name="矩形 47">
              <a:extLst>
                <a:ext uri="{FF2B5EF4-FFF2-40B4-BE49-F238E27FC236}">
                  <a16:creationId xmlns:a16="http://schemas.microsoft.com/office/drawing/2014/main" id="{D91AE843-1D9A-02A5-E9F5-47D8991ED913}"/>
                </a:ext>
              </a:extLst>
            </p:cNvPr>
            <p:cNvSpPr>
              <a:spLocks noChangeArrowheads="1"/>
            </p:cNvSpPr>
            <p:nvPr/>
          </p:nvSpPr>
          <p:spPr bwMode="auto">
            <a:xfrm>
              <a:off x="6942322" y="1377407"/>
              <a:ext cx="235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h</a:t>
              </a:r>
            </a:p>
          </p:txBody>
        </p:sp>
      </p:grpSp>
      <p:sp>
        <p:nvSpPr>
          <p:cNvPr id="86" name="文本框 85">
            <a:extLst>
              <a:ext uri="{FF2B5EF4-FFF2-40B4-BE49-F238E27FC236}">
                <a16:creationId xmlns:a16="http://schemas.microsoft.com/office/drawing/2014/main" id="{8E3DA198-7AF0-8E51-ABA5-DA95C91102FF}"/>
              </a:ext>
            </a:extLst>
          </p:cNvPr>
          <p:cNvSpPr txBox="1"/>
          <p:nvPr/>
        </p:nvSpPr>
        <p:spPr>
          <a:xfrm>
            <a:off x="1739124" y="593812"/>
            <a:ext cx="209146" cy="269304"/>
          </a:xfrm>
          <a:prstGeom prst="rect">
            <a:avLst/>
          </a:prstGeom>
          <a:noFill/>
        </p:spPr>
        <p:txBody>
          <a:bodyPr wrap="square" lIns="36000" tIns="0" rIns="36000" bIns="0" rtlCol="0" anchor="ctr">
            <a:spAutoFit/>
          </a:bodyPr>
          <a:lstStyle/>
          <a:p>
            <a:pPr>
              <a:lnSpc>
                <a:spcPts val="2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8</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88" name="任意多边形: 形状 87">
            <a:extLst>
              <a:ext uri="{FF2B5EF4-FFF2-40B4-BE49-F238E27FC236}">
                <a16:creationId xmlns:a16="http://schemas.microsoft.com/office/drawing/2014/main" id="{45B60D4B-4262-8139-5FF8-D38F6365C893}"/>
              </a:ext>
            </a:extLst>
          </p:cNvPr>
          <p:cNvSpPr/>
          <p:nvPr/>
        </p:nvSpPr>
        <p:spPr>
          <a:xfrm>
            <a:off x="6070788" y="1013439"/>
            <a:ext cx="3076679"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030FD68D-FA84-30B9-690E-287C926BC6D2}"/>
              </a:ext>
            </a:extLst>
          </p:cNvPr>
          <p:cNvSpPr txBox="1"/>
          <p:nvPr/>
        </p:nvSpPr>
        <p:spPr>
          <a:xfrm>
            <a:off x="147232" y="4859073"/>
            <a:ext cx="697627" cy="400110"/>
          </a:xfrm>
          <a:prstGeom prst="rect">
            <a:avLst/>
          </a:prstGeom>
          <a:noFill/>
        </p:spPr>
        <p:txBody>
          <a:bodyPr wrap="none" rtlCol="0">
            <a:spAutoFit/>
          </a:bodyPr>
          <a:lstStyle/>
          <a:p>
            <a:r>
              <a:rPr lang="zh-CN" altLang="en-US" sz="2000" b="1" dirty="0">
                <a:solidFill>
                  <a:srgbClr val="C00000"/>
                </a:solidFill>
                <a:effectLst>
                  <a:outerShdw blurRad="38100" dist="38100" dir="2700000" algn="tl">
                    <a:srgbClr val="000000">
                      <a:alpha val="43137"/>
                    </a:srgbClr>
                  </a:outerShdw>
                </a:effectLst>
                <a:latin typeface="+mj-ea"/>
                <a:ea typeface="+mj-ea"/>
              </a:rPr>
              <a:t>建堆</a:t>
            </a:r>
          </a:p>
        </p:txBody>
      </p:sp>
      <p:sp>
        <p:nvSpPr>
          <p:cNvPr id="94" name="左大括号 93">
            <a:extLst>
              <a:ext uri="{FF2B5EF4-FFF2-40B4-BE49-F238E27FC236}">
                <a16:creationId xmlns:a16="http://schemas.microsoft.com/office/drawing/2014/main" id="{1E353F0E-F22E-1F08-7600-00016A50B05C}"/>
              </a:ext>
            </a:extLst>
          </p:cNvPr>
          <p:cNvSpPr/>
          <p:nvPr/>
        </p:nvSpPr>
        <p:spPr>
          <a:xfrm>
            <a:off x="762496" y="4219903"/>
            <a:ext cx="484658" cy="1706192"/>
          </a:xfrm>
          <a:prstGeom prst="leftBrace">
            <a:avLst/>
          </a:prstGeom>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01409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1000" fill="hold"/>
                                        <p:tgtEl>
                                          <p:spTgt spid="3"/>
                                        </p:tgtEl>
                                        <p:attrNameLst>
                                          <p:attrName>ppt_w</p:attrName>
                                        </p:attrNameLst>
                                      </p:cBhvr>
                                      <p:tavLst>
                                        <p:tav tm="0">
                                          <p:val>
                                            <p:fltVal val="0"/>
                                          </p:val>
                                        </p:tav>
                                        <p:tav tm="100000">
                                          <p:val>
                                            <p:strVal val="#ppt_w"/>
                                          </p:val>
                                        </p:tav>
                                      </p:tavLst>
                                    </p:anim>
                                    <p:anim calcmode="lin" valueType="num">
                                      <p:cBhvr>
                                        <p:cTn id="16" dur="1000" fill="hold"/>
                                        <p:tgtEl>
                                          <p:spTgt spid="3"/>
                                        </p:tgtEl>
                                        <p:attrNameLst>
                                          <p:attrName>ppt_h</p:attrName>
                                        </p:attrNameLst>
                                      </p:cBhvr>
                                      <p:tavLst>
                                        <p:tav tm="0">
                                          <p:val>
                                            <p:fltVal val="0"/>
                                          </p:val>
                                        </p:tav>
                                        <p:tav tm="100000">
                                          <p:val>
                                            <p:strVal val="#ppt_h"/>
                                          </p:val>
                                        </p:tav>
                                      </p:tavLst>
                                    </p:anim>
                                    <p:anim calcmode="lin" valueType="num">
                                      <p:cBhvr>
                                        <p:cTn id="17" dur="1000" fill="hold"/>
                                        <p:tgtEl>
                                          <p:spTgt spid="3"/>
                                        </p:tgtEl>
                                        <p:attrNameLst>
                                          <p:attrName>style.rotation</p:attrName>
                                        </p:attrNameLst>
                                      </p:cBhvr>
                                      <p:tavLst>
                                        <p:tav tm="0">
                                          <p:val>
                                            <p:fltVal val="90"/>
                                          </p:val>
                                        </p:tav>
                                        <p:tav tm="100000">
                                          <p:val>
                                            <p:fltVal val="0"/>
                                          </p:val>
                                        </p:tav>
                                      </p:tavLst>
                                    </p:anim>
                                    <p:animEffect transition="in" filter="fade">
                                      <p:cBhvr>
                                        <p:cTn id="18" dur="1000"/>
                                        <p:tgtEl>
                                          <p:spTgt spid="3"/>
                                        </p:tgtEl>
                                      </p:cBhvr>
                                    </p:animEffect>
                                  </p:childTnLst>
                                </p:cTn>
                              </p:par>
                            </p:childTnLst>
                          </p:cTn>
                        </p:par>
                        <p:par>
                          <p:cTn id="19" fill="hold">
                            <p:stCondLst>
                              <p:cond delay="1000"/>
                            </p:stCondLst>
                            <p:childTnLst>
                              <p:par>
                                <p:cTn id="20" presetID="49" presetClass="path" presetSubtype="0" accel="50000" decel="50000" fill="hold" grpId="1" nodeType="afterEffect">
                                  <p:stCondLst>
                                    <p:cond delay="0"/>
                                  </p:stCondLst>
                                  <p:childTnLst>
                                    <p:animMotion origin="layout" path="M -1.04167E-6 2.96296E-6 L 0.23542 0.20555 " pathEditMode="relative" rAng="0" ptsTypes="AA">
                                      <p:cBhvr>
                                        <p:cTn id="21" dur="1250" fill="hold"/>
                                        <p:tgtEl>
                                          <p:spTgt spid="3"/>
                                        </p:tgtEl>
                                        <p:attrNameLst>
                                          <p:attrName>ppt_x</p:attrName>
                                          <p:attrName>ppt_y</p:attrName>
                                        </p:attrNameLst>
                                      </p:cBhvr>
                                      <p:rCtr x="11771" y="10278"/>
                                    </p:animMotion>
                                  </p:childTnLst>
                                </p:cTn>
                              </p:par>
                            </p:childTnLst>
                          </p:cTn>
                        </p:par>
                        <p:par>
                          <p:cTn id="22" fill="hold">
                            <p:stCondLst>
                              <p:cond delay="2250"/>
                            </p:stCondLst>
                            <p:childTnLst>
                              <p:par>
                                <p:cTn id="23" presetID="31"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000" fill="hold"/>
                                        <p:tgtEl>
                                          <p:spTgt spid="5"/>
                                        </p:tgtEl>
                                        <p:attrNameLst>
                                          <p:attrName>ppt_w</p:attrName>
                                        </p:attrNameLst>
                                      </p:cBhvr>
                                      <p:tavLst>
                                        <p:tav tm="0">
                                          <p:val>
                                            <p:fltVal val="0"/>
                                          </p:val>
                                        </p:tav>
                                        <p:tav tm="100000">
                                          <p:val>
                                            <p:strVal val="#ppt_w"/>
                                          </p:val>
                                        </p:tav>
                                      </p:tavLst>
                                    </p:anim>
                                    <p:anim calcmode="lin" valueType="num">
                                      <p:cBhvr>
                                        <p:cTn id="26" dur="1000" fill="hold"/>
                                        <p:tgtEl>
                                          <p:spTgt spid="5"/>
                                        </p:tgtEl>
                                        <p:attrNameLst>
                                          <p:attrName>ppt_h</p:attrName>
                                        </p:attrNameLst>
                                      </p:cBhvr>
                                      <p:tavLst>
                                        <p:tav tm="0">
                                          <p:val>
                                            <p:fltVal val="0"/>
                                          </p:val>
                                        </p:tav>
                                        <p:tav tm="100000">
                                          <p:val>
                                            <p:strVal val="#ppt_h"/>
                                          </p:val>
                                        </p:tav>
                                      </p:tavLst>
                                    </p:anim>
                                    <p:anim calcmode="lin" valueType="num">
                                      <p:cBhvr>
                                        <p:cTn id="27" dur="1000" fill="hold"/>
                                        <p:tgtEl>
                                          <p:spTgt spid="5"/>
                                        </p:tgtEl>
                                        <p:attrNameLst>
                                          <p:attrName>style.rotation</p:attrName>
                                        </p:attrNameLst>
                                      </p:cBhvr>
                                      <p:tavLst>
                                        <p:tav tm="0">
                                          <p:val>
                                            <p:fltVal val="90"/>
                                          </p:val>
                                        </p:tav>
                                        <p:tav tm="100000">
                                          <p:val>
                                            <p:fltVal val="0"/>
                                          </p:val>
                                        </p:tav>
                                      </p:tavLst>
                                    </p:anim>
                                    <p:animEffect transition="in" filter="fade">
                                      <p:cBhvr>
                                        <p:cTn id="28" dur="1000"/>
                                        <p:tgtEl>
                                          <p:spTgt spid="5"/>
                                        </p:tgtEl>
                                      </p:cBhvr>
                                    </p:animEffect>
                                  </p:childTnLst>
                                </p:cTn>
                              </p:par>
                            </p:childTnLst>
                          </p:cTn>
                        </p:par>
                        <p:par>
                          <p:cTn id="29" fill="hold">
                            <p:stCondLst>
                              <p:cond delay="3250"/>
                            </p:stCondLst>
                            <p:childTnLst>
                              <p:par>
                                <p:cTn id="30" presetID="49" presetClass="path" presetSubtype="0" accel="50000" decel="50000" fill="hold" grpId="1" nodeType="afterEffect">
                                  <p:stCondLst>
                                    <p:cond delay="0"/>
                                  </p:stCondLst>
                                  <p:childTnLst>
                                    <p:animMotion origin="layout" path="M -1.04167E-6 -3.7037E-7 L 0.38412 0.16482 " pathEditMode="relative" rAng="0" ptsTypes="AA">
                                      <p:cBhvr>
                                        <p:cTn id="31" dur="1250" fill="hold"/>
                                        <p:tgtEl>
                                          <p:spTgt spid="5"/>
                                        </p:tgtEl>
                                        <p:attrNameLst>
                                          <p:attrName>ppt_x</p:attrName>
                                          <p:attrName>ppt_y</p:attrName>
                                        </p:attrNameLst>
                                      </p:cBhvr>
                                      <p:rCtr x="19206" y="8241"/>
                                    </p:animMotion>
                                  </p:childTnLst>
                                </p:cTn>
                              </p:par>
                            </p:childTnLst>
                          </p:cTn>
                        </p:par>
                        <p:par>
                          <p:cTn id="32" fill="hold">
                            <p:stCondLst>
                              <p:cond delay="4500"/>
                            </p:stCondLst>
                            <p:childTnLst>
                              <p:par>
                                <p:cTn id="33" presetID="31" presetClass="entr" presetSubtype="0" fill="hold" grpId="0" nodeType="afterEffect">
                                  <p:stCondLst>
                                    <p:cond delay="0"/>
                                  </p:stCondLst>
                                  <p:childTnLst>
                                    <p:set>
                                      <p:cBhvr>
                                        <p:cTn id="34" dur="1" fill="hold">
                                          <p:stCondLst>
                                            <p:cond delay="0"/>
                                          </p:stCondLst>
                                        </p:cTn>
                                        <p:tgtEl>
                                          <p:spTgt spid="74"/>
                                        </p:tgtEl>
                                        <p:attrNameLst>
                                          <p:attrName>style.visibility</p:attrName>
                                        </p:attrNameLst>
                                      </p:cBhvr>
                                      <p:to>
                                        <p:strVal val="visible"/>
                                      </p:to>
                                    </p:set>
                                    <p:anim calcmode="lin" valueType="num">
                                      <p:cBhvr>
                                        <p:cTn id="35" dur="1000" fill="hold"/>
                                        <p:tgtEl>
                                          <p:spTgt spid="74"/>
                                        </p:tgtEl>
                                        <p:attrNameLst>
                                          <p:attrName>ppt_w</p:attrName>
                                        </p:attrNameLst>
                                      </p:cBhvr>
                                      <p:tavLst>
                                        <p:tav tm="0">
                                          <p:val>
                                            <p:fltVal val="0"/>
                                          </p:val>
                                        </p:tav>
                                        <p:tav tm="100000">
                                          <p:val>
                                            <p:strVal val="#ppt_w"/>
                                          </p:val>
                                        </p:tav>
                                      </p:tavLst>
                                    </p:anim>
                                    <p:anim calcmode="lin" valueType="num">
                                      <p:cBhvr>
                                        <p:cTn id="36" dur="1000" fill="hold"/>
                                        <p:tgtEl>
                                          <p:spTgt spid="74"/>
                                        </p:tgtEl>
                                        <p:attrNameLst>
                                          <p:attrName>ppt_h</p:attrName>
                                        </p:attrNameLst>
                                      </p:cBhvr>
                                      <p:tavLst>
                                        <p:tav tm="0">
                                          <p:val>
                                            <p:fltVal val="0"/>
                                          </p:val>
                                        </p:tav>
                                        <p:tav tm="100000">
                                          <p:val>
                                            <p:strVal val="#ppt_h"/>
                                          </p:val>
                                        </p:tav>
                                      </p:tavLst>
                                    </p:anim>
                                    <p:anim calcmode="lin" valueType="num">
                                      <p:cBhvr>
                                        <p:cTn id="37" dur="1000" fill="hold"/>
                                        <p:tgtEl>
                                          <p:spTgt spid="74"/>
                                        </p:tgtEl>
                                        <p:attrNameLst>
                                          <p:attrName>style.rotation</p:attrName>
                                        </p:attrNameLst>
                                      </p:cBhvr>
                                      <p:tavLst>
                                        <p:tav tm="0">
                                          <p:val>
                                            <p:fltVal val="90"/>
                                          </p:val>
                                        </p:tav>
                                        <p:tav tm="100000">
                                          <p:val>
                                            <p:fltVal val="0"/>
                                          </p:val>
                                        </p:tav>
                                      </p:tavLst>
                                    </p:anim>
                                    <p:animEffect transition="in" filter="fade">
                                      <p:cBhvr>
                                        <p:cTn id="38" dur="1000"/>
                                        <p:tgtEl>
                                          <p:spTgt spid="74"/>
                                        </p:tgtEl>
                                      </p:cBhvr>
                                    </p:animEffect>
                                  </p:childTnLst>
                                </p:cTn>
                              </p:par>
                            </p:childTnLst>
                          </p:cTn>
                        </p:par>
                        <p:par>
                          <p:cTn id="39" fill="hold">
                            <p:stCondLst>
                              <p:cond delay="5500"/>
                            </p:stCondLst>
                            <p:childTnLst>
                              <p:par>
                                <p:cTn id="40" presetID="49" presetClass="path" presetSubtype="0" accel="50000" decel="50000" fill="hold" grpId="1" nodeType="afterEffect">
                                  <p:stCondLst>
                                    <p:cond delay="0"/>
                                  </p:stCondLst>
                                  <p:childTnLst>
                                    <p:animMotion origin="layout" path="M 4.16667E-7 3.33333E-6 L 0.50404 0.12592 " pathEditMode="relative" rAng="0" ptsTypes="AA">
                                      <p:cBhvr>
                                        <p:cTn id="41" dur="1250" fill="hold"/>
                                        <p:tgtEl>
                                          <p:spTgt spid="74"/>
                                        </p:tgtEl>
                                        <p:attrNameLst>
                                          <p:attrName>ppt_x</p:attrName>
                                          <p:attrName>ppt_y</p:attrName>
                                        </p:attrNameLst>
                                      </p:cBhvr>
                                      <p:rCtr x="25195" y="6296"/>
                                    </p:animMotion>
                                  </p:childTnLst>
                                </p:cTn>
                              </p:par>
                            </p:childTnLst>
                          </p:cTn>
                        </p:par>
                        <p:par>
                          <p:cTn id="42" fill="hold">
                            <p:stCondLst>
                              <p:cond delay="6750"/>
                            </p:stCondLst>
                            <p:childTnLst>
                              <p:par>
                                <p:cTn id="43" presetID="22" presetClass="entr" presetSubtype="8" fill="hold" nodeType="afterEffect">
                                  <p:stCondLst>
                                    <p:cond delay="0"/>
                                  </p:stCondLst>
                                  <p:childTnLst>
                                    <p:set>
                                      <p:cBhvr>
                                        <p:cTn id="44" dur="1" fill="hold">
                                          <p:stCondLst>
                                            <p:cond delay="0"/>
                                          </p:stCondLst>
                                        </p:cTn>
                                        <p:tgtEl>
                                          <p:spTgt spid="79"/>
                                        </p:tgtEl>
                                        <p:attrNameLst>
                                          <p:attrName>style.visibility</p:attrName>
                                        </p:attrNameLst>
                                      </p:cBhvr>
                                      <p:to>
                                        <p:strVal val="visible"/>
                                      </p:to>
                                    </p:set>
                                    <p:animEffect transition="in" filter="wipe(left)">
                                      <p:cBhvr>
                                        <p:cTn id="45" dur="1000"/>
                                        <p:tgtEl>
                                          <p:spTgt spid="79"/>
                                        </p:tgtEl>
                                      </p:cBhvr>
                                    </p:animEffect>
                                  </p:childTnLst>
                                </p:cTn>
                              </p:par>
                            </p:childTnLst>
                          </p:cTn>
                        </p:par>
                        <p:par>
                          <p:cTn id="46" fill="hold">
                            <p:stCondLst>
                              <p:cond delay="7750"/>
                            </p:stCondLst>
                            <p:childTnLst>
                              <p:par>
                                <p:cTn id="47" presetID="22" presetClass="entr" presetSubtype="2" fill="hold" grpId="0" nodeType="afterEffect">
                                  <p:stCondLst>
                                    <p:cond delay="0"/>
                                  </p:stCondLst>
                                  <p:childTnLst>
                                    <p:set>
                                      <p:cBhvr>
                                        <p:cTn id="48" dur="1" fill="hold">
                                          <p:stCondLst>
                                            <p:cond delay="0"/>
                                          </p:stCondLst>
                                        </p:cTn>
                                        <p:tgtEl>
                                          <p:spTgt spid="94"/>
                                        </p:tgtEl>
                                        <p:attrNameLst>
                                          <p:attrName>style.visibility</p:attrName>
                                        </p:attrNameLst>
                                      </p:cBhvr>
                                      <p:to>
                                        <p:strVal val="visible"/>
                                      </p:to>
                                    </p:set>
                                    <p:animEffect transition="in" filter="wipe(right)">
                                      <p:cBhvr>
                                        <p:cTn id="49" dur="750"/>
                                        <p:tgtEl>
                                          <p:spTgt spid="94"/>
                                        </p:tgtEl>
                                      </p:cBhvr>
                                    </p:animEffect>
                                  </p:childTnLst>
                                </p:cTn>
                              </p:par>
                            </p:childTnLst>
                          </p:cTn>
                        </p:par>
                        <p:par>
                          <p:cTn id="50" fill="hold">
                            <p:stCondLst>
                              <p:cond delay="8500"/>
                            </p:stCondLst>
                            <p:childTnLst>
                              <p:par>
                                <p:cTn id="51" presetID="17" presetClass="entr" presetSubtype="10" fill="hold" grpId="0" nodeType="afterEffect">
                                  <p:stCondLst>
                                    <p:cond delay="0"/>
                                  </p:stCondLst>
                                  <p:childTnLst>
                                    <p:set>
                                      <p:cBhvr>
                                        <p:cTn id="52" dur="1" fill="hold">
                                          <p:stCondLst>
                                            <p:cond delay="0"/>
                                          </p:stCondLst>
                                        </p:cTn>
                                        <p:tgtEl>
                                          <p:spTgt spid="92"/>
                                        </p:tgtEl>
                                        <p:attrNameLst>
                                          <p:attrName>style.visibility</p:attrName>
                                        </p:attrNameLst>
                                      </p:cBhvr>
                                      <p:to>
                                        <p:strVal val="visible"/>
                                      </p:to>
                                    </p:set>
                                    <p:anim calcmode="lin" valueType="num">
                                      <p:cBhvr>
                                        <p:cTn id="53" dur="750" fill="hold"/>
                                        <p:tgtEl>
                                          <p:spTgt spid="92"/>
                                        </p:tgtEl>
                                        <p:attrNameLst>
                                          <p:attrName>ppt_w</p:attrName>
                                        </p:attrNameLst>
                                      </p:cBhvr>
                                      <p:tavLst>
                                        <p:tav tm="0">
                                          <p:val>
                                            <p:fltVal val="0"/>
                                          </p:val>
                                        </p:tav>
                                        <p:tav tm="100000">
                                          <p:val>
                                            <p:strVal val="#ppt_w"/>
                                          </p:val>
                                        </p:tav>
                                      </p:tavLst>
                                    </p:anim>
                                    <p:anim calcmode="lin" valueType="num">
                                      <p:cBhvr>
                                        <p:cTn id="54" dur="750" fill="hold"/>
                                        <p:tgtEl>
                                          <p:spTgt spid="92"/>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8" fill="hold" nodeType="clickEffect">
                                  <p:stCondLst>
                                    <p:cond delay="0"/>
                                  </p:stCondLst>
                                  <p:childTnLst>
                                    <p:set>
                                      <p:cBhvr>
                                        <p:cTn id="58" dur="1" fill="hold">
                                          <p:stCondLst>
                                            <p:cond delay="0"/>
                                          </p:stCondLst>
                                        </p:cTn>
                                        <p:tgtEl>
                                          <p:spTgt spid="77"/>
                                        </p:tgtEl>
                                        <p:attrNameLst>
                                          <p:attrName>style.visibility</p:attrName>
                                        </p:attrNameLst>
                                      </p:cBhvr>
                                      <p:to>
                                        <p:strVal val="visible"/>
                                      </p:to>
                                    </p:set>
                                    <p:anim calcmode="lin" valueType="num">
                                      <p:cBhvr>
                                        <p:cTn id="59" dur="1000" fill="hold"/>
                                        <p:tgtEl>
                                          <p:spTgt spid="77"/>
                                        </p:tgtEl>
                                        <p:attrNameLst>
                                          <p:attrName>ppt_x</p:attrName>
                                        </p:attrNameLst>
                                      </p:cBhvr>
                                      <p:tavLst>
                                        <p:tav tm="0">
                                          <p:val>
                                            <p:strVal val="#ppt_x-#ppt_w/2"/>
                                          </p:val>
                                        </p:tav>
                                        <p:tav tm="100000">
                                          <p:val>
                                            <p:strVal val="#ppt_x"/>
                                          </p:val>
                                        </p:tav>
                                      </p:tavLst>
                                    </p:anim>
                                    <p:anim calcmode="lin" valueType="num">
                                      <p:cBhvr>
                                        <p:cTn id="60" dur="1000" fill="hold"/>
                                        <p:tgtEl>
                                          <p:spTgt spid="77"/>
                                        </p:tgtEl>
                                        <p:attrNameLst>
                                          <p:attrName>ppt_y</p:attrName>
                                        </p:attrNameLst>
                                      </p:cBhvr>
                                      <p:tavLst>
                                        <p:tav tm="0">
                                          <p:val>
                                            <p:strVal val="#ppt_y"/>
                                          </p:val>
                                        </p:tav>
                                        <p:tav tm="100000">
                                          <p:val>
                                            <p:strVal val="#ppt_y"/>
                                          </p:val>
                                        </p:tav>
                                      </p:tavLst>
                                    </p:anim>
                                    <p:anim calcmode="lin" valueType="num">
                                      <p:cBhvr>
                                        <p:cTn id="61" dur="1000" fill="hold"/>
                                        <p:tgtEl>
                                          <p:spTgt spid="77"/>
                                        </p:tgtEl>
                                        <p:attrNameLst>
                                          <p:attrName>ppt_w</p:attrName>
                                        </p:attrNameLst>
                                      </p:cBhvr>
                                      <p:tavLst>
                                        <p:tav tm="0">
                                          <p:val>
                                            <p:fltVal val="0"/>
                                          </p:val>
                                        </p:tav>
                                        <p:tav tm="100000">
                                          <p:val>
                                            <p:strVal val="#ppt_w"/>
                                          </p:val>
                                        </p:tav>
                                      </p:tavLst>
                                    </p:anim>
                                    <p:anim calcmode="lin" valueType="num">
                                      <p:cBhvr>
                                        <p:cTn id="62" dur="1000" fill="hold"/>
                                        <p:tgtEl>
                                          <p:spTgt spid="77"/>
                                        </p:tgtEl>
                                        <p:attrNameLst>
                                          <p:attrName>ppt_h</p:attrName>
                                        </p:attrNameLst>
                                      </p:cBhvr>
                                      <p:tavLst>
                                        <p:tav tm="0">
                                          <p:val>
                                            <p:strVal val="#ppt_h"/>
                                          </p:val>
                                        </p:tav>
                                        <p:tav tm="100000">
                                          <p:val>
                                            <p:strVal val="#ppt_h"/>
                                          </p:val>
                                        </p:tav>
                                      </p:tavLst>
                                    </p:anim>
                                  </p:childTnLst>
                                </p:cTn>
                              </p:par>
                              <p:par>
                                <p:cTn id="63" presetID="10" presetClass="entr" presetSubtype="0" fill="hold" grpId="0" nodeType="withEffect">
                                  <p:stCondLst>
                                    <p:cond delay="750"/>
                                  </p:stCondLst>
                                  <p:childTnLst>
                                    <p:set>
                                      <p:cBhvr>
                                        <p:cTn id="64" dur="1" fill="hold">
                                          <p:stCondLst>
                                            <p:cond delay="0"/>
                                          </p:stCondLst>
                                        </p:cTn>
                                        <p:tgtEl>
                                          <p:spTgt spid="97"/>
                                        </p:tgtEl>
                                        <p:attrNameLst>
                                          <p:attrName>style.visibility</p:attrName>
                                        </p:attrNameLst>
                                      </p:cBhvr>
                                      <p:to>
                                        <p:strVal val="visible"/>
                                      </p:to>
                                    </p:set>
                                    <p:animEffect transition="in" filter="fade">
                                      <p:cBhvr>
                                        <p:cTn id="65" dur="500"/>
                                        <p:tgtEl>
                                          <p:spTgt spid="97"/>
                                        </p:tgtEl>
                                      </p:cBhvr>
                                    </p:animEffect>
                                  </p:childTnLst>
                                </p:cTn>
                              </p:par>
                            </p:childTnLst>
                          </p:cTn>
                        </p:par>
                        <p:par>
                          <p:cTn id="66" fill="hold">
                            <p:stCondLst>
                              <p:cond delay="1250"/>
                            </p:stCondLst>
                            <p:childTnLst>
                              <p:par>
                                <p:cTn id="67" presetID="22" presetClass="exit" presetSubtype="2" fill="hold" nodeType="afterEffect">
                                  <p:stCondLst>
                                    <p:cond delay="0"/>
                                  </p:stCondLst>
                                  <p:childTnLst>
                                    <p:animEffect transition="out" filter="wipe(right)">
                                      <p:cBhvr>
                                        <p:cTn id="68" dur="500"/>
                                        <p:tgtEl>
                                          <p:spTgt spid="79"/>
                                        </p:tgtEl>
                                      </p:cBhvr>
                                    </p:animEffect>
                                    <p:set>
                                      <p:cBhvr>
                                        <p:cTn id="69" dur="1" fill="hold">
                                          <p:stCondLst>
                                            <p:cond delay="499"/>
                                          </p:stCondLst>
                                        </p:cTn>
                                        <p:tgtEl>
                                          <p:spTgt spid="79"/>
                                        </p:tgtEl>
                                        <p:attrNameLst>
                                          <p:attrName>style.visibility</p:attrName>
                                        </p:attrNameLst>
                                      </p:cBhvr>
                                      <p:to>
                                        <p:strVal val="hidden"/>
                                      </p:to>
                                    </p:set>
                                  </p:childTnLst>
                                </p:cTn>
                              </p:par>
                            </p:childTnLst>
                          </p:cTn>
                        </p:par>
                        <p:par>
                          <p:cTn id="70" fill="hold">
                            <p:stCondLst>
                              <p:cond delay="1750"/>
                            </p:stCondLst>
                            <p:childTnLst>
                              <p:par>
                                <p:cTn id="71" presetID="22" presetClass="entr" presetSubtype="8" fill="hold" nodeType="afterEffect">
                                  <p:stCondLst>
                                    <p:cond delay="0"/>
                                  </p:stCondLst>
                                  <p:childTnLst>
                                    <p:set>
                                      <p:cBhvr>
                                        <p:cTn id="72" dur="1" fill="hold">
                                          <p:stCondLst>
                                            <p:cond delay="0"/>
                                          </p:stCondLst>
                                        </p:cTn>
                                        <p:tgtEl>
                                          <p:spTgt spid="82"/>
                                        </p:tgtEl>
                                        <p:attrNameLst>
                                          <p:attrName>style.visibility</p:attrName>
                                        </p:attrNameLst>
                                      </p:cBhvr>
                                      <p:to>
                                        <p:strVal val="visible"/>
                                      </p:to>
                                    </p:set>
                                    <p:animEffect transition="in" filter="wipe(left)">
                                      <p:cBhvr>
                                        <p:cTn id="73" dur="1000"/>
                                        <p:tgtEl>
                                          <p:spTgt spid="82"/>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81"/>
                                        </p:tgtEl>
                                        <p:attrNameLst>
                                          <p:attrName>style.visibility</p:attrName>
                                        </p:attrNameLst>
                                      </p:cBhvr>
                                      <p:to>
                                        <p:strVal val="visible"/>
                                      </p:to>
                                    </p:set>
                                    <p:animEffect transition="in" filter="fade">
                                      <p:cBhvr>
                                        <p:cTn id="78" dur="1000"/>
                                        <p:tgtEl>
                                          <p:spTgt spid="81"/>
                                        </p:tgtEl>
                                      </p:cBhvr>
                                    </p:animEffect>
                                    <p:anim calcmode="lin" valueType="num">
                                      <p:cBhvr>
                                        <p:cTn id="79" dur="1000" fill="hold"/>
                                        <p:tgtEl>
                                          <p:spTgt spid="81"/>
                                        </p:tgtEl>
                                        <p:attrNameLst>
                                          <p:attrName>ppt_x</p:attrName>
                                        </p:attrNameLst>
                                      </p:cBhvr>
                                      <p:tavLst>
                                        <p:tav tm="0">
                                          <p:val>
                                            <p:strVal val="#ppt_x"/>
                                          </p:val>
                                        </p:tav>
                                        <p:tav tm="100000">
                                          <p:val>
                                            <p:strVal val="#ppt_x"/>
                                          </p:val>
                                        </p:tav>
                                      </p:tavLst>
                                    </p:anim>
                                    <p:anim calcmode="lin" valueType="num">
                                      <p:cBhvr>
                                        <p:cTn id="80" dur="1000" fill="hold"/>
                                        <p:tgtEl>
                                          <p:spTgt spid="81"/>
                                        </p:tgtEl>
                                        <p:attrNameLst>
                                          <p:attrName>ppt_y</p:attrName>
                                        </p:attrNameLst>
                                      </p:cBhvr>
                                      <p:tavLst>
                                        <p:tav tm="0">
                                          <p:val>
                                            <p:strVal val="#ppt_y+.1"/>
                                          </p:val>
                                        </p:tav>
                                        <p:tav tm="100000">
                                          <p:val>
                                            <p:strVal val="#ppt_y"/>
                                          </p:val>
                                        </p:tav>
                                      </p:tavLst>
                                    </p:anim>
                                  </p:childTnLst>
                                </p:cTn>
                              </p:par>
                            </p:childTnLst>
                          </p:cTn>
                        </p:par>
                        <p:par>
                          <p:cTn id="81" fill="hold">
                            <p:stCondLst>
                              <p:cond delay="1000"/>
                            </p:stCondLst>
                            <p:childTnLst>
                              <p:par>
                                <p:cTn id="82" presetID="22" presetClass="exit" presetSubtype="2" fill="hold" nodeType="afterEffect">
                                  <p:stCondLst>
                                    <p:cond delay="0"/>
                                  </p:stCondLst>
                                  <p:childTnLst>
                                    <p:animEffect transition="out" filter="wipe(right)">
                                      <p:cBhvr>
                                        <p:cTn id="83" dur="500"/>
                                        <p:tgtEl>
                                          <p:spTgt spid="82"/>
                                        </p:tgtEl>
                                      </p:cBhvr>
                                    </p:animEffect>
                                    <p:set>
                                      <p:cBhvr>
                                        <p:cTn id="84" dur="1" fill="hold">
                                          <p:stCondLst>
                                            <p:cond delay="499"/>
                                          </p:stCondLst>
                                        </p:cTn>
                                        <p:tgtEl>
                                          <p:spTgt spid="82"/>
                                        </p:tgtEl>
                                        <p:attrNameLst>
                                          <p:attrName>style.visibility</p:attrName>
                                        </p:attrNameLst>
                                      </p:cBhvr>
                                      <p:to>
                                        <p:strVal val="hidden"/>
                                      </p:to>
                                    </p:set>
                                  </p:childTnLst>
                                </p:cTn>
                              </p:par>
                            </p:childTnLst>
                          </p:cTn>
                        </p:par>
                        <p:par>
                          <p:cTn id="85" fill="hold">
                            <p:stCondLst>
                              <p:cond delay="1500"/>
                            </p:stCondLst>
                            <p:childTnLst>
                              <p:par>
                                <p:cTn id="86" presetID="22" presetClass="entr" presetSubtype="8" fill="hold" nodeType="afterEffect">
                                  <p:stCondLst>
                                    <p:cond delay="0"/>
                                  </p:stCondLst>
                                  <p:childTnLst>
                                    <p:set>
                                      <p:cBhvr>
                                        <p:cTn id="87" dur="1" fill="hold">
                                          <p:stCondLst>
                                            <p:cond delay="0"/>
                                          </p:stCondLst>
                                        </p:cTn>
                                        <p:tgtEl>
                                          <p:spTgt spid="84"/>
                                        </p:tgtEl>
                                        <p:attrNameLst>
                                          <p:attrName>style.visibility</p:attrName>
                                        </p:attrNameLst>
                                      </p:cBhvr>
                                      <p:to>
                                        <p:strVal val="visible"/>
                                      </p:to>
                                    </p:set>
                                    <p:animEffect transition="in" filter="wipe(left)">
                                      <p:cBhvr>
                                        <p:cTn id="88" dur="1000"/>
                                        <p:tgtEl>
                                          <p:spTgt spid="84"/>
                                        </p:tgtEl>
                                      </p:cBhvr>
                                    </p:animEffec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99"/>
                                        </p:tgtEl>
                                        <p:attrNameLst>
                                          <p:attrName>style.visibility</p:attrName>
                                        </p:attrNameLst>
                                      </p:cBhvr>
                                      <p:to>
                                        <p:strVal val="visible"/>
                                      </p:to>
                                    </p:set>
                                    <p:animEffect transition="in" filter="wheel(1)">
                                      <p:cBhvr>
                                        <p:cTn id="93" dur="1500"/>
                                        <p:tgtEl>
                                          <p:spTgt spid="99"/>
                                        </p:tgtEl>
                                      </p:cBhvr>
                                    </p:animEffect>
                                  </p:childTnLst>
                                </p:cTn>
                              </p:par>
                            </p:childTnLst>
                          </p:cTn>
                        </p:par>
                        <p:par>
                          <p:cTn id="94" fill="hold">
                            <p:stCondLst>
                              <p:cond delay="1500"/>
                            </p:stCondLst>
                            <p:childTnLst>
                              <p:par>
                                <p:cTn id="95" presetID="17" presetClass="entr" presetSubtype="8" fill="hold" nodeType="afterEffect">
                                  <p:stCondLst>
                                    <p:cond delay="0"/>
                                  </p:stCondLst>
                                  <p:childTnLst>
                                    <p:set>
                                      <p:cBhvr>
                                        <p:cTn id="96" dur="1" fill="hold">
                                          <p:stCondLst>
                                            <p:cond delay="0"/>
                                          </p:stCondLst>
                                        </p:cTn>
                                        <p:tgtEl>
                                          <p:spTgt spid="90"/>
                                        </p:tgtEl>
                                        <p:attrNameLst>
                                          <p:attrName>style.visibility</p:attrName>
                                        </p:attrNameLst>
                                      </p:cBhvr>
                                      <p:to>
                                        <p:strVal val="visible"/>
                                      </p:to>
                                    </p:set>
                                    <p:anim calcmode="lin" valueType="num">
                                      <p:cBhvr>
                                        <p:cTn id="97" dur="1000" fill="hold"/>
                                        <p:tgtEl>
                                          <p:spTgt spid="90"/>
                                        </p:tgtEl>
                                        <p:attrNameLst>
                                          <p:attrName>ppt_x</p:attrName>
                                        </p:attrNameLst>
                                      </p:cBhvr>
                                      <p:tavLst>
                                        <p:tav tm="0">
                                          <p:val>
                                            <p:strVal val="#ppt_x-#ppt_w/2"/>
                                          </p:val>
                                        </p:tav>
                                        <p:tav tm="100000">
                                          <p:val>
                                            <p:strVal val="#ppt_x"/>
                                          </p:val>
                                        </p:tav>
                                      </p:tavLst>
                                    </p:anim>
                                    <p:anim calcmode="lin" valueType="num">
                                      <p:cBhvr>
                                        <p:cTn id="98" dur="1000" fill="hold"/>
                                        <p:tgtEl>
                                          <p:spTgt spid="90"/>
                                        </p:tgtEl>
                                        <p:attrNameLst>
                                          <p:attrName>ppt_y</p:attrName>
                                        </p:attrNameLst>
                                      </p:cBhvr>
                                      <p:tavLst>
                                        <p:tav tm="0">
                                          <p:val>
                                            <p:strVal val="#ppt_y"/>
                                          </p:val>
                                        </p:tav>
                                        <p:tav tm="100000">
                                          <p:val>
                                            <p:strVal val="#ppt_y"/>
                                          </p:val>
                                        </p:tav>
                                      </p:tavLst>
                                    </p:anim>
                                    <p:anim calcmode="lin" valueType="num">
                                      <p:cBhvr>
                                        <p:cTn id="99" dur="1000" fill="hold"/>
                                        <p:tgtEl>
                                          <p:spTgt spid="90"/>
                                        </p:tgtEl>
                                        <p:attrNameLst>
                                          <p:attrName>ppt_w</p:attrName>
                                        </p:attrNameLst>
                                      </p:cBhvr>
                                      <p:tavLst>
                                        <p:tav tm="0">
                                          <p:val>
                                            <p:fltVal val="0"/>
                                          </p:val>
                                        </p:tav>
                                        <p:tav tm="100000">
                                          <p:val>
                                            <p:strVal val="#ppt_w"/>
                                          </p:val>
                                        </p:tav>
                                      </p:tavLst>
                                    </p:anim>
                                    <p:anim calcmode="lin" valueType="num">
                                      <p:cBhvr>
                                        <p:cTn id="100" dur="1000" fill="hold"/>
                                        <p:tgtEl>
                                          <p:spTgt spid="90"/>
                                        </p:tgtEl>
                                        <p:attrNameLst>
                                          <p:attrName>ppt_h</p:attrName>
                                        </p:attrNameLst>
                                      </p:cBhvr>
                                      <p:tavLst>
                                        <p:tav tm="0">
                                          <p:val>
                                            <p:strVal val="#ppt_h"/>
                                          </p:val>
                                        </p:tav>
                                        <p:tav tm="100000">
                                          <p:val>
                                            <p:strVal val="#ppt_h"/>
                                          </p:val>
                                        </p:tav>
                                      </p:tavLst>
                                    </p:anim>
                                  </p:childTnLst>
                                </p:cTn>
                              </p:par>
                              <p:par>
                                <p:cTn id="101" presetID="42" presetClass="entr" presetSubtype="0" fill="hold"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1000"/>
                                        <p:tgtEl>
                                          <p:spTgt spid="25"/>
                                        </p:tgtEl>
                                      </p:cBhvr>
                                    </p:animEffect>
                                    <p:anim calcmode="lin" valueType="num">
                                      <p:cBhvr>
                                        <p:cTn id="104" dur="1000" fill="hold"/>
                                        <p:tgtEl>
                                          <p:spTgt spid="25"/>
                                        </p:tgtEl>
                                        <p:attrNameLst>
                                          <p:attrName>ppt_x</p:attrName>
                                        </p:attrNameLst>
                                      </p:cBhvr>
                                      <p:tavLst>
                                        <p:tav tm="0">
                                          <p:val>
                                            <p:strVal val="#ppt_x"/>
                                          </p:val>
                                        </p:tav>
                                        <p:tav tm="100000">
                                          <p:val>
                                            <p:strVal val="#ppt_x"/>
                                          </p:val>
                                        </p:tav>
                                      </p:tavLst>
                                    </p:anim>
                                    <p:anim calcmode="lin" valueType="num">
                                      <p:cBhvr>
                                        <p:cTn id="105" dur="1000" fill="hold"/>
                                        <p:tgtEl>
                                          <p:spTgt spid="25"/>
                                        </p:tgtEl>
                                        <p:attrNameLst>
                                          <p:attrName>ppt_y</p:attrName>
                                        </p:attrNameLst>
                                      </p:cBhvr>
                                      <p:tavLst>
                                        <p:tav tm="0">
                                          <p:val>
                                            <p:strVal val="#ppt_y+.1"/>
                                          </p:val>
                                        </p:tav>
                                        <p:tav tm="100000">
                                          <p:val>
                                            <p:strVal val="#ppt_y"/>
                                          </p:val>
                                        </p:tav>
                                      </p:tavLst>
                                    </p:anim>
                                  </p:childTnLst>
                                </p:cTn>
                              </p:par>
                              <p:par>
                                <p:cTn id="106" presetID="22" presetClass="entr" presetSubtype="8" fill="hold" nodeType="withEffect">
                                  <p:stCondLst>
                                    <p:cond delay="0"/>
                                  </p:stCondLst>
                                  <p:childTnLst>
                                    <p:set>
                                      <p:cBhvr>
                                        <p:cTn id="107" dur="1" fill="hold">
                                          <p:stCondLst>
                                            <p:cond delay="0"/>
                                          </p:stCondLst>
                                        </p:cTn>
                                        <p:tgtEl>
                                          <p:spTgt spid="91"/>
                                        </p:tgtEl>
                                        <p:attrNameLst>
                                          <p:attrName>style.visibility</p:attrName>
                                        </p:attrNameLst>
                                      </p:cBhvr>
                                      <p:to>
                                        <p:strVal val="visible"/>
                                      </p:to>
                                    </p:set>
                                    <p:animEffect transition="in" filter="wipe(left)">
                                      <p:cBhvr>
                                        <p:cTn id="108" dur="1000"/>
                                        <p:tgtEl>
                                          <p:spTgt spid="91"/>
                                        </p:tgtEl>
                                      </p:cBhvr>
                                    </p:animEffect>
                                  </p:childTnLst>
                                </p:cTn>
                              </p:par>
                              <p:par>
                                <p:cTn id="109" presetID="22" presetClass="entr" presetSubtype="8" fill="hold" nodeType="withEffect">
                                  <p:stCondLst>
                                    <p:cond delay="0"/>
                                  </p:stCondLst>
                                  <p:childTnLst>
                                    <p:set>
                                      <p:cBhvr>
                                        <p:cTn id="110" dur="1" fill="hold">
                                          <p:stCondLst>
                                            <p:cond delay="0"/>
                                          </p:stCondLst>
                                        </p:cTn>
                                        <p:tgtEl>
                                          <p:spTgt spid="93"/>
                                        </p:tgtEl>
                                        <p:attrNameLst>
                                          <p:attrName>style.visibility</p:attrName>
                                        </p:attrNameLst>
                                      </p:cBhvr>
                                      <p:to>
                                        <p:strVal val="visible"/>
                                      </p:to>
                                    </p:set>
                                    <p:animEffect transition="in" filter="wipe(left)">
                                      <p:cBhvr>
                                        <p:cTn id="111" dur="1000"/>
                                        <p:tgtEl>
                                          <p:spTgt spid="93"/>
                                        </p:tgtEl>
                                      </p:cBhvr>
                                    </p:animEffect>
                                  </p:childTnLst>
                                </p:cTn>
                              </p:par>
                            </p:childTnLst>
                          </p:cTn>
                        </p:par>
                        <p:par>
                          <p:cTn id="112" fill="hold">
                            <p:stCondLst>
                              <p:cond delay="2500"/>
                            </p:stCondLst>
                            <p:childTnLst>
                              <p:par>
                                <p:cTn id="113" presetID="22" presetClass="exit" presetSubtype="2" fill="hold" nodeType="afterEffect">
                                  <p:stCondLst>
                                    <p:cond delay="0"/>
                                  </p:stCondLst>
                                  <p:childTnLst>
                                    <p:animEffect transition="out" filter="wipe(right)">
                                      <p:cBhvr>
                                        <p:cTn id="114" dur="500"/>
                                        <p:tgtEl>
                                          <p:spTgt spid="84"/>
                                        </p:tgtEl>
                                      </p:cBhvr>
                                    </p:animEffect>
                                    <p:set>
                                      <p:cBhvr>
                                        <p:cTn id="115" dur="1" fill="hold">
                                          <p:stCondLst>
                                            <p:cond delay="499"/>
                                          </p:stCondLst>
                                        </p:cTn>
                                        <p:tgtEl>
                                          <p:spTgt spid="84"/>
                                        </p:tgtEl>
                                        <p:attrNameLst>
                                          <p:attrName>style.visibility</p:attrName>
                                        </p:attrNameLst>
                                      </p:cBhvr>
                                      <p:to>
                                        <p:strVal val="hidden"/>
                                      </p:to>
                                    </p:set>
                                  </p:childTnLst>
                                </p:cTn>
                              </p:par>
                              <p:par>
                                <p:cTn id="116" presetID="22" presetClass="exit" presetSubtype="2" fill="hold" nodeType="withEffect">
                                  <p:stCondLst>
                                    <p:cond delay="0"/>
                                  </p:stCondLst>
                                  <p:childTnLst>
                                    <p:animEffect transition="out" filter="wipe(right)">
                                      <p:cBhvr>
                                        <p:cTn id="117" dur="500"/>
                                        <p:tgtEl>
                                          <p:spTgt spid="91"/>
                                        </p:tgtEl>
                                      </p:cBhvr>
                                    </p:animEffect>
                                    <p:set>
                                      <p:cBhvr>
                                        <p:cTn id="118" dur="1" fill="hold">
                                          <p:stCondLst>
                                            <p:cond delay="499"/>
                                          </p:stCondLst>
                                        </p:cTn>
                                        <p:tgtEl>
                                          <p:spTgt spid="91"/>
                                        </p:tgtEl>
                                        <p:attrNameLst>
                                          <p:attrName>style.visibility</p:attrName>
                                        </p:attrNameLst>
                                      </p:cBhvr>
                                      <p:to>
                                        <p:strVal val="hidden"/>
                                      </p:to>
                                    </p:set>
                                  </p:childTnLst>
                                </p:cTn>
                              </p:par>
                              <p:par>
                                <p:cTn id="119" presetID="22" presetClass="exit" presetSubtype="2" fill="hold" nodeType="withEffect">
                                  <p:stCondLst>
                                    <p:cond delay="0"/>
                                  </p:stCondLst>
                                  <p:childTnLst>
                                    <p:animEffect transition="out" filter="wipe(right)">
                                      <p:cBhvr>
                                        <p:cTn id="120" dur="500"/>
                                        <p:tgtEl>
                                          <p:spTgt spid="93"/>
                                        </p:tgtEl>
                                      </p:cBhvr>
                                    </p:animEffect>
                                    <p:set>
                                      <p:cBhvr>
                                        <p:cTn id="121" dur="1" fill="hold">
                                          <p:stCondLst>
                                            <p:cond delay="499"/>
                                          </p:stCondLst>
                                        </p:cTn>
                                        <p:tgtEl>
                                          <p:spTgt spid="93"/>
                                        </p:tgtEl>
                                        <p:attrNameLst>
                                          <p:attrName>style.visibility</p:attrName>
                                        </p:attrNameLst>
                                      </p:cBhvr>
                                      <p:to>
                                        <p:strVal val="hidden"/>
                                      </p:to>
                                    </p:set>
                                  </p:childTnLst>
                                </p:cTn>
                              </p:par>
                            </p:childTnLst>
                          </p:cTn>
                        </p:par>
                        <p:par>
                          <p:cTn id="122" fill="hold">
                            <p:stCondLst>
                              <p:cond delay="3000"/>
                            </p:stCondLst>
                            <p:childTnLst>
                              <p:par>
                                <p:cTn id="123" presetID="22" presetClass="entr" presetSubtype="8" fill="hold" nodeType="afterEffect">
                                  <p:stCondLst>
                                    <p:cond delay="0"/>
                                  </p:stCondLst>
                                  <p:childTnLst>
                                    <p:set>
                                      <p:cBhvr>
                                        <p:cTn id="124" dur="1" fill="hold">
                                          <p:stCondLst>
                                            <p:cond delay="0"/>
                                          </p:stCondLst>
                                        </p:cTn>
                                        <p:tgtEl>
                                          <p:spTgt spid="95"/>
                                        </p:tgtEl>
                                        <p:attrNameLst>
                                          <p:attrName>style.visibility</p:attrName>
                                        </p:attrNameLst>
                                      </p:cBhvr>
                                      <p:to>
                                        <p:strVal val="visible"/>
                                      </p:to>
                                    </p:set>
                                    <p:animEffect transition="in" filter="wipe(left)">
                                      <p:cBhvr>
                                        <p:cTn id="125" dur="500"/>
                                        <p:tgtEl>
                                          <p:spTgt spid="95"/>
                                        </p:tgtEl>
                                      </p:cBhvr>
                                    </p:animEffect>
                                  </p:childTnLst>
                                </p:cTn>
                              </p:par>
                            </p:childTnLst>
                          </p:cTn>
                        </p:par>
                      </p:childTnLst>
                    </p:cTn>
                  </p:par>
                  <p:par>
                    <p:cTn id="126" fill="hold">
                      <p:stCondLst>
                        <p:cond delay="indefinite"/>
                      </p:stCondLst>
                      <p:childTnLst>
                        <p:par>
                          <p:cTn id="127" fill="hold">
                            <p:stCondLst>
                              <p:cond delay="0"/>
                            </p:stCondLst>
                            <p:childTnLst>
                              <p:par>
                                <p:cTn id="128" presetID="45" presetClass="exit" presetSubtype="0" fill="hold" grpId="1" nodeType="clickEffect">
                                  <p:stCondLst>
                                    <p:cond delay="0"/>
                                  </p:stCondLst>
                                  <p:childTnLst>
                                    <p:animEffect transition="out" filter="fade">
                                      <p:cBhvr>
                                        <p:cTn id="129" dur="1000"/>
                                        <p:tgtEl>
                                          <p:spTgt spid="97"/>
                                        </p:tgtEl>
                                      </p:cBhvr>
                                    </p:animEffect>
                                    <p:anim calcmode="lin" valueType="num">
                                      <p:cBhvr>
                                        <p:cTn id="130" dur="1000"/>
                                        <p:tgtEl>
                                          <p:spTgt spid="9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1" dur="1000"/>
                                        <p:tgtEl>
                                          <p:spTgt spid="97"/>
                                        </p:tgtEl>
                                        <p:attrNameLst>
                                          <p:attrName>ppt_h</p:attrName>
                                        </p:attrNameLst>
                                      </p:cBhvr>
                                      <p:tavLst>
                                        <p:tav tm="0">
                                          <p:val>
                                            <p:strVal val="ppt_h"/>
                                          </p:val>
                                        </p:tav>
                                        <p:tav tm="100000">
                                          <p:val>
                                            <p:strVal val="ppt_h"/>
                                          </p:val>
                                        </p:tav>
                                      </p:tavLst>
                                    </p:anim>
                                    <p:set>
                                      <p:cBhvr>
                                        <p:cTn id="132" dur="1" fill="hold">
                                          <p:stCondLst>
                                            <p:cond delay="999"/>
                                          </p:stCondLst>
                                        </p:cTn>
                                        <p:tgtEl>
                                          <p:spTgt spid="97"/>
                                        </p:tgtEl>
                                        <p:attrNameLst>
                                          <p:attrName>style.visibility</p:attrName>
                                        </p:attrNameLst>
                                      </p:cBhvr>
                                      <p:to>
                                        <p:strVal val="hidden"/>
                                      </p:to>
                                    </p:set>
                                  </p:childTnLst>
                                </p:cTn>
                              </p:par>
                              <p:par>
                                <p:cTn id="133" presetID="10" presetClass="entr" presetSubtype="0" fill="hold" grpId="0" nodeType="withEffect">
                                  <p:stCondLst>
                                    <p:cond delay="750"/>
                                  </p:stCondLst>
                                  <p:childTnLst>
                                    <p:set>
                                      <p:cBhvr>
                                        <p:cTn id="134" dur="1" fill="hold">
                                          <p:stCondLst>
                                            <p:cond delay="0"/>
                                          </p:stCondLst>
                                        </p:cTn>
                                        <p:tgtEl>
                                          <p:spTgt spid="98"/>
                                        </p:tgtEl>
                                        <p:attrNameLst>
                                          <p:attrName>style.visibility</p:attrName>
                                        </p:attrNameLst>
                                      </p:cBhvr>
                                      <p:to>
                                        <p:strVal val="visible"/>
                                      </p:to>
                                    </p:set>
                                    <p:animEffect transition="in" filter="fade">
                                      <p:cBhvr>
                                        <p:cTn id="135" dur="500"/>
                                        <p:tgtEl>
                                          <p:spTgt spid="98"/>
                                        </p:tgtEl>
                                      </p:cBhvr>
                                    </p:animEffect>
                                  </p:childTnLst>
                                </p:cTn>
                              </p:par>
                            </p:childTnLst>
                          </p:cTn>
                        </p:par>
                        <p:par>
                          <p:cTn id="136" fill="hold">
                            <p:stCondLst>
                              <p:cond delay="1250"/>
                            </p:stCondLst>
                            <p:childTnLst>
                              <p:par>
                                <p:cTn id="137" presetID="63" presetClass="path" presetSubtype="0" accel="50000" decel="50000" fill="hold" nodeType="afterEffect">
                                  <p:stCondLst>
                                    <p:cond delay="0"/>
                                  </p:stCondLst>
                                  <p:childTnLst>
                                    <p:animMotion origin="layout" path="M -3.54167E-6 -3.7037E-7 L 0.10886 -0.03287 " pathEditMode="relative" rAng="0" ptsTypes="AA">
                                      <p:cBhvr>
                                        <p:cTn id="138" dur="1500" fill="hold"/>
                                        <p:tgtEl>
                                          <p:spTgt spid="25"/>
                                        </p:tgtEl>
                                        <p:attrNameLst>
                                          <p:attrName>ppt_x</p:attrName>
                                          <p:attrName>ppt_y</p:attrName>
                                        </p:attrNameLst>
                                      </p:cBhvr>
                                      <p:rCtr x="5443" y="-1644"/>
                                    </p:animMotion>
                                  </p:childTnLst>
                                </p:cTn>
                              </p:par>
                              <p:par>
                                <p:cTn id="139" presetID="17" presetClass="entr" presetSubtype="1" fill="hold" nodeType="withEffect">
                                  <p:stCondLst>
                                    <p:cond delay="500"/>
                                  </p:stCondLst>
                                  <p:childTnLst>
                                    <p:set>
                                      <p:cBhvr>
                                        <p:cTn id="140" dur="1" fill="hold">
                                          <p:stCondLst>
                                            <p:cond delay="0"/>
                                          </p:stCondLst>
                                        </p:cTn>
                                        <p:tgtEl>
                                          <p:spTgt spid="15"/>
                                        </p:tgtEl>
                                        <p:attrNameLst>
                                          <p:attrName>style.visibility</p:attrName>
                                        </p:attrNameLst>
                                      </p:cBhvr>
                                      <p:to>
                                        <p:strVal val="visible"/>
                                      </p:to>
                                    </p:set>
                                    <p:anim calcmode="lin" valueType="num">
                                      <p:cBhvr>
                                        <p:cTn id="141" dur="1000" fill="hold"/>
                                        <p:tgtEl>
                                          <p:spTgt spid="15"/>
                                        </p:tgtEl>
                                        <p:attrNameLst>
                                          <p:attrName>ppt_x</p:attrName>
                                        </p:attrNameLst>
                                      </p:cBhvr>
                                      <p:tavLst>
                                        <p:tav tm="0">
                                          <p:val>
                                            <p:strVal val="#ppt_x"/>
                                          </p:val>
                                        </p:tav>
                                        <p:tav tm="100000">
                                          <p:val>
                                            <p:strVal val="#ppt_x"/>
                                          </p:val>
                                        </p:tav>
                                      </p:tavLst>
                                    </p:anim>
                                    <p:anim calcmode="lin" valueType="num">
                                      <p:cBhvr>
                                        <p:cTn id="142" dur="1000" fill="hold"/>
                                        <p:tgtEl>
                                          <p:spTgt spid="15"/>
                                        </p:tgtEl>
                                        <p:attrNameLst>
                                          <p:attrName>ppt_y</p:attrName>
                                        </p:attrNameLst>
                                      </p:cBhvr>
                                      <p:tavLst>
                                        <p:tav tm="0">
                                          <p:val>
                                            <p:strVal val="#ppt_y-#ppt_h/2"/>
                                          </p:val>
                                        </p:tav>
                                        <p:tav tm="100000">
                                          <p:val>
                                            <p:strVal val="#ppt_y"/>
                                          </p:val>
                                        </p:tav>
                                      </p:tavLst>
                                    </p:anim>
                                    <p:anim calcmode="lin" valueType="num">
                                      <p:cBhvr>
                                        <p:cTn id="143" dur="1000" fill="hold"/>
                                        <p:tgtEl>
                                          <p:spTgt spid="15"/>
                                        </p:tgtEl>
                                        <p:attrNameLst>
                                          <p:attrName>ppt_w</p:attrName>
                                        </p:attrNameLst>
                                      </p:cBhvr>
                                      <p:tavLst>
                                        <p:tav tm="0">
                                          <p:val>
                                            <p:strVal val="#ppt_w"/>
                                          </p:val>
                                        </p:tav>
                                        <p:tav tm="100000">
                                          <p:val>
                                            <p:strVal val="#ppt_w"/>
                                          </p:val>
                                        </p:tav>
                                      </p:tavLst>
                                    </p:anim>
                                    <p:anim calcmode="lin" valueType="num">
                                      <p:cBhvr>
                                        <p:cTn id="144" dur="1000" fill="hold"/>
                                        <p:tgtEl>
                                          <p:spTgt spid="15"/>
                                        </p:tgtEl>
                                        <p:attrNameLst>
                                          <p:attrName>ppt_h</p:attrName>
                                        </p:attrNameLst>
                                      </p:cBhvr>
                                      <p:tavLst>
                                        <p:tav tm="0">
                                          <p:val>
                                            <p:fltVal val="0"/>
                                          </p:val>
                                        </p:tav>
                                        <p:tav tm="100000">
                                          <p:val>
                                            <p:strVal val="#ppt_h"/>
                                          </p:val>
                                        </p:tav>
                                      </p:tavLst>
                                    </p:anim>
                                  </p:childTnLst>
                                </p:cTn>
                              </p:par>
                            </p:childTnLst>
                          </p:cTn>
                        </p:par>
                        <p:par>
                          <p:cTn id="145" fill="hold">
                            <p:stCondLst>
                              <p:cond delay="2750"/>
                            </p:stCondLst>
                            <p:childTnLst>
                              <p:par>
                                <p:cTn id="146" presetID="22" presetClass="exit" presetSubtype="2" fill="hold" nodeType="afterEffect">
                                  <p:stCondLst>
                                    <p:cond delay="0"/>
                                  </p:stCondLst>
                                  <p:childTnLst>
                                    <p:animEffect transition="out" filter="wipe(right)">
                                      <p:cBhvr>
                                        <p:cTn id="147" dur="500"/>
                                        <p:tgtEl>
                                          <p:spTgt spid="95"/>
                                        </p:tgtEl>
                                      </p:cBhvr>
                                    </p:animEffect>
                                    <p:set>
                                      <p:cBhvr>
                                        <p:cTn id="148" dur="1" fill="hold">
                                          <p:stCondLst>
                                            <p:cond delay="499"/>
                                          </p:stCondLst>
                                        </p:cTn>
                                        <p:tgtEl>
                                          <p:spTgt spid="95"/>
                                        </p:tgtEl>
                                        <p:attrNameLst>
                                          <p:attrName>style.visibility</p:attrName>
                                        </p:attrNameLst>
                                      </p:cBhvr>
                                      <p:to>
                                        <p:strVal val="hidden"/>
                                      </p:to>
                                    </p:set>
                                  </p:childTnLst>
                                </p:cTn>
                              </p:par>
                            </p:childTnLst>
                          </p:cTn>
                        </p:par>
                        <p:par>
                          <p:cTn id="149" fill="hold">
                            <p:stCondLst>
                              <p:cond delay="3250"/>
                            </p:stCondLst>
                            <p:childTnLst>
                              <p:par>
                                <p:cTn id="150" presetID="17" presetClass="entr" presetSubtype="8" fill="hold" nodeType="afterEffect">
                                  <p:stCondLst>
                                    <p:cond delay="0"/>
                                  </p:stCondLst>
                                  <p:childTnLst>
                                    <p:set>
                                      <p:cBhvr>
                                        <p:cTn id="151" dur="1" fill="hold">
                                          <p:stCondLst>
                                            <p:cond delay="0"/>
                                          </p:stCondLst>
                                        </p:cTn>
                                        <p:tgtEl>
                                          <p:spTgt spid="82"/>
                                        </p:tgtEl>
                                        <p:attrNameLst>
                                          <p:attrName>style.visibility</p:attrName>
                                        </p:attrNameLst>
                                      </p:cBhvr>
                                      <p:to>
                                        <p:strVal val="visible"/>
                                      </p:to>
                                    </p:set>
                                    <p:anim calcmode="lin" valueType="num">
                                      <p:cBhvr>
                                        <p:cTn id="152" dur="500" fill="hold"/>
                                        <p:tgtEl>
                                          <p:spTgt spid="82"/>
                                        </p:tgtEl>
                                        <p:attrNameLst>
                                          <p:attrName>ppt_x</p:attrName>
                                        </p:attrNameLst>
                                      </p:cBhvr>
                                      <p:tavLst>
                                        <p:tav tm="0">
                                          <p:val>
                                            <p:strVal val="#ppt_x-#ppt_w/2"/>
                                          </p:val>
                                        </p:tav>
                                        <p:tav tm="100000">
                                          <p:val>
                                            <p:strVal val="#ppt_x"/>
                                          </p:val>
                                        </p:tav>
                                      </p:tavLst>
                                    </p:anim>
                                    <p:anim calcmode="lin" valueType="num">
                                      <p:cBhvr>
                                        <p:cTn id="153" dur="500" fill="hold"/>
                                        <p:tgtEl>
                                          <p:spTgt spid="82"/>
                                        </p:tgtEl>
                                        <p:attrNameLst>
                                          <p:attrName>ppt_y</p:attrName>
                                        </p:attrNameLst>
                                      </p:cBhvr>
                                      <p:tavLst>
                                        <p:tav tm="0">
                                          <p:val>
                                            <p:strVal val="#ppt_y"/>
                                          </p:val>
                                        </p:tav>
                                        <p:tav tm="100000">
                                          <p:val>
                                            <p:strVal val="#ppt_y"/>
                                          </p:val>
                                        </p:tav>
                                      </p:tavLst>
                                    </p:anim>
                                    <p:anim calcmode="lin" valueType="num">
                                      <p:cBhvr>
                                        <p:cTn id="154" dur="500" fill="hold"/>
                                        <p:tgtEl>
                                          <p:spTgt spid="82"/>
                                        </p:tgtEl>
                                        <p:attrNameLst>
                                          <p:attrName>ppt_w</p:attrName>
                                        </p:attrNameLst>
                                      </p:cBhvr>
                                      <p:tavLst>
                                        <p:tav tm="0">
                                          <p:val>
                                            <p:fltVal val="0"/>
                                          </p:val>
                                        </p:tav>
                                        <p:tav tm="100000">
                                          <p:val>
                                            <p:strVal val="#ppt_w"/>
                                          </p:val>
                                        </p:tav>
                                      </p:tavLst>
                                    </p:anim>
                                    <p:anim calcmode="lin" valueType="num">
                                      <p:cBhvr>
                                        <p:cTn id="155" dur="5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156" fill="hold">
                      <p:stCondLst>
                        <p:cond delay="indefinite"/>
                      </p:stCondLst>
                      <p:childTnLst>
                        <p:par>
                          <p:cTn id="157" fill="hold">
                            <p:stCondLst>
                              <p:cond delay="0"/>
                            </p:stCondLst>
                            <p:childTnLst>
                              <p:par>
                                <p:cTn id="158" presetID="63" presetClass="path" presetSubtype="0" accel="50000" decel="50000" fill="hold" grpId="1" nodeType="clickEffect">
                                  <p:stCondLst>
                                    <p:cond delay="0"/>
                                  </p:stCondLst>
                                  <p:childTnLst>
                                    <p:animMotion origin="layout" path="M -4.16667E-7 4.81481E-6 L 0.06393 -0.00047 " pathEditMode="relative" rAng="0" ptsTypes="AA">
                                      <p:cBhvr>
                                        <p:cTn id="159" dur="1500" fill="hold"/>
                                        <p:tgtEl>
                                          <p:spTgt spid="81"/>
                                        </p:tgtEl>
                                        <p:attrNameLst>
                                          <p:attrName>ppt_x</p:attrName>
                                          <p:attrName>ppt_y</p:attrName>
                                        </p:attrNameLst>
                                      </p:cBhvr>
                                      <p:rCtr x="3190" y="-23"/>
                                    </p:animMotion>
                                  </p:childTnLst>
                                </p:cTn>
                              </p:par>
                            </p:childTnLst>
                          </p:cTn>
                        </p:par>
                        <p:par>
                          <p:cTn id="160" fill="hold">
                            <p:stCondLst>
                              <p:cond delay="1500"/>
                            </p:stCondLst>
                            <p:childTnLst>
                              <p:par>
                                <p:cTn id="161" presetID="22" presetClass="exit" presetSubtype="2" fill="hold" nodeType="afterEffect">
                                  <p:stCondLst>
                                    <p:cond delay="0"/>
                                  </p:stCondLst>
                                  <p:childTnLst>
                                    <p:animEffect transition="out" filter="wipe(right)">
                                      <p:cBhvr>
                                        <p:cTn id="162" dur="500"/>
                                        <p:tgtEl>
                                          <p:spTgt spid="82"/>
                                        </p:tgtEl>
                                      </p:cBhvr>
                                    </p:animEffect>
                                    <p:set>
                                      <p:cBhvr>
                                        <p:cTn id="163" dur="1" fill="hold">
                                          <p:stCondLst>
                                            <p:cond delay="499"/>
                                          </p:stCondLst>
                                        </p:cTn>
                                        <p:tgtEl>
                                          <p:spTgt spid="82"/>
                                        </p:tgtEl>
                                        <p:attrNameLst>
                                          <p:attrName>style.visibility</p:attrName>
                                        </p:attrNameLst>
                                      </p:cBhvr>
                                      <p:to>
                                        <p:strVal val="hidden"/>
                                      </p:to>
                                    </p:set>
                                  </p:childTnLst>
                                </p:cTn>
                              </p:par>
                            </p:childTnLst>
                          </p:cTn>
                        </p:par>
                        <p:par>
                          <p:cTn id="164" fill="hold">
                            <p:stCondLst>
                              <p:cond delay="2000"/>
                            </p:stCondLst>
                            <p:childTnLst>
                              <p:par>
                                <p:cTn id="165" presetID="17" presetClass="entr" presetSubtype="8" fill="hold" nodeType="afterEffect">
                                  <p:stCondLst>
                                    <p:cond delay="0"/>
                                  </p:stCondLst>
                                  <p:childTnLst>
                                    <p:set>
                                      <p:cBhvr>
                                        <p:cTn id="166" dur="1" fill="hold">
                                          <p:stCondLst>
                                            <p:cond delay="0"/>
                                          </p:stCondLst>
                                        </p:cTn>
                                        <p:tgtEl>
                                          <p:spTgt spid="84"/>
                                        </p:tgtEl>
                                        <p:attrNameLst>
                                          <p:attrName>style.visibility</p:attrName>
                                        </p:attrNameLst>
                                      </p:cBhvr>
                                      <p:to>
                                        <p:strVal val="visible"/>
                                      </p:to>
                                    </p:set>
                                    <p:anim calcmode="lin" valueType="num">
                                      <p:cBhvr>
                                        <p:cTn id="167" dur="500" fill="hold"/>
                                        <p:tgtEl>
                                          <p:spTgt spid="84"/>
                                        </p:tgtEl>
                                        <p:attrNameLst>
                                          <p:attrName>ppt_x</p:attrName>
                                        </p:attrNameLst>
                                      </p:cBhvr>
                                      <p:tavLst>
                                        <p:tav tm="0">
                                          <p:val>
                                            <p:strVal val="#ppt_x-#ppt_w/2"/>
                                          </p:val>
                                        </p:tav>
                                        <p:tav tm="100000">
                                          <p:val>
                                            <p:strVal val="#ppt_x"/>
                                          </p:val>
                                        </p:tav>
                                      </p:tavLst>
                                    </p:anim>
                                    <p:anim calcmode="lin" valueType="num">
                                      <p:cBhvr>
                                        <p:cTn id="168" dur="500" fill="hold"/>
                                        <p:tgtEl>
                                          <p:spTgt spid="84"/>
                                        </p:tgtEl>
                                        <p:attrNameLst>
                                          <p:attrName>ppt_y</p:attrName>
                                        </p:attrNameLst>
                                      </p:cBhvr>
                                      <p:tavLst>
                                        <p:tav tm="0">
                                          <p:val>
                                            <p:strVal val="#ppt_y"/>
                                          </p:val>
                                        </p:tav>
                                        <p:tav tm="100000">
                                          <p:val>
                                            <p:strVal val="#ppt_y"/>
                                          </p:val>
                                        </p:tav>
                                      </p:tavLst>
                                    </p:anim>
                                    <p:anim calcmode="lin" valueType="num">
                                      <p:cBhvr>
                                        <p:cTn id="169" dur="500" fill="hold"/>
                                        <p:tgtEl>
                                          <p:spTgt spid="84"/>
                                        </p:tgtEl>
                                        <p:attrNameLst>
                                          <p:attrName>ppt_w</p:attrName>
                                        </p:attrNameLst>
                                      </p:cBhvr>
                                      <p:tavLst>
                                        <p:tav tm="0">
                                          <p:val>
                                            <p:fltVal val="0"/>
                                          </p:val>
                                        </p:tav>
                                        <p:tav tm="100000">
                                          <p:val>
                                            <p:strVal val="#ppt_w"/>
                                          </p:val>
                                        </p:tav>
                                      </p:tavLst>
                                    </p:anim>
                                    <p:anim calcmode="lin" valueType="num">
                                      <p:cBhvr>
                                        <p:cTn id="170" dur="5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63" presetClass="path" presetSubtype="0" accel="50000" decel="50000" fill="hold" grpId="1" nodeType="clickEffect">
                                  <p:stCondLst>
                                    <p:cond delay="0"/>
                                  </p:stCondLst>
                                  <p:childTnLst>
                                    <p:animMotion origin="layout" path="M 2.91667E-6 -1.48148E-6 L 0.0276 -0.00046 " pathEditMode="relative" rAng="0" ptsTypes="AA">
                                      <p:cBhvr>
                                        <p:cTn id="174" dur="1000" fill="hold"/>
                                        <p:tgtEl>
                                          <p:spTgt spid="99"/>
                                        </p:tgtEl>
                                        <p:attrNameLst>
                                          <p:attrName>ppt_x</p:attrName>
                                          <p:attrName>ppt_y</p:attrName>
                                        </p:attrNameLst>
                                      </p:cBhvr>
                                      <p:rCtr x="1380" y="-23"/>
                                    </p:animMotion>
                                  </p:childTnLst>
                                </p:cTn>
                              </p:par>
                            </p:childTnLst>
                          </p:cTn>
                        </p:par>
                        <p:par>
                          <p:cTn id="175" fill="hold">
                            <p:stCondLst>
                              <p:cond delay="1000"/>
                            </p:stCondLst>
                            <p:childTnLst>
                              <p:par>
                                <p:cTn id="176" presetID="32" presetClass="emph" presetSubtype="0" fill="hold" nodeType="afterEffect">
                                  <p:stCondLst>
                                    <p:cond delay="0"/>
                                  </p:stCondLst>
                                  <p:childTnLst>
                                    <p:animRot by="120000">
                                      <p:cBhvr>
                                        <p:cTn id="177" dur="100" fill="hold">
                                          <p:stCondLst>
                                            <p:cond delay="0"/>
                                          </p:stCondLst>
                                        </p:cTn>
                                        <p:tgtEl>
                                          <p:spTgt spid="90"/>
                                        </p:tgtEl>
                                        <p:attrNameLst>
                                          <p:attrName>r</p:attrName>
                                        </p:attrNameLst>
                                      </p:cBhvr>
                                    </p:animRot>
                                    <p:animRot by="-240000">
                                      <p:cBhvr>
                                        <p:cTn id="178" dur="200" fill="hold">
                                          <p:stCondLst>
                                            <p:cond delay="200"/>
                                          </p:stCondLst>
                                        </p:cTn>
                                        <p:tgtEl>
                                          <p:spTgt spid="90"/>
                                        </p:tgtEl>
                                        <p:attrNameLst>
                                          <p:attrName>r</p:attrName>
                                        </p:attrNameLst>
                                      </p:cBhvr>
                                    </p:animRot>
                                    <p:animRot by="240000">
                                      <p:cBhvr>
                                        <p:cTn id="179" dur="200" fill="hold">
                                          <p:stCondLst>
                                            <p:cond delay="400"/>
                                          </p:stCondLst>
                                        </p:cTn>
                                        <p:tgtEl>
                                          <p:spTgt spid="90"/>
                                        </p:tgtEl>
                                        <p:attrNameLst>
                                          <p:attrName>r</p:attrName>
                                        </p:attrNameLst>
                                      </p:cBhvr>
                                    </p:animRot>
                                    <p:animRot by="-240000">
                                      <p:cBhvr>
                                        <p:cTn id="180" dur="200" fill="hold">
                                          <p:stCondLst>
                                            <p:cond delay="600"/>
                                          </p:stCondLst>
                                        </p:cTn>
                                        <p:tgtEl>
                                          <p:spTgt spid="90"/>
                                        </p:tgtEl>
                                        <p:attrNameLst>
                                          <p:attrName>r</p:attrName>
                                        </p:attrNameLst>
                                      </p:cBhvr>
                                    </p:animRot>
                                    <p:animRot by="120000">
                                      <p:cBhvr>
                                        <p:cTn id="181" dur="200" fill="hold">
                                          <p:stCondLst>
                                            <p:cond delay="800"/>
                                          </p:stCondLst>
                                        </p:cTn>
                                        <p:tgtEl>
                                          <p:spTgt spid="90"/>
                                        </p:tgtEl>
                                        <p:attrNameLst>
                                          <p:attrName>r</p:attrName>
                                        </p:attrNameLst>
                                      </p:cBhvr>
                                    </p:animRot>
                                  </p:childTnLst>
                                </p:cTn>
                              </p:par>
                              <p:par>
                                <p:cTn id="182" presetID="42" presetClass="entr" presetSubtype="0" fill="hold" nodeType="withEffect">
                                  <p:stCondLst>
                                    <p:cond delay="0"/>
                                  </p:stCondLst>
                                  <p:childTnLst>
                                    <p:set>
                                      <p:cBhvr>
                                        <p:cTn id="183" dur="1" fill="hold">
                                          <p:stCondLst>
                                            <p:cond delay="0"/>
                                          </p:stCondLst>
                                        </p:cTn>
                                        <p:tgtEl>
                                          <p:spTgt spid="30"/>
                                        </p:tgtEl>
                                        <p:attrNameLst>
                                          <p:attrName>style.visibility</p:attrName>
                                        </p:attrNameLst>
                                      </p:cBhvr>
                                      <p:to>
                                        <p:strVal val="visible"/>
                                      </p:to>
                                    </p:set>
                                    <p:animEffect transition="in" filter="fade">
                                      <p:cBhvr>
                                        <p:cTn id="184" dur="1000"/>
                                        <p:tgtEl>
                                          <p:spTgt spid="30"/>
                                        </p:tgtEl>
                                      </p:cBhvr>
                                    </p:animEffect>
                                    <p:anim calcmode="lin" valueType="num">
                                      <p:cBhvr>
                                        <p:cTn id="185" dur="1000" fill="hold"/>
                                        <p:tgtEl>
                                          <p:spTgt spid="30"/>
                                        </p:tgtEl>
                                        <p:attrNameLst>
                                          <p:attrName>ppt_x</p:attrName>
                                        </p:attrNameLst>
                                      </p:cBhvr>
                                      <p:tavLst>
                                        <p:tav tm="0">
                                          <p:val>
                                            <p:strVal val="#ppt_x"/>
                                          </p:val>
                                        </p:tav>
                                        <p:tav tm="100000">
                                          <p:val>
                                            <p:strVal val="#ppt_x"/>
                                          </p:val>
                                        </p:tav>
                                      </p:tavLst>
                                    </p:anim>
                                    <p:anim calcmode="lin" valueType="num">
                                      <p:cBhvr>
                                        <p:cTn id="186" dur="1000" fill="hold"/>
                                        <p:tgtEl>
                                          <p:spTgt spid="30"/>
                                        </p:tgtEl>
                                        <p:attrNameLst>
                                          <p:attrName>ppt_y</p:attrName>
                                        </p:attrNameLst>
                                      </p:cBhvr>
                                      <p:tavLst>
                                        <p:tav tm="0">
                                          <p:val>
                                            <p:strVal val="#ppt_y+.1"/>
                                          </p:val>
                                        </p:tav>
                                        <p:tav tm="100000">
                                          <p:val>
                                            <p:strVal val="#ppt_y"/>
                                          </p:val>
                                        </p:tav>
                                      </p:tavLst>
                                    </p:anim>
                                  </p:childTnLst>
                                </p:cTn>
                              </p:par>
                              <p:par>
                                <p:cTn id="187" presetID="17" presetClass="entr" presetSubtype="8" fill="hold" nodeType="withEffect">
                                  <p:stCondLst>
                                    <p:cond delay="0"/>
                                  </p:stCondLst>
                                  <p:childTnLst>
                                    <p:set>
                                      <p:cBhvr>
                                        <p:cTn id="188" dur="1" fill="hold">
                                          <p:stCondLst>
                                            <p:cond delay="0"/>
                                          </p:stCondLst>
                                        </p:cTn>
                                        <p:tgtEl>
                                          <p:spTgt spid="91"/>
                                        </p:tgtEl>
                                        <p:attrNameLst>
                                          <p:attrName>style.visibility</p:attrName>
                                        </p:attrNameLst>
                                      </p:cBhvr>
                                      <p:to>
                                        <p:strVal val="visible"/>
                                      </p:to>
                                    </p:set>
                                    <p:anim calcmode="lin" valueType="num">
                                      <p:cBhvr>
                                        <p:cTn id="189" dur="1000" fill="hold"/>
                                        <p:tgtEl>
                                          <p:spTgt spid="91"/>
                                        </p:tgtEl>
                                        <p:attrNameLst>
                                          <p:attrName>ppt_x</p:attrName>
                                        </p:attrNameLst>
                                      </p:cBhvr>
                                      <p:tavLst>
                                        <p:tav tm="0">
                                          <p:val>
                                            <p:strVal val="#ppt_x-#ppt_w/2"/>
                                          </p:val>
                                        </p:tav>
                                        <p:tav tm="100000">
                                          <p:val>
                                            <p:strVal val="#ppt_x"/>
                                          </p:val>
                                        </p:tav>
                                      </p:tavLst>
                                    </p:anim>
                                    <p:anim calcmode="lin" valueType="num">
                                      <p:cBhvr>
                                        <p:cTn id="190" dur="1000" fill="hold"/>
                                        <p:tgtEl>
                                          <p:spTgt spid="91"/>
                                        </p:tgtEl>
                                        <p:attrNameLst>
                                          <p:attrName>ppt_y</p:attrName>
                                        </p:attrNameLst>
                                      </p:cBhvr>
                                      <p:tavLst>
                                        <p:tav tm="0">
                                          <p:val>
                                            <p:strVal val="#ppt_y"/>
                                          </p:val>
                                        </p:tav>
                                        <p:tav tm="100000">
                                          <p:val>
                                            <p:strVal val="#ppt_y"/>
                                          </p:val>
                                        </p:tav>
                                      </p:tavLst>
                                    </p:anim>
                                    <p:anim calcmode="lin" valueType="num">
                                      <p:cBhvr>
                                        <p:cTn id="191" dur="1000" fill="hold"/>
                                        <p:tgtEl>
                                          <p:spTgt spid="91"/>
                                        </p:tgtEl>
                                        <p:attrNameLst>
                                          <p:attrName>ppt_w</p:attrName>
                                        </p:attrNameLst>
                                      </p:cBhvr>
                                      <p:tavLst>
                                        <p:tav tm="0">
                                          <p:val>
                                            <p:fltVal val="0"/>
                                          </p:val>
                                        </p:tav>
                                        <p:tav tm="100000">
                                          <p:val>
                                            <p:strVal val="#ppt_w"/>
                                          </p:val>
                                        </p:tav>
                                      </p:tavLst>
                                    </p:anim>
                                    <p:anim calcmode="lin" valueType="num">
                                      <p:cBhvr>
                                        <p:cTn id="192" dur="1000" fill="hold"/>
                                        <p:tgtEl>
                                          <p:spTgt spid="91"/>
                                        </p:tgtEl>
                                        <p:attrNameLst>
                                          <p:attrName>ppt_h</p:attrName>
                                        </p:attrNameLst>
                                      </p:cBhvr>
                                      <p:tavLst>
                                        <p:tav tm="0">
                                          <p:val>
                                            <p:strVal val="#ppt_h"/>
                                          </p:val>
                                        </p:tav>
                                        <p:tav tm="100000">
                                          <p:val>
                                            <p:strVal val="#ppt_h"/>
                                          </p:val>
                                        </p:tav>
                                      </p:tavLst>
                                    </p:anim>
                                  </p:childTnLst>
                                </p:cTn>
                              </p:par>
                              <p:par>
                                <p:cTn id="193" presetID="17" presetClass="entr" presetSubtype="8" fill="hold" nodeType="withEffect">
                                  <p:stCondLst>
                                    <p:cond delay="0"/>
                                  </p:stCondLst>
                                  <p:childTnLst>
                                    <p:set>
                                      <p:cBhvr>
                                        <p:cTn id="194" dur="1" fill="hold">
                                          <p:stCondLst>
                                            <p:cond delay="0"/>
                                          </p:stCondLst>
                                        </p:cTn>
                                        <p:tgtEl>
                                          <p:spTgt spid="93"/>
                                        </p:tgtEl>
                                        <p:attrNameLst>
                                          <p:attrName>style.visibility</p:attrName>
                                        </p:attrNameLst>
                                      </p:cBhvr>
                                      <p:to>
                                        <p:strVal val="visible"/>
                                      </p:to>
                                    </p:set>
                                    <p:anim calcmode="lin" valueType="num">
                                      <p:cBhvr>
                                        <p:cTn id="195" dur="1000" fill="hold"/>
                                        <p:tgtEl>
                                          <p:spTgt spid="93"/>
                                        </p:tgtEl>
                                        <p:attrNameLst>
                                          <p:attrName>ppt_x</p:attrName>
                                        </p:attrNameLst>
                                      </p:cBhvr>
                                      <p:tavLst>
                                        <p:tav tm="0">
                                          <p:val>
                                            <p:strVal val="#ppt_x-#ppt_w/2"/>
                                          </p:val>
                                        </p:tav>
                                        <p:tav tm="100000">
                                          <p:val>
                                            <p:strVal val="#ppt_x"/>
                                          </p:val>
                                        </p:tav>
                                      </p:tavLst>
                                    </p:anim>
                                    <p:anim calcmode="lin" valueType="num">
                                      <p:cBhvr>
                                        <p:cTn id="196" dur="1000" fill="hold"/>
                                        <p:tgtEl>
                                          <p:spTgt spid="93"/>
                                        </p:tgtEl>
                                        <p:attrNameLst>
                                          <p:attrName>ppt_y</p:attrName>
                                        </p:attrNameLst>
                                      </p:cBhvr>
                                      <p:tavLst>
                                        <p:tav tm="0">
                                          <p:val>
                                            <p:strVal val="#ppt_y"/>
                                          </p:val>
                                        </p:tav>
                                        <p:tav tm="100000">
                                          <p:val>
                                            <p:strVal val="#ppt_y"/>
                                          </p:val>
                                        </p:tav>
                                      </p:tavLst>
                                    </p:anim>
                                    <p:anim calcmode="lin" valueType="num">
                                      <p:cBhvr>
                                        <p:cTn id="197" dur="1000" fill="hold"/>
                                        <p:tgtEl>
                                          <p:spTgt spid="93"/>
                                        </p:tgtEl>
                                        <p:attrNameLst>
                                          <p:attrName>ppt_w</p:attrName>
                                        </p:attrNameLst>
                                      </p:cBhvr>
                                      <p:tavLst>
                                        <p:tav tm="0">
                                          <p:val>
                                            <p:fltVal val="0"/>
                                          </p:val>
                                        </p:tav>
                                        <p:tav tm="100000">
                                          <p:val>
                                            <p:strVal val="#ppt_w"/>
                                          </p:val>
                                        </p:tav>
                                      </p:tavLst>
                                    </p:anim>
                                    <p:anim calcmode="lin" valueType="num">
                                      <p:cBhvr>
                                        <p:cTn id="198" dur="1000" fill="hold"/>
                                        <p:tgtEl>
                                          <p:spTgt spid="93"/>
                                        </p:tgtEl>
                                        <p:attrNameLst>
                                          <p:attrName>ppt_h</p:attrName>
                                        </p:attrNameLst>
                                      </p:cBhvr>
                                      <p:tavLst>
                                        <p:tav tm="0">
                                          <p:val>
                                            <p:strVal val="#ppt_h"/>
                                          </p:val>
                                        </p:tav>
                                        <p:tav tm="100000">
                                          <p:val>
                                            <p:strVal val="#ppt_h"/>
                                          </p:val>
                                        </p:tav>
                                      </p:tavLst>
                                    </p:anim>
                                  </p:childTnLst>
                                </p:cTn>
                              </p:par>
                            </p:childTnLst>
                          </p:cTn>
                        </p:par>
                        <p:par>
                          <p:cTn id="199" fill="hold">
                            <p:stCondLst>
                              <p:cond delay="2000"/>
                            </p:stCondLst>
                            <p:childTnLst>
                              <p:par>
                                <p:cTn id="200" presetID="22" presetClass="exit" presetSubtype="2" fill="hold" nodeType="afterEffect">
                                  <p:stCondLst>
                                    <p:cond delay="0"/>
                                  </p:stCondLst>
                                  <p:childTnLst>
                                    <p:animEffect transition="out" filter="wipe(right)">
                                      <p:cBhvr>
                                        <p:cTn id="201" dur="500"/>
                                        <p:tgtEl>
                                          <p:spTgt spid="84"/>
                                        </p:tgtEl>
                                      </p:cBhvr>
                                    </p:animEffect>
                                    <p:set>
                                      <p:cBhvr>
                                        <p:cTn id="202" dur="1" fill="hold">
                                          <p:stCondLst>
                                            <p:cond delay="499"/>
                                          </p:stCondLst>
                                        </p:cTn>
                                        <p:tgtEl>
                                          <p:spTgt spid="84"/>
                                        </p:tgtEl>
                                        <p:attrNameLst>
                                          <p:attrName>style.visibility</p:attrName>
                                        </p:attrNameLst>
                                      </p:cBhvr>
                                      <p:to>
                                        <p:strVal val="hidden"/>
                                      </p:to>
                                    </p:set>
                                  </p:childTnLst>
                                </p:cTn>
                              </p:par>
                              <p:par>
                                <p:cTn id="203" presetID="22" presetClass="exit" presetSubtype="2" fill="hold" nodeType="withEffect">
                                  <p:stCondLst>
                                    <p:cond delay="0"/>
                                  </p:stCondLst>
                                  <p:childTnLst>
                                    <p:animEffect transition="out" filter="wipe(right)">
                                      <p:cBhvr>
                                        <p:cTn id="204" dur="500"/>
                                        <p:tgtEl>
                                          <p:spTgt spid="91"/>
                                        </p:tgtEl>
                                      </p:cBhvr>
                                    </p:animEffect>
                                    <p:set>
                                      <p:cBhvr>
                                        <p:cTn id="205" dur="1" fill="hold">
                                          <p:stCondLst>
                                            <p:cond delay="499"/>
                                          </p:stCondLst>
                                        </p:cTn>
                                        <p:tgtEl>
                                          <p:spTgt spid="91"/>
                                        </p:tgtEl>
                                        <p:attrNameLst>
                                          <p:attrName>style.visibility</p:attrName>
                                        </p:attrNameLst>
                                      </p:cBhvr>
                                      <p:to>
                                        <p:strVal val="hidden"/>
                                      </p:to>
                                    </p:set>
                                  </p:childTnLst>
                                </p:cTn>
                              </p:par>
                              <p:par>
                                <p:cTn id="206" presetID="22" presetClass="exit" presetSubtype="2" fill="hold" nodeType="withEffect">
                                  <p:stCondLst>
                                    <p:cond delay="0"/>
                                  </p:stCondLst>
                                  <p:childTnLst>
                                    <p:animEffect transition="out" filter="wipe(right)">
                                      <p:cBhvr>
                                        <p:cTn id="207" dur="500"/>
                                        <p:tgtEl>
                                          <p:spTgt spid="93"/>
                                        </p:tgtEl>
                                      </p:cBhvr>
                                    </p:animEffect>
                                    <p:set>
                                      <p:cBhvr>
                                        <p:cTn id="208" dur="1" fill="hold">
                                          <p:stCondLst>
                                            <p:cond delay="499"/>
                                          </p:stCondLst>
                                        </p:cTn>
                                        <p:tgtEl>
                                          <p:spTgt spid="93"/>
                                        </p:tgtEl>
                                        <p:attrNameLst>
                                          <p:attrName>style.visibility</p:attrName>
                                        </p:attrNameLst>
                                      </p:cBhvr>
                                      <p:to>
                                        <p:strVal val="hidden"/>
                                      </p:to>
                                    </p:set>
                                  </p:childTnLst>
                                </p:cTn>
                              </p:par>
                            </p:childTnLst>
                          </p:cTn>
                        </p:par>
                        <p:par>
                          <p:cTn id="209" fill="hold">
                            <p:stCondLst>
                              <p:cond delay="2500"/>
                            </p:stCondLst>
                            <p:childTnLst>
                              <p:par>
                                <p:cTn id="210" presetID="17" presetClass="entr" presetSubtype="8" fill="hold" nodeType="afterEffect">
                                  <p:stCondLst>
                                    <p:cond delay="0"/>
                                  </p:stCondLst>
                                  <p:childTnLst>
                                    <p:set>
                                      <p:cBhvr>
                                        <p:cTn id="211" dur="1" fill="hold">
                                          <p:stCondLst>
                                            <p:cond delay="0"/>
                                          </p:stCondLst>
                                        </p:cTn>
                                        <p:tgtEl>
                                          <p:spTgt spid="95"/>
                                        </p:tgtEl>
                                        <p:attrNameLst>
                                          <p:attrName>style.visibility</p:attrName>
                                        </p:attrNameLst>
                                      </p:cBhvr>
                                      <p:to>
                                        <p:strVal val="visible"/>
                                      </p:to>
                                    </p:set>
                                    <p:anim calcmode="lin" valueType="num">
                                      <p:cBhvr>
                                        <p:cTn id="212" dur="500" fill="hold"/>
                                        <p:tgtEl>
                                          <p:spTgt spid="95"/>
                                        </p:tgtEl>
                                        <p:attrNameLst>
                                          <p:attrName>ppt_x</p:attrName>
                                        </p:attrNameLst>
                                      </p:cBhvr>
                                      <p:tavLst>
                                        <p:tav tm="0">
                                          <p:val>
                                            <p:strVal val="#ppt_x-#ppt_w/2"/>
                                          </p:val>
                                        </p:tav>
                                        <p:tav tm="100000">
                                          <p:val>
                                            <p:strVal val="#ppt_x"/>
                                          </p:val>
                                        </p:tav>
                                      </p:tavLst>
                                    </p:anim>
                                    <p:anim calcmode="lin" valueType="num">
                                      <p:cBhvr>
                                        <p:cTn id="213" dur="500" fill="hold"/>
                                        <p:tgtEl>
                                          <p:spTgt spid="95"/>
                                        </p:tgtEl>
                                        <p:attrNameLst>
                                          <p:attrName>ppt_y</p:attrName>
                                        </p:attrNameLst>
                                      </p:cBhvr>
                                      <p:tavLst>
                                        <p:tav tm="0">
                                          <p:val>
                                            <p:strVal val="#ppt_y"/>
                                          </p:val>
                                        </p:tav>
                                        <p:tav tm="100000">
                                          <p:val>
                                            <p:strVal val="#ppt_y"/>
                                          </p:val>
                                        </p:tav>
                                      </p:tavLst>
                                    </p:anim>
                                    <p:anim calcmode="lin" valueType="num">
                                      <p:cBhvr>
                                        <p:cTn id="214" dur="500" fill="hold"/>
                                        <p:tgtEl>
                                          <p:spTgt spid="95"/>
                                        </p:tgtEl>
                                        <p:attrNameLst>
                                          <p:attrName>ppt_w</p:attrName>
                                        </p:attrNameLst>
                                      </p:cBhvr>
                                      <p:tavLst>
                                        <p:tav tm="0">
                                          <p:val>
                                            <p:fltVal val="0"/>
                                          </p:val>
                                        </p:tav>
                                        <p:tav tm="100000">
                                          <p:val>
                                            <p:strVal val="#ppt_w"/>
                                          </p:val>
                                        </p:tav>
                                      </p:tavLst>
                                    </p:anim>
                                    <p:anim calcmode="lin" valueType="num">
                                      <p:cBhvr>
                                        <p:cTn id="215" dur="5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216" fill="hold">
                      <p:stCondLst>
                        <p:cond delay="indefinite"/>
                      </p:stCondLst>
                      <p:childTnLst>
                        <p:par>
                          <p:cTn id="217" fill="hold">
                            <p:stCondLst>
                              <p:cond delay="0"/>
                            </p:stCondLst>
                            <p:childTnLst>
                              <p:par>
                                <p:cTn id="218" presetID="45" presetClass="exit" presetSubtype="0" fill="hold" grpId="1" nodeType="clickEffect">
                                  <p:stCondLst>
                                    <p:cond delay="0"/>
                                  </p:stCondLst>
                                  <p:childTnLst>
                                    <p:animEffect transition="out" filter="fade">
                                      <p:cBhvr>
                                        <p:cTn id="219" dur="1000"/>
                                        <p:tgtEl>
                                          <p:spTgt spid="98"/>
                                        </p:tgtEl>
                                      </p:cBhvr>
                                    </p:animEffect>
                                    <p:anim calcmode="lin" valueType="num">
                                      <p:cBhvr>
                                        <p:cTn id="220" dur="1000"/>
                                        <p:tgtEl>
                                          <p:spTgt spid="9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1" dur="1000"/>
                                        <p:tgtEl>
                                          <p:spTgt spid="98"/>
                                        </p:tgtEl>
                                        <p:attrNameLst>
                                          <p:attrName>ppt_h</p:attrName>
                                        </p:attrNameLst>
                                      </p:cBhvr>
                                      <p:tavLst>
                                        <p:tav tm="0">
                                          <p:val>
                                            <p:strVal val="ppt_h"/>
                                          </p:val>
                                        </p:tav>
                                        <p:tav tm="100000">
                                          <p:val>
                                            <p:strVal val="ppt_h"/>
                                          </p:val>
                                        </p:tav>
                                      </p:tavLst>
                                    </p:anim>
                                    <p:set>
                                      <p:cBhvr>
                                        <p:cTn id="222" dur="1" fill="hold">
                                          <p:stCondLst>
                                            <p:cond delay="999"/>
                                          </p:stCondLst>
                                        </p:cTn>
                                        <p:tgtEl>
                                          <p:spTgt spid="98"/>
                                        </p:tgtEl>
                                        <p:attrNameLst>
                                          <p:attrName>style.visibility</p:attrName>
                                        </p:attrNameLst>
                                      </p:cBhvr>
                                      <p:to>
                                        <p:strVal val="hidden"/>
                                      </p:to>
                                    </p:set>
                                  </p:childTnLst>
                                </p:cTn>
                              </p:par>
                            </p:childTnLst>
                          </p:cTn>
                        </p:par>
                        <p:par>
                          <p:cTn id="223" fill="hold">
                            <p:stCondLst>
                              <p:cond delay="1000"/>
                            </p:stCondLst>
                            <p:childTnLst>
                              <p:par>
                                <p:cTn id="224" presetID="10" presetClass="entr" presetSubtype="0" fill="hold" grpId="0" nodeType="afterEffect">
                                  <p:stCondLst>
                                    <p:cond delay="0"/>
                                  </p:stCondLst>
                                  <p:childTnLst>
                                    <p:set>
                                      <p:cBhvr>
                                        <p:cTn id="225" dur="1" fill="hold">
                                          <p:stCondLst>
                                            <p:cond delay="0"/>
                                          </p:stCondLst>
                                        </p:cTn>
                                        <p:tgtEl>
                                          <p:spTgt spid="100"/>
                                        </p:tgtEl>
                                        <p:attrNameLst>
                                          <p:attrName>style.visibility</p:attrName>
                                        </p:attrNameLst>
                                      </p:cBhvr>
                                      <p:to>
                                        <p:strVal val="visible"/>
                                      </p:to>
                                    </p:set>
                                    <p:animEffect transition="in" filter="fade">
                                      <p:cBhvr>
                                        <p:cTn id="226" dur="500"/>
                                        <p:tgtEl>
                                          <p:spTgt spid="100"/>
                                        </p:tgtEl>
                                      </p:cBhvr>
                                    </p:animEffect>
                                  </p:childTnLst>
                                </p:cTn>
                              </p:par>
                            </p:childTnLst>
                          </p:cTn>
                        </p:par>
                        <p:par>
                          <p:cTn id="227" fill="hold">
                            <p:stCondLst>
                              <p:cond delay="1500"/>
                            </p:stCondLst>
                            <p:childTnLst>
                              <p:par>
                                <p:cTn id="228" presetID="63" presetClass="path" presetSubtype="0" accel="50000" decel="50000" fill="hold" nodeType="afterEffect">
                                  <p:stCondLst>
                                    <p:cond delay="0"/>
                                  </p:stCondLst>
                                  <p:childTnLst>
                                    <p:animMotion origin="layout" path="M -3.125E-6 -2.22222E-6 L 0.17565 -0.03264 " pathEditMode="relative" rAng="0" ptsTypes="AA">
                                      <p:cBhvr>
                                        <p:cTn id="229" dur="1500" fill="hold"/>
                                        <p:tgtEl>
                                          <p:spTgt spid="30"/>
                                        </p:tgtEl>
                                        <p:attrNameLst>
                                          <p:attrName>ppt_x</p:attrName>
                                          <p:attrName>ppt_y</p:attrName>
                                        </p:attrNameLst>
                                      </p:cBhvr>
                                      <p:rCtr x="8776" y="-1644"/>
                                    </p:animMotion>
                                  </p:childTnLst>
                                </p:cTn>
                              </p:par>
                              <p:par>
                                <p:cTn id="230" presetID="17" presetClass="entr" presetSubtype="1" fill="hold" nodeType="withEffect">
                                  <p:stCondLst>
                                    <p:cond delay="500"/>
                                  </p:stCondLst>
                                  <p:childTnLst>
                                    <p:set>
                                      <p:cBhvr>
                                        <p:cTn id="231" dur="1" fill="hold">
                                          <p:stCondLst>
                                            <p:cond delay="0"/>
                                          </p:stCondLst>
                                        </p:cTn>
                                        <p:tgtEl>
                                          <p:spTgt spid="14"/>
                                        </p:tgtEl>
                                        <p:attrNameLst>
                                          <p:attrName>style.visibility</p:attrName>
                                        </p:attrNameLst>
                                      </p:cBhvr>
                                      <p:to>
                                        <p:strVal val="visible"/>
                                      </p:to>
                                    </p:set>
                                    <p:anim calcmode="lin" valueType="num">
                                      <p:cBhvr>
                                        <p:cTn id="232" dur="1000" fill="hold"/>
                                        <p:tgtEl>
                                          <p:spTgt spid="14"/>
                                        </p:tgtEl>
                                        <p:attrNameLst>
                                          <p:attrName>ppt_x</p:attrName>
                                        </p:attrNameLst>
                                      </p:cBhvr>
                                      <p:tavLst>
                                        <p:tav tm="0">
                                          <p:val>
                                            <p:strVal val="#ppt_x"/>
                                          </p:val>
                                        </p:tav>
                                        <p:tav tm="100000">
                                          <p:val>
                                            <p:strVal val="#ppt_x"/>
                                          </p:val>
                                        </p:tav>
                                      </p:tavLst>
                                    </p:anim>
                                    <p:anim calcmode="lin" valueType="num">
                                      <p:cBhvr>
                                        <p:cTn id="233" dur="1000" fill="hold"/>
                                        <p:tgtEl>
                                          <p:spTgt spid="14"/>
                                        </p:tgtEl>
                                        <p:attrNameLst>
                                          <p:attrName>ppt_y</p:attrName>
                                        </p:attrNameLst>
                                      </p:cBhvr>
                                      <p:tavLst>
                                        <p:tav tm="0">
                                          <p:val>
                                            <p:strVal val="#ppt_y-#ppt_h/2"/>
                                          </p:val>
                                        </p:tav>
                                        <p:tav tm="100000">
                                          <p:val>
                                            <p:strVal val="#ppt_y"/>
                                          </p:val>
                                        </p:tav>
                                      </p:tavLst>
                                    </p:anim>
                                    <p:anim calcmode="lin" valueType="num">
                                      <p:cBhvr>
                                        <p:cTn id="234" dur="1000" fill="hold"/>
                                        <p:tgtEl>
                                          <p:spTgt spid="14"/>
                                        </p:tgtEl>
                                        <p:attrNameLst>
                                          <p:attrName>ppt_w</p:attrName>
                                        </p:attrNameLst>
                                      </p:cBhvr>
                                      <p:tavLst>
                                        <p:tav tm="0">
                                          <p:val>
                                            <p:strVal val="#ppt_w"/>
                                          </p:val>
                                        </p:tav>
                                        <p:tav tm="100000">
                                          <p:val>
                                            <p:strVal val="#ppt_w"/>
                                          </p:val>
                                        </p:tav>
                                      </p:tavLst>
                                    </p:anim>
                                    <p:anim calcmode="lin" valueType="num">
                                      <p:cBhvr>
                                        <p:cTn id="235" dur="10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36" fill="hold">
                      <p:stCondLst>
                        <p:cond delay="indefinite"/>
                      </p:stCondLst>
                      <p:childTnLst>
                        <p:par>
                          <p:cTn id="237" fill="hold">
                            <p:stCondLst>
                              <p:cond delay="0"/>
                            </p:stCondLst>
                            <p:childTnLst>
                              <p:par>
                                <p:cTn id="238" presetID="17" presetClass="entr" presetSubtype="10" fill="hold" grpId="0" nodeType="clickEffect">
                                  <p:stCondLst>
                                    <p:cond delay="0"/>
                                  </p:stCondLst>
                                  <p:childTnLst>
                                    <p:set>
                                      <p:cBhvr>
                                        <p:cTn id="239" dur="1" fill="hold">
                                          <p:stCondLst>
                                            <p:cond delay="0"/>
                                          </p:stCondLst>
                                        </p:cTn>
                                        <p:tgtEl>
                                          <p:spTgt spid="104"/>
                                        </p:tgtEl>
                                        <p:attrNameLst>
                                          <p:attrName>style.visibility</p:attrName>
                                        </p:attrNameLst>
                                      </p:cBhvr>
                                      <p:to>
                                        <p:strVal val="visible"/>
                                      </p:to>
                                    </p:set>
                                    <p:anim calcmode="lin" valueType="num">
                                      <p:cBhvr>
                                        <p:cTn id="240" dur="1000" fill="hold"/>
                                        <p:tgtEl>
                                          <p:spTgt spid="104"/>
                                        </p:tgtEl>
                                        <p:attrNameLst>
                                          <p:attrName>ppt_w</p:attrName>
                                        </p:attrNameLst>
                                      </p:cBhvr>
                                      <p:tavLst>
                                        <p:tav tm="0">
                                          <p:val>
                                            <p:fltVal val="0"/>
                                          </p:val>
                                        </p:tav>
                                        <p:tav tm="100000">
                                          <p:val>
                                            <p:strVal val="#ppt_w"/>
                                          </p:val>
                                        </p:tav>
                                      </p:tavLst>
                                    </p:anim>
                                    <p:anim calcmode="lin" valueType="num">
                                      <p:cBhvr>
                                        <p:cTn id="241" dur="1000" fill="hold"/>
                                        <p:tgtEl>
                                          <p:spTgt spid="104"/>
                                        </p:tgtEl>
                                        <p:attrNameLst>
                                          <p:attrName>ppt_h</p:attrName>
                                        </p:attrNameLst>
                                      </p:cBhvr>
                                      <p:tavLst>
                                        <p:tav tm="0">
                                          <p:val>
                                            <p:strVal val="#ppt_h"/>
                                          </p:val>
                                        </p:tav>
                                        <p:tav tm="100000">
                                          <p:val>
                                            <p:strVal val="#ppt_h"/>
                                          </p:val>
                                        </p:tav>
                                      </p:tavLst>
                                    </p:anim>
                                  </p:childTnLst>
                                </p:cTn>
                              </p:par>
                            </p:childTnLst>
                          </p:cTn>
                        </p:par>
                        <p:par>
                          <p:cTn id="242" fill="hold">
                            <p:stCondLst>
                              <p:cond delay="1000"/>
                            </p:stCondLst>
                            <p:childTnLst>
                              <p:par>
                                <p:cTn id="243" presetID="32" presetClass="emph" presetSubtype="0" fill="hold" grpId="1" nodeType="afterEffect">
                                  <p:stCondLst>
                                    <p:cond delay="0"/>
                                  </p:stCondLst>
                                  <p:childTnLst>
                                    <p:animRot by="120000">
                                      <p:cBhvr>
                                        <p:cTn id="244" dur="150" fill="hold">
                                          <p:stCondLst>
                                            <p:cond delay="0"/>
                                          </p:stCondLst>
                                        </p:cTn>
                                        <p:tgtEl>
                                          <p:spTgt spid="104"/>
                                        </p:tgtEl>
                                        <p:attrNameLst>
                                          <p:attrName>r</p:attrName>
                                        </p:attrNameLst>
                                      </p:cBhvr>
                                    </p:animRot>
                                    <p:animRot by="-240000">
                                      <p:cBhvr>
                                        <p:cTn id="245" dur="300" fill="hold">
                                          <p:stCondLst>
                                            <p:cond delay="300"/>
                                          </p:stCondLst>
                                        </p:cTn>
                                        <p:tgtEl>
                                          <p:spTgt spid="104"/>
                                        </p:tgtEl>
                                        <p:attrNameLst>
                                          <p:attrName>r</p:attrName>
                                        </p:attrNameLst>
                                      </p:cBhvr>
                                    </p:animRot>
                                    <p:animRot by="240000">
                                      <p:cBhvr>
                                        <p:cTn id="246" dur="300" fill="hold">
                                          <p:stCondLst>
                                            <p:cond delay="600"/>
                                          </p:stCondLst>
                                        </p:cTn>
                                        <p:tgtEl>
                                          <p:spTgt spid="104"/>
                                        </p:tgtEl>
                                        <p:attrNameLst>
                                          <p:attrName>r</p:attrName>
                                        </p:attrNameLst>
                                      </p:cBhvr>
                                    </p:animRot>
                                    <p:animRot by="-240000">
                                      <p:cBhvr>
                                        <p:cTn id="247" dur="300" fill="hold">
                                          <p:stCondLst>
                                            <p:cond delay="900"/>
                                          </p:stCondLst>
                                        </p:cTn>
                                        <p:tgtEl>
                                          <p:spTgt spid="104"/>
                                        </p:tgtEl>
                                        <p:attrNameLst>
                                          <p:attrName>r</p:attrName>
                                        </p:attrNameLst>
                                      </p:cBhvr>
                                    </p:animRot>
                                    <p:animRot by="120000">
                                      <p:cBhvr>
                                        <p:cTn id="248" dur="300" fill="hold">
                                          <p:stCondLst>
                                            <p:cond delay="1200"/>
                                          </p:stCondLst>
                                        </p:cTn>
                                        <p:tgtEl>
                                          <p:spTgt spid="104"/>
                                        </p:tgtEl>
                                        <p:attrNameLst>
                                          <p:attrName>r</p:attrName>
                                        </p:attrNameLst>
                                      </p:cBhvr>
                                    </p:animRot>
                                  </p:childTnLst>
                                </p:cTn>
                              </p:par>
                            </p:childTnLst>
                          </p:cTn>
                        </p:par>
                        <p:par>
                          <p:cTn id="249" fill="hold">
                            <p:stCondLst>
                              <p:cond delay="2500"/>
                            </p:stCondLst>
                            <p:childTnLst>
                              <p:par>
                                <p:cTn id="250" presetID="22" presetClass="exit" presetSubtype="2" fill="hold" nodeType="afterEffect">
                                  <p:stCondLst>
                                    <p:cond delay="0"/>
                                  </p:stCondLst>
                                  <p:childTnLst>
                                    <p:animEffect transition="out" filter="wipe(right)">
                                      <p:cBhvr>
                                        <p:cTn id="251" dur="500"/>
                                        <p:tgtEl>
                                          <p:spTgt spid="95"/>
                                        </p:tgtEl>
                                      </p:cBhvr>
                                    </p:animEffect>
                                    <p:set>
                                      <p:cBhvr>
                                        <p:cTn id="252" dur="1" fill="hold">
                                          <p:stCondLst>
                                            <p:cond delay="499"/>
                                          </p:stCondLst>
                                        </p:cTn>
                                        <p:tgtEl>
                                          <p:spTgt spid="95"/>
                                        </p:tgtEl>
                                        <p:attrNameLst>
                                          <p:attrName>style.visibility</p:attrName>
                                        </p:attrNameLst>
                                      </p:cBhvr>
                                      <p:to>
                                        <p:strVal val="hidden"/>
                                      </p:to>
                                    </p:set>
                                  </p:childTnLst>
                                </p:cTn>
                              </p:par>
                            </p:childTnLst>
                          </p:cTn>
                        </p:par>
                        <p:par>
                          <p:cTn id="253" fill="hold">
                            <p:stCondLst>
                              <p:cond delay="3000"/>
                            </p:stCondLst>
                            <p:childTnLst>
                              <p:par>
                                <p:cTn id="254" presetID="10" presetClass="exit" presetSubtype="0" fill="hold" grpId="2" nodeType="afterEffect">
                                  <p:stCondLst>
                                    <p:cond delay="0"/>
                                  </p:stCondLst>
                                  <p:childTnLst>
                                    <p:animEffect transition="out" filter="fade">
                                      <p:cBhvr>
                                        <p:cTn id="255" dur="500"/>
                                        <p:tgtEl>
                                          <p:spTgt spid="104"/>
                                        </p:tgtEl>
                                      </p:cBhvr>
                                    </p:animEffect>
                                    <p:set>
                                      <p:cBhvr>
                                        <p:cTn id="256" dur="1" fill="hold">
                                          <p:stCondLst>
                                            <p:cond delay="499"/>
                                          </p:stCondLst>
                                        </p:cTn>
                                        <p:tgtEl>
                                          <p:spTgt spid="104"/>
                                        </p:tgtEl>
                                        <p:attrNameLst>
                                          <p:attrName>style.visibility</p:attrName>
                                        </p:attrNameLst>
                                      </p:cBhvr>
                                      <p:to>
                                        <p:strVal val="hidden"/>
                                      </p:to>
                                    </p:set>
                                  </p:childTnLst>
                                </p:cTn>
                              </p:par>
                            </p:childTnLst>
                          </p:cTn>
                        </p:par>
                        <p:par>
                          <p:cTn id="257" fill="hold">
                            <p:stCondLst>
                              <p:cond delay="3500"/>
                            </p:stCondLst>
                            <p:childTnLst>
                              <p:par>
                                <p:cTn id="258" presetID="17" presetClass="entr" presetSubtype="8" fill="hold" nodeType="afterEffect">
                                  <p:stCondLst>
                                    <p:cond delay="0"/>
                                  </p:stCondLst>
                                  <p:childTnLst>
                                    <p:set>
                                      <p:cBhvr>
                                        <p:cTn id="259" dur="1" fill="hold">
                                          <p:stCondLst>
                                            <p:cond delay="0"/>
                                          </p:stCondLst>
                                        </p:cTn>
                                        <p:tgtEl>
                                          <p:spTgt spid="82"/>
                                        </p:tgtEl>
                                        <p:attrNameLst>
                                          <p:attrName>style.visibility</p:attrName>
                                        </p:attrNameLst>
                                      </p:cBhvr>
                                      <p:to>
                                        <p:strVal val="visible"/>
                                      </p:to>
                                    </p:set>
                                    <p:anim calcmode="lin" valueType="num">
                                      <p:cBhvr>
                                        <p:cTn id="260" dur="1000" fill="hold"/>
                                        <p:tgtEl>
                                          <p:spTgt spid="82"/>
                                        </p:tgtEl>
                                        <p:attrNameLst>
                                          <p:attrName>ppt_x</p:attrName>
                                        </p:attrNameLst>
                                      </p:cBhvr>
                                      <p:tavLst>
                                        <p:tav tm="0">
                                          <p:val>
                                            <p:strVal val="#ppt_x-#ppt_w/2"/>
                                          </p:val>
                                        </p:tav>
                                        <p:tav tm="100000">
                                          <p:val>
                                            <p:strVal val="#ppt_x"/>
                                          </p:val>
                                        </p:tav>
                                      </p:tavLst>
                                    </p:anim>
                                    <p:anim calcmode="lin" valueType="num">
                                      <p:cBhvr>
                                        <p:cTn id="261" dur="1000" fill="hold"/>
                                        <p:tgtEl>
                                          <p:spTgt spid="82"/>
                                        </p:tgtEl>
                                        <p:attrNameLst>
                                          <p:attrName>ppt_y</p:attrName>
                                        </p:attrNameLst>
                                      </p:cBhvr>
                                      <p:tavLst>
                                        <p:tav tm="0">
                                          <p:val>
                                            <p:strVal val="#ppt_y"/>
                                          </p:val>
                                        </p:tav>
                                        <p:tav tm="100000">
                                          <p:val>
                                            <p:strVal val="#ppt_y"/>
                                          </p:val>
                                        </p:tav>
                                      </p:tavLst>
                                    </p:anim>
                                    <p:anim calcmode="lin" valueType="num">
                                      <p:cBhvr>
                                        <p:cTn id="262" dur="1000" fill="hold"/>
                                        <p:tgtEl>
                                          <p:spTgt spid="82"/>
                                        </p:tgtEl>
                                        <p:attrNameLst>
                                          <p:attrName>ppt_w</p:attrName>
                                        </p:attrNameLst>
                                      </p:cBhvr>
                                      <p:tavLst>
                                        <p:tav tm="0">
                                          <p:val>
                                            <p:fltVal val="0"/>
                                          </p:val>
                                        </p:tav>
                                        <p:tav tm="100000">
                                          <p:val>
                                            <p:strVal val="#ppt_w"/>
                                          </p:val>
                                        </p:tav>
                                      </p:tavLst>
                                    </p:anim>
                                    <p:anim calcmode="lin" valueType="num">
                                      <p:cBhvr>
                                        <p:cTn id="263" dur="10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264" fill="hold">
                      <p:stCondLst>
                        <p:cond delay="indefinite"/>
                      </p:stCondLst>
                      <p:childTnLst>
                        <p:par>
                          <p:cTn id="265" fill="hold">
                            <p:stCondLst>
                              <p:cond delay="0"/>
                            </p:stCondLst>
                            <p:childTnLst>
                              <p:par>
                                <p:cTn id="266" presetID="63" presetClass="path" presetSubtype="0" accel="50000" decel="50000" fill="hold" grpId="2" nodeType="clickEffect">
                                  <p:stCondLst>
                                    <p:cond delay="0"/>
                                  </p:stCondLst>
                                  <p:childTnLst>
                                    <p:animMotion origin="layout" path="M 0.06393 -0.00047 L 0.13216 0.00046 " pathEditMode="relative" rAng="0" ptsTypes="AA">
                                      <p:cBhvr>
                                        <p:cTn id="267" dur="1500" fill="hold"/>
                                        <p:tgtEl>
                                          <p:spTgt spid="81"/>
                                        </p:tgtEl>
                                        <p:attrNameLst>
                                          <p:attrName>ppt_x</p:attrName>
                                          <p:attrName>ppt_y</p:attrName>
                                        </p:attrNameLst>
                                      </p:cBhvr>
                                      <p:rCtr x="3411" y="46"/>
                                    </p:animMotion>
                                  </p:childTnLst>
                                </p:cTn>
                              </p:par>
                            </p:childTnLst>
                          </p:cTn>
                        </p:par>
                        <p:par>
                          <p:cTn id="268" fill="hold">
                            <p:stCondLst>
                              <p:cond delay="1500"/>
                            </p:stCondLst>
                            <p:childTnLst>
                              <p:par>
                                <p:cTn id="269" presetID="22" presetClass="exit" presetSubtype="2" fill="hold" nodeType="afterEffect">
                                  <p:stCondLst>
                                    <p:cond delay="0"/>
                                  </p:stCondLst>
                                  <p:childTnLst>
                                    <p:animEffect transition="out" filter="wipe(right)">
                                      <p:cBhvr>
                                        <p:cTn id="270" dur="500"/>
                                        <p:tgtEl>
                                          <p:spTgt spid="82"/>
                                        </p:tgtEl>
                                      </p:cBhvr>
                                    </p:animEffect>
                                    <p:set>
                                      <p:cBhvr>
                                        <p:cTn id="271" dur="1" fill="hold">
                                          <p:stCondLst>
                                            <p:cond delay="499"/>
                                          </p:stCondLst>
                                        </p:cTn>
                                        <p:tgtEl>
                                          <p:spTgt spid="82"/>
                                        </p:tgtEl>
                                        <p:attrNameLst>
                                          <p:attrName>style.visibility</p:attrName>
                                        </p:attrNameLst>
                                      </p:cBhvr>
                                      <p:to>
                                        <p:strVal val="hidden"/>
                                      </p:to>
                                    </p:set>
                                  </p:childTnLst>
                                </p:cTn>
                              </p:par>
                            </p:childTnLst>
                          </p:cTn>
                        </p:par>
                        <p:par>
                          <p:cTn id="272" fill="hold">
                            <p:stCondLst>
                              <p:cond delay="2000"/>
                            </p:stCondLst>
                            <p:childTnLst>
                              <p:par>
                                <p:cTn id="273" presetID="17" presetClass="entr" presetSubtype="8" fill="hold" nodeType="afterEffect">
                                  <p:stCondLst>
                                    <p:cond delay="0"/>
                                  </p:stCondLst>
                                  <p:childTnLst>
                                    <p:set>
                                      <p:cBhvr>
                                        <p:cTn id="274" dur="1" fill="hold">
                                          <p:stCondLst>
                                            <p:cond delay="0"/>
                                          </p:stCondLst>
                                        </p:cTn>
                                        <p:tgtEl>
                                          <p:spTgt spid="84"/>
                                        </p:tgtEl>
                                        <p:attrNameLst>
                                          <p:attrName>style.visibility</p:attrName>
                                        </p:attrNameLst>
                                      </p:cBhvr>
                                      <p:to>
                                        <p:strVal val="visible"/>
                                      </p:to>
                                    </p:set>
                                    <p:anim calcmode="lin" valueType="num">
                                      <p:cBhvr>
                                        <p:cTn id="275" dur="1000" fill="hold"/>
                                        <p:tgtEl>
                                          <p:spTgt spid="84"/>
                                        </p:tgtEl>
                                        <p:attrNameLst>
                                          <p:attrName>ppt_x</p:attrName>
                                        </p:attrNameLst>
                                      </p:cBhvr>
                                      <p:tavLst>
                                        <p:tav tm="0">
                                          <p:val>
                                            <p:strVal val="#ppt_x-#ppt_w/2"/>
                                          </p:val>
                                        </p:tav>
                                        <p:tav tm="100000">
                                          <p:val>
                                            <p:strVal val="#ppt_x"/>
                                          </p:val>
                                        </p:tav>
                                      </p:tavLst>
                                    </p:anim>
                                    <p:anim calcmode="lin" valueType="num">
                                      <p:cBhvr>
                                        <p:cTn id="276" dur="1000" fill="hold"/>
                                        <p:tgtEl>
                                          <p:spTgt spid="84"/>
                                        </p:tgtEl>
                                        <p:attrNameLst>
                                          <p:attrName>ppt_y</p:attrName>
                                        </p:attrNameLst>
                                      </p:cBhvr>
                                      <p:tavLst>
                                        <p:tav tm="0">
                                          <p:val>
                                            <p:strVal val="#ppt_y"/>
                                          </p:val>
                                        </p:tav>
                                        <p:tav tm="100000">
                                          <p:val>
                                            <p:strVal val="#ppt_y"/>
                                          </p:val>
                                        </p:tav>
                                      </p:tavLst>
                                    </p:anim>
                                    <p:anim calcmode="lin" valueType="num">
                                      <p:cBhvr>
                                        <p:cTn id="277" dur="1000" fill="hold"/>
                                        <p:tgtEl>
                                          <p:spTgt spid="84"/>
                                        </p:tgtEl>
                                        <p:attrNameLst>
                                          <p:attrName>ppt_w</p:attrName>
                                        </p:attrNameLst>
                                      </p:cBhvr>
                                      <p:tavLst>
                                        <p:tav tm="0">
                                          <p:val>
                                            <p:fltVal val="0"/>
                                          </p:val>
                                        </p:tav>
                                        <p:tav tm="100000">
                                          <p:val>
                                            <p:strVal val="#ppt_w"/>
                                          </p:val>
                                        </p:tav>
                                      </p:tavLst>
                                    </p:anim>
                                    <p:anim calcmode="lin" valueType="num">
                                      <p:cBhvr>
                                        <p:cTn id="278" dur="10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279" fill="hold">
                      <p:stCondLst>
                        <p:cond delay="indefinite"/>
                      </p:stCondLst>
                      <p:childTnLst>
                        <p:par>
                          <p:cTn id="280" fill="hold">
                            <p:stCondLst>
                              <p:cond delay="0"/>
                            </p:stCondLst>
                            <p:childTnLst>
                              <p:par>
                                <p:cTn id="281" presetID="63" presetClass="path" presetSubtype="0" accel="50000" decel="50000" fill="hold" grpId="2" nodeType="clickEffect">
                                  <p:stCondLst>
                                    <p:cond delay="0"/>
                                  </p:stCondLst>
                                  <p:childTnLst>
                                    <p:animMotion origin="layout" path="M 0.0276 -0.00046 L 0.05612 -0.00254 " pathEditMode="relative" rAng="0" ptsTypes="AA">
                                      <p:cBhvr>
                                        <p:cTn id="282" dur="1000" fill="hold"/>
                                        <p:tgtEl>
                                          <p:spTgt spid="99"/>
                                        </p:tgtEl>
                                        <p:attrNameLst>
                                          <p:attrName>ppt_x</p:attrName>
                                          <p:attrName>ppt_y</p:attrName>
                                        </p:attrNameLst>
                                      </p:cBhvr>
                                      <p:rCtr x="1419" y="-116"/>
                                    </p:animMotion>
                                  </p:childTnLst>
                                </p:cTn>
                              </p:par>
                            </p:childTnLst>
                          </p:cTn>
                        </p:par>
                        <p:par>
                          <p:cTn id="283" fill="hold">
                            <p:stCondLst>
                              <p:cond delay="1000"/>
                            </p:stCondLst>
                            <p:childTnLst>
                              <p:par>
                                <p:cTn id="284" presetID="32" presetClass="emph" presetSubtype="0" fill="hold" nodeType="afterEffect">
                                  <p:stCondLst>
                                    <p:cond delay="0"/>
                                  </p:stCondLst>
                                  <p:childTnLst>
                                    <p:animRot by="120000">
                                      <p:cBhvr>
                                        <p:cTn id="285" dur="100" fill="hold">
                                          <p:stCondLst>
                                            <p:cond delay="0"/>
                                          </p:stCondLst>
                                        </p:cTn>
                                        <p:tgtEl>
                                          <p:spTgt spid="90"/>
                                        </p:tgtEl>
                                        <p:attrNameLst>
                                          <p:attrName>r</p:attrName>
                                        </p:attrNameLst>
                                      </p:cBhvr>
                                    </p:animRot>
                                    <p:animRot by="-240000">
                                      <p:cBhvr>
                                        <p:cTn id="286" dur="200" fill="hold">
                                          <p:stCondLst>
                                            <p:cond delay="200"/>
                                          </p:stCondLst>
                                        </p:cTn>
                                        <p:tgtEl>
                                          <p:spTgt spid="90"/>
                                        </p:tgtEl>
                                        <p:attrNameLst>
                                          <p:attrName>r</p:attrName>
                                        </p:attrNameLst>
                                      </p:cBhvr>
                                    </p:animRot>
                                    <p:animRot by="240000">
                                      <p:cBhvr>
                                        <p:cTn id="287" dur="200" fill="hold">
                                          <p:stCondLst>
                                            <p:cond delay="400"/>
                                          </p:stCondLst>
                                        </p:cTn>
                                        <p:tgtEl>
                                          <p:spTgt spid="90"/>
                                        </p:tgtEl>
                                        <p:attrNameLst>
                                          <p:attrName>r</p:attrName>
                                        </p:attrNameLst>
                                      </p:cBhvr>
                                    </p:animRot>
                                    <p:animRot by="-240000">
                                      <p:cBhvr>
                                        <p:cTn id="288" dur="200" fill="hold">
                                          <p:stCondLst>
                                            <p:cond delay="600"/>
                                          </p:stCondLst>
                                        </p:cTn>
                                        <p:tgtEl>
                                          <p:spTgt spid="90"/>
                                        </p:tgtEl>
                                        <p:attrNameLst>
                                          <p:attrName>r</p:attrName>
                                        </p:attrNameLst>
                                      </p:cBhvr>
                                    </p:animRot>
                                    <p:animRot by="120000">
                                      <p:cBhvr>
                                        <p:cTn id="289" dur="200" fill="hold">
                                          <p:stCondLst>
                                            <p:cond delay="800"/>
                                          </p:stCondLst>
                                        </p:cTn>
                                        <p:tgtEl>
                                          <p:spTgt spid="90"/>
                                        </p:tgtEl>
                                        <p:attrNameLst>
                                          <p:attrName>r</p:attrName>
                                        </p:attrNameLst>
                                      </p:cBhvr>
                                    </p:animRot>
                                  </p:childTnLst>
                                </p:cTn>
                              </p:par>
                              <p:par>
                                <p:cTn id="290" presetID="42" presetClass="entr" presetSubtype="0" fill="hold" nodeType="withEffect">
                                  <p:stCondLst>
                                    <p:cond delay="0"/>
                                  </p:stCondLst>
                                  <p:childTnLst>
                                    <p:set>
                                      <p:cBhvr>
                                        <p:cTn id="291" dur="1" fill="hold">
                                          <p:stCondLst>
                                            <p:cond delay="0"/>
                                          </p:stCondLst>
                                        </p:cTn>
                                        <p:tgtEl>
                                          <p:spTgt spid="29"/>
                                        </p:tgtEl>
                                        <p:attrNameLst>
                                          <p:attrName>style.visibility</p:attrName>
                                        </p:attrNameLst>
                                      </p:cBhvr>
                                      <p:to>
                                        <p:strVal val="visible"/>
                                      </p:to>
                                    </p:set>
                                    <p:animEffect transition="in" filter="fade">
                                      <p:cBhvr>
                                        <p:cTn id="292" dur="1000"/>
                                        <p:tgtEl>
                                          <p:spTgt spid="29"/>
                                        </p:tgtEl>
                                      </p:cBhvr>
                                    </p:animEffect>
                                    <p:anim calcmode="lin" valueType="num">
                                      <p:cBhvr>
                                        <p:cTn id="293" dur="1000" fill="hold"/>
                                        <p:tgtEl>
                                          <p:spTgt spid="29"/>
                                        </p:tgtEl>
                                        <p:attrNameLst>
                                          <p:attrName>ppt_x</p:attrName>
                                        </p:attrNameLst>
                                      </p:cBhvr>
                                      <p:tavLst>
                                        <p:tav tm="0">
                                          <p:val>
                                            <p:strVal val="#ppt_x"/>
                                          </p:val>
                                        </p:tav>
                                        <p:tav tm="100000">
                                          <p:val>
                                            <p:strVal val="#ppt_x"/>
                                          </p:val>
                                        </p:tav>
                                      </p:tavLst>
                                    </p:anim>
                                    <p:anim calcmode="lin" valueType="num">
                                      <p:cBhvr>
                                        <p:cTn id="294" dur="1000" fill="hold"/>
                                        <p:tgtEl>
                                          <p:spTgt spid="29"/>
                                        </p:tgtEl>
                                        <p:attrNameLst>
                                          <p:attrName>ppt_y</p:attrName>
                                        </p:attrNameLst>
                                      </p:cBhvr>
                                      <p:tavLst>
                                        <p:tav tm="0">
                                          <p:val>
                                            <p:strVal val="#ppt_y+.1"/>
                                          </p:val>
                                        </p:tav>
                                        <p:tav tm="100000">
                                          <p:val>
                                            <p:strVal val="#ppt_y"/>
                                          </p:val>
                                        </p:tav>
                                      </p:tavLst>
                                    </p:anim>
                                  </p:childTnLst>
                                </p:cTn>
                              </p:par>
                            </p:childTnLst>
                          </p:cTn>
                        </p:par>
                        <p:par>
                          <p:cTn id="295" fill="hold">
                            <p:stCondLst>
                              <p:cond delay="2000"/>
                            </p:stCondLst>
                            <p:childTnLst>
                              <p:par>
                                <p:cTn id="296" presetID="17" presetClass="entr" presetSubtype="8" fill="hold" nodeType="afterEffect">
                                  <p:stCondLst>
                                    <p:cond delay="0"/>
                                  </p:stCondLst>
                                  <p:childTnLst>
                                    <p:set>
                                      <p:cBhvr>
                                        <p:cTn id="297" dur="1" fill="hold">
                                          <p:stCondLst>
                                            <p:cond delay="0"/>
                                          </p:stCondLst>
                                        </p:cTn>
                                        <p:tgtEl>
                                          <p:spTgt spid="91"/>
                                        </p:tgtEl>
                                        <p:attrNameLst>
                                          <p:attrName>style.visibility</p:attrName>
                                        </p:attrNameLst>
                                      </p:cBhvr>
                                      <p:to>
                                        <p:strVal val="visible"/>
                                      </p:to>
                                    </p:set>
                                    <p:anim calcmode="lin" valueType="num">
                                      <p:cBhvr>
                                        <p:cTn id="298" dur="1000" fill="hold"/>
                                        <p:tgtEl>
                                          <p:spTgt spid="91"/>
                                        </p:tgtEl>
                                        <p:attrNameLst>
                                          <p:attrName>ppt_x</p:attrName>
                                        </p:attrNameLst>
                                      </p:cBhvr>
                                      <p:tavLst>
                                        <p:tav tm="0">
                                          <p:val>
                                            <p:strVal val="#ppt_x-#ppt_w/2"/>
                                          </p:val>
                                        </p:tav>
                                        <p:tav tm="100000">
                                          <p:val>
                                            <p:strVal val="#ppt_x"/>
                                          </p:val>
                                        </p:tav>
                                      </p:tavLst>
                                    </p:anim>
                                    <p:anim calcmode="lin" valueType="num">
                                      <p:cBhvr>
                                        <p:cTn id="299" dur="1000" fill="hold"/>
                                        <p:tgtEl>
                                          <p:spTgt spid="91"/>
                                        </p:tgtEl>
                                        <p:attrNameLst>
                                          <p:attrName>ppt_y</p:attrName>
                                        </p:attrNameLst>
                                      </p:cBhvr>
                                      <p:tavLst>
                                        <p:tav tm="0">
                                          <p:val>
                                            <p:strVal val="#ppt_y"/>
                                          </p:val>
                                        </p:tav>
                                        <p:tav tm="100000">
                                          <p:val>
                                            <p:strVal val="#ppt_y"/>
                                          </p:val>
                                        </p:tav>
                                      </p:tavLst>
                                    </p:anim>
                                    <p:anim calcmode="lin" valueType="num">
                                      <p:cBhvr>
                                        <p:cTn id="300" dur="1000" fill="hold"/>
                                        <p:tgtEl>
                                          <p:spTgt spid="91"/>
                                        </p:tgtEl>
                                        <p:attrNameLst>
                                          <p:attrName>ppt_w</p:attrName>
                                        </p:attrNameLst>
                                      </p:cBhvr>
                                      <p:tavLst>
                                        <p:tav tm="0">
                                          <p:val>
                                            <p:fltVal val="0"/>
                                          </p:val>
                                        </p:tav>
                                        <p:tav tm="100000">
                                          <p:val>
                                            <p:strVal val="#ppt_w"/>
                                          </p:val>
                                        </p:tav>
                                      </p:tavLst>
                                    </p:anim>
                                    <p:anim calcmode="lin" valueType="num">
                                      <p:cBhvr>
                                        <p:cTn id="301" dur="1000" fill="hold"/>
                                        <p:tgtEl>
                                          <p:spTgt spid="91"/>
                                        </p:tgtEl>
                                        <p:attrNameLst>
                                          <p:attrName>ppt_h</p:attrName>
                                        </p:attrNameLst>
                                      </p:cBhvr>
                                      <p:tavLst>
                                        <p:tav tm="0">
                                          <p:val>
                                            <p:strVal val="#ppt_h"/>
                                          </p:val>
                                        </p:tav>
                                        <p:tav tm="100000">
                                          <p:val>
                                            <p:strVal val="#ppt_h"/>
                                          </p:val>
                                        </p:tav>
                                      </p:tavLst>
                                    </p:anim>
                                  </p:childTnLst>
                                </p:cTn>
                              </p:par>
                              <p:par>
                                <p:cTn id="302" presetID="17" presetClass="entr" presetSubtype="8" fill="hold" nodeType="withEffect">
                                  <p:stCondLst>
                                    <p:cond delay="0"/>
                                  </p:stCondLst>
                                  <p:childTnLst>
                                    <p:set>
                                      <p:cBhvr>
                                        <p:cTn id="303" dur="1" fill="hold">
                                          <p:stCondLst>
                                            <p:cond delay="0"/>
                                          </p:stCondLst>
                                        </p:cTn>
                                        <p:tgtEl>
                                          <p:spTgt spid="93"/>
                                        </p:tgtEl>
                                        <p:attrNameLst>
                                          <p:attrName>style.visibility</p:attrName>
                                        </p:attrNameLst>
                                      </p:cBhvr>
                                      <p:to>
                                        <p:strVal val="visible"/>
                                      </p:to>
                                    </p:set>
                                    <p:anim calcmode="lin" valueType="num">
                                      <p:cBhvr>
                                        <p:cTn id="304" dur="1000" fill="hold"/>
                                        <p:tgtEl>
                                          <p:spTgt spid="93"/>
                                        </p:tgtEl>
                                        <p:attrNameLst>
                                          <p:attrName>ppt_x</p:attrName>
                                        </p:attrNameLst>
                                      </p:cBhvr>
                                      <p:tavLst>
                                        <p:tav tm="0">
                                          <p:val>
                                            <p:strVal val="#ppt_x-#ppt_w/2"/>
                                          </p:val>
                                        </p:tav>
                                        <p:tav tm="100000">
                                          <p:val>
                                            <p:strVal val="#ppt_x"/>
                                          </p:val>
                                        </p:tav>
                                      </p:tavLst>
                                    </p:anim>
                                    <p:anim calcmode="lin" valueType="num">
                                      <p:cBhvr>
                                        <p:cTn id="305" dur="1000" fill="hold"/>
                                        <p:tgtEl>
                                          <p:spTgt spid="93"/>
                                        </p:tgtEl>
                                        <p:attrNameLst>
                                          <p:attrName>ppt_y</p:attrName>
                                        </p:attrNameLst>
                                      </p:cBhvr>
                                      <p:tavLst>
                                        <p:tav tm="0">
                                          <p:val>
                                            <p:strVal val="#ppt_y"/>
                                          </p:val>
                                        </p:tav>
                                        <p:tav tm="100000">
                                          <p:val>
                                            <p:strVal val="#ppt_y"/>
                                          </p:val>
                                        </p:tav>
                                      </p:tavLst>
                                    </p:anim>
                                    <p:anim calcmode="lin" valueType="num">
                                      <p:cBhvr>
                                        <p:cTn id="306" dur="1000" fill="hold"/>
                                        <p:tgtEl>
                                          <p:spTgt spid="93"/>
                                        </p:tgtEl>
                                        <p:attrNameLst>
                                          <p:attrName>ppt_w</p:attrName>
                                        </p:attrNameLst>
                                      </p:cBhvr>
                                      <p:tavLst>
                                        <p:tav tm="0">
                                          <p:val>
                                            <p:fltVal val="0"/>
                                          </p:val>
                                        </p:tav>
                                        <p:tav tm="100000">
                                          <p:val>
                                            <p:strVal val="#ppt_w"/>
                                          </p:val>
                                        </p:tav>
                                      </p:tavLst>
                                    </p:anim>
                                    <p:anim calcmode="lin" valueType="num">
                                      <p:cBhvr>
                                        <p:cTn id="307" dur="1000" fill="hold"/>
                                        <p:tgtEl>
                                          <p:spTgt spid="93"/>
                                        </p:tgtEl>
                                        <p:attrNameLst>
                                          <p:attrName>ppt_h</p:attrName>
                                        </p:attrNameLst>
                                      </p:cBhvr>
                                      <p:tavLst>
                                        <p:tav tm="0">
                                          <p:val>
                                            <p:strVal val="#ppt_h"/>
                                          </p:val>
                                        </p:tav>
                                        <p:tav tm="100000">
                                          <p:val>
                                            <p:strVal val="#ppt_h"/>
                                          </p:val>
                                        </p:tav>
                                      </p:tavLst>
                                    </p:anim>
                                  </p:childTnLst>
                                </p:cTn>
                              </p:par>
                            </p:childTnLst>
                          </p:cTn>
                        </p:par>
                        <p:par>
                          <p:cTn id="308" fill="hold">
                            <p:stCondLst>
                              <p:cond delay="3000"/>
                            </p:stCondLst>
                            <p:childTnLst>
                              <p:par>
                                <p:cTn id="309" presetID="22" presetClass="exit" presetSubtype="2" fill="hold" nodeType="afterEffect">
                                  <p:stCondLst>
                                    <p:cond delay="0"/>
                                  </p:stCondLst>
                                  <p:childTnLst>
                                    <p:animEffect transition="out" filter="wipe(right)">
                                      <p:cBhvr>
                                        <p:cTn id="310" dur="500"/>
                                        <p:tgtEl>
                                          <p:spTgt spid="84"/>
                                        </p:tgtEl>
                                      </p:cBhvr>
                                    </p:animEffect>
                                    <p:set>
                                      <p:cBhvr>
                                        <p:cTn id="311" dur="1" fill="hold">
                                          <p:stCondLst>
                                            <p:cond delay="499"/>
                                          </p:stCondLst>
                                        </p:cTn>
                                        <p:tgtEl>
                                          <p:spTgt spid="84"/>
                                        </p:tgtEl>
                                        <p:attrNameLst>
                                          <p:attrName>style.visibility</p:attrName>
                                        </p:attrNameLst>
                                      </p:cBhvr>
                                      <p:to>
                                        <p:strVal val="hidden"/>
                                      </p:to>
                                    </p:set>
                                  </p:childTnLst>
                                </p:cTn>
                              </p:par>
                              <p:par>
                                <p:cTn id="312" presetID="22" presetClass="exit" presetSubtype="2" fill="hold" nodeType="withEffect">
                                  <p:stCondLst>
                                    <p:cond delay="0"/>
                                  </p:stCondLst>
                                  <p:childTnLst>
                                    <p:animEffect transition="out" filter="wipe(right)">
                                      <p:cBhvr>
                                        <p:cTn id="313" dur="500"/>
                                        <p:tgtEl>
                                          <p:spTgt spid="91"/>
                                        </p:tgtEl>
                                      </p:cBhvr>
                                    </p:animEffect>
                                    <p:set>
                                      <p:cBhvr>
                                        <p:cTn id="314" dur="1" fill="hold">
                                          <p:stCondLst>
                                            <p:cond delay="499"/>
                                          </p:stCondLst>
                                        </p:cTn>
                                        <p:tgtEl>
                                          <p:spTgt spid="91"/>
                                        </p:tgtEl>
                                        <p:attrNameLst>
                                          <p:attrName>style.visibility</p:attrName>
                                        </p:attrNameLst>
                                      </p:cBhvr>
                                      <p:to>
                                        <p:strVal val="hidden"/>
                                      </p:to>
                                    </p:set>
                                  </p:childTnLst>
                                </p:cTn>
                              </p:par>
                              <p:par>
                                <p:cTn id="315" presetID="22" presetClass="exit" presetSubtype="2" fill="hold" nodeType="withEffect">
                                  <p:stCondLst>
                                    <p:cond delay="0"/>
                                  </p:stCondLst>
                                  <p:childTnLst>
                                    <p:animEffect transition="out" filter="wipe(right)">
                                      <p:cBhvr>
                                        <p:cTn id="316" dur="500"/>
                                        <p:tgtEl>
                                          <p:spTgt spid="93"/>
                                        </p:tgtEl>
                                      </p:cBhvr>
                                    </p:animEffect>
                                    <p:set>
                                      <p:cBhvr>
                                        <p:cTn id="317" dur="1" fill="hold">
                                          <p:stCondLst>
                                            <p:cond delay="499"/>
                                          </p:stCondLst>
                                        </p:cTn>
                                        <p:tgtEl>
                                          <p:spTgt spid="93"/>
                                        </p:tgtEl>
                                        <p:attrNameLst>
                                          <p:attrName>style.visibility</p:attrName>
                                        </p:attrNameLst>
                                      </p:cBhvr>
                                      <p:to>
                                        <p:strVal val="hidden"/>
                                      </p:to>
                                    </p:set>
                                  </p:childTnLst>
                                </p:cTn>
                              </p:par>
                            </p:childTnLst>
                          </p:cTn>
                        </p:par>
                        <p:par>
                          <p:cTn id="318" fill="hold">
                            <p:stCondLst>
                              <p:cond delay="3500"/>
                            </p:stCondLst>
                            <p:childTnLst>
                              <p:par>
                                <p:cTn id="319" presetID="17" presetClass="entr" presetSubtype="8" fill="hold" nodeType="afterEffect">
                                  <p:stCondLst>
                                    <p:cond delay="0"/>
                                  </p:stCondLst>
                                  <p:childTnLst>
                                    <p:set>
                                      <p:cBhvr>
                                        <p:cTn id="320" dur="1" fill="hold">
                                          <p:stCondLst>
                                            <p:cond delay="0"/>
                                          </p:stCondLst>
                                        </p:cTn>
                                        <p:tgtEl>
                                          <p:spTgt spid="95"/>
                                        </p:tgtEl>
                                        <p:attrNameLst>
                                          <p:attrName>style.visibility</p:attrName>
                                        </p:attrNameLst>
                                      </p:cBhvr>
                                      <p:to>
                                        <p:strVal val="visible"/>
                                      </p:to>
                                    </p:set>
                                    <p:anim calcmode="lin" valueType="num">
                                      <p:cBhvr>
                                        <p:cTn id="321" dur="1000" fill="hold"/>
                                        <p:tgtEl>
                                          <p:spTgt spid="95"/>
                                        </p:tgtEl>
                                        <p:attrNameLst>
                                          <p:attrName>ppt_x</p:attrName>
                                        </p:attrNameLst>
                                      </p:cBhvr>
                                      <p:tavLst>
                                        <p:tav tm="0">
                                          <p:val>
                                            <p:strVal val="#ppt_x-#ppt_w/2"/>
                                          </p:val>
                                        </p:tav>
                                        <p:tav tm="100000">
                                          <p:val>
                                            <p:strVal val="#ppt_x"/>
                                          </p:val>
                                        </p:tav>
                                      </p:tavLst>
                                    </p:anim>
                                    <p:anim calcmode="lin" valueType="num">
                                      <p:cBhvr>
                                        <p:cTn id="322" dur="1000" fill="hold"/>
                                        <p:tgtEl>
                                          <p:spTgt spid="95"/>
                                        </p:tgtEl>
                                        <p:attrNameLst>
                                          <p:attrName>ppt_y</p:attrName>
                                        </p:attrNameLst>
                                      </p:cBhvr>
                                      <p:tavLst>
                                        <p:tav tm="0">
                                          <p:val>
                                            <p:strVal val="#ppt_y"/>
                                          </p:val>
                                        </p:tav>
                                        <p:tav tm="100000">
                                          <p:val>
                                            <p:strVal val="#ppt_y"/>
                                          </p:val>
                                        </p:tav>
                                      </p:tavLst>
                                    </p:anim>
                                    <p:anim calcmode="lin" valueType="num">
                                      <p:cBhvr>
                                        <p:cTn id="323" dur="1000" fill="hold"/>
                                        <p:tgtEl>
                                          <p:spTgt spid="95"/>
                                        </p:tgtEl>
                                        <p:attrNameLst>
                                          <p:attrName>ppt_w</p:attrName>
                                        </p:attrNameLst>
                                      </p:cBhvr>
                                      <p:tavLst>
                                        <p:tav tm="0">
                                          <p:val>
                                            <p:fltVal val="0"/>
                                          </p:val>
                                        </p:tav>
                                        <p:tav tm="100000">
                                          <p:val>
                                            <p:strVal val="#ppt_w"/>
                                          </p:val>
                                        </p:tav>
                                      </p:tavLst>
                                    </p:anim>
                                    <p:anim calcmode="lin" valueType="num">
                                      <p:cBhvr>
                                        <p:cTn id="324" dur="10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325" fill="hold">
                      <p:stCondLst>
                        <p:cond delay="indefinite"/>
                      </p:stCondLst>
                      <p:childTnLst>
                        <p:par>
                          <p:cTn id="326" fill="hold">
                            <p:stCondLst>
                              <p:cond delay="0"/>
                            </p:stCondLst>
                            <p:childTnLst>
                              <p:par>
                                <p:cTn id="327" presetID="45" presetClass="exit" presetSubtype="0" fill="hold" grpId="1" nodeType="clickEffect">
                                  <p:stCondLst>
                                    <p:cond delay="0"/>
                                  </p:stCondLst>
                                  <p:childTnLst>
                                    <p:animEffect transition="out" filter="fade">
                                      <p:cBhvr>
                                        <p:cTn id="328" dur="1000"/>
                                        <p:tgtEl>
                                          <p:spTgt spid="100"/>
                                        </p:tgtEl>
                                      </p:cBhvr>
                                    </p:animEffect>
                                    <p:anim calcmode="lin" valueType="num">
                                      <p:cBhvr>
                                        <p:cTn id="329" dur="1000"/>
                                        <p:tgtEl>
                                          <p:spTgt spid="10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330" dur="1000"/>
                                        <p:tgtEl>
                                          <p:spTgt spid="100"/>
                                        </p:tgtEl>
                                        <p:attrNameLst>
                                          <p:attrName>ppt_h</p:attrName>
                                        </p:attrNameLst>
                                      </p:cBhvr>
                                      <p:tavLst>
                                        <p:tav tm="0">
                                          <p:val>
                                            <p:strVal val="ppt_h"/>
                                          </p:val>
                                        </p:tav>
                                        <p:tav tm="100000">
                                          <p:val>
                                            <p:strVal val="ppt_h"/>
                                          </p:val>
                                        </p:tav>
                                      </p:tavLst>
                                    </p:anim>
                                    <p:set>
                                      <p:cBhvr>
                                        <p:cTn id="331" dur="1" fill="hold">
                                          <p:stCondLst>
                                            <p:cond delay="999"/>
                                          </p:stCondLst>
                                        </p:cTn>
                                        <p:tgtEl>
                                          <p:spTgt spid="100"/>
                                        </p:tgtEl>
                                        <p:attrNameLst>
                                          <p:attrName>style.visibility</p:attrName>
                                        </p:attrNameLst>
                                      </p:cBhvr>
                                      <p:to>
                                        <p:strVal val="hidden"/>
                                      </p:to>
                                    </p:set>
                                  </p:childTnLst>
                                </p:cTn>
                              </p:par>
                            </p:childTnLst>
                          </p:cTn>
                        </p:par>
                        <p:par>
                          <p:cTn id="332" fill="hold">
                            <p:stCondLst>
                              <p:cond delay="1000"/>
                            </p:stCondLst>
                            <p:childTnLst>
                              <p:par>
                                <p:cTn id="333" presetID="10" presetClass="entr" presetSubtype="0" fill="hold" grpId="0" nodeType="afterEffect">
                                  <p:stCondLst>
                                    <p:cond delay="0"/>
                                  </p:stCondLst>
                                  <p:childTnLst>
                                    <p:set>
                                      <p:cBhvr>
                                        <p:cTn id="334" dur="1" fill="hold">
                                          <p:stCondLst>
                                            <p:cond delay="0"/>
                                          </p:stCondLst>
                                        </p:cTn>
                                        <p:tgtEl>
                                          <p:spTgt spid="101"/>
                                        </p:tgtEl>
                                        <p:attrNameLst>
                                          <p:attrName>style.visibility</p:attrName>
                                        </p:attrNameLst>
                                      </p:cBhvr>
                                      <p:to>
                                        <p:strVal val="visible"/>
                                      </p:to>
                                    </p:set>
                                    <p:animEffect transition="in" filter="fade">
                                      <p:cBhvr>
                                        <p:cTn id="335" dur="500"/>
                                        <p:tgtEl>
                                          <p:spTgt spid="101"/>
                                        </p:tgtEl>
                                      </p:cBhvr>
                                    </p:animEffect>
                                  </p:childTnLst>
                                </p:cTn>
                              </p:par>
                            </p:childTnLst>
                          </p:cTn>
                        </p:par>
                        <p:par>
                          <p:cTn id="336" fill="hold">
                            <p:stCondLst>
                              <p:cond delay="1500"/>
                            </p:stCondLst>
                            <p:childTnLst>
                              <p:par>
                                <p:cTn id="337" presetID="63" presetClass="path" presetSubtype="0" accel="50000" decel="50000" fill="hold" nodeType="afterEffect">
                                  <p:stCondLst>
                                    <p:cond delay="0"/>
                                  </p:stCondLst>
                                  <p:childTnLst>
                                    <p:animMotion origin="layout" path="M -2.91667E-6 -2.96296E-6 L 0.24297 -0.03125 " pathEditMode="relative" rAng="0" ptsTypes="AA">
                                      <p:cBhvr>
                                        <p:cTn id="338" dur="1500" fill="hold"/>
                                        <p:tgtEl>
                                          <p:spTgt spid="29"/>
                                        </p:tgtEl>
                                        <p:attrNameLst>
                                          <p:attrName>ppt_x</p:attrName>
                                          <p:attrName>ppt_y</p:attrName>
                                        </p:attrNameLst>
                                      </p:cBhvr>
                                      <p:rCtr x="12148" y="-1574"/>
                                    </p:animMotion>
                                  </p:childTnLst>
                                </p:cTn>
                              </p:par>
                              <p:par>
                                <p:cTn id="339" presetID="17" presetClass="entr" presetSubtype="1" fill="hold" nodeType="withEffect">
                                  <p:stCondLst>
                                    <p:cond delay="500"/>
                                  </p:stCondLst>
                                  <p:childTnLst>
                                    <p:set>
                                      <p:cBhvr>
                                        <p:cTn id="340" dur="1" fill="hold">
                                          <p:stCondLst>
                                            <p:cond delay="0"/>
                                          </p:stCondLst>
                                        </p:cTn>
                                        <p:tgtEl>
                                          <p:spTgt spid="13"/>
                                        </p:tgtEl>
                                        <p:attrNameLst>
                                          <p:attrName>style.visibility</p:attrName>
                                        </p:attrNameLst>
                                      </p:cBhvr>
                                      <p:to>
                                        <p:strVal val="visible"/>
                                      </p:to>
                                    </p:set>
                                    <p:anim calcmode="lin" valueType="num">
                                      <p:cBhvr>
                                        <p:cTn id="341" dur="1000" fill="hold"/>
                                        <p:tgtEl>
                                          <p:spTgt spid="13"/>
                                        </p:tgtEl>
                                        <p:attrNameLst>
                                          <p:attrName>ppt_x</p:attrName>
                                        </p:attrNameLst>
                                      </p:cBhvr>
                                      <p:tavLst>
                                        <p:tav tm="0">
                                          <p:val>
                                            <p:strVal val="#ppt_x"/>
                                          </p:val>
                                        </p:tav>
                                        <p:tav tm="100000">
                                          <p:val>
                                            <p:strVal val="#ppt_x"/>
                                          </p:val>
                                        </p:tav>
                                      </p:tavLst>
                                    </p:anim>
                                    <p:anim calcmode="lin" valueType="num">
                                      <p:cBhvr>
                                        <p:cTn id="342" dur="1000" fill="hold"/>
                                        <p:tgtEl>
                                          <p:spTgt spid="13"/>
                                        </p:tgtEl>
                                        <p:attrNameLst>
                                          <p:attrName>ppt_y</p:attrName>
                                        </p:attrNameLst>
                                      </p:cBhvr>
                                      <p:tavLst>
                                        <p:tav tm="0">
                                          <p:val>
                                            <p:strVal val="#ppt_y-#ppt_h/2"/>
                                          </p:val>
                                        </p:tav>
                                        <p:tav tm="100000">
                                          <p:val>
                                            <p:strVal val="#ppt_y"/>
                                          </p:val>
                                        </p:tav>
                                      </p:tavLst>
                                    </p:anim>
                                    <p:anim calcmode="lin" valueType="num">
                                      <p:cBhvr>
                                        <p:cTn id="343" dur="1000" fill="hold"/>
                                        <p:tgtEl>
                                          <p:spTgt spid="13"/>
                                        </p:tgtEl>
                                        <p:attrNameLst>
                                          <p:attrName>ppt_w</p:attrName>
                                        </p:attrNameLst>
                                      </p:cBhvr>
                                      <p:tavLst>
                                        <p:tav tm="0">
                                          <p:val>
                                            <p:strVal val="#ppt_w"/>
                                          </p:val>
                                        </p:tav>
                                        <p:tav tm="100000">
                                          <p:val>
                                            <p:strVal val="#ppt_w"/>
                                          </p:val>
                                        </p:tav>
                                      </p:tavLst>
                                    </p:anim>
                                    <p:anim calcmode="lin" valueType="num">
                                      <p:cBhvr>
                                        <p:cTn id="344" dur="10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345" fill="hold">
                      <p:stCondLst>
                        <p:cond delay="indefinite"/>
                      </p:stCondLst>
                      <p:childTnLst>
                        <p:par>
                          <p:cTn id="346" fill="hold">
                            <p:stCondLst>
                              <p:cond delay="0"/>
                            </p:stCondLst>
                            <p:childTnLst>
                              <p:par>
                                <p:cTn id="347" presetID="17" presetClass="entr" presetSubtype="10" fill="hold" grpId="0" nodeType="clickEffect">
                                  <p:stCondLst>
                                    <p:cond delay="0"/>
                                  </p:stCondLst>
                                  <p:childTnLst>
                                    <p:set>
                                      <p:cBhvr>
                                        <p:cTn id="348" dur="1" fill="hold">
                                          <p:stCondLst>
                                            <p:cond delay="0"/>
                                          </p:stCondLst>
                                        </p:cTn>
                                        <p:tgtEl>
                                          <p:spTgt spid="105"/>
                                        </p:tgtEl>
                                        <p:attrNameLst>
                                          <p:attrName>style.visibility</p:attrName>
                                        </p:attrNameLst>
                                      </p:cBhvr>
                                      <p:to>
                                        <p:strVal val="visible"/>
                                      </p:to>
                                    </p:set>
                                    <p:anim calcmode="lin" valueType="num">
                                      <p:cBhvr>
                                        <p:cTn id="349" dur="1000" fill="hold"/>
                                        <p:tgtEl>
                                          <p:spTgt spid="105"/>
                                        </p:tgtEl>
                                        <p:attrNameLst>
                                          <p:attrName>ppt_w</p:attrName>
                                        </p:attrNameLst>
                                      </p:cBhvr>
                                      <p:tavLst>
                                        <p:tav tm="0">
                                          <p:val>
                                            <p:fltVal val="0"/>
                                          </p:val>
                                        </p:tav>
                                        <p:tav tm="100000">
                                          <p:val>
                                            <p:strVal val="#ppt_w"/>
                                          </p:val>
                                        </p:tav>
                                      </p:tavLst>
                                    </p:anim>
                                    <p:anim calcmode="lin" valueType="num">
                                      <p:cBhvr>
                                        <p:cTn id="350" dur="1000" fill="hold"/>
                                        <p:tgtEl>
                                          <p:spTgt spid="105"/>
                                        </p:tgtEl>
                                        <p:attrNameLst>
                                          <p:attrName>ppt_h</p:attrName>
                                        </p:attrNameLst>
                                      </p:cBhvr>
                                      <p:tavLst>
                                        <p:tav tm="0">
                                          <p:val>
                                            <p:strVal val="#ppt_h"/>
                                          </p:val>
                                        </p:tav>
                                        <p:tav tm="100000">
                                          <p:val>
                                            <p:strVal val="#ppt_h"/>
                                          </p:val>
                                        </p:tav>
                                      </p:tavLst>
                                    </p:anim>
                                  </p:childTnLst>
                                </p:cTn>
                              </p:par>
                            </p:childTnLst>
                          </p:cTn>
                        </p:par>
                        <p:par>
                          <p:cTn id="351" fill="hold">
                            <p:stCondLst>
                              <p:cond delay="1000"/>
                            </p:stCondLst>
                            <p:childTnLst>
                              <p:par>
                                <p:cTn id="352" presetID="32" presetClass="emph" presetSubtype="0" fill="hold" grpId="1" nodeType="afterEffect">
                                  <p:stCondLst>
                                    <p:cond delay="0"/>
                                  </p:stCondLst>
                                  <p:childTnLst>
                                    <p:animRot by="120000">
                                      <p:cBhvr>
                                        <p:cTn id="353" dur="150" fill="hold">
                                          <p:stCondLst>
                                            <p:cond delay="0"/>
                                          </p:stCondLst>
                                        </p:cTn>
                                        <p:tgtEl>
                                          <p:spTgt spid="105"/>
                                        </p:tgtEl>
                                        <p:attrNameLst>
                                          <p:attrName>r</p:attrName>
                                        </p:attrNameLst>
                                      </p:cBhvr>
                                    </p:animRot>
                                    <p:animRot by="-240000">
                                      <p:cBhvr>
                                        <p:cTn id="354" dur="300" fill="hold">
                                          <p:stCondLst>
                                            <p:cond delay="300"/>
                                          </p:stCondLst>
                                        </p:cTn>
                                        <p:tgtEl>
                                          <p:spTgt spid="105"/>
                                        </p:tgtEl>
                                        <p:attrNameLst>
                                          <p:attrName>r</p:attrName>
                                        </p:attrNameLst>
                                      </p:cBhvr>
                                    </p:animRot>
                                    <p:animRot by="240000">
                                      <p:cBhvr>
                                        <p:cTn id="355" dur="300" fill="hold">
                                          <p:stCondLst>
                                            <p:cond delay="600"/>
                                          </p:stCondLst>
                                        </p:cTn>
                                        <p:tgtEl>
                                          <p:spTgt spid="105"/>
                                        </p:tgtEl>
                                        <p:attrNameLst>
                                          <p:attrName>r</p:attrName>
                                        </p:attrNameLst>
                                      </p:cBhvr>
                                    </p:animRot>
                                    <p:animRot by="-240000">
                                      <p:cBhvr>
                                        <p:cTn id="356" dur="300" fill="hold">
                                          <p:stCondLst>
                                            <p:cond delay="900"/>
                                          </p:stCondLst>
                                        </p:cTn>
                                        <p:tgtEl>
                                          <p:spTgt spid="105"/>
                                        </p:tgtEl>
                                        <p:attrNameLst>
                                          <p:attrName>r</p:attrName>
                                        </p:attrNameLst>
                                      </p:cBhvr>
                                    </p:animRot>
                                    <p:animRot by="120000">
                                      <p:cBhvr>
                                        <p:cTn id="357" dur="300" fill="hold">
                                          <p:stCondLst>
                                            <p:cond delay="1200"/>
                                          </p:stCondLst>
                                        </p:cTn>
                                        <p:tgtEl>
                                          <p:spTgt spid="105"/>
                                        </p:tgtEl>
                                        <p:attrNameLst>
                                          <p:attrName>r</p:attrName>
                                        </p:attrNameLst>
                                      </p:cBhvr>
                                    </p:animRot>
                                  </p:childTnLst>
                                </p:cTn>
                              </p:par>
                            </p:childTnLst>
                          </p:cTn>
                        </p:par>
                        <p:par>
                          <p:cTn id="358" fill="hold">
                            <p:stCondLst>
                              <p:cond delay="2500"/>
                            </p:stCondLst>
                            <p:childTnLst>
                              <p:par>
                                <p:cTn id="359" presetID="22" presetClass="exit" presetSubtype="2" fill="hold" nodeType="afterEffect">
                                  <p:stCondLst>
                                    <p:cond delay="0"/>
                                  </p:stCondLst>
                                  <p:childTnLst>
                                    <p:animEffect transition="out" filter="wipe(right)">
                                      <p:cBhvr>
                                        <p:cTn id="360" dur="500"/>
                                        <p:tgtEl>
                                          <p:spTgt spid="95"/>
                                        </p:tgtEl>
                                      </p:cBhvr>
                                    </p:animEffect>
                                    <p:set>
                                      <p:cBhvr>
                                        <p:cTn id="361" dur="1" fill="hold">
                                          <p:stCondLst>
                                            <p:cond delay="499"/>
                                          </p:stCondLst>
                                        </p:cTn>
                                        <p:tgtEl>
                                          <p:spTgt spid="95"/>
                                        </p:tgtEl>
                                        <p:attrNameLst>
                                          <p:attrName>style.visibility</p:attrName>
                                        </p:attrNameLst>
                                      </p:cBhvr>
                                      <p:to>
                                        <p:strVal val="hidden"/>
                                      </p:to>
                                    </p:set>
                                  </p:childTnLst>
                                </p:cTn>
                              </p:par>
                            </p:childTnLst>
                          </p:cTn>
                        </p:par>
                        <p:par>
                          <p:cTn id="362" fill="hold">
                            <p:stCondLst>
                              <p:cond delay="3000"/>
                            </p:stCondLst>
                            <p:childTnLst>
                              <p:par>
                                <p:cTn id="363" presetID="10" presetClass="exit" presetSubtype="0" fill="hold" grpId="2" nodeType="afterEffect">
                                  <p:stCondLst>
                                    <p:cond delay="0"/>
                                  </p:stCondLst>
                                  <p:childTnLst>
                                    <p:animEffect transition="out" filter="fade">
                                      <p:cBhvr>
                                        <p:cTn id="364" dur="500"/>
                                        <p:tgtEl>
                                          <p:spTgt spid="105"/>
                                        </p:tgtEl>
                                      </p:cBhvr>
                                    </p:animEffect>
                                    <p:set>
                                      <p:cBhvr>
                                        <p:cTn id="365" dur="1" fill="hold">
                                          <p:stCondLst>
                                            <p:cond delay="499"/>
                                          </p:stCondLst>
                                        </p:cTn>
                                        <p:tgtEl>
                                          <p:spTgt spid="105"/>
                                        </p:tgtEl>
                                        <p:attrNameLst>
                                          <p:attrName>style.visibility</p:attrName>
                                        </p:attrNameLst>
                                      </p:cBhvr>
                                      <p:to>
                                        <p:strVal val="hidden"/>
                                      </p:to>
                                    </p:set>
                                  </p:childTnLst>
                                </p:cTn>
                              </p:par>
                            </p:childTnLst>
                          </p:cTn>
                        </p:par>
                        <p:par>
                          <p:cTn id="366" fill="hold">
                            <p:stCondLst>
                              <p:cond delay="3500"/>
                            </p:stCondLst>
                            <p:childTnLst>
                              <p:par>
                                <p:cTn id="367" presetID="17" presetClass="entr" presetSubtype="8" fill="hold" nodeType="afterEffect">
                                  <p:stCondLst>
                                    <p:cond delay="0"/>
                                  </p:stCondLst>
                                  <p:childTnLst>
                                    <p:set>
                                      <p:cBhvr>
                                        <p:cTn id="368" dur="1" fill="hold">
                                          <p:stCondLst>
                                            <p:cond delay="0"/>
                                          </p:stCondLst>
                                        </p:cTn>
                                        <p:tgtEl>
                                          <p:spTgt spid="82"/>
                                        </p:tgtEl>
                                        <p:attrNameLst>
                                          <p:attrName>style.visibility</p:attrName>
                                        </p:attrNameLst>
                                      </p:cBhvr>
                                      <p:to>
                                        <p:strVal val="visible"/>
                                      </p:to>
                                    </p:set>
                                    <p:anim calcmode="lin" valueType="num">
                                      <p:cBhvr>
                                        <p:cTn id="369" dur="1000" fill="hold"/>
                                        <p:tgtEl>
                                          <p:spTgt spid="82"/>
                                        </p:tgtEl>
                                        <p:attrNameLst>
                                          <p:attrName>ppt_x</p:attrName>
                                        </p:attrNameLst>
                                      </p:cBhvr>
                                      <p:tavLst>
                                        <p:tav tm="0">
                                          <p:val>
                                            <p:strVal val="#ppt_x-#ppt_w/2"/>
                                          </p:val>
                                        </p:tav>
                                        <p:tav tm="100000">
                                          <p:val>
                                            <p:strVal val="#ppt_x"/>
                                          </p:val>
                                        </p:tav>
                                      </p:tavLst>
                                    </p:anim>
                                    <p:anim calcmode="lin" valueType="num">
                                      <p:cBhvr>
                                        <p:cTn id="370" dur="1000" fill="hold"/>
                                        <p:tgtEl>
                                          <p:spTgt spid="82"/>
                                        </p:tgtEl>
                                        <p:attrNameLst>
                                          <p:attrName>ppt_y</p:attrName>
                                        </p:attrNameLst>
                                      </p:cBhvr>
                                      <p:tavLst>
                                        <p:tav tm="0">
                                          <p:val>
                                            <p:strVal val="#ppt_y"/>
                                          </p:val>
                                        </p:tav>
                                        <p:tav tm="100000">
                                          <p:val>
                                            <p:strVal val="#ppt_y"/>
                                          </p:val>
                                        </p:tav>
                                      </p:tavLst>
                                    </p:anim>
                                    <p:anim calcmode="lin" valueType="num">
                                      <p:cBhvr>
                                        <p:cTn id="371" dur="1000" fill="hold"/>
                                        <p:tgtEl>
                                          <p:spTgt spid="82"/>
                                        </p:tgtEl>
                                        <p:attrNameLst>
                                          <p:attrName>ppt_w</p:attrName>
                                        </p:attrNameLst>
                                      </p:cBhvr>
                                      <p:tavLst>
                                        <p:tav tm="0">
                                          <p:val>
                                            <p:fltVal val="0"/>
                                          </p:val>
                                        </p:tav>
                                        <p:tav tm="100000">
                                          <p:val>
                                            <p:strVal val="#ppt_w"/>
                                          </p:val>
                                        </p:tav>
                                      </p:tavLst>
                                    </p:anim>
                                    <p:anim calcmode="lin" valueType="num">
                                      <p:cBhvr>
                                        <p:cTn id="372" dur="10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373" fill="hold">
                      <p:stCondLst>
                        <p:cond delay="indefinite"/>
                      </p:stCondLst>
                      <p:childTnLst>
                        <p:par>
                          <p:cTn id="374" fill="hold">
                            <p:stCondLst>
                              <p:cond delay="0"/>
                            </p:stCondLst>
                            <p:childTnLst>
                              <p:par>
                                <p:cTn id="375" presetID="63" presetClass="path" presetSubtype="0" accel="50000" decel="50000" fill="hold" grpId="3" nodeType="clickEffect">
                                  <p:stCondLst>
                                    <p:cond delay="0"/>
                                  </p:stCondLst>
                                  <p:childTnLst>
                                    <p:animMotion origin="layout" path="M 0.13216 0.00046 L 0.19792 0.00115 " pathEditMode="relative" rAng="0" ptsTypes="AA">
                                      <p:cBhvr>
                                        <p:cTn id="376" dur="1500" fill="hold"/>
                                        <p:tgtEl>
                                          <p:spTgt spid="81"/>
                                        </p:tgtEl>
                                        <p:attrNameLst>
                                          <p:attrName>ppt_x</p:attrName>
                                          <p:attrName>ppt_y</p:attrName>
                                        </p:attrNameLst>
                                      </p:cBhvr>
                                      <p:rCtr x="3281" y="23"/>
                                    </p:animMotion>
                                  </p:childTnLst>
                                </p:cTn>
                              </p:par>
                            </p:childTnLst>
                          </p:cTn>
                        </p:par>
                        <p:par>
                          <p:cTn id="377" fill="hold">
                            <p:stCondLst>
                              <p:cond delay="1500"/>
                            </p:stCondLst>
                            <p:childTnLst>
                              <p:par>
                                <p:cTn id="378" presetID="22" presetClass="exit" presetSubtype="2" fill="hold" nodeType="afterEffect">
                                  <p:stCondLst>
                                    <p:cond delay="0"/>
                                  </p:stCondLst>
                                  <p:childTnLst>
                                    <p:animEffect transition="out" filter="wipe(right)">
                                      <p:cBhvr>
                                        <p:cTn id="379" dur="500"/>
                                        <p:tgtEl>
                                          <p:spTgt spid="82"/>
                                        </p:tgtEl>
                                      </p:cBhvr>
                                    </p:animEffect>
                                    <p:set>
                                      <p:cBhvr>
                                        <p:cTn id="380" dur="1" fill="hold">
                                          <p:stCondLst>
                                            <p:cond delay="499"/>
                                          </p:stCondLst>
                                        </p:cTn>
                                        <p:tgtEl>
                                          <p:spTgt spid="82"/>
                                        </p:tgtEl>
                                        <p:attrNameLst>
                                          <p:attrName>style.visibility</p:attrName>
                                        </p:attrNameLst>
                                      </p:cBhvr>
                                      <p:to>
                                        <p:strVal val="hidden"/>
                                      </p:to>
                                    </p:set>
                                  </p:childTnLst>
                                </p:cTn>
                              </p:par>
                            </p:childTnLst>
                          </p:cTn>
                        </p:par>
                        <p:par>
                          <p:cTn id="381" fill="hold">
                            <p:stCondLst>
                              <p:cond delay="2000"/>
                            </p:stCondLst>
                            <p:childTnLst>
                              <p:par>
                                <p:cTn id="382" presetID="17" presetClass="entr" presetSubtype="8" fill="hold" nodeType="afterEffect">
                                  <p:stCondLst>
                                    <p:cond delay="0"/>
                                  </p:stCondLst>
                                  <p:childTnLst>
                                    <p:set>
                                      <p:cBhvr>
                                        <p:cTn id="383" dur="1" fill="hold">
                                          <p:stCondLst>
                                            <p:cond delay="0"/>
                                          </p:stCondLst>
                                        </p:cTn>
                                        <p:tgtEl>
                                          <p:spTgt spid="84"/>
                                        </p:tgtEl>
                                        <p:attrNameLst>
                                          <p:attrName>style.visibility</p:attrName>
                                        </p:attrNameLst>
                                      </p:cBhvr>
                                      <p:to>
                                        <p:strVal val="visible"/>
                                      </p:to>
                                    </p:set>
                                    <p:anim calcmode="lin" valueType="num">
                                      <p:cBhvr>
                                        <p:cTn id="384" dur="1000" fill="hold"/>
                                        <p:tgtEl>
                                          <p:spTgt spid="84"/>
                                        </p:tgtEl>
                                        <p:attrNameLst>
                                          <p:attrName>ppt_x</p:attrName>
                                        </p:attrNameLst>
                                      </p:cBhvr>
                                      <p:tavLst>
                                        <p:tav tm="0">
                                          <p:val>
                                            <p:strVal val="#ppt_x-#ppt_w/2"/>
                                          </p:val>
                                        </p:tav>
                                        <p:tav tm="100000">
                                          <p:val>
                                            <p:strVal val="#ppt_x"/>
                                          </p:val>
                                        </p:tav>
                                      </p:tavLst>
                                    </p:anim>
                                    <p:anim calcmode="lin" valueType="num">
                                      <p:cBhvr>
                                        <p:cTn id="385" dur="1000" fill="hold"/>
                                        <p:tgtEl>
                                          <p:spTgt spid="84"/>
                                        </p:tgtEl>
                                        <p:attrNameLst>
                                          <p:attrName>ppt_y</p:attrName>
                                        </p:attrNameLst>
                                      </p:cBhvr>
                                      <p:tavLst>
                                        <p:tav tm="0">
                                          <p:val>
                                            <p:strVal val="#ppt_y"/>
                                          </p:val>
                                        </p:tav>
                                        <p:tav tm="100000">
                                          <p:val>
                                            <p:strVal val="#ppt_y"/>
                                          </p:val>
                                        </p:tav>
                                      </p:tavLst>
                                    </p:anim>
                                    <p:anim calcmode="lin" valueType="num">
                                      <p:cBhvr>
                                        <p:cTn id="386" dur="1000" fill="hold"/>
                                        <p:tgtEl>
                                          <p:spTgt spid="84"/>
                                        </p:tgtEl>
                                        <p:attrNameLst>
                                          <p:attrName>ppt_w</p:attrName>
                                        </p:attrNameLst>
                                      </p:cBhvr>
                                      <p:tavLst>
                                        <p:tav tm="0">
                                          <p:val>
                                            <p:fltVal val="0"/>
                                          </p:val>
                                        </p:tav>
                                        <p:tav tm="100000">
                                          <p:val>
                                            <p:strVal val="#ppt_w"/>
                                          </p:val>
                                        </p:tav>
                                      </p:tavLst>
                                    </p:anim>
                                    <p:anim calcmode="lin" valueType="num">
                                      <p:cBhvr>
                                        <p:cTn id="387" dur="10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388" fill="hold">
                      <p:stCondLst>
                        <p:cond delay="indefinite"/>
                      </p:stCondLst>
                      <p:childTnLst>
                        <p:par>
                          <p:cTn id="389" fill="hold">
                            <p:stCondLst>
                              <p:cond delay="0"/>
                            </p:stCondLst>
                            <p:childTnLst>
                              <p:par>
                                <p:cTn id="390" presetID="63" presetClass="path" presetSubtype="0" accel="50000" decel="50000" fill="hold" grpId="3" nodeType="clickEffect">
                                  <p:stCondLst>
                                    <p:cond delay="0"/>
                                  </p:stCondLst>
                                  <p:childTnLst>
                                    <p:animMotion origin="layout" path="M 0.05612 -0.00255 L 0.07851 -0.00116 " pathEditMode="relative" rAng="0" ptsTypes="AA">
                                      <p:cBhvr>
                                        <p:cTn id="391" dur="1000" fill="hold"/>
                                        <p:tgtEl>
                                          <p:spTgt spid="99"/>
                                        </p:tgtEl>
                                        <p:attrNameLst>
                                          <p:attrName>ppt_x</p:attrName>
                                          <p:attrName>ppt_y</p:attrName>
                                        </p:attrNameLst>
                                      </p:cBhvr>
                                      <p:rCtr x="1068" y="0"/>
                                    </p:animMotion>
                                  </p:childTnLst>
                                </p:cTn>
                              </p:par>
                            </p:childTnLst>
                          </p:cTn>
                        </p:par>
                        <p:par>
                          <p:cTn id="392" fill="hold">
                            <p:stCondLst>
                              <p:cond delay="1000"/>
                            </p:stCondLst>
                            <p:childTnLst>
                              <p:par>
                                <p:cTn id="393" presetID="32" presetClass="emph" presetSubtype="0" fill="hold" nodeType="afterEffect">
                                  <p:stCondLst>
                                    <p:cond delay="0"/>
                                  </p:stCondLst>
                                  <p:childTnLst>
                                    <p:animRot by="120000">
                                      <p:cBhvr>
                                        <p:cTn id="394" dur="100" fill="hold">
                                          <p:stCondLst>
                                            <p:cond delay="0"/>
                                          </p:stCondLst>
                                        </p:cTn>
                                        <p:tgtEl>
                                          <p:spTgt spid="90"/>
                                        </p:tgtEl>
                                        <p:attrNameLst>
                                          <p:attrName>r</p:attrName>
                                        </p:attrNameLst>
                                      </p:cBhvr>
                                    </p:animRot>
                                    <p:animRot by="-240000">
                                      <p:cBhvr>
                                        <p:cTn id="395" dur="200" fill="hold">
                                          <p:stCondLst>
                                            <p:cond delay="200"/>
                                          </p:stCondLst>
                                        </p:cTn>
                                        <p:tgtEl>
                                          <p:spTgt spid="90"/>
                                        </p:tgtEl>
                                        <p:attrNameLst>
                                          <p:attrName>r</p:attrName>
                                        </p:attrNameLst>
                                      </p:cBhvr>
                                    </p:animRot>
                                    <p:animRot by="240000">
                                      <p:cBhvr>
                                        <p:cTn id="396" dur="200" fill="hold">
                                          <p:stCondLst>
                                            <p:cond delay="400"/>
                                          </p:stCondLst>
                                        </p:cTn>
                                        <p:tgtEl>
                                          <p:spTgt spid="90"/>
                                        </p:tgtEl>
                                        <p:attrNameLst>
                                          <p:attrName>r</p:attrName>
                                        </p:attrNameLst>
                                      </p:cBhvr>
                                    </p:animRot>
                                    <p:animRot by="-240000">
                                      <p:cBhvr>
                                        <p:cTn id="397" dur="200" fill="hold">
                                          <p:stCondLst>
                                            <p:cond delay="600"/>
                                          </p:stCondLst>
                                        </p:cTn>
                                        <p:tgtEl>
                                          <p:spTgt spid="90"/>
                                        </p:tgtEl>
                                        <p:attrNameLst>
                                          <p:attrName>r</p:attrName>
                                        </p:attrNameLst>
                                      </p:cBhvr>
                                    </p:animRot>
                                    <p:animRot by="120000">
                                      <p:cBhvr>
                                        <p:cTn id="398" dur="200" fill="hold">
                                          <p:stCondLst>
                                            <p:cond delay="800"/>
                                          </p:stCondLst>
                                        </p:cTn>
                                        <p:tgtEl>
                                          <p:spTgt spid="90"/>
                                        </p:tgtEl>
                                        <p:attrNameLst>
                                          <p:attrName>r</p:attrName>
                                        </p:attrNameLst>
                                      </p:cBhvr>
                                    </p:animRot>
                                  </p:childTnLst>
                                </p:cTn>
                              </p:par>
                              <p:par>
                                <p:cTn id="399" presetID="42" presetClass="entr" presetSubtype="0" fill="hold" nodeType="withEffect">
                                  <p:stCondLst>
                                    <p:cond delay="0"/>
                                  </p:stCondLst>
                                  <p:childTnLst>
                                    <p:set>
                                      <p:cBhvr>
                                        <p:cTn id="400" dur="1" fill="hold">
                                          <p:stCondLst>
                                            <p:cond delay="0"/>
                                          </p:stCondLst>
                                        </p:cTn>
                                        <p:tgtEl>
                                          <p:spTgt spid="23"/>
                                        </p:tgtEl>
                                        <p:attrNameLst>
                                          <p:attrName>style.visibility</p:attrName>
                                        </p:attrNameLst>
                                      </p:cBhvr>
                                      <p:to>
                                        <p:strVal val="visible"/>
                                      </p:to>
                                    </p:set>
                                    <p:animEffect transition="in" filter="fade">
                                      <p:cBhvr>
                                        <p:cTn id="401" dur="1000"/>
                                        <p:tgtEl>
                                          <p:spTgt spid="23"/>
                                        </p:tgtEl>
                                      </p:cBhvr>
                                    </p:animEffect>
                                    <p:anim calcmode="lin" valueType="num">
                                      <p:cBhvr>
                                        <p:cTn id="402" dur="1000" fill="hold"/>
                                        <p:tgtEl>
                                          <p:spTgt spid="23"/>
                                        </p:tgtEl>
                                        <p:attrNameLst>
                                          <p:attrName>ppt_x</p:attrName>
                                        </p:attrNameLst>
                                      </p:cBhvr>
                                      <p:tavLst>
                                        <p:tav tm="0">
                                          <p:val>
                                            <p:strVal val="#ppt_x"/>
                                          </p:val>
                                        </p:tav>
                                        <p:tav tm="100000">
                                          <p:val>
                                            <p:strVal val="#ppt_x"/>
                                          </p:val>
                                        </p:tav>
                                      </p:tavLst>
                                    </p:anim>
                                    <p:anim calcmode="lin" valueType="num">
                                      <p:cBhvr>
                                        <p:cTn id="403" dur="1000" fill="hold"/>
                                        <p:tgtEl>
                                          <p:spTgt spid="23"/>
                                        </p:tgtEl>
                                        <p:attrNameLst>
                                          <p:attrName>ppt_y</p:attrName>
                                        </p:attrNameLst>
                                      </p:cBhvr>
                                      <p:tavLst>
                                        <p:tav tm="0">
                                          <p:val>
                                            <p:strVal val="#ppt_y+.1"/>
                                          </p:val>
                                        </p:tav>
                                        <p:tav tm="100000">
                                          <p:val>
                                            <p:strVal val="#ppt_y"/>
                                          </p:val>
                                        </p:tav>
                                      </p:tavLst>
                                    </p:anim>
                                  </p:childTnLst>
                                </p:cTn>
                              </p:par>
                            </p:childTnLst>
                          </p:cTn>
                        </p:par>
                        <p:par>
                          <p:cTn id="404" fill="hold">
                            <p:stCondLst>
                              <p:cond delay="2000"/>
                            </p:stCondLst>
                            <p:childTnLst>
                              <p:par>
                                <p:cTn id="405" presetID="17" presetClass="entr" presetSubtype="8" fill="hold" nodeType="afterEffect">
                                  <p:stCondLst>
                                    <p:cond delay="0"/>
                                  </p:stCondLst>
                                  <p:childTnLst>
                                    <p:set>
                                      <p:cBhvr>
                                        <p:cTn id="406" dur="1" fill="hold">
                                          <p:stCondLst>
                                            <p:cond delay="0"/>
                                          </p:stCondLst>
                                        </p:cTn>
                                        <p:tgtEl>
                                          <p:spTgt spid="91"/>
                                        </p:tgtEl>
                                        <p:attrNameLst>
                                          <p:attrName>style.visibility</p:attrName>
                                        </p:attrNameLst>
                                      </p:cBhvr>
                                      <p:to>
                                        <p:strVal val="visible"/>
                                      </p:to>
                                    </p:set>
                                    <p:anim calcmode="lin" valueType="num">
                                      <p:cBhvr>
                                        <p:cTn id="407" dur="1000" fill="hold"/>
                                        <p:tgtEl>
                                          <p:spTgt spid="91"/>
                                        </p:tgtEl>
                                        <p:attrNameLst>
                                          <p:attrName>ppt_x</p:attrName>
                                        </p:attrNameLst>
                                      </p:cBhvr>
                                      <p:tavLst>
                                        <p:tav tm="0">
                                          <p:val>
                                            <p:strVal val="#ppt_x-#ppt_w/2"/>
                                          </p:val>
                                        </p:tav>
                                        <p:tav tm="100000">
                                          <p:val>
                                            <p:strVal val="#ppt_x"/>
                                          </p:val>
                                        </p:tav>
                                      </p:tavLst>
                                    </p:anim>
                                    <p:anim calcmode="lin" valueType="num">
                                      <p:cBhvr>
                                        <p:cTn id="408" dur="1000" fill="hold"/>
                                        <p:tgtEl>
                                          <p:spTgt spid="91"/>
                                        </p:tgtEl>
                                        <p:attrNameLst>
                                          <p:attrName>ppt_y</p:attrName>
                                        </p:attrNameLst>
                                      </p:cBhvr>
                                      <p:tavLst>
                                        <p:tav tm="0">
                                          <p:val>
                                            <p:strVal val="#ppt_y"/>
                                          </p:val>
                                        </p:tav>
                                        <p:tav tm="100000">
                                          <p:val>
                                            <p:strVal val="#ppt_y"/>
                                          </p:val>
                                        </p:tav>
                                      </p:tavLst>
                                    </p:anim>
                                    <p:anim calcmode="lin" valueType="num">
                                      <p:cBhvr>
                                        <p:cTn id="409" dur="1000" fill="hold"/>
                                        <p:tgtEl>
                                          <p:spTgt spid="91"/>
                                        </p:tgtEl>
                                        <p:attrNameLst>
                                          <p:attrName>ppt_w</p:attrName>
                                        </p:attrNameLst>
                                      </p:cBhvr>
                                      <p:tavLst>
                                        <p:tav tm="0">
                                          <p:val>
                                            <p:fltVal val="0"/>
                                          </p:val>
                                        </p:tav>
                                        <p:tav tm="100000">
                                          <p:val>
                                            <p:strVal val="#ppt_w"/>
                                          </p:val>
                                        </p:tav>
                                      </p:tavLst>
                                    </p:anim>
                                    <p:anim calcmode="lin" valueType="num">
                                      <p:cBhvr>
                                        <p:cTn id="410" dur="1000" fill="hold"/>
                                        <p:tgtEl>
                                          <p:spTgt spid="91"/>
                                        </p:tgtEl>
                                        <p:attrNameLst>
                                          <p:attrName>ppt_h</p:attrName>
                                        </p:attrNameLst>
                                      </p:cBhvr>
                                      <p:tavLst>
                                        <p:tav tm="0">
                                          <p:val>
                                            <p:strVal val="#ppt_h"/>
                                          </p:val>
                                        </p:tav>
                                        <p:tav tm="100000">
                                          <p:val>
                                            <p:strVal val="#ppt_h"/>
                                          </p:val>
                                        </p:tav>
                                      </p:tavLst>
                                    </p:anim>
                                  </p:childTnLst>
                                </p:cTn>
                              </p:par>
                              <p:par>
                                <p:cTn id="411" presetID="17" presetClass="entr" presetSubtype="8" fill="hold" nodeType="withEffect">
                                  <p:stCondLst>
                                    <p:cond delay="0"/>
                                  </p:stCondLst>
                                  <p:childTnLst>
                                    <p:set>
                                      <p:cBhvr>
                                        <p:cTn id="412" dur="1" fill="hold">
                                          <p:stCondLst>
                                            <p:cond delay="0"/>
                                          </p:stCondLst>
                                        </p:cTn>
                                        <p:tgtEl>
                                          <p:spTgt spid="93"/>
                                        </p:tgtEl>
                                        <p:attrNameLst>
                                          <p:attrName>style.visibility</p:attrName>
                                        </p:attrNameLst>
                                      </p:cBhvr>
                                      <p:to>
                                        <p:strVal val="visible"/>
                                      </p:to>
                                    </p:set>
                                    <p:anim calcmode="lin" valueType="num">
                                      <p:cBhvr>
                                        <p:cTn id="413" dur="1000" fill="hold"/>
                                        <p:tgtEl>
                                          <p:spTgt spid="93"/>
                                        </p:tgtEl>
                                        <p:attrNameLst>
                                          <p:attrName>ppt_x</p:attrName>
                                        </p:attrNameLst>
                                      </p:cBhvr>
                                      <p:tavLst>
                                        <p:tav tm="0">
                                          <p:val>
                                            <p:strVal val="#ppt_x-#ppt_w/2"/>
                                          </p:val>
                                        </p:tav>
                                        <p:tav tm="100000">
                                          <p:val>
                                            <p:strVal val="#ppt_x"/>
                                          </p:val>
                                        </p:tav>
                                      </p:tavLst>
                                    </p:anim>
                                    <p:anim calcmode="lin" valueType="num">
                                      <p:cBhvr>
                                        <p:cTn id="414" dur="1000" fill="hold"/>
                                        <p:tgtEl>
                                          <p:spTgt spid="93"/>
                                        </p:tgtEl>
                                        <p:attrNameLst>
                                          <p:attrName>ppt_y</p:attrName>
                                        </p:attrNameLst>
                                      </p:cBhvr>
                                      <p:tavLst>
                                        <p:tav tm="0">
                                          <p:val>
                                            <p:strVal val="#ppt_y"/>
                                          </p:val>
                                        </p:tav>
                                        <p:tav tm="100000">
                                          <p:val>
                                            <p:strVal val="#ppt_y"/>
                                          </p:val>
                                        </p:tav>
                                      </p:tavLst>
                                    </p:anim>
                                    <p:anim calcmode="lin" valueType="num">
                                      <p:cBhvr>
                                        <p:cTn id="415" dur="1000" fill="hold"/>
                                        <p:tgtEl>
                                          <p:spTgt spid="93"/>
                                        </p:tgtEl>
                                        <p:attrNameLst>
                                          <p:attrName>ppt_w</p:attrName>
                                        </p:attrNameLst>
                                      </p:cBhvr>
                                      <p:tavLst>
                                        <p:tav tm="0">
                                          <p:val>
                                            <p:fltVal val="0"/>
                                          </p:val>
                                        </p:tav>
                                        <p:tav tm="100000">
                                          <p:val>
                                            <p:strVal val="#ppt_w"/>
                                          </p:val>
                                        </p:tav>
                                      </p:tavLst>
                                    </p:anim>
                                    <p:anim calcmode="lin" valueType="num">
                                      <p:cBhvr>
                                        <p:cTn id="416" dur="1000" fill="hold"/>
                                        <p:tgtEl>
                                          <p:spTgt spid="93"/>
                                        </p:tgtEl>
                                        <p:attrNameLst>
                                          <p:attrName>ppt_h</p:attrName>
                                        </p:attrNameLst>
                                      </p:cBhvr>
                                      <p:tavLst>
                                        <p:tav tm="0">
                                          <p:val>
                                            <p:strVal val="#ppt_h"/>
                                          </p:val>
                                        </p:tav>
                                        <p:tav tm="100000">
                                          <p:val>
                                            <p:strVal val="#ppt_h"/>
                                          </p:val>
                                        </p:tav>
                                      </p:tavLst>
                                    </p:anim>
                                  </p:childTnLst>
                                </p:cTn>
                              </p:par>
                            </p:childTnLst>
                          </p:cTn>
                        </p:par>
                        <p:par>
                          <p:cTn id="417" fill="hold">
                            <p:stCondLst>
                              <p:cond delay="3000"/>
                            </p:stCondLst>
                            <p:childTnLst>
                              <p:par>
                                <p:cTn id="418" presetID="22" presetClass="exit" presetSubtype="2" fill="hold" nodeType="afterEffect">
                                  <p:stCondLst>
                                    <p:cond delay="0"/>
                                  </p:stCondLst>
                                  <p:childTnLst>
                                    <p:animEffect transition="out" filter="wipe(right)">
                                      <p:cBhvr>
                                        <p:cTn id="419" dur="500"/>
                                        <p:tgtEl>
                                          <p:spTgt spid="84"/>
                                        </p:tgtEl>
                                      </p:cBhvr>
                                    </p:animEffect>
                                    <p:set>
                                      <p:cBhvr>
                                        <p:cTn id="420" dur="1" fill="hold">
                                          <p:stCondLst>
                                            <p:cond delay="499"/>
                                          </p:stCondLst>
                                        </p:cTn>
                                        <p:tgtEl>
                                          <p:spTgt spid="84"/>
                                        </p:tgtEl>
                                        <p:attrNameLst>
                                          <p:attrName>style.visibility</p:attrName>
                                        </p:attrNameLst>
                                      </p:cBhvr>
                                      <p:to>
                                        <p:strVal val="hidden"/>
                                      </p:to>
                                    </p:set>
                                  </p:childTnLst>
                                </p:cTn>
                              </p:par>
                              <p:par>
                                <p:cTn id="421" presetID="22" presetClass="exit" presetSubtype="2" fill="hold" nodeType="withEffect">
                                  <p:stCondLst>
                                    <p:cond delay="0"/>
                                  </p:stCondLst>
                                  <p:childTnLst>
                                    <p:animEffect transition="out" filter="wipe(right)">
                                      <p:cBhvr>
                                        <p:cTn id="422" dur="500"/>
                                        <p:tgtEl>
                                          <p:spTgt spid="91"/>
                                        </p:tgtEl>
                                      </p:cBhvr>
                                    </p:animEffect>
                                    <p:set>
                                      <p:cBhvr>
                                        <p:cTn id="423" dur="1" fill="hold">
                                          <p:stCondLst>
                                            <p:cond delay="499"/>
                                          </p:stCondLst>
                                        </p:cTn>
                                        <p:tgtEl>
                                          <p:spTgt spid="91"/>
                                        </p:tgtEl>
                                        <p:attrNameLst>
                                          <p:attrName>style.visibility</p:attrName>
                                        </p:attrNameLst>
                                      </p:cBhvr>
                                      <p:to>
                                        <p:strVal val="hidden"/>
                                      </p:to>
                                    </p:set>
                                  </p:childTnLst>
                                </p:cTn>
                              </p:par>
                              <p:par>
                                <p:cTn id="424" presetID="22" presetClass="exit" presetSubtype="2" fill="hold" nodeType="withEffect">
                                  <p:stCondLst>
                                    <p:cond delay="0"/>
                                  </p:stCondLst>
                                  <p:childTnLst>
                                    <p:animEffect transition="out" filter="wipe(right)">
                                      <p:cBhvr>
                                        <p:cTn id="425" dur="500"/>
                                        <p:tgtEl>
                                          <p:spTgt spid="93"/>
                                        </p:tgtEl>
                                      </p:cBhvr>
                                    </p:animEffect>
                                    <p:set>
                                      <p:cBhvr>
                                        <p:cTn id="426" dur="1" fill="hold">
                                          <p:stCondLst>
                                            <p:cond delay="499"/>
                                          </p:stCondLst>
                                        </p:cTn>
                                        <p:tgtEl>
                                          <p:spTgt spid="93"/>
                                        </p:tgtEl>
                                        <p:attrNameLst>
                                          <p:attrName>style.visibility</p:attrName>
                                        </p:attrNameLst>
                                      </p:cBhvr>
                                      <p:to>
                                        <p:strVal val="hidden"/>
                                      </p:to>
                                    </p:set>
                                  </p:childTnLst>
                                </p:cTn>
                              </p:par>
                            </p:childTnLst>
                          </p:cTn>
                        </p:par>
                        <p:par>
                          <p:cTn id="427" fill="hold">
                            <p:stCondLst>
                              <p:cond delay="3500"/>
                            </p:stCondLst>
                            <p:childTnLst>
                              <p:par>
                                <p:cTn id="428" presetID="17" presetClass="entr" presetSubtype="8" fill="hold" nodeType="afterEffect">
                                  <p:stCondLst>
                                    <p:cond delay="0"/>
                                  </p:stCondLst>
                                  <p:childTnLst>
                                    <p:set>
                                      <p:cBhvr>
                                        <p:cTn id="429" dur="1" fill="hold">
                                          <p:stCondLst>
                                            <p:cond delay="0"/>
                                          </p:stCondLst>
                                        </p:cTn>
                                        <p:tgtEl>
                                          <p:spTgt spid="95"/>
                                        </p:tgtEl>
                                        <p:attrNameLst>
                                          <p:attrName>style.visibility</p:attrName>
                                        </p:attrNameLst>
                                      </p:cBhvr>
                                      <p:to>
                                        <p:strVal val="visible"/>
                                      </p:to>
                                    </p:set>
                                    <p:anim calcmode="lin" valueType="num">
                                      <p:cBhvr>
                                        <p:cTn id="430" dur="1000" fill="hold"/>
                                        <p:tgtEl>
                                          <p:spTgt spid="95"/>
                                        </p:tgtEl>
                                        <p:attrNameLst>
                                          <p:attrName>ppt_x</p:attrName>
                                        </p:attrNameLst>
                                      </p:cBhvr>
                                      <p:tavLst>
                                        <p:tav tm="0">
                                          <p:val>
                                            <p:strVal val="#ppt_x-#ppt_w/2"/>
                                          </p:val>
                                        </p:tav>
                                        <p:tav tm="100000">
                                          <p:val>
                                            <p:strVal val="#ppt_x"/>
                                          </p:val>
                                        </p:tav>
                                      </p:tavLst>
                                    </p:anim>
                                    <p:anim calcmode="lin" valueType="num">
                                      <p:cBhvr>
                                        <p:cTn id="431" dur="1000" fill="hold"/>
                                        <p:tgtEl>
                                          <p:spTgt spid="95"/>
                                        </p:tgtEl>
                                        <p:attrNameLst>
                                          <p:attrName>ppt_y</p:attrName>
                                        </p:attrNameLst>
                                      </p:cBhvr>
                                      <p:tavLst>
                                        <p:tav tm="0">
                                          <p:val>
                                            <p:strVal val="#ppt_y"/>
                                          </p:val>
                                        </p:tav>
                                        <p:tav tm="100000">
                                          <p:val>
                                            <p:strVal val="#ppt_y"/>
                                          </p:val>
                                        </p:tav>
                                      </p:tavLst>
                                    </p:anim>
                                    <p:anim calcmode="lin" valueType="num">
                                      <p:cBhvr>
                                        <p:cTn id="432" dur="1000" fill="hold"/>
                                        <p:tgtEl>
                                          <p:spTgt spid="95"/>
                                        </p:tgtEl>
                                        <p:attrNameLst>
                                          <p:attrName>ppt_w</p:attrName>
                                        </p:attrNameLst>
                                      </p:cBhvr>
                                      <p:tavLst>
                                        <p:tav tm="0">
                                          <p:val>
                                            <p:fltVal val="0"/>
                                          </p:val>
                                        </p:tav>
                                        <p:tav tm="100000">
                                          <p:val>
                                            <p:strVal val="#ppt_w"/>
                                          </p:val>
                                        </p:tav>
                                      </p:tavLst>
                                    </p:anim>
                                    <p:anim calcmode="lin" valueType="num">
                                      <p:cBhvr>
                                        <p:cTn id="433" dur="10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434" fill="hold">
                      <p:stCondLst>
                        <p:cond delay="indefinite"/>
                      </p:stCondLst>
                      <p:childTnLst>
                        <p:par>
                          <p:cTn id="435" fill="hold">
                            <p:stCondLst>
                              <p:cond delay="0"/>
                            </p:stCondLst>
                            <p:childTnLst>
                              <p:par>
                                <p:cTn id="436" presetID="45" presetClass="exit" presetSubtype="0" fill="hold" grpId="1" nodeType="clickEffect">
                                  <p:stCondLst>
                                    <p:cond delay="0"/>
                                  </p:stCondLst>
                                  <p:childTnLst>
                                    <p:animEffect transition="out" filter="fade">
                                      <p:cBhvr>
                                        <p:cTn id="437" dur="1000"/>
                                        <p:tgtEl>
                                          <p:spTgt spid="101"/>
                                        </p:tgtEl>
                                      </p:cBhvr>
                                    </p:animEffect>
                                    <p:anim calcmode="lin" valueType="num">
                                      <p:cBhvr>
                                        <p:cTn id="438" dur="1000"/>
                                        <p:tgtEl>
                                          <p:spTgt spid="101"/>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439" dur="1000"/>
                                        <p:tgtEl>
                                          <p:spTgt spid="101"/>
                                        </p:tgtEl>
                                        <p:attrNameLst>
                                          <p:attrName>ppt_h</p:attrName>
                                        </p:attrNameLst>
                                      </p:cBhvr>
                                      <p:tavLst>
                                        <p:tav tm="0">
                                          <p:val>
                                            <p:strVal val="ppt_h"/>
                                          </p:val>
                                        </p:tav>
                                        <p:tav tm="100000">
                                          <p:val>
                                            <p:strVal val="ppt_h"/>
                                          </p:val>
                                        </p:tav>
                                      </p:tavLst>
                                    </p:anim>
                                    <p:set>
                                      <p:cBhvr>
                                        <p:cTn id="440" dur="1" fill="hold">
                                          <p:stCondLst>
                                            <p:cond delay="999"/>
                                          </p:stCondLst>
                                        </p:cTn>
                                        <p:tgtEl>
                                          <p:spTgt spid="101"/>
                                        </p:tgtEl>
                                        <p:attrNameLst>
                                          <p:attrName>style.visibility</p:attrName>
                                        </p:attrNameLst>
                                      </p:cBhvr>
                                      <p:to>
                                        <p:strVal val="hidden"/>
                                      </p:to>
                                    </p:set>
                                  </p:childTnLst>
                                </p:cTn>
                              </p:par>
                            </p:childTnLst>
                          </p:cTn>
                        </p:par>
                        <p:par>
                          <p:cTn id="441" fill="hold">
                            <p:stCondLst>
                              <p:cond delay="1000"/>
                            </p:stCondLst>
                            <p:childTnLst>
                              <p:par>
                                <p:cTn id="442" presetID="10" presetClass="entr" presetSubtype="0" fill="hold" grpId="0" nodeType="afterEffect">
                                  <p:stCondLst>
                                    <p:cond delay="0"/>
                                  </p:stCondLst>
                                  <p:childTnLst>
                                    <p:set>
                                      <p:cBhvr>
                                        <p:cTn id="443" dur="1" fill="hold">
                                          <p:stCondLst>
                                            <p:cond delay="0"/>
                                          </p:stCondLst>
                                        </p:cTn>
                                        <p:tgtEl>
                                          <p:spTgt spid="102"/>
                                        </p:tgtEl>
                                        <p:attrNameLst>
                                          <p:attrName>style.visibility</p:attrName>
                                        </p:attrNameLst>
                                      </p:cBhvr>
                                      <p:to>
                                        <p:strVal val="visible"/>
                                      </p:to>
                                    </p:set>
                                    <p:animEffect transition="in" filter="fade">
                                      <p:cBhvr>
                                        <p:cTn id="444" dur="500"/>
                                        <p:tgtEl>
                                          <p:spTgt spid="102"/>
                                        </p:tgtEl>
                                      </p:cBhvr>
                                    </p:animEffect>
                                  </p:childTnLst>
                                </p:cTn>
                              </p:par>
                            </p:childTnLst>
                          </p:cTn>
                        </p:par>
                        <p:par>
                          <p:cTn id="445" fill="hold">
                            <p:stCondLst>
                              <p:cond delay="1500"/>
                            </p:stCondLst>
                            <p:childTnLst>
                              <p:par>
                                <p:cTn id="446" presetID="63" presetClass="path" presetSubtype="0" accel="50000" decel="50000" fill="hold" nodeType="afterEffect">
                                  <p:stCondLst>
                                    <p:cond delay="0"/>
                                  </p:stCondLst>
                                  <p:childTnLst>
                                    <p:animMotion origin="layout" path="M -2.5E-6 -3.7037E-7 L 0.3099 -0.03241 " pathEditMode="relative" rAng="0" ptsTypes="AA">
                                      <p:cBhvr>
                                        <p:cTn id="447" dur="1500" fill="hold"/>
                                        <p:tgtEl>
                                          <p:spTgt spid="23"/>
                                        </p:tgtEl>
                                        <p:attrNameLst>
                                          <p:attrName>ppt_x</p:attrName>
                                          <p:attrName>ppt_y</p:attrName>
                                        </p:attrNameLst>
                                      </p:cBhvr>
                                      <p:rCtr x="15495" y="-1620"/>
                                    </p:animMotion>
                                  </p:childTnLst>
                                </p:cTn>
                              </p:par>
                              <p:par>
                                <p:cTn id="448" presetID="17" presetClass="entr" presetSubtype="1" fill="hold" nodeType="withEffect">
                                  <p:stCondLst>
                                    <p:cond delay="500"/>
                                  </p:stCondLst>
                                  <p:childTnLst>
                                    <p:set>
                                      <p:cBhvr>
                                        <p:cTn id="449" dur="1" fill="hold">
                                          <p:stCondLst>
                                            <p:cond delay="0"/>
                                          </p:stCondLst>
                                        </p:cTn>
                                        <p:tgtEl>
                                          <p:spTgt spid="12"/>
                                        </p:tgtEl>
                                        <p:attrNameLst>
                                          <p:attrName>style.visibility</p:attrName>
                                        </p:attrNameLst>
                                      </p:cBhvr>
                                      <p:to>
                                        <p:strVal val="visible"/>
                                      </p:to>
                                    </p:set>
                                    <p:anim calcmode="lin" valueType="num">
                                      <p:cBhvr>
                                        <p:cTn id="450" dur="1000" fill="hold"/>
                                        <p:tgtEl>
                                          <p:spTgt spid="12"/>
                                        </p:tgtEl>
                                        <p:attrNameLst>
                                          <p:attrName>ppt_x</p:attrName>
                                        </p:attrNameLst>
                                      </p:cBhvr>
                                      <p:tavLst>
                                        <p:tav tm="0">
                                          <p:val>
                                            <p:strVal val="#ppt_x"/>
                                          </p:val>
                                        </p:tav>
                                        <p:tav tm="100000">
                                          <p:val>
                                            <p:strVal val="#ppt_x"/>
                                          </p:val>
                                        </p:tav>
                                      </p:tavLst>
                                    </p:anim>
                                    <p:anim calcmode="lin" valueType="num">
                                      <p:cBhvr>
                                        <p:cTn id="451" dur="1000" fill="hold"/>
                                        <p:tgtEl>
                                          <p:spTgt spid="12"/>
                                        </p:tgtEl>
                                        <p:attrNameLst>
                                          <p:attrName>ppt_y</p:attrName>
                                        </p:attrNameLst>
                                      </p:cBhvr>
                                      <p:tavLst>
                                        <p:tav tm="0">
                                          <p:val>
                                            <p:strVal val="#ppt_y-#ppt_h/2"/>
                                          </p:val>
                                        </p:tav>
                                        <p:tav tm="100000">
                                          <p:val>
                                            <p:strVal val="#ppt_y"/>
                                          </p:val>
                                        </p:tav>
                                      </p:tavLst>
                                    </p:anim>
                                    <p:anim calcmode="lin" valueType="num">
                                      <p:cBhvr>
                                        <p:cTn id="452" dur="1000" fill="hold"/>
                                        <p:tgtEl>
                                          <p:spTgt spid="12"/>
                                        </p:tgtEl>
                                        <p:attrNameLst>
                                          <p:attrName>ppt_w</p:attrName>
                                        </p:attrNameLst>
                                      </p:cBhvr>
                                      <p:tavLst>
                                        <p:tav tm="0">
                                          <p:val>
                                            <p:strVal val="#ppt_w"/>
                                          </p:val>
                                        </p:tav>
                                        <p:tav tm="100000">
                                          <p:val>
                                            <p:strVal val="#ppt_w"/>
                                          </p:val>
                                        </p:tav>
                                      </p:tavLst>
                                    </p:anim>
                                    <p:anim calcmode="lin" valueType="num">
                                      <p:cBhvr>
                                        <p:cTn id="453" dur="10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454" fill="hold">
                      <p:stCondLst>
                        <p:cond delay="indefinite"/>
                      </p:stCondLst>
                      <p:childTnLst>
                        <p:par>
                          <p:cTn id="455" fill="hold">
                            <p:stCondLst>
                              <p:cond delay="0"/>
                            </p:stCondLst>
                            <p:childTnLst>
                              <p:par>
                                <p:cTn id="456" presetID="17" presetClass="entr" presetSubtype="10" fill="hold" grpId="0" nodeType="clickEffect">
                                  <p:stCondLst>
                                    <p:cond delay="0"/>
                                  </p:stCondLst>
                                  <p:childTnLst>
                                    <p:set>
                                      <p:cBhvr>
                                        <p:cTn id="457" dur="1" fill="hold">
                                          <p:stCondLst>
                                            <p:cond delay="0"/>
                                          </p:stCondLst>
                                        </p:cTn>
                                        <p:tgtEl>
                                          <p:spTgt spid="103"/>
                                        </p:tgtEl>
                                        <p:attrNameLst>
                                          <p:attrName>style.visibility</p:attrName>
                                        </p:attrNameLst>
                                      </p:cBhvr>
                                      <p:to>
                                        <p:strVal val="visible"/>
                                      </p:to>
                                    </p:set>
                                    <p:anim calcmode="lin" valueType="num">
                                      <p:cBhvr>
                                        <p:cTn id="458" dur="1000" fill="hold"/>
                                        <p:tgtEl>
                                          <p:spTgt spid="103"/>
                                        </p:tgtEl>
                                        <p:attrNameLst>
                                          <p:attrName>ppt_w</p:attrName>
                                        </p:attrNameLst>
                                      </p:cBhvr>
                                      <p:tavLst>
                                        <p:tav tm="0">
                                          <p:val>
                                            <p:fltVal val="0"/>
                                          </p:val>
                                        </p:tav>
                                        <p:tav tm="100000">
                                          <p:val>
                                            <p:strVal val="#ppt_w"/>
                                          </p:val>
                                        </p:tav>
                                      </p:tavLst>
                                    </p:anim>
                                    <p:anim calcmode="lin" valueType="num">
                                      <p:cBhvr>
                                        <p:cTn id="459" dur="1000" fill="hold"/>
                                        <p:tgtEl>
                                          <p:spTgt spid="103"/>
                                        </p:tgtEl>
                                        <p:attrNameLst>
                                          <p:attrName>ppt_h</p:attrName>
                                        </p:attrNameLst>
                                      </p:cBhvr>
                                      <p:tavLst>
                                        <p:tav tm="0">
                                          <p:val>
                                            <p:strVal val="#ppt_h"/>
                                          </p:val>
                                        </p:tav>
                                        <p:tav tm="100000">
                                          <p:val>
                                            <p:strVal val="#ppt_h"/>
                                          </p:val>
                                        </p:tav>
                                      </p:tavLst>
                                    </p:anim>
                                  </p:childTnLst>
                                </p:cTn>
                              </p:par>
                            </p:childTnLst>
                          </p:cTn>
                        </p:par>
                        <p:par>
                          <p:cTn id="460" fill="hold">
                            <p:stCondLst>
                              <p:cond delay="1000"/>
                            </p:stCondLst>
                            <p:childTnLst>
                              <p:par>
                                <p:cTn id="461" presetID="8" presetClass="emph" presetSubtype="0" fill="hold" grpId="1" nodeType="afterEffect">
                                  <p:stCondLst>
                                    <p:cond delay="0"/>
                                  </p:stCondLst>
                                  <p:childTnLst>
                                    <p:animRot by="21600000">
                                      <p:cBhvr>
                                        <p:cTn id="462" dur="1500" fill="hold"/>
                                        <p:tgtEl>
                                          <p:spTgt spid="103"/>
                                        </p:tgtEl>
                                        <p:attrNameLst>
                                          <p:attrName>r</p:attrName>
                                        </p:attrNameLst>
                                      </p:cBhvr>
                                    </p:animRot>
                                  </p:childTnLst>
                                </p:cTn>
                              </p:par>
                            </p:childTnLst>
                          </p:cTn>
                        </p:par>
                        <p:par>
                          <p:cTn id="463" fill="hold">
                            <p:stCondLst>
                              <p:cond delay="2500"/>
                            </p:stCondLst>
                            <p:childTnLst>
                              <p:par>
                                <p:cTn id="464" presetID="63" presetClass="path" presetSubtype="0" accel="50000" decel="50000" fill="hold" nodeType="afterEffect">
                                  <p:stCondLst>
                                    <p:cond delay="0"/>
                                  </p:stCondLst>
                                  <p:childTnLst>
                                    <p:animMotion origin="layout" path="M 0.17565 -0.03264 L 0.30951 -0.02754 " pathEditMode="relative" rAng="0" ptsTypes="AA">
                                      <p:cBhvr>
                                        <p:cTn id="465" dur="1500" fill="hold"/>
                                        <p:tgtEl>
                                          <p:spTgt spid="30"/>
                                        </p:tgtEl>
                                        <p:attrNameLst>
                                          <p:attrName>ppt_x</p:attrName>
                                          <p:attrName>ppt_y</p:attrName>
                                        </p:attrNameLst>
                                      </p:cBhvr>
                                      <p:rCtr x="6693" y="255"/>
                                    </p:animMotion>
                                  </p:childTnLst>
                                </p:cTn>
                              </p:par>
                              <p:par>
                                <p:cTn id="466" presetID="35" presetClass="path" presetSubtype="0" accel="50000" decel="50000" fill="hold" nodeType="withEffect">
                                  <p:stCondLst>
                                    <p:cond delay="0"/>
                                  </p:stCondLst>
                                  <p:childTnLst>
                                    <p:animMotion origin="layout" path="M 0.3099 -0.03241 L 0.17604 -0.03078 " pathEditMode="relative" rAng="0" ptsTypes="AA">
                                      <p:cBhvr>
                                        <p:cTn id="467" dur="1500" fill="hold"/>
                                        <p:tgtEl>
                                          <p:spTgt spid="23"/>
                                        </p:tgtEl>
                                        <p:attrNameLst>
                                          <p:attrName>ppt_x</p:attrName>
                                          <p:attrName>ppt_y</p:attrName>
                                        </p:attrNameLst>
                                      </p:cBhvr>
                                      <p:rCtr x="-6693" y="93"/>
                                    </p:animMotion>
                                  </p:childTnLst>
                                </p:cTn>
                              </p:par>
                            </p:childTnLst>
                          </p:cTn>
                        </p:par>
                        <p:par>
                          <p:cTn id="468" fill="hold">
                            <p:stCondLst>
                              <p:cond delay="4000"/>
                            </p:stCondLst>
                            <p:childTnLst>
                              <p:par>
                                <p:cTn id="469" presetID="10" presetClass="exit" presetSubtype="0" fill="hold" grpId="2" nodeType="afterEffect">
                                  <p:stCondLst>
                                    <p:cond delay="0"/>
                                  </p:stCondLst>
                                  <p:childTnLst>
                                    <p:animEffect transition="out" filter="fade">
                                      <p:cBhvr>
                                        <p:cTn id="470" dur="500"/>
                                        <p:tgtEl>
                                          <p:spTgt spid="103"/>
                                        </p:tgtEl>
                                      </p:cBhvr>
                                    </p:animEffect>
                                    <p:set>
                                      <p:cBhvr>
                                        <p:cTn id="471" dur="1" fill="hold">
                                          <p:stCondLst>
                                            <p:cond delay="499"/>
                                          </p:stCondLst>
                                        </p:cTn>
                                        <p:tgtEl>
                                          <p:spTgt spid="103"/>
                                        </p:tgtEl>
                                        <p:attrNameLst>
                                          <p:attrName>style.visibility</p:attrName>
                                        </p:attrNameLst>
                                      </p:cBhvr>
                                      <p:to>
                                        <p:strVal val="hidden"/>
                                      </p:to>
                                    </p:set>
                                  </p:childTnLst>
                                </p:cTn>
                              </p:par>
                            </p:childTnLst>
                          </p:cTn>
                        </p:par>
                        <p:par>
                          <p:cTn id="472" fill="hold">
                            <p:stCondLst>
                              <p:cond delay="4500"/>
                            </p:stCondLst>
                            <p:childTnLst>
                              <p:par>
                                <p:cTn id="473" presetID="17" presetClass="entr" presetSubtype="10" fill="hold" grpId="5" nodeType="afterEffect">
                                  <p:stCondLst>
                                    <p:cond delay="0"/>
                                  </p:stCondLst>
                                  <p:childTnLst>
                                    <p:set>
                                      <p:cBhvr>
                                        <p:cTn id="474" dur="1" fill="hold">
                                          <p:stCondLst>
                                            <p:cond delay="0"/>
                                          </p:stCondLst>
                                        </p:cTn>
                                        <p:tgtEl>
                                          <p:spTgt spid="104"/>
                                        </p:tgtEl>
                                        <p:attrNameLst>
                                          <p:attrName>style.visibility</p:attrName>
                                        </p:attrNameLst>
                                      </p:cBhvr>
                                      <p:to>
                                        <p:strVal val="visible"/>
                                      </p:to>
                                    </p:set>
                                    <p:anim calcmode="lin" valueType="num">
                                      <p:cBhvr>
                                        <p:cTn id="475" dur="500" fill="hold"/>
                                        <p:tgtEl>
                                          <p:spTgt spid="104"/>
                                        </p:tgtEl>
                                        <p:attrNameLst>
                                          <p:attrName>ppt_w</p:attrName>
                                        </p:attrNameLst>
                                      </p:cBhvr>
                                      <p:tavLst>
                                        <p:tav tm="0">
                                          <p:val>
                                            <p:fltVal val="0"/>
                                          </p:val>
                                        </p:tav>
                                        <p:tav tm="100000">
                                          <p:val>
                                            <p:strVal val="#ppt_w"/>
                                          </p:val>
                                        </p:tav>
                                      </p:tavLst>
                                    </p:anim>
                                    <p:anim calcmode="lin" valueType="num">
                                      <p:cBhvr>
                                        <p:cTn id="476" dur="500" fill="hold"/>
                                        <p:tgtEl>
                                          <p:spTgt spid="104"/>
                                        </p:tgtEl>
                                        <p:attrNameLst>
                                          <p:attrName>ppt_h</p:attrName>
                                        </p:attrNameLst>
                                      </p:cBhvr>
                                      <p:tavLst>
                                        <p:tav tm="0">
                                          <p:val>
                                            <p:strVal val="#ppt_h"/>
                                          </p:val>
                                        </p:tav>
                                        <p:tav tm="100000">
                                          <p:val>
                                            <p:strVal val="#ppt_h"/>
                                          </p:val>
                                        </p:tav>
                                      </p:tavLst>
                                    </p:anim>
                                  </p:childTnLst>
                                </p:cTn>
                              </p:par>
                            </p:childTnLst>
                          </p:cTn>
                        </p:par>
                        <p:par>
                          <p:cTn id="477" fill="hold">
                            <p:stCondLst>
                              <p:cond delay="5000"/>
                            </p:stCondLst>
                            <p:childTnLst>
                              <p:par>
                                <p:cTn id="478" presetID="32" presetClass="emph" presetSubtype="0" fill="hold" grpId="3" nodeType="afterEffect">
                                  <p:stCondLst>
                                    <p:cond delay="0"/>
                                  </p:stCondLst>
                                  <p:childTnLst>
                                    <p:animRot by="120000">
                                      <p:cBhvr>
                                        <p:cTn id="479" dur="150" fill="hold">
                                          <p:stCondLst>
                                            <p:cond delay="0"/>
                                          </p:stCondLst>
                                        </p:cTn>
                                        <p:tgtEl>
                                          <p:spTgt spid="104"/>
                                        </p:tgtEl>
                                        <p:attrNameLst>
                                          <p:attrName>r</p:attrName>
                                        </p:attrNameLst>
                                      </p:cBhvr>
                                    </p:animRot>
                                    <p:animRot by="-240000">
                                      <p:cBhvr>
                                        <p:cTn id="480" dur="300" fill="hold">
                                          <p:stCondLst>
                                            <p:cond delay="300"/>
                                          </p:stCondLst>
                                        </p:cTn>
                                        <p:tgtEl>
                                          <p:spTgt spid="104"/>
                                        </p:tgtEl>
                                        <p:attrNameLst>
                                          <p:attrName>r</p:attrName>
                                        </p:attrNameLst>
                                      </p:cBhvr>
                                    </p:animRot>
                                    <p:animRot by="240000">
                                      <p:cBhvr>
                                        <p:cTn id="481" dur="300" fill="hold">
                                          <p:stCondLst>
                                            <p:cond delay="600"/>
                                          </p:stCondLst>
                                        </p:cTn>
                                        <p:tgtEl>
                                          <p:spTgt spid="104"/>
                                        </p:tgtEl>
                                        <p:attrNameLst>
                                          <p:attrName>r</p:attrName>
                                        </p:attrNameLst>
                                      </p:cBhvr>
                                    </p:animRot>
                                    <p:animRot by="-240000">
                                      <p:cBhvr>
                                        <p:cTn id="482" dur="300" fill="hold">
                                          <p:stCondLst>
                                            <p:cond delay="900"/>
                                          </p:stCondLst>
                                        </p:cTn>
                                        <p:tgtEl>
                                          <p:spTgt spid="104"/>
                                        </p:tgtEl>
                                        <p:attrNameLst>
                                          <p:attrName>r</p:attrName>
                                        </p:attrNameLst>
                                      </p:cBhvr>
                                    </p:animRot>
                                    <p:animRot by="120000">
                                      <p:cBhvr>
                                        <p:cTn id="483" dur="300" fill="hold">
                                          <p:stCondLst>
                                            <p:cond delay="1200"/>
                                          </p:stCondLst>
                                        </p:cTn>
                                        <p:tgtEl>
                                          <p:spTgt spid="104"/>
                                        </p:tgtEl>
                                        <p:attrNameLst>
                                          <p:attrName>r</p:attrName>
                                        </p:attrNameLst>
                                      </p:cBhvr>
                                    </p:animRot>
                                  </p:childTnLst>
                                </p:cTn>
                              </p:par>
                            </p:childTnLst>
                          </p:cTn>
                        </p:par>
                        <p:par>
                          <p:cTn id="484" fill="hold">
                            <p:stCondLst>
                              <p:cond delay="6500"/>
                            </p:stCondLst>
                            <p:childTnLst>
                              <p:par>
                                <p:cTn id="485" presetID="22" presetClass="exit" presetSubtype="2" fill="hold" nodeType="afterEffect">
                                  <p:stCondLst>
                                    <p:cond delay="0"/>
                                  </p:stCondLst>
                                  <p:childTnLst>
                                    <p:animEffect transition="out" filter="wipe(right)">
                                      <p:cBhvr>
                                        <p:cTn id="486" dur="500"/>
                                        <p:tgtEl>
                                          <p:spTgt spid="95"/>
                                        </p:tgtEl>
                                      </p:cBhvr>
                                    </p:animEffect>
                                    <p:set>
                                      <p:cBhvr>
                                        <p:cTn id="487" dur="1" fill="hold">
                                          <p:stCondLst>
                                            <p:cond delay="499"/>
                                          </p:stCondLst>
                                        </p:cTn>
                                        <p:tgtEl>
                                          <p:spTgt spid="95"/>
                                        </p:tgtEl>
                                        <p:attrNameLst>
                                          <p:attrName>style.visibility</p:attrName>
                                        </p:attrNameLst>
                                      </p:cBhvr>
                                      <p:to>
                                        <p:strVal val="hidden"/>
                                      </p:to>
                                    </p:set>
                                  </p:childTnLst>
                                </p:cTn>
                              </p:par>
                            </p:childTnLst>
                          </p:cTn>
                        </p:par>
                        <p:par>
                          <p:cTn id="488" fill="hold">
                            <p:stCondLst>
                              <p:cond delay="7000"/>
                            </p:stCondLst>
                            <p:childTnLst>
                              <p:par>
                                <p:cTn id="489" presetID="10" presetClass="exit" presetSubtype="0" fill="hold" grpId="4" nodeType="afterEffect">
                                  <p:stCondLst>
                                    <p:cond delay="0"/>
                                  </p:stCondLst>
                                  <p:childTnLst>
                                    <p:animEffect transition="out" filter="fade">
                                      <p:cBhvr>
                                        <p:cTn id="490" dur="500"/>
                                        <p:tgtEl>
                                          <p:spTgt spid="104"/>
                                        </p:tgtEl>
                                      </p:cBhvr>
                                    </p:animEffect>
                                    <p:set>
                                      <p:cBhvr>
                                        <p:cTn id="491" dur="1" fill="hold">
                                          <p:stCondLst>
                                            <p:cond delay="499"/>
                                          </p:stCondLst>
                                        </p:cTn>
                                        <p:tgtEl>
                                          <p:spTgt spid="104"/>
                                        </p:tgtEl>
                                        <p:attrNameLst>
                                          <p:attrName>style.visibility</p:attrName>
                                        </p:attrNameLst>
                                      </p:cBhvr>
                                      <p:to>
                                        <p:strVal val="hidden"/>
                                      </p:to>
                                    </p:set>
                                  </p:childTnLst>
                                </p:cTn>
                              </p:par>
                            </p:childTnLst>
                          </p:cTn>
                        </p:par>
                        <p:par>
                          <p:cTn id="492" fill="hold">
                            <p:stCondLst>
                              <p:cond delay="7500"/>
                            </p:stCondLst>
                            <p:childTnLst>
                              <p:par>
                                <p:cTn id="493" presetID="17" presetClass="entr" presetSubtype="8" fill="hold" nodeType="afterEffect">
                                  <p:stCondLst>
                                    <p:cond delay="0"/>
                                  </p:stCondLst>
                                  <p:childTnLst>
                                    <p:set>
                                      <p:cBhvr>
                                        <p:cTn id="494" dur="1" fill="hold">
                                          <p:stCondLst>
                                            <p:cond delay="0"/>
                                          </p:stCondLst>
                                        </p:cTn>
                                        <p:tgtEl>
                                          <p:spTgt spid="82"/>
                                        </p:tgtEl>
                                        <p:attrNameLst>
                                          <p:attrName>style.visibility</p:attrName>
                                        </p:attrNameLst>
                                      </p:cBhvr>
                                      <p:to>
                                        <p:strVal val="visible"/>
                                      </p:to>
                                    </p:set>
                                    <p:anim calcmode="lin" valueType="num">
                                      <p:cBhvr>
                                        <p:cTn id="495" dur="1000" fill="hold"/>
                                        <p:tgtEl>
                                          <p:spTgt spid="82"/>
                                        </p:tgtEl>
                                        <p:attrNameLst>
                                          <p:attrName>ppt_x</p:attrName>
                                        </p:attrNameLst>
                                      </p:cBhvr>
                                      <p:tavLst>
                                        <p:tav tm="0">
                                          <p:val>
                                            <p:strVal val="#ppt_x-#ppt_w/2"/>
                                          </p:val>
                                        </p:tav>
                                        <p:tav tm="100000">
                                          <p:val>
                                            <p:strVal val="#ppt_x"/>
                                          </p:val>
                                        </p:tav>
                                      </p:tavLst>
                                    </p:anim>
                                    <p:anim calcmode="lin" valueType="num">
                                      <p:cBhvr>
                                        <p:cTn id="496" dur="1000" fill="hold"/>
                                        <p:tgtEl>
                                          <p:spTgt spid="82"/>
                                        </p:tgtEl>
                                        <p:attrNameLst>
                                          <p:attrName>ppt_y</p:attrName>
                                        </p:attrNameLst>
                                      </p:cBhvr>
                                      <p:tavLst>
                                        <p:tav tm="0">
                                          <p:val>
                                            <p:strVal val="#ppt_y"/>
                                          </p:val>
                                        </p:tav>
                                        <p:tav tm="100000">
                                          <p:val>
                                            <p:strVal val="#ppt_y"/>
                                          </p:val>
                                        </p:tav>
                                      </p:tavLst>
                                    </p:anim>
                                    <p:anim calcmode="lin" valueType="num">
                                      <p:cBhvr>
                                        <p:cTn id="497" dur="1000" fill="hold"/>
                                        <p:tgtEl>
                                          <p:spTgt spid="82"/>
                                        </p:tgtEl>
                                        <p:attrNameLst>
                                          <p:attrName>ppt_w</p:attrName>
                                        </p:attrNameLst>
                                      </p:cBhvr>
                                      <p:tavLst>
                                        <p:tav tm="0">
                                          <p:val>
                                            <p:fltVal val="0"/>
                                          </p:val>
                                        </p:tav>
                                        <p:tav tm="100000">
                                          <p:val>
                                            <p:strVal val="#ppt_w"/>
                                          </p:val>
                                        </p:tav>
                                      </p:tavLst>
                                    </p:anim>
                                    <p:anim calcmode="lin" valueType="num">
                                      <p:cBhvr>
                                        <p:cTn id="498" dur="10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499" fill="hold">
                      <p:stCondLst>
                        <p:cond delay="indefinite"/>
                      </p:stCondLst>
                      <p:childTnLst>
                        <p:par>
                          <p:cTn id="500" fill="hold">
                            <p:stCondLst>
                              <p:cond delay="0"/>
                            </p:stCondLst>
                            <p:childTnLst>
                              <p:par>
                                <p:cTn id="501" presetID="63" presetClass="path" presetSubtype="0" accel="50000" decel="50000" fill="hold" grpId="4" nodeType="clickEffect">
                                  <p:stCondLst>
                                    <p:cond delay="0"/>
                                  </p:stCondLst>
                                  <p:childTnLst>
                                    <p:animMotion origin="layout" path="M 0.19791 0.00116 L 0.26159 0.00046 " pathEditMode="relative" rAng="0" ptsTypes="AA">
                                      <p:cBhvr>
                                        <p:cTn id="502" dur="1000" fill="hold"/>
                                        <p:tgtEl>
                                          <p:spTgt spid="81"/>
                                        </p:tgtEl>
                                        <p:attrNameLst>
                                          <p:attrName>ppt_x</p:attrName>
                                          <p:attrName>ppt_y</p:attrName>
                                        </p:attrNameLst>
                                      </p:cBhvr>
                                      <p:rCtr x="3346" y="-231"/>
                                    </p:animMotion>
                                  </p:childTnLst>
                                </p:cTn>
                              </p:par>
                            </p:childTnLst>
                          </p:cTn>
                        </p:par>
                        <p:par>
                          <p:cTn id="503" fill="hold">
                            <p:stCondLst>
                              <p:cond delay="1000"/>
                            </p:stCondLst>
                            <p:childTnLst>
                              <p:par>
                                <p:cTn id="504" presetID="22" presetClass="exit" presetSubtype="2" fill="hold" nodeType="afterEffect">
                                  <p:stCondLst>
                                    <p:cond delay="0"/>
                                  </p:stCondLst>
                                  <p:childTnLst>
                                    <p:animEffect transition="out" filter="wipe(right)">
                                      <p:cBhvr>
                                        <p:cTn id="505" dur="500"/>
                                        <p:tgtEl>
                                          <p:spTgt spid="82"/>
                                        </p:tgtEl>
                                      </p:cBhvr>
                                    </p:animEffect>
                                    <p:set>
                                      <p:cBhvr>
                                        <p:cTn id="506" dur="1" fill="hold">
                                          <p:stCondLst>
                                            <p:cond delay="499"/>
                                          </p:stCondLst>
                                        </p:cTn>
                                        <p:tgtEl>
                                          <p:spTgt spid="82"/>
                                        </p:tgtEl>
                                        <p:attrNameLst>
                                          <p:attrName>style.visibility</p:attrName>
                                        </p:attrNameLst>
                                      </p:cBhvr>
                                      <p:to>
                                        <p:strVal val="hidden"/>
                                      </p:to>
                                    </p:set>
                                  </p:childTnLst>
                                </p:cTn>
                              </p:par>
                            </p:childTnLst>
                          </p:cTn>
                        </p:par>
                        <p:par>
                          <p:cTn id="507" fill="hold">
                            <p:stCondLst>
                              <p:cond delay="1500"/>
                            </p:stCondLst>
                            <p:childTnLst>
                              <p:par>
                                <p:cTn id="508" presetID="17" presetClass="entr" presetSubtype="8" fill="hold" nodeType="afterEffect">
                                  <p:stCondLst>
                                    <p:cond delay="0"/>
                                  </p:stCondLst>
                                  <p:childTnLst>
                                    <p:set>
                                      <p:cBhvr>
                                        <p:cTn id="509" dur="1" fill="hold">
                                          <p:stCondLst>
                                            <p:cond delay="0"/>
                                          </p:stCondLst>
                                        </p:cTn>
                                        <p:tgtEl>
                                          <p:spTgt spid="84"/>
                                        </p:tgtEl>
                                        <p:attrNameLst>
                                          <p:attrName>style.visibility</p:attrName>
                                        </p:attrNameLst>
                                      </p:cBhvr>
                                      <p:to>
                                        <p:strVal val="visible"/>
                                      </p:to>
                                    </p:set>
                                    <p:anim calcmode="lin" valueType="num">
                                      <p:cBhvr>
                                        <p:cTn id="510" dur="1000" fill="hold"/>
                                        <p:tgtEl>
                                          <p:spTgt spid="84"/>
                                        </p:tgtEl>
                                        <p:attrNameLst>
                                          <p:attrName>ppt_x</p:attrName>
                                        </p:attrNameLst>
                                      </p:cBhvr>
                                      <p:tavLst>
                                        <p:tav tm="0">
                                          <p:val>
                                            <p:strVal val="#ppt_x-#ppt_w/2"/>
                                          </p:val>
                                        </p:tav>
                                        <p:tav tm="100000">
                                          <p:val>
                                            <p:strVal val="#ppt_x"/>
                                          </p:val>
                                        </p:tav>
                                      </p:tavLst>
                                    </p:anim>
                                    <p:anim calcmode="lin" valueType="num">
                                      <p:cBhvr>
                                        <p:cTn id="511" dur="1000" fill="hold"/>
                                        <p:tgtEl>
                                          <p:spTgt spid="84"/>
                                        </p:tgtEl>
                                        <p:attrNameLst>
                                          <p:attrName>ppt_y</p:attrName>
                                        </p:attrNameLst>
                                      </p:cBhvr>
                                      <p:tavLst>
                                        <p:tav tm="0">
                                          <p:val>
                                            <p:strVal val="#ppt_y"/>
                                          </p:val>
                                        </p:tav>
                                        <p:tav tm="100000">
                                          <p:val>
                                            <p:strVal val="#ppt_y"/>
                                          </p:val>
                                        </p:tav>
                                      </p:tavLst>
                                    </p:anim>
                                    <p:anim calcmode="lin" valueType="num">
                                      <p:cBhvr>
                                        <p:cTn id="512" dur="1000" fill="hold"/>
                                        <p:tgtEl>
                                          <p:spTgt spid="84"/>
                                        </p:tgtEl>
                                        <p:attrNameLst>
                                          <p:attrName>ppt_w</p:attrName>
                                        </p:attrNameLst>
                                      </p:cBhvr>
                                      <p:tavLst>
                                        <p:tav tm="0">
                                          <p:val>
                                            <p:fltVal val="0"/>
                                          </p:val>
                                        </p:tav>
                                        <p:tav tm="100000">
                                          <p:val>
                                            <p:strVal val="#ppt_w"/>
                                          </p:val>
                                        </p:tav>
                                      </p:tavLst>
                                    </p:anim>
                                    <p:anim calcmode="lin" valueType="num">
                                      <p:cBhvr>
                                        <p:cTn id="513" dur="10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514" fill="hold">
                      <p:stCondLst>
                        <p:cond delay="indefinite"/>
                      </p:stCondLst>
                      <p:childTnLst>
                        <p:par>
                          <p:cTn id="515" fill="hold">
                            <p:stCondLst>
                              <p:cond delay="0"/>
                            </p:stCondLst>
                            <p:childTnLst>
                              <p:par>
                                <p:cTn id="516" presetID="63" presetClass="path" presetSubtype="0" accel="50000" decel="50000" fill="hold" grpId="4" nodeType="clickEffect">
                                  <p:stCondLst>
                                    <p:cond delay="0"/>
                                  </p:stCondLst>
                                  <p:childTnLst>
                                    <p:animMotion origin="layout" path="M 0.07851 -0.00116 L 0.10638 -0.00139 " pathEditMode="relative" rAng="0" ptsTypes="AA">
                                      <p:cBhvr>
                                        <p:cTn id="517" dur="1000" fill="hold"/>
                                        <p:tgtEl>
                                          <p:spTgt spid="99"/>
                                        </p:tgtEl>
                                        <p:attrNameLst>
                                          <p:attrName>ppt_x</p:attrName>
                                          <p:attrName>ppt_y</p:attrName>
                                        </p:attrNameLst>
                                      </p:cBhvr>
                                      <p:rCtr x="1393" y="-93"/>
                                    </p:animMotion>
                                  </p:childTnLst>
                                </p:cTn>
                              </p:par>
                            </p:childTnLst>
                          </p:cTn>
                        </p:par>
                        <p:par>
                          <p:cTn id="518" fill="hold">
                            <p:stCondLst>
                              <p:cond delay="1000"/>
                            </p:stCondLst>
                            <p:childTnLst>
                              <p:par>
                                <p:cTn id="519" presetID="32" presetClass="emph" presetSubtype="0" fill="hold" nodeType="afterEffect">
                                  <p:stCondLst>
                                    <p:cond delay="0"/>
                                  </p:stCondLst>
                                  <p:childTnLst>
                                    <p:animRot by="120000">
                                      <p:cBhvr>
                                        <p:cTn id="520" dur="100" fill="hold">
                                          <p:stCondLst>
                                            <p:cond delay="0"/>
                                          </p:stCondLst>
                                        </p:cTn>
                                        <p:tgtEl>
                                          <p:spTgt spid="90"/>
                                        </p:tgtEl>
                                        <p:attrNameLst>
                                          <p:attrName>r</p:attrName>
                                        </p:attrNameLst>
                                      </p:cBhvr>
                                    </p:animRot>
                                    <p:animRot by="-240000">
                                      <p:cBhvr>
                                        <p:cTn id="521" dur="200" fill="hold">
                                          <p:stCondLst>
                                            <p:cond delay="200"/>
                                          </p:stCondLst>
                                        </p:cTn>
                                        <p:tgtEl>
                                          <p:spTgt spid="90"/>
                                        </p:tgtEl>
                                        <p:attrNameLst>
                                          <p:attrName>r</p:attrName>
                                        </p:attrNameLst>
                                      </p:cBhvr>
                                    </p:animRot>
                                    <p:animRot by="240000">
                                      <p:cBhvr>
                                        <p:cTn id="522" dur="200" fill="hold">
                                          <p:stCondLst>
                                            <p:cond delay="400"/>
                                          </p:stCondLst>
                                        </p:cTn>
                                        <p:tgtEl>
                                          <p:spTgt spid="90"/>
                                        </p:tgtEl>
                                        <p:attrNameLst>
                                          <p:attrName>r</p:attrName>
                                        </p:attrNameLst>
                                      </p:cBhvr>
                                    </p:animRot>
                                    <p:animRot by="-240000">
                                      <p:cBhvr>
                                        <p:cTn id="523" dur="200" fill="hold">
                                          <p:stCondLst>
                                            <p:cond delay="600"/>
                                          </p:stCondLst>
                                        </p:cTn>
                                        <p:tgtEl>
                                          <p:spTgt spid="90"/>
                                        </p:tgtEl>
                                        <p:attrNameLst>
                                          <p:attrName>r</p:attrName>
                                        </p:attrNameLst>
                                      </p:cBhvr>
                                    </p:animRot>
                                    <p:animRot by="120000">
                                      <p:cBhvr>
                                        <p:cTn id="524" dur="200" fill="hold">
                                          <p:stCondLst>
                                            <p:cond delay="800"/>
                                          </p:stCondLst>
                                        </p:cTn>
                                        <p:tgtEl>
                                          <p:spTgt spid="90"/>
                                        </p:tgtEl>
                                        <p:attrNameLst>
                                          <p:attrName>r</p:attrName>
                                        </p:attrNameLst>
                                      </p:cBhvr>
                                    </p:animRot>
                                  </p:childTnLst>
                                </p:cTn>
                              </p:par>
                              <p:par>
                                <p:cTn id="525" presetID="42" presetClass="entr" presetSubtype="0" fill="hold" nodeType="withEffect">
                                  <p:stCondLst>
                                    <p:cond delay="0"/>
                                  </p:stCondLst>
                                  <p:childTnLst>
                                    <p:set>
                                      <p:cBhvr>
                                        <p:cTn id="526" dur="1" fill="hold">
                                          <p:stCondLst>
                                            <p:cond delay="0"/>
                                          </p:stCondLst>
                                        </p:cTn>
                                        <p:tgtEl>
                                          <p:spTgt spid="27"/>
                                        </p:tgtEl>
                                        <p:attrNameLst>
                                          <p:attrName>style.visibility</p:attrName>
                                        </p:attrNameLst>
                                      </p:cBhvr>
                                      <p:to>
                                        <p:strVal val="visible"/>
                                      </p:to>
                                    </p:set>
                                    <p:animEffect transition="in" filter="fade">
                                      <p:cBhvr>
                                        <p:cTn id="527" dur="1000"/>
                                        <p:tgtEl>
                                          <p:spTgt spid="27"/>
                                        </p:tgtEl>
                                      </p:cBhvr>
                                    </p:animEffect>
                                    <p:anim calcmode="lin" valueType="num">
                                      <p:cBhvr>
                                        <p:cTn id="528" dur="1000" fill="hold"/>
                                        <p:tgtEl>
                                          <p:spTgt spid="27"/>
                                        </p:tgtEl>
                                        <p:attrNameLst>
                                          <p:attrName>ppt_x</p:attrName>
                                        </p:attrNameLst>
                                      </p:cBhvr>
                                      <p:tavLst>
                                        <p:tav tm="0">
                                          <p:val>
                                            <p:strVal val="#ppt_x"/>
                                          </p:val>
                                        </p:tav>
                                        <p:tav tm="100000">
                                          <p:val>
                                            <p:strVal val="#ppt_x"/>
                                          </p:val>
                                        </p:tav>
                                      </p:tavLst>
                                    </p:anim>
                                    <p:anim calcmode="lin" valueType="num">
                                      <p:cBhvr>
                                        <p:cTn id="529" dur="1000" fill="hold"/>
                                        <p:tgtEl>
                                          <p:spTgt spid="27"/>
                                        </p:tgtEl>
                                        <p:attrNameLst>
                                          <p:attrName>ppt_y</p:attrName>
                                        </p:attrNameLst>
                                      </p:cBhvr>
                                      <p:tavLst>
                                        <p:tav tm="0">
                                          <p:val>
                                            <p:strVal val="#ppt_y+.1"/>
                                          </p:val>
                                        </p:tav>
                                        <p:tav tm="100000">
                                          <p:val>
                                            <p:strVal val="#ppt_y"/>
                                          </p:val>
                                        </p:tav>
                                      </p:tavLst>
                                    </p:anim>
                                  </p:childTnLst>
                                </p:cTn>
                              </p:par>
                            </p:childTnLst>
                          </p:cTn>
                        </p:par>
                        <p:par>
                          <p:cTn id="530" fill="hold">
                            <p:stCondLst>
                              <p:cond delay="2000"/>
                            </p:stCondLst>
                            <p:childTnLst>
                              <p:par>
                                <p:cTn id="531" presetID="17" presetClass="entr" presetSubtype="8" fill="hold" nodeType="afterEffect">
                                  <p:stCondLst>
                                    <p:cond delay="0"/>
                                  </p:stCondLst>
                                  <p:childTnLst>
                                    <p:set>
                                      <p:cBhvr>
                                        <p:cTn id="532" dur="1" fill="hold">
                                          <p:stCondLst>
                                            <p:cond delay="0"/>
                                          </p:stCondLst>
                                        </p:cTn>
                                        <p:tgtEl>
                                          <p:spTgt spid="91"/>
                                        </p:tgtEl>
                                        <p:attrNameLst>
                                          <p:attrName>style.visibility</p:attrName>
                                        </p:attrNameLst>
                                      </p:cBhvr>
                                      <p:to>
                                        <p:strVal val="visible"/>
                                      </p:to>
                                    </p:set>
                                    <p:anim calcmode="lin" valueType="num">
                                      <p:cBhvr>
                                        <p:cTn id="533" dur="1000" fill="hold"/>
                                        <p:tgtEl>
                                          <p:spTgt spid="91"/>
                                        </p:tgtEl>
                                        <p:attrNameLst>
                                          <p:attrName>ppt_x</p:attrName>
                                        </p:attrNameLst>
                                      </p:cBhvr>
                                      <p:tavLst>
                                        <p:tav tm="0">
                                          <p:val>
                                            <p:strVal val="#ppt_x-#ppt_w/2"/>
                                          </p:val>
                                        </p:tav>
                                        <p:tav tm="100000">
                                          <p:val>
                                            <p:strVal val="#ppt_x"/>
                                          </p:val>
                                        </p:tav>
                                      </p:tavLst>
                                    </p:anim>
                                    <p:anim calcmode="lin" valueType="num">
                                      <p:cBhvr>
                                        <p:cTn id="534" dur="1000" fill="hold"/>
                                        <p:tgtEl>
                                          <p:spTgt spid="91"/>
                                        </p:tgtEl>
                                        <p:attrNameLst>
                                          <p:attrName>ppt_y</p:attrName>
                                        </p:attrNameLst>
                                      </p:cBhvr>
                                      <p:tavLst>
                                        <p:tav tm="0">
                                          <p:val>
                                            <p:strVal val="#ppt_y"/>
                                          </p:val>
                                        </p:tav>
                                        <p:tav tm="100000">
                                          <p:val>
                                            <p:strVal val="#ppt_y"/>
                                          </p:val>
                                        </p:tav>
                                      </p:tavLst>
                                    </p:anim>
                                    <p:anim calcmode="lin" valueType="num">
                                      <p:cBhvr>
                                        <p:cTn id="535" dur="1000" fill="hold"/>
                                        <p:tgtEl>
                                          <p:spTgt spid="91"/>
                                        </p:tgtEl>
                                        <p:attrNameLst>
                                          <p:attrName>ppt_w</p:attrName>
                                        </p:attrNameLst>
                                      </p:cBhvr>
                                      <p:tavLst>
                                        <p:tav tm="0">
                                          <p:val>
                                            <p:fltVal val="0"/>
                                          </p:val>
                                        </p:tav>
                                        <p:tav tm="100000">
                                          <p:val>
                                            <p:strVal val="#ppt_w"/>
                                          </p:val>
                                        </p:tav>
                                      </p:tavLst>
                                    </p:anim>
                                    <p:anim calcmode="lin" valueType="num">
                                      <p:cBhvr>
                                        <p:cTn id="536" dur="1000" fill="hold"/>
                                        <p:tgtEl>
                                          <p:spTgt spid="91"/>
                                        </p:tgtEl>
                                        <p:attrNameLst>
                                          <p:attrName>ppt_h</p:attrName>
                                        </p:attrNameLst>
                                      </p:cBhvr>
                                      <p:tavLst>
                                        <p:tav tm="0">
                                          <p:val>
                                            <p:strVal val="#ppt_h"/>
                                          </p:val>
                                        </p:tav>
                                        <p:tav tm="100000">
                                          <p:val>
                                            <p:strVal val="#ppt_h"/>
                                          </p:val>
                                        </p:tav>
                                      </p:tavLst>
                                    </p:anim>
                                  </p:childTnLst>
                                </p:cTn>
                              </p:par>
                              <p:par>
                                <p:cTn id="537" presetID="17" presetClass="entr" presetSubtype="8" fill="hold" nodeType="withEffect">
                                  <p:stCondLst>
                                    <p:cond delay="0"/>
                                  </p:stCondLst>
                                  <p:childTnLst>
                                    <p:set>
                                      <p:cBhvr>
                                        <p:cTn id="538" dur="1" fill="hold">
                                          <p:stCondLst>
                                            <p:cond delay="0"/>
                                          </p:stCondLst>
                                        </p:cTn>
                                        <p:tgtEl>
                                          <p:spTgt spid="93"/>
                                        </p:tgtEl>
                                        <p:attrNameLst>
                                          <p:attrName>style.visibility</p:attrName>
                                        </p:attrNameLst>
                                      </p:cBhvr>
                                      <p:to>
                                        <p:strVal val="visible"/>
                                      </p:to>
                                    </p:set>
                                    <p:anim calcmode="lin" valueType="num">
                                      <p:cBhvr>
                                        <p:cTn id="539" dur="1000" fill="hold"/>
                                        <p:tgtEl>
                                          <p:spTgt spid="93"/>
                                        </p:tgtEl>
                                        <p:attrNameLst>
                                          <p:attrName>ppt_x</p:attrName>
                                        </p:attrNameLst>
                                      </p:cBhvr>
                                      <p:tavLst>
                                        <p:tav tm="0">
                                          <p:val>
                                            <p:strVal val="#ppt_x-#ppt_w/2"/>
                                          </p:val>
                                        </p:tav>
                                        <p:tav tm="100000">
                                          <p:val>
                                            <p:strVal val="#ppt_x"/>
                                          </p:val>
                                        </p:tav>
                                      </p:tavLst>
                                    </p:anim>
                                    <p:anim calcmode="lin" valueType="num">
                                      <p:cBhvr>
                                        <p:cTn id="540" dur="1000" fill="hold"/>
                                        <p:tgtEl>
                                          <p:spTgt spid="93"/>
                                        </p:tgtEl>
                                        <p:attrNameLst>
                                          <p:attrName>ppt_y</p:attrName>
                                        </p:attrNameLst>
                                      </p:cBhvr>
                                      <p:tavLst>
                                        <p:tav tm="0">
                                          <p:val>
                                            <p:strVal val="#ppt_y"/>
                                          </p:val>
                                        </p:tav>
                                        <p:tav tm="100000">
                                          <p:val>
                                            <p:strVal val="#ppt_y"/>
                                          </p:val>
                                        </p:tav>
                                      </p:tavLst>
                                    </p:anim>
                                    <p:anim calcmode="lin" valueType="num">
                                      <p:cBhvr>
                                        <p:cTn id="541" dur="1000" fill="hold"/>
                                        <p:tgtEl>
                                          <p:spTgt spid="93"/>
                                        </p:tgtEl>
                                        <p:attrNameLst>
                                          <p:attrName>ppt_w</p:attrName>
                                        </p:attrNameLst>
                                      </p:cBhvr>
                                      <p:tavLst>
                                        <p:tav tm="0">
                                          <p:val>
                                            <p:fltVal val="0"/>
                                          </p:val>
                                        </p:tav>
                                        <p:tav tm="100000">
                                          <p:val>
                                            <p:strVal val="#ppt_w"/>
                                          </p:val>
                                        </p:tav>
                                      </p:tavLst>
                                    </p:anim>
                                    <p:anim calcmode="lin" valueType="num">
                                      <p:cBhvr>
                                        <p:cTn id="542" dur="1000" fill="hold"/>
                                        <p:tgtEl>
                                          <p:spTgt spid="93"/>
                                        </p:tgtEl>
                                        <p:attrNameLst>
                                          <p:attrName>ppt_h</p:attrName>
                                        </p:attrNameLst>
                                      </p:cBhvr>
                                      <p:tavLst>
                                        <p:tav tm="0">
                                          <p:val>
                                            <p:strVal val="#ppt_h"/>
                                          </p:val>
                                        </p:tav>
                                        <p:tav tm="100000">
                                          <p:val>
                                            <p:strVal val="#ppt_h"/>
                                          </p:val>
                                        </p:tav>
                                      </p:tavLst>
                                    </p:anim>
                                  </p:childTnLst>
                                </p:cTn>
                              </p:par>
                            </p:childTnLst>
                          </p:cTn>
                        </p:par>
                        <p:par>
                          <p:cTn id="543" fill="hold">
                            <p:stCondLst>
                              <p:cond delay="3000"/>
                            </p:stCondLst>
                            <p:childTnLst>
                              <p:par>
                                <p:cTn id="544" presetID="22" presetClass="exit" presetSubtype="2" fill="hold" nodeType="afterEffect">
                                  <p:stCondLst>
                                    <p:cond delay="0"/>
                                  </p:stCondLst>
                                  <p:childTnLst>
                                    <p:animEffect transition="out" filter="wipe(right)">
                                      <p:cBhvr>
                                        <p:cTn id="545" dur="500"/>
                                        <p:tgtEl>
                                          <p:spTgt spid="84"/>
                                        </p:tgtEl>
                                      </p:cBhvr>
                                    </p:animEffect>
                                    <p:set>
                                      <p:cBhvr>
                                        <p:cTn id="546" dur="1" fill="hold">
                                          <p:stCondLst>
                                            <p:cond delay="499"/>
                                          </p:stCondLst>
                                        </p:cTn>
                                        <p:tgtEl>
                                          <p:spTgt spid="84"/>
                                        </p:tgtEl>
                                        <p:attrNameLst>
                                          <p:attrName>style.visibility</p:attrName>
                                        </p:attrNameLst>
                                      </p:cBhvr>
                                      <p:to>
                                        <p:strVal val="hidden"/>
                                      </p:to>
                                    </p:set>
                                  </p:childTnLst>
                                </p:cTn>
                              </p:par>
                              <p:par>
                                <p:cTn id="547" presetID="22" presetClass="exit" presetSubtype="2" fill="hold" nodeType="withEffect">
                                  <p:stCondLst>
                                    <p:cond delay="0"/>
                                  </p:stCondLst>
                                  <p:childTnLst>
                                    <p:animEffect transition="out" filter="wipe(right)">
                                      <p:cBhvr>
                                        <p:cTn id="548" dur="500"/>
                                        <p:tgtEl>
                                          <p:spTgt spid="91"/>
                                        </p:tgtEl>
                                      </p:cBhvr>
                                    </p:animEffect>
                                    <p:set>
                                      <p:cBhvr>
                                        <p:cTn id="549" dur="1" fill="hold">
                                          <p:stCondLst>
                                            <p:cond delay="499"/>
                                          </p:stCondLst>
                                        </p:cTn>
                                        <p:tgtEl>
                                          <p:spTgt spid="91"/>
                                        </p:tgtEl>
                                        <p:attrNameLst>
                                          <p:attrName>style.visibility</p:attrName>
                                        </p:attrNameLst>
                                      </p:cBhvr>
                                      <p:to>
                                        <p:strVal val="hidden"/>
                                      </p:to>
                                    </p:set>
                                  </p:childTnLst>
                                </p:cTn>
                              </p:par>
                              <p:par>
                                <p:cTn id="550" presetID="22" presetClass="exit" presetSubtype="2" fill="hold" nodeType="withEffect">
                                  <p:stCondLst>
                                    <p:cond delay="0"/>
                                  </p:stCondLst>
                                  <p:childTnLst>
                                    <p:animEffect transition="out" filter="wipe(right)">
                                      <p:cBhvr>
                                        <p:cTn id="551" dur="500"/>
                                        <p:tgtEl>
                                          <p:spTgt spid="93"/>
                                        </p:tgtEl>
                                      </p:cBhvr>
                                    </p:animEffect>
                                    <p:set>
                                      <p:cBhvr>
                                        <p:cTn id="552" dur="1" fill="hold">
                                          <p:stCondLst>
                                            <p:cond delay="499"/>
                                          </p:stCondLst>
                                        </p:cTn>
                                        <p:tgtEl>
                                          <p:spTgt spid="93"/>
                                        </p:tgtEl>
                                        <p:attrNameLst>
                                          <p:attrName>style.visibility</p:attrName>
                                        </p:attrNameLst>
                                      </p:cBhvr>
                                      <p:to>
                                        <p:strVal val="hidden"/>
                                      </p:to>
                                    </p:set>
                                  </p:childTnLst>
                                </p:cTn>
                              </p:par>
                            </p:childTnLst>
                          </p:cTn>
                        </p:par>
                        <p:par>
                          <p:cTn id="553" fill="hold">
                            <p:stCondLst>
                              <p:cond delay="3500"/>
                            </p:stCondLst>
                            <p:childTnLst>
                              <p:par>
                                <p:cTn id="554" presetID="17" presetClass="entr" presetSubtype="8" fill="hold" nodeType="afterEffect">
                                  <p:stCondLst>
                                    <p:cond delay="0"/>
                                  </p:stCondLst>
                                  <p:childTnLst>
                                    <p:set>
                                      <p:cBhvr>
                                        <p:cTn id="555" dur="1" fill="hold">
                                          <p:stCondLst>
                                            <p:cond delay="0"/>
                                          </p:stCondLst>
                                        </p:cTn>
                                        <p:tgtEl>
                                          <p:spTgt spid="95"/>
                                        </p:tgtEl>
                                        <p:attrNameLst>
                                          <p:attrName>style.visibility</p:attrName>
                                        </p:attrNameLst>
                                      </p:cBhvr>
                                      <p:to>
                                        <p:strVal val="visible"/>
                                      </p:to>
                                    </p:set>
                                    <p:anim calcmode="lin" valueType="num">
                                      <p:cBhvr>
                                        <p:cTn id="556" dur="1000" fill="hold"/>
                                        <p:tgtEl>
                                          <p:spTgt spid="95"/>
                                        </p:tgtEl>
                                        <p:attrNameLst>
                                          <p:attrName>ppt_x</p:attrName>
                                        </p:attrNameLst>
                                      </p:cBhvr>
                                      <p:tavLst>
                                        <p:tav tm="0">
                                          <p:val>
                                            <p:strVal val="#ppt_x-#ppt_w/2"/>
                                          </p:val>
                                        </p:tav>
                                        <p:tav tm="100000">
                                          <p:val>
                                            <p:strVal val="#ppt_x"/>
                                          </p:val>
                                        </p:tav>
                                      </p:tavLst>
                                    </p:anim>
                                    <p:anim calcmode="lin" valueType="num">
                                      <p:cBhvr>
                                        <p:cTn id="557" dur="1000" fill="hold"/>
                                        <p:tgtEl>
                                          <p:spTgt spid="95"/>
                                        </p:tgtEl>
                                        <p:attrNameLst>
                                          <p:attrName>ppt_y</p:attrName>
                                        </p:attrNameLst>
                                      </p:cBhvr>
                                      <p:tavLst>
                                        <p:tav tm="0">
                                          <p:val>
                                            <p:strVal val="#ppt_y"/>
                                          </p:val>
                                        </p:tav>
                                        <p:tav tm="100000">
                                          <p:val>
                                            <p:strVal val="#ppt_y"/>
                                          </p:val>
                                        </p:tav>
                                      </p:tavLst>
                                    </p:anim>
                                    <p:anim calcmode="lin" valueType="num">
                                      <p:cBhvr>
                                        <p:cTn id="558" dur="1000" fill="hold"/>
                                        <p:tgtEl>
                                          <p:spTgt spid="95"/>
                                        </p:tgtEl>
                                        <p:attrNameLst>
                                          <p:attrName>ppt_w</p:attrName>
                                        </p:attrNameLst>
                                      </p:cBhvr>
                                      <p:tavLst>
                                        <p:tav tm="0">
                                          <p:val>
                                            <p:fltVal val="0"/>
                                          </p:val>
                                        </p:tav>
                                        <p:tav tm="100000">
                                          <p:val>
                                            <p:strVal val="#ppt_w"/>
                                          </p:val>
                                        </p:tav>
                                      </p:tavLst>
                                    </p:anim>
                                    <p:anim calcmode="lin" valueType="num">
                                      <p:cBhvr>
                                        <p:cTn id="559" dur="10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560" fill="hold">
                      <p:stCondLst>
                        <p:cond delay="indefinite"/>
                      </p:stCondLst>
                      <p:childTnLst>
                        <p:par>
                          <p:cTn id="561" fill="hold">
                            <p:stCondLst>
                              <p:cond delay="0"/>
                            </p:stCondLst>
                            <p:childTnLst>
                              <p:par>
                                <p:cTn id="562" presetID="45" presetClass="exit" presetSubtype="0" fill="hold" grpId="1" nodeType="clickEffect">
                                  <p:stCondLst>
                                    <p:cond delay="0"/>
                                  </p:stCondLst>
                                  <p:childTnLst>
                                    <p:animEffect transition="out" filter="fade">
                                      <p:cBhvr>
                                        <p:cTn id="563" dur="1000"/>
                                        <p:tgtEl>
                                          <p:spTgt spid="102"/>
                                        </p:tgtEl>
                                      </p:cBhvr>
                                    </p:animEffect>
                                    <p:anim calcmode="lin" valueType="num">
                                      <p:cBhvr>
                                        <p:cTn id="564" dur="1000"/>
                                        <p:tgtEl>
                                          <p:spTgt spid="10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565" dur="1000"/>
                                        <p:tgtEl>
                                          <p:spTgt spid="102"/>
                                        </p:tgtEl>
                                        <p:attrNameLst>
                                          <p:attrName>ppt_h</p:attrName>
                                        </p:attrNameLst>
                                      </p:cBhvr>
                                      <p:tavLst>
                                        <p:tav tm="0">
                                          <p:val>
                                            <p:strVal val="ppt_h"/>
                                          </p:val>
                                        </p:tav>
                                        <p:tav tm="100000">
                                          <p:val>
                                            <p:strVal val="ppt_h"/>
                                          </p:val>
                                        </p:tav>
                                      </p:tavLst>
                                    </p:anim>
                                    <p:set>
                                      <p:cBhvr>
                                        <p:cTn id="566" dur="1" fill="hold">
                                          <p:stCondLst>
                                            <p:cond delay="999"/>
                                          </p:stCondLst>
                                        </p:cTn>
                                        <p:tgtEl>
                                          <p:spTgt spid="102"/>
                                        </p:tgtEl>
                                        <p:attrNameLst>
                                          <p:attrName>style.visibility</p:attrName>
                                        </p:attrNameLst>
                                      </p:cBhvr>
                                      <p:to>
                                        <p:strVal val="hidden"/>
                                      </p:to>
                                    </p:set>
                                  </p:childTnLst>
                                </p:cTn>
                              </p:par>
                            </p:childTnLst>
                          </p:cTn>
                        </p:par>
                        <p:par>
                          <p:cTn id="567" fill="hold">
                            <p:stCondLst>
                              <p:cond delay="1000"/>
                            </p:stCondLst>
                            <p:childTnLst>
                              <p:par>
                                <p:cTn id="568" presetID="10" presetClass="entr" presetSubtype="0" fill="hold" grpId="0" nodeType="afterEffect">
                                  <p:stCondLst>
                                    <p:cond delay="0"/>
                                  </p:stCondLst>
                                  <p:childTnLst>
                                    <p:set>
                                      <p:cBhvr>
                                        <p:cTn id="569" dur="1" fill="hold">
                                          <p:stCondLst>
                                            <p:cond delay="0"/>
                                          </p:stCondLst>
                                        </p:cTn>
                                        <p:tgtEl>
                                          <p:spTgt spid="106"/>
                                        </p:tgtEl>
                                        <p:attrNameLst>
                                          <p:attrName>style.visibility</p:attrName>
                                        </p:attrNameLst>
                                      </p:cBhvr>
                                      <p:to>
                                        <p:strVal val="visible"/>
                                      </p:to>
                                    </p:set>
                                    <p:animEffect transition="in" filter="fade">
                                      <p:cBhvr>
                                        <p:cTn id="570" dur="500"/>
                                        <p:tgtEl>
                                          <p:spTgt spid="106"/>
                                        </p:tgtEl>
                                      </p:cBhvr>
                                    </p:animEffect>
                                  </p:childTnLst>
                                </p:cTn>
                              </p:par>
                            </p:childTnLst>
                          </p:cTn>
                        </p:par>
                        <p:par>
                          <p:cTn id="571" fill="hold">
                            <p:stCondLst>
                              <p:cond delay="1500"/>
                            </p:stCondLst>
                            <p:childTnLst>
                              <p:par>
                                <p:cTn id="572" presetID="63" presetClass="path" presetSubtype="0" accel="50000" decel="50000" fill="hold" nodeType="afterEffect">
                                  <p:stCondLst>
                                    <p:cond delay="0"/>
                                  </p:stCondLst>
                                  <p:childTnLst>
                                    <p:animMotion origin="layout" path="M -2.5E-6 2.59259E-6 L 0.37643 -0.03334 " pathEditMode="relative" rAng="0" ptsTypes="AA">
                                      <p:cBhvr>
                                        <p:cTn id="573" dur="1500" fill="hold"/>
                                        <p:tgtEl>
                                          <p:spTgt spid="27"/>
                                        </p:tgtEl>
                                        <p:attrNameLst>
                                          <p:attrName>ppt_x</p:attrName>
                                          <p:attrName>ppt_y</p:attrName>
                                        </p:attrNameLst>
                                      </p:cBhvr>
                                      <p:rCtr x="18815" y="-1667"/>
                                    </p:animMotion>
                                  </p:childTnLst>
                                </p:cTn>
                              </p:par>
                              <p:par>
                                <p:cTn id="574" presetID="17" presetClass="entr" presetSubtype="1" fill="hold" nodeType="withEffect">
                                  <p:stCondLst>
                                    <p:cond delay="500"/>
                                  </p:stCondLst>
                                  <p:childTnLst>
                                    <p:set>
                                      <p:cBhvr>
                                        <p:cTn id="575" dur="1" fill="hold">
                                          <p:stCondLst>
                                            <p:cond delay="0"/>
                                          </p:stCondLst>
                                        </p:cTn>
                                        <p:tgtEl>
                                          <p:spTgt spid="11"/>
                                        </p:tgtEl>
                                        <p:attrNameLst>
                                          <p:attrName>style.visibility</p:attrName>
                                        </p:attrNameLst>
                                      </p:cBhvr>
                                      <p:to>
                                        <p:strVal val="visible"/>
                                      </p:to>
                                    </p:set>
                                    <p:anim calcmode="lin" valueType="num">
                                      <p:cBhvr>
                                        <p:cTn id="576" dur="1000" fill="hold"/>
                                        <p:tgtEl>
                                          <p:spTgt spid="11"/>
                                        </p:tgtEl>
                                        <p:attrNameLst>
                                          <p:attrName>ppt_x</p:attrName>
                                        </p:attrNameLst>
                                      </p:cBhvr>
                                      <p:tavLst>
                                        <p:tav tm="0">
                                          <p:val>
                                            <p:strVal val="#ppt_x"/>
                                          </p:val>
                                        </p:tav>
                                        <p:tav tm="100000">
                                          <p:val>
                                            <p:strVal val="#ppt_x"/>
                                          </p:val>
                                        </p:tav>
                                      </p:tavLst>
                                    </p:anim>
                                    <p:anim calcmode="lin" valueType="num">
                                      <p:cBhvr>
                                        <p:cTn id="577" dur="1000" fill="hold"/>
                                        <p:tgtEl>
                                          <p:spTgt spid="11"/>
                                        </p:tgtEl>
                                        <p:attrNameLst>
                                          <p:attrName>ppt_y</p:attrName>
                                        </p:attrNameLst>
                                      </p:cBhvr>
                                      <p:tavLst>
                                        <p:tav tm="0">
                                          <p:val>
                                            <p:strVal val="#ppt_y-#ppt_h/2"/>
                                          </p:val>
                                        </p:tav>
                                        <p:tav tm="100000">
                                          <p:val>
                                            <p:strVal val="#ppt_y"/>
                                          </p:val>
                                        </p:tav>
                                      </p:tavLst>
                                    </p:anim>
                                    <p:anim calcmode="lin" valueType="num">
                                      <p:cBhvr>
                                        <p:cTn id="578" dur="1000" fill="hold"/>
                                        <p:tgtEl>
                                          <p:spTgt spid="11"/>
                                        </p:tgtEl>
                                        <p:attrNameLst>
                                          <p:attrName>ppt_w</p:attrName>
                                        </p:attrNameLst>
                                      </p:cBhvr>
                                      <p:tavLst>
                                        <p:tav tm="0">
                                          <p:val>
                                            <p:strVal val="#ppt_w"/>
                                          </p:val>
                                        </p:tav>
                                        <p:tav tm="100000">
                                          <p:val>
                                            <p:strVal val="#ppt_w"/>
                                          </p:val>
                                        </p:tav>
                                      </p:tavLst>
                                    </p:anim>
                                    <p:anim calcmode="lin" valueType="num">
                                      <p:cBhvr>
                                        <p:cTn id="579" dur="1000" fill="hold"/>
                                        <p:tgtEl>
                                          <p:spTgt spid="11"/>
                                        </p:tgtEl>
                                        <p:attrNameLst>
                                          <p:attrName>ppt_h</p:attrName>
                                        </p:attrNameLst>
                                      </p:cBhvr>
                                      <p:tavLst>
                                        <p:tav tm="0">
                                          <p:val>
                                            <p:fltVal val="0"/>
                                          </p:val>
                                        </p:tav>
                                        <p:tav tm="100000">
                                          <p:val>
                                            <p:strVal val="#ppt_h"/>
                                          </p:val>
                                        </p:tav>
                                      </p:tavLst>
                                    </p:anim>
                                  </p:childTnLst>
                                </p:cTn>
                              </p:par>
                            </p:childTnLst>
                          </p:cTn>
                        </p:par>
                        <p:par>
                          <p:cTn id="580" fill="hold">
                            <p:stCondLst>
                              <p:cond delay="3000"/>
                            </p:stCondLst>
                            <p:childTnLst>
                              <p:par>
                                <p:cTn id="581" presetID="17" presetClass="entr" presetSubtype="10" fill="hold" grpId="0" nodeType="afterEffect">
                                  <p:stCondLst>
                                    <p:cond delay="0"/>
                                  </p:stCondLst>
                                  <p:childTnLst>
                                    <p:set>
                                      <p:cBhvr>
                                        <p:cTn id="582" dur="1" fill="hold">
                                          <p:stCondLst>
                                            <p:cond delay="0"/>
                                          </p:stCondLst>
                                        </p:cTn>
                                        <p:tgtEl>
                                          <p:spTgt spid="107"/>
                                        </p:tgtEl>
                                        <p:attrNameLst>
                                          <p:attrName>style.visibility</p:attrName>
                                        </p:attrNameLst>
                                      </p:cBhvr>
                                      <p:to>
                                        <p:strVal val="visible"/>
                                      </p:to>
                                    </p:set>
                                    <p:anim calcmode="lin" valueType="num">
                                      <p:cBhvr>
                                        <p:cTn id="583" dur="1000" fill="hold"/>
                                        <p:tgtEl>
                                          <p:spTgt spid="107"/>
                                        </p:tgtEl>
                                        <p:attrNameLst>
                                          <p:attrName>ppt_w</p:attrName>
                                        </p:attrNameLst>
                                      </p:cBhvr>
                                      <p:tavLst>
                                        <p:tav tm="0">
                                          <p:val>
                                            <p:fltVal val="0"/>
                                          </p:val>
                                        </p:tav>
                                        <p:tav tm="100000">
                                          <p:val>
                                            <p:strVal val="#ppt_w"/>
                                          </p:val>
                                        </p:tav>
                                      </p:tavLst>
                                    </p:anim>
                                    <p:anim calcmode="lin" valueType="num">
                                      <p:cBhvr>
                                        <p:cTn id="584" dur="1000" fill="hold"/>
                                        <p:tgtEl>
                                          <p:spTgt spid="107"/>
                                        </p:tgtEl>
                                        <p:attrNameLst>
                                          <p:attrName>ppt_h</p:attrName>
                                        </p:attrNameLst>
                                      </p:cBhvr>
                                      <p:tavLst>
                                        <p:tav tm="0">
                                          <p:val>
                                            <p:strVal val="#ppt_h"/>
                                          </p:val>
                                        </p:tav>
                                        <p:tav tm="100000">
                                          <p:val>
                                            <p:strVal val="#ppt_h"/>
                                          </p:val>
                                        </p:tav>
                                      </p:tavLst>
                                    </p:anim>
                                  </p:childTnLst>
                                </p:cTn>
                              </p:par>
                            </p:childTnLst>
                          </p:cTn>
                        </p:par>
                        <p:par>
                          <p:cTn id="585" fill="hold">
                            <p:stCondLst>
                              <p:cond delay="4000"/>
                            </p:stCondLst>
                            <p:childTnLst>
                              <p:par>
                                <p:cTn id="586" presetID="32" presetClass="emph" presetSubtype="0" fill="hold" grpId="1" nodeType="afterEffect">
                                  <p:stCondLst>
                                    <p:cond delay="0"/>
                                  </p:stCondLst>
                                  <p:childTnLst>
                                    <p:animRot by="120000">
                                      <p:cBhvr>
                                        <p:cTn id="587" dur="100" fill="hold">
                                          <p:stCondLst>
                                            <p:cond delay="0"/>
                                          </p:stCondLst>
                                        </p:cTn>
                                        <p:tgtEl>
                                          <p:spTgt spid="107"/>
                                        </p:tgtEl>
                                        <p:attrNameLst>
                                          <p:attrName>r</p:attrName>
                                        </p:attrNameLst>
                                      </p:cBhvr>
                                    </p:animRot>
                                    <p:animRot by="-240000">
                                      <p:cBhvr>
                                        <p:cTn id="588" dur="200" fill="hold">
                                          <p:stCondLst>
                                            <p:cond delay="200"/>
                                          </p:stCondLst>
                                        </p:cTn>
                                        <p:tgtEl>
                                          <p:spTgt spid="107"/>
                                        </p:tgtEl>
                                        <p:attrNameLst>
                                          <p:attrName>r</p:attrName>
                                        </p:attrNameLst>
                                      </p:cBhvr>
                                    </p:animRot>
                                    <p:animRot by="240000">
                                      <p:cBhvr>
                                        <p:cTn id="589" dur="200" fill="hold">
                                          <p:stCondLst>
                                            <p:cond delay="400"/>
                                          </p:stCondLst>
                                        </p:cTn>
                                        <p:tgtEl>
                                          <p:spTgt spid="107"/>
                                        </p:tgtEl>
                                        <p:attrNameLst>
                                          <p:attrName>r</p:attrName>
                                        </p:attrNameLst>
                                      </p:cBhvr>
                                    </p:animRot>
                                    <p:animRot by="-240000">
                                      <p:cBhvr>
                                        <p:cTn id="590" dur="200" fill="hold">
                                          <p:stCondLst>
                                            <p:cond delay="600"/>
                                          </p:stCondLst>
                                        </p:cTn>
                                        <p:tgtEl>
                                          <p:spTgt spid="107"/>
                                        </p:tgtEl>
                                        <p:attrNameLst>
                                          <p:attrName>r</p:attrName>
                                        </p:attrNameLst>
                                      </p:cBhvr>
                                    </p:animRot>
                                    <p:animRot by="120000">
                                      <p:cBhvr>
                                        <p:cTn id="591" dur="200" fill="hold">
                                          <p:stCondLst>
                                            <p:cond delay="800"/>
                                          </p:stCondLst>
                                        </p:cTn>
                                        <p:tgtEl>
                                          <p:spTgt spid="107"/>
                                        </p:tgtEl>
                                        <p:attrNameLst>
                                          <p:attrName>r</p:attrName>
                                        </p:attrNameLst>
                                      </p:cBhvr>
                                    </p:animRot>
                                  </p:childTnLst>
                                </p:cTn>
                              </p:par>
                            </p:childTnLst>
                          </p:cTn>
                        </p:par>
                        <p:par>
                          <p:cTn id="592" fill="hold">
                            <p:stCondLst>
                              <p:cond delay="5000"/>
                            </p:stCondLst>
                            <p:childTnLst>
                              <p:par>
                                <p:cTn id="593" presetID="10" presetClass="exit" presetSubtype="0" fill="hold" grpId="2" nodeType="afterEffect">
                                  <p:stCondLst>
                                    <p:cond delay="0"/>
                                  </p:stCondLst>
                                  <p:childTnLst>
                                    <p:animEffect transition="out" filter="fade">
                                      <p:cBhvr>
                                        <p:cTn id="594" dur="500"/>
                                        <p:tgtEl>
                                          <p:spTgt spid="107"/>
                                        </p:tgtEl>
                                      </p:cBhvr>
                                    </p:animEffect>
                                    <p:set>
                                      <p:cBhvr>
                                        <p:cTn id="595" dur="1" fill="hold">
                                          <p:stCondLst>
                                            <p:cond delay="499"/>
                                          </p:stCondLst>
                                        </p:cTn>
                                        <p:tgtEl>
                                          <p:spTgt spid="107"/>
                                        </p:tgtEl>
                                        <p:attrNameLst>
                                          <p:attrName>style.visibility</p:attrName>
                                        </p:attrNameLst>
                                      </p:cBhvr>
                                      <p:to>
                                        <p:strVal val="hidden"/>
                                      </p:to>
                                    </p:set>
                                  </p:childTnLst>
                                </p:cTn>
                              </p:par>
                            </p:childTnLst>
                          </p:cTn>
                        </p:par>
                        <p:par>
                          <p:cTn id="596" fill="hold">
                            <p:stCondLst>
                              <p:cond delay="5500"/>
                            </p:stCondLst>
                            <p:childTnLst>
                              <p:par>
                                <p:cTn id="597" presetID="22" presetClass="exit" presetSubtype="2" fill="hold" nodeType="afterEffect">
                                  <p:stCondLst>
                                    <p:cond delay="0"/>
                                  </p:stCondLst>
                                  <p:childTnLst>
                                    <p:animEffect transition="out" filter="wipe(right)">
                                      <p:cBhvr>
                                        <p:cTn id="598" dur="500"/>
                                        <p:tgtEl>
                                          <p:spTgt spid="95"/>
                                        </p:tgtEl>
                                      </p:cBhvr>
                                    </p:animEffect>
                                    <p:set>
                                      <p:cBhvr>
                                        <p:cTn id="599" dur="1" fill="hold">
                                          <p:stCondLst>
                                            <p:cond delay="499"/>
                                          </p:stCondLst>
                                        </p:cTn>
                                        <p:tgtEl>
                                          <p:spTgt spid="95"/>
                                        </p:tgtEl>
                                        <p:attrNameLst>
                                          <p:attrName>style.visibility</p:attrName>
                                        </p:attrNameLst>
                                      </p:cBhvr>
                                      <p:to>
                                        <p:strVal val="hidden"/>
                                      </p:to>
                                    </p:set>
                                  </p:childTnLst>
                                </p:cTn>
                              </p:par>
                            </p:childTnLst>
                          </p:cTn>
                        </p:par>
                        <p:par>
                          <p:cTn id="600" fill="hold">
                            <p:stCondLst>
                              <p:cond delay="6000"/>
                            </p:stCondLst>
                            <p:childTnLst>
                              <p:par>
                                <p:cTn id="601" presetID="17" presetClass="entr" presetSubtype="8" fill="hold" nodeType="afterEffect">
                                  <p:stCondLst>
                                    <p:cond delay="0"/>
                                  </p:stCondLst>
                                  <p:childTnLst>
                                    <p:set>
                                      <p:cBhvr>
                                        <p:cTn id="602" dur="1" fill="hold">
                                          <p:stCondLst>
                                            <p:cond delay="0"/>
                                          </p:stCondLst>
                                        </p:cTn>
                                        <p:tgtEl>
                                          <p:spTgt spid="82"/>
                                        </p:tgtEl>
                                        <p:attrNameLst>
                                          <p:attrName>style.visibility</p:attrName>
                                        </p:attrNameLst>
                                      </p:cBhvr>
                                      <p:to>
                                        <p:strVal val="visible"/>
                                      </p:to>
                                    </p:set>
                                    <p:anim calcmode="lin" valueType="num">
                                      <p:cBhvr>
                                        <p:cTn id="603" dur="1000" fill="hold"/>
                                        <p:tgtEl>
                                          <p:spTgt spid="82"/>
                                        </p:tgtEl>
                                        <p:attrNameLst>
                                          <p:attrName>ppt_x</p:attrName>
                                        </p:attrNameLst>
                                      </p:cBhvr>
                                      <p:tavLst>
                                        <p:tav tm="0">
                                          <p:val>
                                            <p:strVal val="#ppt_x-#ppt_w/2"/>
                                          </p:val>
                                        </p:tav>
                                        <p:tav tm="100000">
                                          <p:val>
                                            <p:strVal val="#ppt_x"/>
                                          </p:val>
                                        </p:tav>
                                      </p:tavLst>
                                    </p:anim>
                                    <p:anim calcmode="lin" valueType="num">
                                      <p:cBhvr>
                                        <p:cTn id="604" dur="1000" fill="hold"/>
                                        <p:tgtEl>
                                          <p:spTgt spid="82"/>
                                        </p:tgtEl>
                                        <p:attrNameLst>
                                          <p:attrName>ppt_y</p:attrName>
                                        </p:attrNameLst>
                                      </p:cBhvr>
                                      <p:tavLst>
                                        <p:tav tm="0">
                                          <p:val>
                                            <p:strVal val="#ppt_y"/>
                                          </p:val>
                                        </p:tav>
                                        <p:tav tm="100000">
                                          <p:val>
                                            <p:strVal val="#ppt_y"/>
                                          </p:val>
                                        </p:tav>
                                      </p:tavLst>
                                    </p:anim>
                                    <p:anim calcmode="lin" valueType="num">
                                      <p:cBhvr>
                                        <p:cTn id="605" dur="1000" fill="hold"/>
                                        <p:tgtEl>
                                          <p:spTgt spid="82"/>
                                        </p:tgtEl>
                                        <p:attrNameLst>
                                          <p:attrName>ppt_w</p:attrName>
                                        </p:attrNameLst>
                                      </p:cBhvr>
                                      <p:tavLst>
                                        <p:tav tm="0">
                                          <p:val>
                                            <p:fltVal val="0"/>
                                          </p:val>
                                        </p:tav>
                                        <p:tav tm="100000">
                                          <p:val>
                                            <p:strVal val="#ppt_w"/>
                                          </p:val>
                                        </p:tav>
                                      </p:tavLst>
                                    </p:anim>
                                    <p:anim calcmode="lin" valueType="num">
                                      <p:cBhvr>
                                        <p:cTn id="606" dur="10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607" fill="hold">
                      <p:stCondLst>
                        <p:cond delay="indefinite"/>
                      </p:stCondLst>
                      <p:childTnLst>
                        <p:par>
                          <p:cTn id="608" fill="hold">
                            <p:stCondLst>
                              <p:cond delay="0"/>
                            </p:stCondLst>
                            <p:childTnLst>
                              <p:par>
                                <p:cTn id="609" presetID="63" presetClass="path" presetSubtype="0" accel="50000" decel="50000" fill="hold" grpId="5" nodeType="clickEffect">
                                  <p:stCondLst>
                                    <p:cond delay="0"/>
                                  </p:stCondLst>
                                  <p:childTnLst>
                                    <p:animMotion origin="layout" path="M 0.26159 0.00046 L 0.3293 0.00115 " pathEditMode="relative" rAng="0" ptsTypes="AA">
                                      <p:cBhvr>
                                        <p:cTn id="610" dur="1000" fill="hold"/>
                                        <p:tgtEl>
                                          <p:spTgt spid="81"/>
                                        </p:tgtEl>
                                        <p:attrNameLst>
                                          <p:attrName>ppt_x</p:attrName>
                                          <p:attrName>ppt_y</p:attrName>
                                        </p:attrNameLst>
                                      </p:cBhvr>
                                      <p:rCtr x="3346" y="-69"/>
                                    </p:animMotion>
                                  </p:childTnLst>
                                </p:cTn>
                              </p:par>
                            </p:childTnLst>
                          </p:cTn>
                        </p:par>
                        <p:par>
                          <p:cTn id="611" fill="hold">
                            <p:stCondLst>
                              <p:cond delay="1000"/>
                            </p:stCondLst>
                            <p:childTnLst>
                              <p:par>
                                <p:cTn id="612" presetID="22" presetClass="exit" presetSubtype="2" fill="hold" nodeType="afterEffect">
                                  <p:stCondLst>
                                    <p:cond delay="0"/>
                                  </p:stCondLst>
                                  <p:childTnLst>
                                    <p:animEffect transition="out" filter="wipe(right)">
                                      <p:cBhvr>
                                        <p:cTn id="613" dur="500"/>
                                        <p:tgtEl>
                                          <p:spTgt spid="82"/>
                                        </p:tgtEl>
                                      </p:cBhvr>
                                    </p:animEffect>
                                    <p:set>
                                      <p:cBhvr>
                                        <p:cTn id="614" dur="1" fill="hold">
                                          <p:stCondLst>
                                            <p:cond delay="499"/>
                                          </p:stCondLst>
                                        </p:cTn>
                                        <p:tgtEl>
                                          <p:spTgt spid="82"/>
                                        </p:tgtEl>
                                        <p:attrNameLst>
                                          <p:attrName>style.visibility</p:attrName>
                                        </p:attrNameLst>
                                      </p:cBhvr>
                                      <p:to>
                                        <p:strVal val="hidden"/>
                                      </p:to>
                                    </p:set>
                                  </p:childTnLst>
                                </p:cTn>
                              </p:par>
                            </p:childTnLst>
                          </p:cTn>
                        </p:par>
                        <p:par>
                          <p:cTn id="615" fill="hold">
                            <p:stCondLst>
                              <p:cond delay="1500"/>
                            </p:stCondLst>
                            <p:childTnLst>
                              <p:par>
                                <p:cTn id="616" presetID="17" presetClass="entr" presetSubtype="8" fill="hold" nodeType="afterEffect">
                                  <p:stCondLst>
                                    <p:cond delay="0"/>
                                  </p:stCondLst>
                                  <p:childTnLst>
                                    <p:set>
                                      <p:cBhvr>
                                        <p:cTn id="617" dur="1" fill="hold">
                                          <p:stCondLst>
                                            <p:cond delay="0"/>
                                          </p:stCondLst>
                                        </p:cTn>
                                        <p:tgtEl>
                                          <p:spTgt spid="84"/>
                                        </p:tgtEl>
                                        <p:attrNameLst>
                                          <p:attrName>style.visibility</p:attrName>
                                        </p:attrNameLst>
                                      </p:cBhvr>
                                      <p:to>
                                        <p:strVal val="visible"/>
                                      </p:to>
                                    </p:set>
                                    <p:anim calcmode="lin" valueType="num">
                                      <p:cBhvr>
                                        <p:cTn id="618" dur="1000" fill="hold"/>
                                        <p:tgtEl>
                                          <p:spTgt spid="84"/>
                                        </p:tgtEl>
                                        <p:attrNameLst>
                                          <p:attrName>ppt_x</p:attrName>
                                        </p:attrNameLst>
                                      </p:cBhvr>
                                      <p:tavLst>
                                        <p:tav tm="0">
                                          <p:val>
                                            <p:strVal val="#ppt_x-#ppt_w/2"/>
                                          </p:val>
                                        </p:tav>
                                        <p:tav tm="100000">
                                          <p:val>
                                            <p:strVal val="#ppt_x"/>
                                          </p:val>
                                        </p:tav>
                                      </p:tavLst>
                                    </p:anim>
                                    <p:anim calcmode="lin" valueType="num">
                                      <p:cBhvr>
                                        <p:cTn id="619" dur="1000" fill="hold"/>
                                        <p:tgtEl>
                                          <p:spTgt spid="84"/>
                                        </p:tgtEl>
                                        <p:attrNameLst>
                                          <p:attrName>ppt_y</p:attrName>
                                        </p:attrNameLst>
                                      </p:cBhvr>
                                      <p:tavLst>
                                        <p:tav tm="0">
                                          <p:val>
                                            <p:strVal val="#ppt_y"/>
                                          </p:val>
                                        </p:tav>
                                        <p:tav tm="100000">
                                          <p:val>
                                            <p:strVal val="#ppt_y"/>
                                          </p:val>
                                        </p:tav>
                                      </p:tavLst>
                                    </p:anim>
                                    <p:anim calcmode="lin" valueType="num">
                                      <p:cBhvr>
                                        <p:cTn id="620" dur="1000" fill="hold"/>
                                        <p:tgtEl>
                                          <p:spTgt spid="84"/>
                                        </p:tgtEl>
                                        <p:attrNameLst>
                                          <p:attrName>ppt_w</p:attrName>
                                        </p:attrNameLst>
                                      </p:cBhvr>
                                      <p:tavLst>
                                        <p:tav tm="0">
                                          <p:val>
                                            <p:fltVal val="0"/>
                                          </p:val>
                                        </p:tav>
                                        <p:tav tm="100000">
                                          <p:val>
                                            <p:strVal val="#ppt_w"/>
                                          </p:val>
                                        </p:tav>
                                      </p:tavLst>
                                    </p:anim>
                                    <p:anim calcmode="lin" valueType="num">
                                      <p:cBhvr>
                                        <p:cTn id="621" dur="10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622" fill="hold">
                      <p:stCondLst>
                        <p:cond delay="indefinite"/>
                      </p:stCondLst>
                      <p:childTnLst>
                        <p:par>
                          <p:cTn id="623" fill="hold">
                            <p:stCondLst>
                              <p:cond delay="0"/>
                            </p:stCondLst>
                            <p:childTnLst>
                              <p:par>
                                <p:cTn id="624" presetID="63" presetClass="path" presetSubtype="0" accel="50000" decel="50000" fill="hold" grpId="5" nodeType="clickEffect">
                                  <p:stCondLst>
                                    <p:cond delay="0"/>
                                  </p:stCondLst>
                                  <p:childTnLst>
                                    <p:animMotion origin="layout" path="M 0.10638 -0.00139 L 0.13971 -1.48148E-6 " pathEditMode="relative" rAng="0" ptsTypes="AA">
                                      <p:cBhvr>
                                        <p:cTn id="625" dur="1000" fill="hold"/>
                                        <p:tgtEl>
                                          <p:spTgt spid="99"/>
                                        </p:tgtEl>
                                        <p:attrNameLst>
                                          <p:attrName>ppt_x</p:attrName>
                                          <p:attrName>ppt_y</p:attrName>
                                        </p:attrNameLst>
                                      </p:cBhvr>
                                      <p:rCtr x="1693" y="0"/>
                                    </p:animMotion>
                                  </p:childTnLst>
                                </p:cTn>
                              </p:par>
                            </p:childTnLst>
                          </p:cTn>
                        </p:par>
                        <p:par>
                          <p:cTn id="626" fill="hold">
                            <p:stCondLst>
                              <p:cond delay="1000"/>
                            </p:stCondLst>
                            <p:childTnLst>
                              <p:par>
                                <p:cTn id="627" presetID="32" presetClass="emph" presetSubtype="0" fill="hold" nodeType="afterEffect">
                                  <p:stCondLst>
                                    <p:cond delay="0"/>
                                  </p:stCondLst>
                                  <p:childTnLst>
                                    <p:animRot by="120000">
                                      <p:cBhvr>
                                        <p:cTn id="628" dur="100" fill="hold">
                                          <p:stCondLst>
                                            <p:cond delay="0"/>
                                          </p:stCondLst>
                                        </p:cTn>
                                        <p:tgtEl>
                                          <p:spTgt spid="90"/>
                                        </p:tgtEl>
                                        <p:attrNameLst>
                                          <p:attrName>r</p:attrName>
                                        </p:attrNameLst>
                                      </p:cBhvr>
                                    </p:animRot>
                                    <p:animRot by="-240000">
                                      <p:cBhvr>
                                        <p:cTn id="629" dur="200" fill="hold">
                                          <p:stCondLst>
                                            <p:cond delay="200"/>
                                          </p:stCondLst>
                                        </p:cTn>
                                        <p:tgtEl>
                                          <p:spTgt spid="90"/>
                                        </p:tgtEl>
                                        <p:attrNameLst>
                                          <p:attrName>r</p:attrName>
                                        </p:attrNameLst>
                                      </p:cBhvr>
                                    </p:animRot>
                                    <p:animRot by="240000">
                                      <p:cBhvr>
                                        <p:cTn id="630" dur="200" fill="hold">
                                          <p:stCondLst>
                                            <p:cond delay="400"/>
                                          </p:stCondLst>
                                        </p:cTn>
                                        <p:tgtEl>
                                          <p:spTgt spid="90"/>
                                        </p:tgtEl>
                                        <p:attrNameLst>
                                          <p:attrName>r</p:attrName>
                                        </p:attrNameLst>
                                      </p:cBhvr>
                                    </p:animRot>
                                    <p:animRot by="-240000">
                                      <p:cBhvr>
                                        <p:cTn id="631" dur="200" fill="hold">
                                          <p:stCondLst>
                                            <p:cond delay="600"/>
                                          </p:stCondLst>
                                        </p:cTn>
                                        <p:tgtEl>
                                          <p:spTgt spid="90"/>
                                        </p:tgtEl>
                                        <p:attrNameLst>
                                          <p:attrName>r</p:attrName>
                                        </p:attrNameLst>
                                      </p:cBhvr>
                                    </p:animRot>
                                    <p:animRot by="120000">
                                      <p:cBhvr>
                                        <p:cTn id="632" dur="200" fill="hold">
                                          <p:stCondLst>
                                            <p:cond delay="800"/>
                                          </p:stCondLst>
                                        </p:cTn>
                                        <p:tgtEl>
                                          <p:spTgt spid="90"/>
                                        </p:tgtEl>
                                        <p:attrNameLst>
                                          <p:attrName>r</p:attrName>
                                        </p:attrNameLst>
                                      </p:cBhvr>
                                    </p:animRot>
                                  </p:childTnLst>
                                </p:cTn>
                              </p:par>
                              <p:par>
                                <p:cTn id="633" presetID="42" presetClass="entr" presetSubtype="0" fill="hold" nodeType="withEffect">
                                  <p:stCondLst>
                                    <p:cond delay="0"/>
                                  </p:stCondLst>
                                  <p:childTnLst>
                                    <p:set>
                                      <p:cBhvr>
                                        <p:cTn id="634" dur="1" fill="hold">
                                          <p:stCondLst>
                                            <p:cond delay="0"/>
                                          </p:stCondLst>
                                        </p:cTn>
                                        <p:tgtEl>
                                          <p:spTgt spid="28"/>
                                        </p:tgtEl>
                                        <p:attrNameLst>
                                          <p:attrName>style.visibility</p:attrName>
                                        </p:attrNameLst>
                                      </p:cBhvr>
                                      <p:to>
                                        <p:strVal val="visible"/>
                                      </p:to>
                                    </p:set>
                                    <p:animEffect transition="in" filter="fade">
                                      <p:cBhvr>
                                        <p:cTn id="635" dur="1000"/>
                                        <p:tgtEl>
                                          <p:spTgt spid="28"/>
                                        </p:tgtEl>
                                      </p:cBhvr>
                                    </p:animEffect>
                                    <p:anim calcmode="lin" valueType="num">
                                      <p:cBhvr>
                                        <p:cTn id="636" dur="1000" fill="hold"/>
                                        <p:tgtEl>
                                          <p:spTgt spid="28"/>
                                        </p:tgtEl>
                                        <p:attrNameLst>
                                          <p:attrName>ppt_x</p:attrName>
                                        </p:attrNameLst>
                                      </p:cBhvr>
                                      <p:tavLst>
                                        <p:tav tm="0">
                                          <p:val>
                                            <p:strVal val="#ppt_x"/>
                                          </p:val>
                                        </p:tav>
                                        <p:tav tm="100000">
                                          <p:val>
                                            <p:strVal val="#ppt_x"/>
                                          </p:val>
                                        </p:tav>
                                      </p:tavLst>
                                    </p:anim>
                                    <p:anim calcmode="lin" valueType="num">
                                      <p:cBhvr>
                                        <p:cTn id="637" dur="1000" fill="hold"/>
                                        <p:tgtEl>
                                          <p:spTgt spid="28"/>
                                        </p:tgtEl>
                                        <p:attrNameLst>
                                          <p:attrName>ppt_y</p:attrName>
                                        </p:attrNameLst>
                                      </p:cBhvr>
                                      <p:tavLst>
                                        <p:tav tm="0">
                                          <p:val>
                                            <p:strVal val="#ppt_y+.1"/>
                                          </p:val>
                                        </p:tav>
                                        <p:tav tm="100000">
                                          <p:val>
                                            <p:strVal val="#ppt_y"/>
                                          </p:val>
                                        </p:tav>
                                      </p:tavLst>
                                    </p:anim>
                                  </p:childTnLst>
                                </p:cTn>
                              </p:par>
                            </p:childTnLst>
                          </p:cTn>
                        </p:par>
                        <p:par>
                          <p:cTn id="638" fill="hold">
                            <p:stCondLst>
                              <p:cond delay="2000"/>
                            </p:stCondLst>
                            <p:childTnLst>
                              <p:par>
                                <p:cTn id="639" presetID="17" presetClass="entr" presetSubtype="8" fill="hold" nodeType="afterEffect">
                                  <p:stCondLst>
                                    <p:cond delay="0"/>
                                  </p:stCondLst>
                                  <p:childTnLst>
                                    <p:set>
                                      <p:cBhvr>
                                        <p:cTn id="640" dur="1" fill="hold">
                                          <p:stCondLst>
                                            <p:cond delay="0"/>
                                          </p:stCondLst>
                                        </p:cTn>
                                        <p:tgtEl>
                                          <p:spTgt spid="91"/>
                                        </p:tgtEl>
                                        <p:attrNameLst>
                                          <p:attrName>style.visibility</p:attrName>
                                        </p:attrNameLst>
                                      </p:cBhvr>
                                      <p:to>
                                        <p:strVal val="visible"/>
                                      </p:to>
                                    </p:set>
                                    <p:anim calcmode="lin" valueType="num">
                                      <p:cBhvr>
                                        <p:cTn id="641" dur="1000" fill="hold"/>
                                        <p:tgtEl>
                                          <p:spTgt spid="91"/>
                                        </p:tgtEl>
                                        <p:attrNameLst>
                                          <p:attrName>ppt_x</p:attrName>
                                        </p:attrNameLst>
                                      </p:cBhvr>
                                      <p:tavLst>
                                        <p:tav tm="0">
                                          <p:val>
                                            <p:strVal val="#ppt_x-#ppt_w/2"/>
                                          </p:val>
                                        </p:tav>
                                        <p:tav tm="100000">
                                          <p:val>
                                            <p:strVal val="#ppt_x"/>
                                          </p:val>
                                        </p:tav>
                                      </p:tavLst>
                                    </p:anim>
                                    <p:anim calcmode="lin" valueType="num">
                                      <p:cBhvr>
                                        <p:cTn id="642" dur="1000" fill="hold"/>
                                        <p:tgtEl>
                                          <p:spTgt spid="91"/>
                                        </p:tgtEl>
                                        <p:attrNameLst>
                                          <p:attrName>ppt_y</p:attrName>
                                        </p:attrNameLst>
                                      </p:cBhvr>
                                      <p:tavLst>
                                        <p:tav tm="0">
                                          <p:val>
                                            <p:strVal val="#ppt_y"/>
                                          </p:val>
                                        </p:tav>
                                        <p:tav tm="100000">
                                          <p:val>
                                            <p:strVal val="#ppt_y"/>
                                          </p:val>
                                        </p:tav>
                                      </p:tavLst>
                                    </p:anim>
                                    <p:anim calcmode="lin" valueType="num">
                                      <p:cBhvr>
                                        <p:cTn id="643" dur="1000" fill="hold"/>
                                        <p:tgtEl>
                                          <p:spTgt spid="91"/>
                                        </p:tgtEl>
                                        <p:attrNameLst>
                                          <p:attrName>ppt_w</p:attrName>
                                        </p:attrNameLst>
                                      </p:cBhvr>
                                      <p:tavLst>
                                        <p:tav tm="0">
                                          <p:val>
                                            <p:fltVal val="0"/>
                                          </p:val>
                                        </p:tav>
                                        <p:tav tm="100000">
                                          <p:val>
                                            <p:strVal val="#ppt_w"/>
                                          </p:val>
                                        </p:tav>
                                      </p:tavLst>
                                    </p:anim>
                                    <p:anim calcmode="lin" valueType="num">
                                      <p:cBhvr>
                                        <p:cTn id="644" dur="1000" fill="hold"/>
                                        <p:tgtEl>
                                          <p:spTgt spid="91"/>
                                        </p:tgtEl>
                                        <p:attrNameLst>
                                          <p:attrName>ppt_h</p:attrName>
                                        </p:attrNameLst>
                                      </p:cBhvr>
                                      <p:tavLst>
                                        <p:tav tm="0">
                                          <p:val>
                                            <p:strVal val="#ppt_h"/>
                                          </p:val>
                                        </p:tav>
                                        <p:tav tm="100000">
                                          <p:val>
                                            <p:strVal val="#ppt_h"/>
                                          </p:val>
                                        </p:tav>
                                      </p:tavLst>
                                    </p:anim>
                                  </p:childTnLst>
                                </p:cTn>
                              </p:par>
                              <p:par>
                                <p:cTn id="645" presetID="17" presetClass="entr" presetSubtype="8" fill="hold" nodeType="withEffect">
                                  <p:stCondLst>
                                    <p:cond delay="0"/>
                                  </p:stCondLst>
                                  <p:childTnLst>
                                    <p:set>
                                      <p:cBhvr>
                                        <p:cTn id="646" dur="1" fill="hold">
                                          <p:stCondLst>
                                            <p:cond delay="0"/>
                                          </p:stCondLst>
                                        </p:cTn>
                                        <p:tgtEl>
                                          <p:spTgt spid="93"/>
                                        </p:tgtEl>
                                        <p:attrNameLst>
                                          <p:attrName>style.visibility</p:attrName>
                                        </p:attrNameLst>
                                      </p:cBhvr>
                                      <p:to>
                                        <p:strVal val="visible"/>
                                      </p:to>
                                    </p:set>
                                    <p:anim calcmode="lin" valueType="num">
                                      <p:cBhvr>
                                        <p:cTn id="647" dur="1000" fill="hold"/>
                                        <p:tgtEl>
                                          <p:spTgt spid="93"/>
                                        </p:tgtEl>
                                        <p:attrNameLst>
                                          <p:attrName>ppt_x</p:attrName>
                                        </p:attrNameLst>
                                      </p:cBhvr>
                                      <p:tavLst>
                                        <p:tav tm="0">
                                          <p:val>
                                            <p:strVal val="#ppt_x-#ppt_w/2"/>
                                          </p:val>
                                        </p:tav>
                                        <p:tav tm="100000">
                                          <p:val>
                                            <p:strVal val="#ppt_x"/>
                                          </p:val>
                                        </p:tav>
                                      </p:tavLst>
                                    </p:anim>
                                    <p:anim calcmode="lin" valueType="num">
                                      <p:cBhvr>
                                        <p:cTn id="648" dur="1000" fill="hold"/>
                                        <p:tgtEl>
                                          <p:spTgt spid="93"/>
                                        </p:tgtEl>
                                        <p:attrNameLst>
                                          <p:attrName>ppt_y</p:attrName>
                                        </p:attrNameLst>
                                      </p:cBhvr>
                                      <p:tavLst>
                                        <p:tav tm="0">
                                          <p:val>
                                            <p:strVal val="#ppt_y"/>
                                          </p:val>
                                        </p:tav>
                                        <p:tav tm="100000">
                                          <p:val>
                                            <p:strVal val="#ppt_y"/>
                                          </p:val>
                                        </p:tav>
                                      </p:tavLst>
                                    </p:anim>
                                    <p:anim calcmode="lin" valueType="num">
                                      <p:cBhvr>
                                        <p:cTn id="649" dur="1000" fill="hold"/>
                                        <p:tgtEl>
                                          <p:spTgt spid="93"/>
                                        </p:tgtEl>
                                        <p:attrNameLst>
                                          <p:attrName>ppt_w</p:attrName>
                                        </p:attrNameLst>
                                      </p:cBhvr>
                                      <p:tavLst>
                                        <p:tav tm="0">
                                          <p:val>
                                            <p:fltVal val="0"/>
                                          </p:val>
                                        </p:tav>
                                        <p:tav tm="100000">
                                          <p:val>
                                            <p:strVal val="#ppt_w"/>
                                          </p:val>
                                        </p:tav>
                                      </p:tavLst>
                                    </p:anim>
                                    <p:anim calcmode="lin" valueType="num">
                                      <p:cBhvr>
                                        <p:cTn id="650" dur="1000" fill="hold"/>
                                        <p:tgtEl>
                                          <p:spTgt spid="93"/>
                                        </p:tgtEl>
                                        <p:attrNameLst>
                                          <p:attrName>ppt_h</p:attrName>
                                        </p:attrNameLst>
                                      </p:cBhvr>
                                      <p:tavLst>
                                        <p:tav tm="0">
                                          <p:val>
                                            <p:strVal val="#ppt_h"/>
                                          </p:val>
                                        </p:tav>
                                        <p:tav tm="100000">
                                          <p:val>
                                            <p:strVal val="#ppt_h"/>
                                          </p:val>
                                        </p:tav>
                                      </p:tavLst>
                                    </p:anim>
                                  </p:childTnLst>
                                </p:cTn>
                              </p:par>
                            </p:childTnLst>
                          </p:cTn>
                        </p:par>
                        <p:par>
                          <p:cTn id="651" fill="hold">
                            <p:stCondLst>
                              <p:cond delay="3000"/>
                            </p:stCondLst>
                            <p:childTnLst>
                              <p:par>
                                <p:cTn id="652" presetID="22" presetClass="exit" presetSubtype="2" fill="hold" nodeType="afterEffect">
                                  <p:stCondLst>
                                    <p:cond delay="0"/>
                                  </p:stCondLst>
                                  <p:childTnLst>
                                    <p:animEffect transition="out" filter="wipe(right)">
                                      <p:cBhvr>
                                        <p:cTn id="653" dur="500"/>
                                        <p:tgtEl>
                                          <p:spTgt spid="84"/>
                                        </p:tgtEl>
                                      </p:cBhvr>
                                    </p:animEffect>
                                    <p:set>
                                      <p:cBhvr>
                                        <p:cTn id="654" dur="1" fill="hold">
                                          <p:stCondLst>
                                            <p:cond delay="499"/>
                                          </p:stCondLst>
                                        </p:cTn>
                                        <p:tgtEl>
                                          <p:spTgt spid="84"/>
                                        </p:tgtEl>
                                        <p:attrNameLst>
                                          <p:attrName>style.visibility</p:attrName>
                                        </p:attrNameLst>
                                      </p:cBhvr>
                                      <p:to>
                                        <p:strVal val="hidden"/>
                                      </p:to>
                                    </p:set>
                                  </p:childTnLst>
                                </p:cTn>
                              </p:par>
                              <p:par>
                                <p:cTn id="655" presetID="22" presetClass="exit" presetSubtype="2" fill="hold" nodeType="withEffect">
                                  <p:stCondLst>
                                    <p:cond delay="0"/>
                                  </p:stCondLst>
                                  <p:childTnLst>
                                    <p:animEffect transition="out" filter="wipe(right)">
                                      <p:cBhvr>
                                        <p:cTn id="656" dur="500"/>
                                        <p:tgtEl>
                                          <p:spTgt spid="91"/>
                                        </p:tgtEl>
                                      </p:cBhvr>
                                    </p:animEffect>
                                    <p:set>
                                      <p:cBhvr>
                                        <p:cTn id="657" dur="1" fill="hold">
                                          <p:stCondLst>
                                            <p:cond delay="499"/>
                                          </p:stCondLst>
                                        </p:cTn>
                                        <p:tgtEl>
                                          <p:spTgt spid="91"/>
                                        </p:tgtEl>
                                        <p:attrNameLst>
                                          <p:attrName>style.visibility</p:attrName>
                                        </p:attrNameLst>
                                      </p:cBhvr>
                                      <p:to>
                                        <p:strVal val="hidden"/>
                                      </p:to>
                                    </p:set>
                                  </p:childTnLst>
                                </p:cTn>
                              </p:par>
                              <p:par>
                                <p:cTn id="658" presetID="22" presetClass="exit" presetSubtype="2" fill="hold" nodeType="withEffect">
                                  <p:stCondLst>
                                    <p:cond delay="0"/>
                                  </p:stCondLst>
                                  <p:childTnLst>
                                    <p:animEffect transition="out" filter="wipe(right)">
                                      <p:cBhvr>
                                        <p:cTn id="659" dur="500"/>
                                        <p:tgtEl>
                                          <p:spTgt spid="93"/>
                                        </p:tgtEl>
                                      </p:cBhvr>
                                    </p:animEffect>
                                    <p:set>
                                      <p:cBhvr>
                                        <p:cTn id="660" dur="1" fill="hold">
                                          <p:stCondLst>
                                            <p:cond delay="499"/>
                                          </p:stCondLst>
                                        </p:cTn>
                                        <p:tgtEl>
                                          <p:spTgt spid="93"/>
                                        </p:tgtEl>
                                        <p:attrNameLst>
                                          <p:attrName>style.visibility</p:attrName>
                                        </p:attrNameLst>
                                      </p:cBhvr>
                                      <p:to>
                                        <p:strVal val="hidden"/>
                                      </p:to>
                                    </p:set>
                                  </p:childTnLst>
                                </p:cTn>
                              </p:par>
                            </p:childTnLst>
                          </p:cTn>
                        </p:par>
                        <p:par>
                          <p:cTn id="661" fill="hold">
                            <p:stCondLst>
                              <p:cond delay="3500"/>
                            </p:stCondLst>
                            <p:childTnLst>
                              <p:par>
                                <p:cTn id="662" presetID="17" presetClass="entr" presetSubtype="8" fill="hold" nodeType="afterEffect">
                                  <p:stCondLst>
                                    <p:cond delay="0"/>
                                  </p:stCondLst>
                                  <p:childTnLst>
                                    <p:set>
                                      <p:cBhvr>
                                        <p:cTn id="663" dur="1" fill="hold">
                                          <p:stCondLst>
                                            <p:cond delay="0"/>
                                          </p:stCondLst>
                                        </p:cTn>
                                        <p:tgtEl>
                                          <p:spTgt spid="95"/>
                                        </p:tgtEl>
                                        <p:attrNameLst>
                                          <p:attrName>style.visibility</p:attrName>
                                        </p:attrNameLst>
                                      </p:cBhvr>
                                      <p:to>
                                        <p:strVal val="visible"/>
                                      </p:to>
                                    </p:set>
                                    <p:anim calcmode="lin" valueType="num">
                                      <p:cBhvr>
                                        <p:cTn id="664" dur="1000" fill="hold"/>
                                        <p:tgtEl>
                                          <p:spTgt spid="95"/>
                                        </p:tgtEl>
                                        <p:attrNameLst>
                                          <p:attrName>ppt_x</p:attrName>
                                        </p:attrNameLst>
                                      </p:cBhvr>
                                      <p:tavLst>
                                        <p:tav tm="0">
                                          <p:val>
                                            <p:strVal val="#ppt_x-#ppt_w/2"/>
                                          </p:val>
                                        </p:tav>
                                        <p:tav tm="100000">
                                          <p:val>
                                            <p:strVal val="#ppt_x"/>
                                          </p:val>
                                        </p:tav>
                                      </p:tavLst>
                                    </p:anim>
                                    <p:anim calcmode="lin" valueType="num">
                                      <p:cBhvr>
                                        <p:cTn id="665" dur="1000" fill="hold"/>
                                        <p:tgtEl>
                                          <p:spTgt spid="95"/>
                                        </p:tgtEl>
                                        <p:attrNameLst>
                                          <p:attrName>ppt_y</p:attrName>
                                        </p:attrNameLst>
                                      </p:cBhvr>
                                      <p:tavLst>
                                        <p:tav tm="0">
                                          <p:val>
                                            <p:strVal val="#ppt_y"/>
                                          </p:val>
                                        </p:tav>
                                        <p:tav tm="100000">
                                          <p:val>
                                            <p:strVal val="#ppt_y"/>
                                          </p:val>
                                        </p:tav>
                                      </p:tavLst>
                                    </p:anim>
                                    <p:anim calcmode="lin" valueType="num">
                                      <p:cBhvr>
                                        <p:cTn id="666" dur="1000" fill="hold"/>
                                        <p:tgtEl>
                                          <p:spTgt spid="95"/>
                                        </p:tgtEl>
                                        <p:attrNameLst>
                                          <p:attrName>ppt_w</p:attrName>
                                        </p:attrNameLst>
                                      </p:cBhvr>
                                      <p:tavLst>
                                        <p:tav tm="0">
                                          <p:val>
                                            <p:fltVal val="0"/>
                                          </p:val>
                                        </p:tav>
                                        <p:tav tm="100000">
                                          <p:val>
                                            <p:strVal val="#ppt_w"/>
                                          </p:val>
                                        </p:tav>
                                      </p:tavLst>
                                    </p:anim>
                                    <p:anim calcmode="lin" valueType="num">
                                      <p:cBhvr>
                                        <p:cTn id="667" dur="10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668" fill="hold">
                      <p:stCondLst>
                        <p:cond delay="indefinite"/>
                      </p:stCondLst>
                      <p:childTnLst>
                        <p:par>
                          <p:cTn id="669" fill="hold">
                            <p:stCondLst>
                              <p:cond delay="0"/>
                            </p:stCondLst>
                            <p:childTnLst>
                              <p:par>
                                <p:cTn id="670" presetID="45" presetClass="exit" presetSubtype="0" fill="hold" grpId="1" nodeType="clickEffect">
                                  <p:stCondLst>
                                    <p:cond delay="0"/>
                                  </p:stCondLst>
                                  <p:childTnLst>
                                    <p:animEffect transition="out" filter="fade">
                                      <p:cBhvr>
                                        <p:cTn id="671" dur="1000"/>
                                        <p:tgtEl>
                                          <p:spTgt spid="106"/>
                                        </p:tgtEl>
                                      </p:cBhvr>
                                    </p:animEffect>
                                    <p:anim calcmode="lin" valueType="num">
                                      <p:cBhvr>
                                        <p:cTn id="672" dur="1000"/>
                                        <p:tgtEl>
                                          <p:spTgt spid="10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673" dur="1000"/>
                                        <p:tgtEl>
                                          <p:spTgt spid="106"/>
                                        </p:tgtEl>
                                        <p:attrNameLst>
                                          <p:attrName>ppt_h</p:attrName>
                                        </p:attrNameLst>
                                      </p:cBhvr>
                                      <p:tavLst>
                                        <p:tav tm="0">
                                          <p:val>
                                            <p:strVal val="ppt_h"/>
                                          </p:val>
                                        </p:tav>
                                        <p:tav tm="100000">
                                          <p:val>
                                            <p:strVal val="ppt_h"/>
                                          </p:val>
                                        </p:tav>
                                      </p:tavLst>
                                    </p:anim>
                                    <p:set>
                                      <p:cBhvr>
                                        <p:cTn id="674" dur="1" fill="hold">
                                          <p:stCondLst>
                                            <p:cond delay="999"/>
                                          </p:stCondLst>
                                        </p:cTn>
                                        <p:tgtEl>
                                          <p:spTgt spid="106"/>
                                        </p:tgtEl>
                                        <p:attrNameLst>
                                          <p:attrName>style.visibility</p:attrName>
                                        </p:attrNameLst>
                                      </p:cBhvr>
                                      <p:to>
                                        <p:strVal val="hidden"/>
                                      </p:to>
                                    </p:set>
                                  </p:childTnLst>
                                </p:cTn>
                              </p:par>
                            </p:childTnLst>
                          </p:cTn>
                        </p:par>
                        <p:par>
                          <p:cTn id="675" fill="hold">
                            <p:stCondLst>
                              <p:cond delay="1000"/>
                            </p:stCondLst>
                            <p:childTnLst>
                              <p:par>
                                <p:cTn id="676" presetID="10" presetClass="entr" presetSubtype="0" fill="hold" grpId="0" nodeType="afterEffect">
                                  <p:stCondLst>
                                    <p:cond delay="0"/>
                                  </p:stCondLst>
                                  <p:childTnLst>
                                    <p:set>
                                      <p:cBhvr>
                                        <p:cTn id="677" dur="1" fill="hold">
                                          <p:stCondLst>
                                            <p:cond delay="0"/>
                                          </p:stCondLst>
                                        </p:cTn>
                                        <p:tgtEl>
                                          <p:spTgt spid="78"/>
                                        </p:tgtEl>
                                        <p:attrNameLst>
                                          <p:attrName>style.visibility</p:attrName>
                                        </p:attrNameLst>
                                      </p:cBhvr>
                                      <p:to>
                                        <p:strVal val="visible"/>
                                      </p:to>
                                    </p:set>
                                    <p:animEffect transition="in" filter="fade">
                                      <p:cBhvr>
                                        <p:cTn id="678" dur="500"/>
                                        <p:tgtEl>
                                          <p:spTgt spid="78"/>
                                        </p:tgtEl>
                                      </p:cBhvr>
                                    </p:animEffect>
                                  </p:childTnLst>
                                </p:cTn>
                              </p:par>
                            </p:childTnLst>
                          </p:cTn>
                        </p:par>
                        <p:par>
                          <p:cTn id="679" fill="hold">
                            <p:stCondLst>
                              <p:cond delay="1500"/>
                            </p:stCondLst>
                            <p:childTnLst>
                              <p:par>
                                <p:cTn id="680" presetID="63" presetClass="path" presetSubtype="0" accel="50000" decel="50000" fill="hold" nodeType="afterEffect">
                                  <p:stCondLst>
                                    <p:cond delay="0"/>
                                  </p:stCondLst>
                                  <p:childTnLst>
                                    <p:animMotion origin="layout" path="M -2.70833E-6 -1.85185E-6 L 0.44323 -0.03171 " pathEditMode="relative" rAng="0" ptsTypes="AA">
                                      <p:cBhvr>
                                        <p:cTn id="681" dur="1500" fill="hold"/>
                                        <p:tgtEl>
                                          <p:spTgt spid="28"/>
                                        </p:tgtEl>
                                        <p:attrNameLst>
                                          <p:attrName>ppt_x</p:attrName>
                                          <p:attrName>ppt_y</p:attrName>
                                        </p:attrNameLst>
                                      </p:cBhvr>
                                      <p:rCtr x="22161" y="-1597"/>
                                    </p:animMotion>
                                  </p:childTnLst>
                                </p:cTn>
                              </p:par>
                              <p:par>
                                <p:cTn id="682" presetID="17" presetClass="entr" presetSubtype="1" fill="hold" nodeType="withEffect">
                                  <p:stCondLst>
                                    <p:cond delay="500"/>
                                  </p:stCondLst>
                                  <p:childTnLst>
                                    <p:set>
                                      <p:cBhvr>
                                        <p:cTn id="683" dur="1" fill="hold">
                                          <p:stCondLst>
                                            <p:cond delay="0"/>
                                          </p:stCondLst>
                                        </p:cTn>
                                        <p:tgtEl>
                                          <p:spTgt spid="8"/>
                                        </p:tgtEl>
                                        <p:attrNameLst>
                                          <p:attrName>style.visibility</p:attrName>
                                        </p:attrNameLst>
                                      </p:cBhvr>
                                      <p:to>
                                        <p:strVal val="visible"/>
                                      </p:to>
                                    </p:set>
                                    <p:anim calcmode="lin" valueType="num">
                                      <p:cBhvr>
                                        <p:cTn id="684" dur="1000" fill="hold"/>
                                        <p:tgtEl>
                                          <p:spTgt spid="8"/>
                                        </p:tgtEl>
                                        <p:attrNameLst>
                                          <p:attrName>ppt_x</p:attrName>
                                        </p:attrNameLst>
                                      </p:cBhvr>
                                      <p:tavLst>
                                        <p:tav tm="0">
                                          <p:val>
                                            <p:strVal val="#ppt_x"/>
                                          </p:val>
                                        </p:tav>
                                        <p:tav tm="100000">
                                          <p:val>
                                            <p:strVal val="#ppt_x"/>
                                          </p:val>
                                        </p:tav>
                                      </p:tavLst>
                                    </p:anim>
                                    <p:anim calcmode="lin" valueType="num">
                                      <p:cBhvr>
                                        <p:cTn id="685" dur="1000" fill="hold"/>
                                        <p:tgtEl>
                                          <p:spTgt spid="8"/>
                                        </p:tgtEl>
                                        <p:attrNameLst>
                                          <p:attrName>ppt_y</p:attrName>
                                        </p:attrNameLst>
                                      </p:cBhvr>
                                      <p:tavLst>
                                        <p:tav tm="0">
                                          <p:val>
                                            <p:strVal val="#ppt_y-#ppt_h/2"/>
                                          </p:val>
                                        </p:tav>
                                        <p:tav tm="100000">
                                          <p:val>
                                            <p:strVal val="#ppt_y"/>
                                          </p:val>
                                        </p:tav>
                                      </p:tavLst>
                                    </p:anim>
                                    <p:anim calcmode="lin" valueType="num">
                                      <p:cBhvr>
                                        <p:cTn id="686" dur="1000" fill="hold"/>
                                        <p:tgtEl>
                                          <p:spTgt spid="8"/>
                                        </p:tgtEl>
                                        <p:attrNameLst>
                                          <p:attrName>ppt_w</p:attrName>
                                        </p:attrNameLst>
                                      </p:cBhvr>
                                      <p:tavLst>
                                        <p:tav tm="0">
                                          <p:val>
                                            <p:strVal val="#ppt_w"/>
                                          </p:val>
                                        </p:tav>
                                        <p:tav tm="100000">
                                          <p:val>
                                            <p:strVal val="#ppt_w"/>
                                          </p:val>
                                        </p:tav>
                                      </p:tavLst>
                                    </p:anim>
                                    <p:anim calcmode="lin" valueType="num">
                                      <p:cBhvr>
                                        <p:cTn id="687" dur="1000" fill="hold"/>
                                        <p:tgtEl>
                                          <p:spTgt spid="8"/>
                                        </p:tgtEl>
                                        <p:attrNameLst>
                                          <p:attrName>ppt_h</p:attrName>
                                        </p:attrNameLst>
                                      </p:cBhvr>
                                      <p:tavLst>
                                        <p:tav tm="0">
                                          <p:val>
                                            <p:fltVal val="0"/>
                                          </p:val>
                                        </p:tav>
                                        <p:tav tm="100000">
                                          <p:val>
                                            <p:strVal val="#ppt_h"/>
                                          </p:val>
                                        </p:tav>
                                      </p:tavLst>
                                    </p:anim>
                                  </p:childTnLst>
                                </p:cTn>
                              </p:par>
                            </p:childTnLst>
                          </p:cTn>
                        </p:par>
                        <p:par>
                          <p:cTn id="688" fill="hold">
                            <p:stCondLst>
                              <p:cond delay="3000"/>
                            </p:stCondLst>
                            <p:childTnLst>
                              <p:par>
                                <p:cTn id="689" presetID="17" presetClass="entr" presetSubtype="10" fill="hold" grpId="0" nodeType="afterEffect">
                                  <p:stCondLst>
                                    <p:cond delay="0"/>
                                  </p:stCondLst>
                                  <p:childTnLst>
                                    <p:set>
                                      <p:cBhvr>
                                        <p:cTn id="690" dur="1" fill="hold">
                                          <p:stCondLst>
                                            <p:cond delay="0"/>
                                          </p:stCondLst>
                                        </p:cTn>
                                        <p:tgtEl>
                                          <p:spTgt spid="80"/>
                                        </p:tgtEl>
                                        <p:attrNameLst>
                                          <p:attrName>style.visibility</p:attrName>
                                        </p:attrNameLst>
                                      </p:cBhvr>
                                      <p:to>
                                        <p:strVal val="visible"/>
                                      </p:to>
                                    </p:set>
                                    <p:anim calcmode="lin" valueType="num">
                                      <p:cBhvr>
                                        <p:cTn id="691" dur="1000" fill="hold"/>
                                        <p:tgtEl>
                                          <p:spTgt spid="80"/>
                                        </p:tgtEl>
                                        <p:attrNameLst>
                                          <p:attrName>ppt_w</p:attrName>
                                        </p:attrNameLst>
                                      </p:cBhvr>
                                      <p:tavLst>
                                        <p:tav tm="0">
                                          <p:val>
                                            <p:fltVal val="0"/>
                                          </p:val>
                                        </p:tav>
                                        <p:tav tm="100000">
                                          <p:val>
                                            <p:strVal val="#ppt_w"/>
                                          </p:val>
                                        </p:tav>
                                      </p:tavLst>
                                    </p:anim>
                                    <p:anim calcmode="lin" valueType="num">
                                      <p:cBhvr>
                                        <p:cTn id="692" dur="1000" fill="hold"/>
                                        <p:tgtEl>
                                          <p:spTgt spid="80"/>
                                        </p:tgtEl>
                                        <p:attrNameLst>
                                          <p:attrName>ppt_h</p:attrName>
                                        </p:attrNameLst>
                                      </p:cBhvr>
                                      <p:tavLst>
                                        <p:tav tm="0">
                                          <p:val>
                                            <p:strVal val="#ppt_h"/>
                                          </p:val>
                                        </p:tav>
                                        <p:tav tm="100000">
                                          <p:val>
                                            <p:strVal val="#ppt_h"/>
                                          </p:val>
                                        </p:tav>
                                      </p:tavLst>
                                    </p:anim>
                                  </p:childTnLst>
                                </p:cTn>
                              </p:par>
                            </p:childTnLst>
                          </p:cTn>
                        </p:par>
                        <p:par>
                          <p:cTn id="693" fill="hold">
                            <p:stCondLst>
                              <p:cond delay="4000"/>
                            </p:stCondLst>
                            <p:childTnLst>
                              <p:par>
                                <p:cTn id="694" presetID="32" presetClass="emph" presetSubtype="0" fill="hold" grpId="1" nodeType="afterEffect">
                                  <p:stCondLst>
                                    <p:cond delay="0"/>
                                  </p:stCondLst>
                                  <p:childTnLst>
                                    <p:animRot by="120000">
                                      <p:cBhvr>
                                        <p:cTn id="695" dur="100" fill="hold">
                                          <p:stCondLst>
                                            <p:cond delay="0"/>
                                          </p:stCondLst>
                                        </p:cTn>
                                        <p:tgtEl>
                                          <p:spTgt spid="80"/>
                                        </p:tgtEl>
                                        <p:attrNameLst>
                                          <p:attrName>r</p:attrName>
                                        </p:attrNameLst>
                                      </p:cBhvr>
                                    </p:animRot>
                                    <p:animRot by="-240000">
                                      <p:cBhvr>
                                        <p:cTn id="696" dur="200" fill="hold">
                                          <p:stCondLst>
                                            <p:cond delay="200"/>
                                          </p:stCondLst>
                                        </p:cTn>
                                        <p:tgtEl>
                                          <p:spTgt spid="80"/>
                                        </p:tgtEl>
                                        <p:attrNameLst>
                                          <p:attrName>r</p:attrName>
                                        </p:attrNameLst>
                                      </p:cBhvr>
                                    </p:animRot>
                                    <p:animRot by="240000">
                                      <p:cBhvr>
                                        <p:cTn id="697" dur="200" fill="hold">
                                          <p:stCondLst>
                                            <p:cond delay="400"/>
                                          </p:stCondLst>
                                        </p:cTn>
                                        <p:tgtEl>
                                          <p:spTgt spid="80"/>
                                        </p:tgtEl>
                                        <p:attrNameLst>
                                          <p:attrName>r</p:attrName>
                                        </p:attrNameLst>
                                      </p:cBhvr>
                                    </p:animRot>
                                    <p:animRot by="-240000">
                                      <p:cBhvr>
                                        <p:cTn id="698" dur="200" fill="hold">
                                          <p:stCondLst>
                                            <p:cond delay="600"/>
                                          </p:stCondLst>
                                        </p:cTn>
                                        <p:tgtEl>
                                          <p:spTgt spid="80"/>
                                        </p:tgtEl>
                                        <p:attrNameLst>
                                          <p:attrName>r</p:attrName>
                                        </p:attrNameLst>
                                      </p:cBhvr>
                                    </p:animRot>
                                    <p:animRot by="120000">
                                      <p:cBhvr>
                                        <p:cTn id="699" dur="200" fill="hold">
                                          <p:stCondLst>
                                            <p:cond delay="800"/>
                                          </p:stCondLst>
                                        </p:cTn>
                                        <p:tgtEl>
                                          <p:spTgt spid="80"/>
                                        </p:tgtEl>
                                        <p:attrNameLst>
                                          <p:attrName>r</p:attrName>
                                        </p:attrNameLst>
                                      </p:cBhvr>
                                    </p:animRot>
                                  </p:childTnLst>
                                </p:cTn>
                              </p:par>
                            </p:childTnLst>
                          </p:cTn>
                        </p:par>
                        <p:par>
                          <p:cTn id="700" fill="hold">
                            <p:stCondLst>
                              <p:cond delay="5000"/>
                            </p:stCondLst>
                            <p:childTnLst>
                              <p:par>
                                <p:cTn id="701" presetID="10" presetClass="exit" presetSubtype="0" fill="hold" grpId="2" nodeType="afterEffect">
                                  <p:stCondLst>
                                    <p:cond delay="0"/>
                                  </p:stCondLst>
                                  <p:childTnLst>
                                    <p:animEffect transition="out" filter="fade">
                                      <p:cBhvr>
                                        <p:cTn id="702" dur="500"/>
                                        <p:tgtEl>
                                          <p:spTgt spid="80"/>
                                        </p:tgtEl>
                                      </p:cBhvr>
                                    </p:animEffect>
                                    <p:set>
                                      <p:cBhvr>
                                        <p:cTn id="703" dur="1" fill="hold">
                                          <p:stCondLst>
                                            <p:cond delay="499"/>
                                          </p:stCondLst>
                                        </p:cTn>
                                        <p:tgtEl>
                                          <p:spTgt spid="80"/>
                                        </p:tgtEl>
                                        <p:attrNameLst>
                                          <p:attrName>style.visibility</p:attrName>
                                        </p:attrNameLst>
                                      </p:cBhvr>
                                      <p:to>
                                        <p:strVal val="hidden"/>
                                      </p:to>
                                    </p:set>
                                  </p:childTnLst>
                                </p:cTn>
                              </p:par>
                            </p:childTnLst>
                          </p:cTn>
                        </p:par>
                        <p:par>
                          <p:cTn id="704" fill="hold">
                            <p:stCondLst>
                              <p:cond delay="5500"/>
                            </p:stCondLst>
                            <p:childTnLst>
                              <p:par>
                                <p:cTn id="705" presetID="22" presetClass="exit" presetSubtype="2" fill="hold" nodeType="afterEffect">
                                  <p:stCondLst>
                                    <p:cond delay="0"/>
                                  </p:stCondLst>
                                  <p:childTnLst>
                                    <p:animEffect transition="out" filter="wipe(right)">
                                      <p:cBhvr>
                                        <p:cTn id="706" dur="500"/>
                                        <p:tgtEl>
                                          <p:spTgt spid="95"/>
                                        </p:tgtEl>
                                      </p:cBhvr>
                                    </p:animEffect>
                                    <p:set>
                                      <p:cBhvr>
                                        <p:cTn id="707" dur="1" fill="hold">
                                          <p:stCondLst>
                                            <p:cond delay="499"/>
                                          </p:stCondLst>
                                        </p:cTn>
                                        <p:tgtEl>
                                          <p:spTgt spid="95"/>
                                        </p:tgtEl>
                                        <p:attrNameLst>
                                          <p:attrName>style.visibility</p:attrName>
                                        </p:attrNameLst>
                                      </p:cBhvr>
                                      <p:to>
                                        <p:strVal val="hidden"/>
                                      </p:to>
                                    </p:set>
                                  </p:childTnLst>
                                </p:cTn>
                              </p:par>
                            </p:childTnLst>
                          </p:cTn>
                        </p:par>
                        <p:par>
                          <p:cTn id="708" fill="hold">
                            <p:stCondLst>
                              <p:cond delay="6000"/>
                            </p:stCondLst>
                            <p:childTnLst>
                              <p:par>
                                <p:cTn id="709" presetID="17" presetClass="entr" presetSubtype="8" fill="hold" nodeType="afterEffect">
                                  <p:stCondLst>
                                    <p:cond delay="0"/>
                                  </p:stCondLst>
                                  <p:childTnLst>
                                    <p:set>
                                      <p:cBhvr>
                                        <p:cTn id="710" dur="1" fill="hold">
                                          <p:stCondLst>
                                            <p:cond delay="0"/>
                                          </p:stCondLst>
                                        </p:cTn>
                                        <p:tgtEl>
                                          <p:spTgt spid="82"/>
                                        </p:tgtEl>
                                        <p:attrNameLst>
                                          <p:attrName>style.visibility</p:attrName>
                                        </p:attrNameLst>
                                      </p:cBhvr>
                                      <p:to>
                                        <p:strVal val="visible"/>
                                      </p:to>
                                    </p:set>
                                    <p:anim calcmode="lin" valueType="num">
                                      <p:cBhvr>
                                        <p:cTn id="711" dur="1000" fill="hold"/>
                                        <p:tgtEl>
                                          <p:spTgt spid="82"/>
                                        </p:tgtEl>
                                        <p:attrNameLst>
                                          <p:attrName>ppt_x</p:attrName>
                                        </p:attrNameLst>
                                      </p:cBhvr>
                                      <p:tavLst>
                                        <p:tav tm="0">
                                          <p:val>
                                            <p:strVal val="#ppt_x-#ppt_w/2"/>
                                          </p:val>
                                        </p:tav>
                                        <p:tav tm="100000">
                                          <p:val>
                                            <p:strVal val="#ppt_x"/>
                                          </p:val>
                                        </p:tav>
                                      </p:tavLst>
                                    </p:anim>
                                    <p:anim calcmode="lin" valueType="num">
                                      <p:cBhvr>
                                        <p:cTn id="712" dur="1000" fill="hold"/>
                                        <p:tgtEl>
                                          <p:spTgt spid="82"/>
                                        </p:tgtEl>
                                        <p:attrNameLst>
                                          <p:attrName>ppt_y</p:attrName>
                                        </p:attrNameLst>
                                      </p:cBhvr>
                                      <p:tavLst>
                                        <p:tav tm="0">
                                          <p:val>
                                            <p:strVal val="#ppt_y"/>
                                          </p:val>
                                        </p:tav>
                                        <p:tav tm="100000">
                                          <p:val>
                                            <p:strVal val="#ppt_y"/>
                                          </p:val>
                                        </p:tav>
                                      </p:tavLst>
                                    </p:anim>
                                    <p:anim calcmode="lin" valueType="num">
                                      <p:cBhvr>
                                        <p:cTn id="713" dur="1000" fill="hold"/>
                                        <p:tgtEl>
                                          <p:spTgt spid="82"/>
                                        </p:tgtEl>
                                        <p:attrNameLst>
                                          <p:attrName>ppt_w</p:attrName>
                                        </p:attrNameLst>
                                      </p:cBhvr>
                                      <p:tavLst>
                                        <p:tav tm="0">
                                          <p:val>
                                            <p:fltVal val="0"/>
                                          </p:val>
                                        </p:tav>
                                        <p:tav tm="100000">
                                          <p:val>
                                            <p:strVal val="#ppt_w"/>
                                          </p:val>
                                        </p:tav>
                                      </p:tavLst>
                                    </p:anim>
                                    <p:anim calcmode="lin" valueType="num">
                                      <p:cBhvr>
                                        <p:cTn id="714" dur="10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715" fill="hold">
                      <p:stCondLst>
                        <p:cond delay="indefinite"/>
                      </p:stCondLst>
                      <p:childTnLst>
                        <p:par>
                          <p:cTn id="716" fill="hold">
                            <p:stCondLst>
                              <p:cond delay="0"/>
                            </p:stCondLst>
                            <p:childTnLst>
                              <p:par>
                                <p:cTn id="717" presetID="63" presetClass="path" presetSubtype="0" accel="50000" decel="50000" fill="hold" grpId="6" nodeType="clickEffect">
                                  <p:stCondLst>
                                    <p:cond delay="0"/>
                                  </p:stCondLst>
                                  <p:childTnLst>
                                    <p:animMotion origin="layout" path="M 0.3293 0.00116 L 0.39818 0.00115 " pathEditMode="relative" rAng="0" ptsTypes="AA">
                                      <p:cBhvr>
                                        <p:cTn id="718" dur="1000" fill="hold"/>
                                        <p:tgtEl>
                                          <p:spTgt spid="81"/>
                                        </p:tgtEl>
                                        <p:attrNameLst>
                                          <p:attrName>ppt_x</p:attrName>
                                          <p:attrName>ppt_y</p:attrName>
                                        </p:attrNameLst>
                                      </p:cBhvr>
                                      <p:rCtr x="3633" y="-162"/>
                                    </p:animMotion>
                                  </p:childTnLst>
                                </p:cTn>
                              </p:par>
                            </p:childTnLst>
                          </p:cTn>
                        </p:par>
                        <p:par>
                          <p:cTn id="719" fill="hold">
                            <p:stCondLst>
                              <p:cond delay="1000"/>
                            </p:stCondLst>
                            <p:childTnLst>
                              <p:par>
                                <p:cTn id="720" presetID="22" presetClass="exit" presetSubtype="2" fill="hold" nodeType="afterEffect">
                                  <p:stCondLst>
                                    <p:cond delay="0"/>
                                  </p:stCondLst>
                                  <p:childTnLst>
                                    <p:animEffect transition="out" filter="wipe(right)">
                                      <p:cBhvr>
                                        <p:cTn id="721" dur="500"/>
                                        <p:tgtEl>
                                          <p:spTgt spid="82"/>
                                        </p:tgtEl>
                                      </p:cBhvr>
                                    </p:animEffect>
                                    <p:set>
                                      <p:cBhvr>
                                        <p:cTn id="722" dur="1" fill="hold">
                                          <p:stCondLst>
                                            <p:cond delay="499"/>
                                          </p:stCondLst>
                                        </p:cTn>
                                        <p:tgtEl>
                                          <p:spTgt spid="82"/>
                                        </p:tgtEl>
                                        <p:attrNameLst>
                                          <p:attrName>style.visibility</p:attrName>
                                        </p:attrNameLst>
                                      </p:cBhvr>
                                      <p:to>
                                        <p:strVal val="hidden"/>
                                      </p:to>
                                    </p:set>
                                  </p:childTnLst>
                                </p:cTn>
                              </p:par>
                            </p:childTnLst>
                          </p:cTn>
                        </p:par>
                        <p:par>
                          <p:cTn id="723" fill="hold">
                            <p:stCondLst>
                              <p:cond delay="1500"/>
                            </p:stCondLst>
                            <p:childTnLst>
                              <p:par>
                                <p:cTn id="724" presetID="17" presetClass="entr" presetSubtype="8" fill="hold" nodeType="afterEffect">
                                  <p:stCondLst>
                                    <p:cond delay="0"/>
                                  </p:stCondLst>
                                  <p:childTnLst>
                                    <p:set>
                                      <p:cBhvr>
                                        <p:cTn id="725" dur="1" fill="hold">
                                          <p:stCondLst>
                                            <p:cond delay="0"/>
                                          </p:stCondLst>
                                        </p:cTn>
                                        <p:tgtEl>
                                          <p:spTgt spid="84"/>
                                        </p:tgtEl>
                                        <p:attrNameLst>
                                          <p:attrName>style.visibility</p:attrName>
                                        </p:attrNameLst>
                                      </p:cBhvr>
                                      <p:to>
                                        <p:strVal val="visible"/>
                                      </p:to>
                                    </p:set>
                                    <p:anim calcmode="lin" valueType="num">
                                      <p:cBhvr>
                                        <p:cTn id="726" dur="1000" fill="hold"/>
                                        <p:tgtEl>
                                          <p:spTgt spid="84"/>
                                        </p:tgtEl>
                                        <p:attrNameLst>
                                          <p:attrName>ppt_x</p:attrName>
                                        </p:attrNameLst>
                                      </p:cBhvr>
                                      <p:tavLst>
                                        <p:tav tm="0">
                                          <p:val>
                                            <p:strVal val="#ppt_x-#ppt_w/2"/>
                                          </p:val>
                                        </p:tav>
                                        <p:tav tm="100000">
                                          <p:val>
                                            <p:strVal val="#ppt_x"/>
                                          </p:val>
                                        </p:tav>
                                      </p:tavLst>
                                    </p:anim>
                                    <p:anim calcmode="lin" valueType="num">
                                      <p:cBhvr>
                                        <p:cTn id="727" dur="1000" fill="hold"/>
                                        <p:tgtEl>
                                          <p:spTgt spid="84"/>
                                        </p:tgtEl>
                                        <p:attrNameLst>
                                          <p:attrName>ppt_y</p:attrName>
                                        </p:attrNameLst>
                                      </p:cBhvr>
                                      <p:tavLst>
                                        <p:tav tm="0">
                                          <p:val>
                                            <p:strVal val="#ppt_y"/>
                                          </p:val>
                                        </p:tav>
                                        <p:tav tm="100000">
                                          <p:val>
                                            <p:strVal val="#ppt_y"/>
                                          </p:val>
                                        </p:tav>
                                      </p:tavLst>
                                    </p:anim>
                                    <p:anim calcmode="lin" valueType="num">
                                      <p:cBhvr>
                                        <p:cTn id="728" dur="1000" fill="hold"/>
                                        <p:tgtEl>
                                          <p:spTgt spid="84"/>
                                        </p:tgtEl>
                                        <p:attrNameLst>
                                          <p:attrName>ppt_w</p:attrName>
                                        </p:attrNameLst>
                                      </p:cBhvr>
                                      <p:tavLst>
                                        <p:tav tm="0">
                                          <p:val>
                                            <p:fltVal val="0"/>
                                          </p:val>
                                        </p:tav>
                                        <p:tav tm="100000">
                                          <p:val>
                                            <p:strVal val="#ppt_w"/>
                                          </p:val>
                                        </p:tav>
                                      </p:tavLst>
                                    </p:anim>
                                    <p:anim calcmode="lin" valueType="num">
                                      <p:cBhvr>
                                        <p:cTn id="729" dur="10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730" fill="hold">
                      <p:stCondLst>
                        <p:cond delay="indefinite"/>
                      </p:stCondLst>
                      <p:childTnLst>
                        <p:par>
                          <p:cTn id="731" fill="hold">
                            <p:stCondLst>
                              <p:cond delay="0"/>
                            </p:stCondLst>
                            <p:childTnLst>
                              <p:par>
                                <p:cTn id="732" presetID="63" presetClass="path" presetSubtype="0" accel="50000" decel="50000" fill="hold" grpId="6" nodeType="clickEffect">
                                  <p:stCondLst>
                                    <p:cond delay="0"/>
                                  </p:stCondLst>
                                  <p:childTnLst>
                                    <p:animMotion origin="layout" path="M 0.13971 3.7037E-7 L 0.16784 0.00046 " pathEditMode="relative" rAng="0" ptsTypes="AA">
                                      <p:cBhvr>
                                        <p:cTn id="733" dur="1000" fill="hold"/>
                                        <p:tgtEl>
                                          <p:spTgt spid="99"/>
                                        </p:tgtEl>
                                        <p:attrNameLst>
                                          <p:attrName>ppt_x</p:attrName>
                                          <p:attrName>ppt_y</p:attrName>
                                        </p:attrNameLst>
                                      </p:cBhvr>
                                      <p:rCtr x="1380" y="116"/>
                                    </p:animMotion>
                                  </p:childTnLst>
                                </p:cTn>
                              </p:par>
                            </p:childTnLst>
                          </p:cTn>
                        </p:par>
                        <p:par>
                          <p:cTn id="734" fill="hold">
                            <p:stCondLst>
                              <p:cond delay="1000"/>
                            </p:stCondLst>
                            <p:childTnLst>
                              <p:par>
                                <p:cTn id="735" presetID="32" presetClass="emph" presetSubtype="0" fill="hold" nodeType="afterEffect">
                                  <p:stCondLst>
                                    <p:cond delay="0"/>
                                  </p:stCondLst>
                                  <p:childTnLst>
                                    <p:animRot by="120000">
                                      <p:cBhvr>
                                        <p:cTn id="736" dur="100" fill="hold">
                                          <p:stCondLst>
                                            <p:cond delay="0"/>
                                          </p:stCondLst>
                                        </p:cTn>
                                        <p:tgtEl>
                                          <p:spTgt spid="90"/>
                                        </p:tgtEl>
                                        <p:attrNameLst>
                                          <p:attrName>r</p:attrName>
                                        </p:attrNameLst>
                                      </p:cBhvr>
                                    </p:animRot>
                                    <p:animRot by="-240000">
                                      <p:cBhvr>
                                        <p:cTn id="737" dur="200" fill="hold">
                                          <p:stCondLst>
                                            <p:cond delay="200"/>
                                          </p:stCondLst>
                                        </p:cTn>
                                        <p:tgtEl>
                                          <p:spTgt spid="90"/>
                                        </p:tgtEl>
                                        <p:attrNameLst>
                                          <p:attrName>r</p:attrName>
                                        </p:attrNameLst>
                                      </p:cBhvr>
                                    </p:animRot>
                                    <p:animRot by="240000">
                                      <p:cBhvr>
                                        <p:cTn id="738" dur="200" fill="hold">
                                          <p:stCondLst>
                                            <p:cond delay="400"/>
                                          </p:stCondLst>
                                        </p:cTn>
                                        <p:tgtEl>
                                          <p:spTgt spid="90"/>
                                        </p:tgtEl>
                                        <p:attrNameLst>
                                          <p:attrName>r</p:attrName>
                                        </p:attrNameLst>
                                      </p:cBhvr>
                                    </p:animRot>
                                    <p:animRot by="-240000">
                                      <p:cBhvr>
                                        <p:cTn id="739" dur="200" fill="hold">
                                          <p:stCondLst>
                                            <p:cond delay="600"/>
                                          </p:stCondLst>
                                        </p:cTn>
                                        <p:tgtEl>
                                          <p:spTgt spid="90"/>
                                        </p:tgtEl>
                                        <p:attrNameLst>
                                          <p:attrName>r</p:attrName>
                                        </p:attrNameLst>
                                      </p:cBhvr>
                                    </p:animRot>
                                    <p:animRot by="120000">
                                      <p:cBhvr>
                                        <p:cTn id="740" dur="200" fill="hold">
                                          <p:stCondLst>
                                            <p:cond delay="800"/>
                                          </p:stCondLst>
                                        </p:cTn>
                                        <p:tgtEl>
                                          <p:spTgt spid="90"/>
                                        </p:tgtEl>
                                        <p:attrNameLst>
                                          <p:attrName>r</p:attrName>
                                        </p:attrNameLst>
                                      </p:cBhvr>
                                    </p:animRot>
                                  </p:childTnLst>
                                </p:cTn>
                              </p:par>
                              <p:par>
                                <p:cTn id="741" presetID="42" presetClass="entr" presetSubtype="0" fill="hold" nodeType="withEffect">
                                  <p:stCondLst>
                                    <p:cond delay="0"/>
                                  </p:stCondLst>
                                  <p:childTnLst>
                                    <p:set>
                                      <p:cBhvr>
                                        <p:cTn id="742" dur="1" fill="hold">
                                          <p:stCondLst>
                                            <p:cond delay="0"/>
                                          </p:stCondLst>
                                        </p:cTn>
                                        <p:tgtEl>
                                          <p:spTgt spid="24"/>
                                        </p:tgtEl>
                                        <p:attrNameLst>
                                          <p:attrName>style.visibility</p:attrName>
                                        </p:attrNameLst>
                                      </p:cBhvr>
                                      <p:to>
                                        <p:strVal val="visible"/>
                                      </p:to>
                                    </p:set>
                                    <p:animEffect transition="in" filter="fade">
                                      <p:cBhvr>
                                        <p:cTn id="743" dur="1000"/>
                                        <p:tgtEl>
                                          <p:spTgt spid="24"/>
                                        </p:tgtEl>
                                      </p:cBhvr>
                                    </p:animEffect>
                                    <p:anim calcmode="lin" valueType="num">
                                      <p:cBhvr>
                                        <p:cTn id="744" dur="1000" fill="hold"/>
                                        <p:tgtEl>
                                          <p:spTgt spid="24"/>
                                        </p:tgtEl>
                                        <p:attrNameLst>
                                          <p:attrName>ppt_x</p:attrName>
                                        </p:attrNameLst>
                                      </p:cBhvr>
                                      <p:tavLst>
                                        <p:tav tm="0">
                                          <p:val>
                                            <p:strVal val="#ppt_x"/>
                                          </p:val>
                                        </p:tav>
                                        <p:tav tm="100000">
                                          <p:val>
                                            <p:strVal val="#ppt_x"/>
                                          </p:val>
                                        </p:tav>
                                      </p:tavLst>
                                    </p:anim>
                                    <p:anim calcmode="lin" valueType="num">
                                      <p:cBhvr>
                                        <p:cTn id="745" dur="1000" fill="hold"/>
                                        <p:tgtEl>
                                          <p:spTgt spid="24"/>
                                        </p:tgtEl>
                                        <p:attrNameLst>
                                          <p:attrName>ppt_y</p:attrName>
                                        </p:attrNameLst>
                                      </p:cBhvr>
                                      <p:tavLst>
                                        <p:tav tm="0">
                                          <p:val>
                                            <p:strVal val="#ppt_y+.1"/>
                                          </p:val>
                                        </p:tav>
                                        <p:tav tm="100000">
                                          <p:val>
                                            <p:strVal val="#ppt_y"/>
                                          </p:val>
                                        </p:tav>
                                      </p:tavLst>
                                    </p:anim>
                                  </p:childTnLst>
                                </p:cTn>
                              </p:par>
                            </p:childTnLst>
                          </p:cTn>
                        </p:par>
                        <p:par>
                          <p:cTn id="746" fill="hold">
                            <p:stCondLst>
                              <p:cond delay="2000"/>
                            </p:stCondLst>
                            <p:childTnLst>
                              <p:par>
                                <p:cTn id="747" presetID="17" presetClass="entr" presetSubtype="8" fill="hold" nodeType="afterEffect">
                                  <p:stCondLst>
                                    <p:cond delay="0"/>
                                  </p:stCondLst>
                                  <p:childTnLst>
                                    <p:set>
                                      <p:cBhvr>
                                        <p:cTn id="748" dur="1" fill="hold">
                                          <p:stCondLst>
                                            <p:cond delay="0"/>
                                          </p:stCondLst>
                                        </p:cTn>
                                        <p:tgtEl>
                                          <p:spTgt spid="91"/>
                                        </p:tgtEl>
                                        <p:attrNameLst>
                                          <p:attrName>style.visibility</p:attrName>
                                        </p:attrNameLst>
                                      </p:cBhvr>
                                      <p:to>
                                        <p:strVal val="visible"/>
                                      </p:to>
                                    </p:set>
                                    <p:anim calcmode="lin" valueType="num">
                                      <p:cBhvr>
                                        <p:cTn id="749" dur="1000" fill="hold"/>
                                        <p:tgtEl>
                                          <p:spTgt spid="91"/>
                                        </p:tgtEl>
                                        <p:attrNameLst>
                                          <p:attrName>ppt_x</p:attrName>
                                        </p:attrNameLst>
                                      </p:cBhvr>
                                      <p:tavLst>
                                        <p:tav tm="0">
                                          <p:val>
                                            <p:strVal val="#ppt_x-#ppt_w/2"/>
                                          </p:val>
                                        </p:tav>
                                        <p:tav tm="100000">
                                          <p:val>
                                            <p:strVal val="#ppt_x"/>
                                          </p:val>
                                        </p:tav>
                                      </p:tavLst>
                                    </p:anim>
                                    <p:anim calcmode="lin" valueType="num">
                                      <p:cBhvr>
                                        <p:cTn id="750" dur="1000" fill="hold"/>
                                        <p:tgtEl>
                                          <p:spTgt spid="91"/>
                                        </p:tgtEl>
                                        <p:attrNameLst>
                                          <p:attrName>ppt_y</p:attrName>
                                        </p:attrNameLst>
                                      </p:cBhvr>
                                      <p:tavLst>
                                        <p:tav tm="0">
                                          <p:val>
                                            <p:strVal val="#ppt_y"/>
                                          </p:val>
                                        </p:tav>
                                        <p:tav tm="100000">
                                          <p:val>
                                            <p:strVal val="#ppt_y"/>
                                          </p:val>
                                        </p:tav>
                                      </p:tavLst>
                                    </p:anim>
                                    <p:anim calcmode="lin" valueType="num">
                                      <p:cBhvr>
                                        <p:cTn id="751" dur="1000" fill="hold"/>
                                        <p:tgtEl>
                                          <p:spTgt spid="91"/>
                                        </p:tgtEl>
                                        <p:attrNameLst>
                                          <p:attrName>ppt_w</p:attrName>
                                        </p:attrNameLst>
                                      </p:cBhvr>
                                      <p:tavLst>
                                        <p:tav tm="0">
                                          <p:val>
                                            <p:fltVal val="0"/>
                                          </p:val>
                                        </p:tav>
                                        <p:tav tm="100000">
                                          <p:val>
                                            <p:strVal val="#ppt_w"/>
                                          </p:val>
                                        </p:tav>
                                      </p:tavLst>
                                    </p:anim>
                                    <p:anim calcmode="lin" valueType="num">
                                      <p:cBhvr>
                                        <p:cTn id="752" dur="1000" fill="hold"/>
                                        <p:tgtEl>
                                          <p:spTgt spid="91"/>
                                        </p:tgtEl>
                                        <p:attrNameLst>
                                          <p:attrName>ppt_h</p:attrName>
                                        </p:attrNameLst>
                                      </p:cBhvr>
                                      <p:tavLst>
                                        <p:tav tm="0">
                                          <p:val>
                                            <p:strVal val="#ppt_h"/>
                                          </p:val>
                                        </p:tav>
                                        <p:tav tm="100000">
                                          <p:val>
                                            <p:strVal val="#ppt_h"/>
                                          </p:val>
                                        </p:tav>
                                      </p:tavLst>
                                    </p:anim>
                                  </p:childTnLst>
                                </p:cTn>
                              </p:par>
                              <p:par>
                                <p:cTn id="753" presetID="17" presetClass="entr" presetSubtype="8" fill="hold" nodeType="withEffect">
                                  <p:stCondLst>
                                    <p:cond delay="0"/>
                                  </p:stCondLst>
                                  <p:childTnLst>
                                    <p:set>
                                      <p:cBhvr>
                                        <p:cTn id="754" dur="1" fill="hold">
                                          <p:stCondLst>
                                            <p:cond delay="0"/>
                                          </p:stCondLst>
                                        </p:cTn>
                                        <p:tgtEl>
                                          <p:spTgt spid="93"/>
                                        </p:tgtEl>
                                        <p:attrNameLst>
                                          <p:attrName>style.visibility</p:attrName>
                                        </p:attrNameLst>
                                      </p:cBhvr>
                                      <p:to>
                                        <p:strVal val="visible"/>
                                      </p:to>
                                    </p:set>
                                    <p:anim calcmode="lin" valueType="num">
                                      <p:cBhvr>
                                        <p:cTn id="755" dur="1000" fill="hold"/>
                                        <p:tgtEl>
                                          <p:spTgt spid="93"/>
                                        </p:tgtEl>
                                        <p:attrNameLst>
                                          <p:attrName>ppt_x</p:attrName>
                                        </p:attrNameLst>
                                      </p:cBhvr>
                                      <p:tavLst>
                                        <p:tav tm="0">
                                          <p:val>
                                            <p:strVal val="#ppt_x-#ppt_w/2"/>
                                          </p:val>
                                        </p:tav>
                                        <p:tav tm="100000">
                                          <p:val>
                                            <p:strVal val="#ppt_x"/>
                                          </p:val>
                                        </p:tav>
                                      </p:tavLst>
                                    </p:anim>
                                    <p:anim calcmode="lin" valueType="num">
                                      <p:cBhvr>
                                        <p:cTn id="756" dur="1000" fill="hold"/>
                                        <p:tgtEl>
                                          <p:spTgt spid="93"/>
                                        </p:tgtEl>
                                        <p:attrNameLst>
                                          <p:attrName>ppt_y</p:attrName>
                                        </p:attrNameLst>
                                      </p:cBhvr>
                                      <p:tavLst>
                                        <p:tav tm="0">
                                          <p:val>
                                            <p:strVal val="#ppt_y"/>
                                          </p:val>
                                        </p:tav>
                                        <p:tav tm="100000">
                                          <p:val>
                                            <p:strVal val="#ppt_y"/>
                                          </p:val>
                                        </p:tav>
                                      </p:tavLst>
                                    </p:anim>
                                    <p:anim calcmode="lin" valueType="num">
                                      <p:cBhvr>
                                        <p:cTn id="757" dur="1000" fill="hold"/>
                                        <p:tgtEl>
                                          <p:spTgt spid="93"/>
                                        </p:tgtEl>
                                        <p:attrNameLst>
                                          <p:attrName>ppt_w</p:attrName>
                                        </p:attrNameLst>
                                      </p:cBhvr>
                                      <p:tavLst>
                                        <p:tav tm="0">
                                          <p:val>
                                            <p:fltVal val="0"/>
                                          </p:val>
                                        </p:tav>
                                        <p:tav tm="100000">
                                          <p:val>
                                            <p:strVal val="#ppt_w"/>
                                          </p:val>
                                        </p:tav>
                                      </p:tavLst>
                                    </p:anim>
                                    <p:anim calcmode="lin" valueType="num">
                                      <p:cBhvr>
                                        <p:cTn id="758" dur="1000" fill="hold"/>
                                        <p:tgtEl>
                                          <p:spTgt spid="93"/>
                                        </p:tgtEl>
                                        <p:attrNameLst>
                                          <p:attrName>ppt_h</p:attrName>
                                        </p:attrNameLst>
                                      </p:cBhvr>
                                      <p:tavLst>
                                        <p:tav tm="0">
                                          <p:val>
                                            <p:strVal val="#ppt_h"/>
                                          </p:val>
                                        </p:tav>
                                        <p:tav tm="100000">
                                          <p:val>
                                            <p:strVal val="#ppt_h"/>
                                          </p:val>
                                        </p:tav>
                                      </p:tavLst>
                                    </p:anim>
                                  </p:childTnLst>
                                </p:cTn>
                              </p:par>
                            </p:childTnLst>
                          </p:cTn>
                        </p:par>
                        <p:par>
                          <p:cTn id="759" fill="hold">
                            <p:stCondLst>
                              <p:cond delay="3000"/>
                            </p:stCondLst>
                            <p:childTnLst>
                              <p:par>
                                <p:cTn id="760" presetID="22" presetClass="exit" presetSubtype="2" fill="hold" nodeType="afterEffect">
                                  <p:stCondLst>
                                    <p:cond delay="0"/>
                                  </p:stCondLst>
                                  <p:childTnLst>
                                    <p:animEffect transition="out" filter="wipe(right)">
                                      <p:cBhvr>
                                        <p:cTn id="761" dur="500"/>
                                        <p:tgtEl>
                                          <p:spTgt spid="84"/>
                                        </p:tgtEl>
                                      </p:cBhvr>
                                    </p:animEffect>
                                    <p:set>
                                      <p:cBhvr>
                                        <p:cTn id="762" dur="1" fill="hold">
                                          <p:stCondLst>
                                            <p:cond delay="499"/>
                                          </p:stCondLst>
                                        </p:cTn>
                                        <p:tgtEl>
                                          <p:spTgt spid="84"/>
                                        </p:tgtEl>
                                        <p:attrNameLst>
                                          <p:attrName>style.visibility</p:attrName>
                                        </p:attrNameLst>
                                      </p:cBhvr>
                                      <p:to>
                                        <p:strVal val="hidden"/>
                                      </p:to>
                                    </p:set>
                                  </p:childTnLst>
                                </p:cTn>
                              </p:par>
                              <p:par>
                                <p:cTn id="763" presetID="22" presetClass="exit" presetSubtype="2" fill="hold" nodeType="withEffect">
                                  <p:stCondLst>
                                    <p:cond delay="0"/>
                                  </p:stCondLst>
                                  <p:childTnLst>
                                    <p:animEffect transition="out" filter="wipe(right)">
                                      <p:cBhvr>
                                        <p:cTn id="764" dur="500"/>
                                        <p:tgtEl>
                                          <p:spTgt spid="91"/>
                                        </p:tgtEl>
                                      </p:cBhvr>
                                    </p:animEffect>
                                    <p:set>
                                      <p:cBhvr>
                                        <p:cTn id="765" dur="1" fill="hold">
                                          <p:stCondLst>
                                            <p:cond delay="499"/>
                                          </p:stCondLst>
                                        </p:cTn>
                                        <p:tgtEl>
                                          <p:spTgt spid="91"/>
                                        </p:tgtEl>
                                        <p:attrNameLst>
                                          <p:attrName>style.visibility</p:attrName>
                                        </p:attrNameLst>
                                      </p:cBhvr>
                                      <p:to>
                                        <p:strVal val="hidden"/>
                                      </p:to>
                                    </p:set>
                                  </p:childTnLst>
                                </p:cTn>
                              </p:par>
                              <p:par>
                                <p:cTn id="766" presetID="22" presetClass="exit" presetSubtype="2" fill="hold" nodeType="withEffect">
                                  <p:stCondLst>
                                    <p:cond delay="0"/>
                                  </p:stCondLst>
                                  <p:childTnLst>
                                    <p:animEffect transition="out" filter="wipe(right)">
                                      <p:cBhvr>
                                        <p:cTn id="767" dur="500"/>
                                        <p:tgtEl>
                                          <p:spTgt spid="93"/>
                                        </p:tgtEl>
                                      </p:cBhvr>
                                    </p:animEffect>
                                    <p:set>
                                      <p:cBhvr>
                                        <p:cTn id="768" dur="1" fill="hold">
                                          <p:stCondLst>
                                            <p:cond delay="499"/>
                                          </p:stCondLst>
                                        </p:cTn>
                                        <p:tgtEl>
                                          <p:spTgt spid="93"/>
                                        </p:tgtEl>
                                        <p:attrNameLst>
                                          <p:attrName>style.visibility</p:attrName>
                                        </p:attrNameLst>
                                      </p:cBhvr>
                                      <p:to>
                                        <p:strVal val="hidden"/>
                                      </p:to>
                                    </p:set>
                                  </p:childTnLst>
                                </p:cTn>
                              </p:par>
                            </p:childTnLst>
                          </p:cTn>
                        </p:par>
                        <p:par>
                          <p:cTn id="769" fill="hold">
                            <p:stCondLst>
                              <p:cond delay="3500"/>
                            </p:stCondLst>
                            <p:childTnLst>
                              <p:par>
                                <p:cTn id="770" presetID="17" presetClass="entr" presetSubtype="8" fill="hold" nodeType="afterEffect">
                                  <p:stCondLst>
                                    <p:cond delay="0"/>
                                  </p:stCondLst>
                                  <p:childTnLst>
                                    <p:set>
                                      <p:cBhvr>
                                        <p:cTn id="771" dur="1" fill="hold">
                                          <p:stCondLst>
                                            <p:cond delay="0"/>
                                          </p:stCondLst>
                                        </p:cTn>
                                        <p:tgtEl>
                                          <p:spTgt spid="95"/>
                                        </p:tgtEl>
                                        <p:attrNameLst>
                                          <p:attrName>style.visibility</p:attrName>
                                        </p:attrNameLst>
                                      </p:cBhvr>
                                      <p:to>
                                        <p:strVal val="visible"/>
                                      </p:to>
                                    </p:set>
                                    <p:anim calcmode="lin" valueType="num">
                                      <p:cBhvr>
                                        <p:cTn id="772" dur="1000" fill="hold"/>
                                        <p:tgtEl>
                                          <p:spTgt spid="95"/>
                                        </p:tgtEl>
                                        <p:attrNameLst>
                                          <p:attrName>ppt_x</p:attrName>
                                        </p:attrNameLst>
                                      </p:cBhvr>
                                      <p:tavLst>
                                        <p:tav tm="0">
                                          <p:val>
                                            <p:strVal val="#ppt_x-#ppt_w/2"/>
                                          </p:val>
                                        </p:tav>
                                        <p:tav tm="100000">
                                          <p:val>
                                            <p:strVal val="#ppt_x"/>
                                          </p:val>
                                        </p:tav>
                                      </p:tavLst>
                                    </p:anim>
                                    <p:anim calcmode="lin" valueType="num">
                                      <p:cBhvr>
                                        <p:cTn id="773" dur="1000" fill="hold"/>
                                        <p:tgtEl>
                                          <p:spTgt spid="95"/>
                                        </p:tgtEl>
                                        <p:attrNameLst>
                                          <p:attrName>ppt_y</p:attrName>
                                        </p:attrNameLst>
                                      </p:cBhvr>
                                      <p:tavLst>
                                        <p:tav tm="0">
                                          <p:val>
                                            <p:strVal val="#ppt_y"/>
                                          </p:val>
                                        </p:tav>
                                        <p:tav tm="100000">
                                          <p:val>
                                            <p:strVal val="#ppt_y"/>
                                          </p:val>
                                        </p:tav>
                                      </p:tavLst>
                                    </p:anim>
                                    <p:anim calcmode="lin" valueType="num">
                                      <p:cBhvr>
                                        <p:cTn id="774" dur="1000" fill="hold"/>
                                        <p:tgtEl>
                                          <p:spTgt spid="95"/>
                                        </p:tgtEl>
                                        <p:attrNameLst>
                                          <p:attrName>ppt_w</p:attrName>
                                        </p:attrNameLst>
                                      </p:cBhvr>
                                      <p:tavLst>
                                        <p:tav tm="0">
                                          <p:val>
                                            <p:fltVal val="0"/>
                                          </p:val>
                                        </p:tav>
                                        <p:tav tm="100000">
                                          <p:val>
                                            <p:strVal val="#ppt_w"/>
                                          </p:val>
                                        </p:tav>
                                      </p:tavLst>
                                    </p:anim>
                                    <p:anim calcmode="lin" valueType="num">
                                      <p:cBhvr>
                                        <p:cTn id="775" dur="10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776" fill="hold">
                      <p:stCondLst>
                        <p:cond delay="indefinite"/>
                      </p:stCondLst>
                      <p:childTnLst>
                        <p:par>
                          <p:cTn id="777" fill="hold">
                            <p:stCondLst>
                              <p:cond delay="0"/>
                            </p:stCondLst>
                            <p:childTnLst>
                              <p:par>
                                <p:cTn id="778" presetID="45" presetClass="exit" presetSubtype="0" fill="hold" grpId="1" nodeType="clickEffect">
                                  <p:stCondLst>
                                    <p:cond delay="0"/>
                                  </p:stCondLst>
                                  <p:childTnLst>
                                    <p:animEffect transition="out" filter="fade">
                                      <p:cBhvr>
                                        <p:cTn id="779" dur="1000"/>
                                        <p:tgtEl>
                                          <p:spTgt spid="78"/>
                                        </p:tgtEl>
                                      </p:cBhvr>
                                    </p:animEffect>
                                    <p:anim calcmode="lin" valueType="num">
                                      <p:cBhvr>
                                        <p:cTn id="780" dur="1000"/>
                                        <p:tgtEl>
                                          <p:spTgt spid="7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781" dur="1000"/>
                                        <p:tgtEl>
                                          <p:spTgt spid="78"/>
                                        </p:tgtEl>
                                        <p:attrNameLst>
                                          <p:attrName>ppt_h</p:attrName>
                                        </p:attrNameLst>
                                      </p:cBhvr>
                                      <p:tavLst>
                                        <p:tav tm="0">
                                          <p:val>
                                            <p:strVal val="ppt_h"/>
                                          </p:val>
                                        </p:tav>
                                        <p:tav tm="100000">
                                          <p:val>
                                            <p:strVal val="ppt_h"/>
                                          </p:val>
                                        </p:tav>
                                      </p:tavLst>
                                    </p:anim>
                                    <p:set>
                                      <p:cBhvr>
                                        <p:cTn id="782" dur="1" fill="hold">
                                          <p:stCondLst>
                                            <p:cond delay="999"/>
                                          </p:stCondLst>
                                        </p:cTn>
                                        <p:tgtEl>
                                          <p:spTgt spid="78"/>
                                        </p:tgtEl>
                                        <p:attrNameLst>
                                          <p:attrName>style.visibility</p:attrName>
                                        </p:attrNameLst>
                                      </p:cBhvr>
                                      <p:to>
                                        <p:strVal val="hidden"/>
                                      </p:to>
                                    </p:set>
                                  </p:childTnLst>
                                </p:cTn>
                              </p:par>
                            </p:childTnLst>
                          </p:cTn>
                        </p:par>
                        <p:par>
                          <p:cTn id="783" fill="hold">
                            <p:stCondLst>
                              <p:cond delay="1000"/>
                            </p:stCondLst>
                            <p:childTnLst>
                              <p:par>
                                <p:cTn id="784" presetID="10" presetClass="entr" presetSubtype="0" fill="hold" grpId="0" nodeType="afterEffect">
                                  <p:stCondLst>
                                    <p:cond delay="0"/>
                                  </p:stCondLst>
                                  <p:childTnLst>
                                    <p:set>
                                      <p:cBhvr>
                                        <p:cTn id="785" dur="1" fill="hold">
                                          <p:stCondLst>
                                            <p:cond delay="0"/>
                                          </p:stCondLst>
                                        </p:cTn>
                                        <p:tgtEl>
                                          <p:spTgt spid="83"/>
                                        </p:tgtEl>
                                        <p:attrNameLst>
                                          <p:attrName>style.visibility</p:attrName>
                                        </p:attrNameLst>
                                      </p:cBhvr>
                                      <p:to>
                                        <p:strVal val="visible"/>
                                      </p:to>
                                    </p:set>
                                    <p:animEffect transition="in" filter="fade">
                                      <p:cBhvr>
                                        <p:cTn id="786" dur="500"/>
                                        <p:tgtEl>
                                          <p:spTgt spid="83"/>
                                        </p:tgtEl>
                                      </p:cBhvr>
                                    </p:animEffect>
                                  </p:childTnLst>
                                </p:cTn>
                              </p:par>
                            </p:childTnLst>
                          </p:cTn>
                        </p:par>
                        <p:par>
                          <p:cTn id="787" fill="hold">
                            <p:stCondLst>
                              <p:cond delay="1500"/>
                            </p:stCondLst>
                            <p:childTnLst>
                              <p:par>
                                <p:cTn id="788" presetID="63" presetClass="path" presetSubtype="0" accel="50000" decel="50000" fill="hold" nodeType="afterEffect">
                                  <p:stCondLst>
                                    <p:cond delay="0"/>
                                  </p:stCondLst>
                                  <p:childTnLst>
                                    <p:animMotion origin="layout" path="M -2.08333E-6 1.48148E-6 L 0.51029 -0.0338 " pathEditMode="relative" rAng="0" ptsTypes="AA">
                                      <p:cBhvr>
                                        <p:cTn id="789" dur="1500" fill="hold"/>
                                        <p:tgtEl>
                                          <p:spTgt spid="24"/>
                                        </p:tgtEl>
                                        <p:attrNameLst>
                                          <p:attrName>ppt_x</p:attrName>
                                          <p:attrName>ppt_y</p:attrName>
                                        </p:attrNameLst>
                                      </p:cBhvr>
                                      <p:rCtr x="25508" y="-1690"/>
                                    </p:animMotion>
                                  </p:childTnLst>
                                </p:cTn>
                              </p:par>
                              <p:par>
                                <p:cTn id="790" presetID="17" presetClass="entr" presetSubtype="1" fill="hold" nodeType="withEffect">
                                  <p:stCondLst>
                                    <p:cond delay="500"/>
                                  </p:stCondLst>
                                  <p:childTnLst>
                                    <p:set>
                                      <p:cBhvr>
                                        <p:cTn id="791" dur="1" fill="hold">
                                          <p:stCondLst>
                                            <p:cond delay="0"/>
                                          </p:stCondLst>
                                        </p:cTn>
                                        <p:tgtEl>
                                          <p:spTgt spid="9"/>
                                        </p:tgtEl>
                                        <p:attrNameLst>
                                          <p:attrName>style.visibility</p:attrName>
                                        </p:attrNameLst>
                                      </p:cBhvr>
                                      <p:to>
                                        <p:strVal val="visible"/>
                                      </p:to>
                                    </p:set>
                                    <p:anim calcmode="lin" valueType="num">
                                      <p:cBhvr>
                                        <p:cTn id="792" dur="1000" fill="hold"/>
                                        <p:tgtEl>
                                          <p:spTgt spid="9"/>
                                        </p:tgtEl>
                                        <p:attrNameLst>
                                          <p:attrName>ppt_x</p:attrName>
                                        </p:attrNameLst>
                                      </p:cBhvr>
                                      <p:tavLst>
                                        <p:tav tm="0">
                                          <p:val>
                                            <p:strVal val="#ppt_x"/>
                                          </p:val>
                                        </p:tav>
                                        <p:tav tm="100000">
                                          <p:val>
                                            <p:strVal val="#ppt_x"/>
                                          </p:val>
                                        </p:tav>
                                      </p:tavLst>
                                    </p:anim>
                                    <p:anim calcmode="lin" valueType="num">
                                      <p:cBhvr>
                                        <p:cTn id="793" dur="1000" fill="hold"/>
                                        <p:tgtEl>
                                          <p:spTgt spid="9"/>
                                        </p:tgtEl>
                                        <p:attrNameLst>
                                          <p:attrName>ppt_y</p:attrName>
                                        </p:attrNameLst>
                                      </p:cBhvr>
                                      <p:tavLst>
                                        <p:tav tm="0">
                                          <p:val>
                                            <p:strVal val="#ppt_y-#ppt_h/2"/>
                                          </p:val>
                                        </p:tav>
                                        <p:tav tm="100000">
                                          <p:val>
                                            <p:strVal val="#ppt_y"/>
                                          </p:val>
                                        </p:tav>
                                      </p:tavLst>
                                    </p:anim>
                                    <p:anim calcmode="lin" valueType="num">
                                      <p:cBhvr>
                                        <p:cTn id="794" dur="1000" fill="hold"/>
                                        <p:tgtEl>
                                          <p:spTgt spid="9"/>
                                        </p:tgtEl>
                                        <p:attrNameLst>
                                          <p:attrName>ppt_w</p:attrName>
                                        </p:attrNameLst>
                                      </p:cBhvr>
                                      <p:tavLst>
                                        <p:tav tm="0">
                                          <p:val>
                                            <p:strVal val="#ppt_w"/>
                                          </p:val>
                                        </p:tav>
                                        <p:tav tm="100000">
                                          <p:val>
                                            <p:strVal val="#ppt_w"/>
                                          </p:val>
                                        </p:tav>
                                      </p:tavLst>
                                    </p:anim>
                                    <p:anim calcmode="lin" valueType="num">
                                      <p:cBhvr>
                                        <p:cTn id="795" dur="1000" fill="hold"/>
                                        <p:tgtEl>
                                          <p:spTgt spid="9"/>
                                        </p:tgtEl>
                                        <p:attrNameLst>
                                          <p:attrName>ppt_h</p:attrName>
                                        </p:attrNameLst>
                                      </p:cBhvr>
                                      <p:tavLst>
                                        <p:tav tm="0">
                                          <p:val>
                                            <p:fltVal val="0"/>
                                          </p:val>
                                        </p:tav>
                                        <p:tav tm="100000">
                                          <p:val>
                                            <p:strVal val="#ppt_h"/>
                                          </p:val>
                                        </p:tav>
                                      </p:tavLst>
                                    </p:anim>
                                  </p:childTnLst>
                                </p:cTn>
                              </p:par>
                            </p:childTnLst>
                          </p:cTn>
                        </p:par>
                        <p:par>
                          <p:cTn id="796" fill="hold">
                            <p:stCondLst>
                              <p:cond delay="3000"/>
                            </p:stCondLst>
                            <p:childTnLst>
                              <p:par>
                                <p:cTn id="797" presetID="17" presetClass="entr" presetSubtype="10" fill="hold" grpId="0" nodeType="afterEffect">
                                  <p:stCondLst>
                                    <p:cond delay="0"/>
                                  </p:stCondLst>
                                  <p:childTnLst>
                                    <p:set>
                                      <p:cBhvr>
                                        <p:cTn id="798" dur="1" fill="hold">
                                          <p:stCondLst>
                                            <p:cond delay="0"/>
                                          </p:stCondLst>
                                        </p:cTn>
                                        <p:tgtEl>
                                          <p:spTgt spid="85"/>
                                        </p:tgtEl>
                                        <p:attrNameLst>
                                          <p:attrName>style.visibility</p:attrName>
                                        </p:attrNameLst>
                                      </p:cBhvr>
                                      <p:to>
                                        <p:strVal val="visible"/>
                                      </p:to>
                                    </p:set>
                                    <p:anim calcmode="lin" valueType="num">
                                      <p:cBhvr>
                                        <p:cTn id="799" dur="1000" fill="hold"/>
                                        <p:tgtEl>
                                          <p:spTgt spid="85"/>
                                        </p:tgtEl>
                                        <p:attrNameLst>
                                          <p:attrName>ppt_w</p:attrName>
                                        </p:attrNameLst>
                                      </p:cBhvr>
                                      <p:tavLst>
                                        <p:tav tm="0">
                                          <p:val>
                                            <p:fltVal val="0"/>
                                          </p:val>
                                        </p:tav>
                                        <p:tav tm="100000">
                                          <p:val>
                                            <p:strVal val="#ppt_w"/>
                                          </p:val>
                                        </p:tav>
                                      </p:tavLst>
                                    </p:anim>
                                    <p:anim calcmode="lin" valueType="num">
                                      <p:cBhvr>
                                        <p:cTn id="800" dur="1000" fill="hold"/>
                                        <p:tgtEl>
                                          <p:spTgt spid="85"/>
                                        </p:tgtEl>
                                        <p:attrNameLst>
                                          <p:attrName>ppt_h</p:attrName>
                                        </p:attrNameLst>
                                      </p:cBhvr>
                                      <p:tavLst>
                                        <p:tav tm="0">
                                          <p:val>
                                            <p:strVal val="#ppt_h"/>
                                          </p:val>
                                        </p:tav>
                                        <p:tav tm="100000">
                                          <p:val>
                                            <p:strVal val="#ppt_h"/>
                                          </p:val>
                                        </p:tav>
                                      </p:tavLst>
                                    </p:anim>
                                  </p:childTnLst>
                                </p:cTn>
                              </p:par>
                            </p:childTnLst>
                          </p:cTn>
                        </p:par>
                        <p:par>
                          <p:cTn id="801" fill="hold">
                            <p:stCondLst>
                              <p:cond delay="4000"/>
                            </p:stCondLst>
                            <p:childTnLst>
                              <p:par>
                                <p:cTn id="802" presetID="8" presetClass="emph" presetSubtype="0" fill="hold" grpId="1" nodeType="afterEffect">
                                  <p:stCondLst>
                                    <p:cond delay="0"/>
                                  </p:stCondLst>
                                  <p:childTnLst>
                                    <p:animRot by="21600000">
                                      <p:cBhvr>
                                        <p:cTn id="803" dur="1500" fill="hold"/>
                                        <p:tgtEl>
                                          <p:spTgt spid="85"/>
                                        </p:tgtEl>
                                        <p:attrNameLst>
                                          <p:attrName>r</p:attrName>
                                        </p:attrNameLst>
                                      </p:cBhvr>
                                    </p:animRot>
                                  </p:childTnLst>
                                </p:cTn>
                              </p:par>
                            </p:childTnLst>
                          </p:cTn>
                        </p:par>
                        <p:par>
                          <p:cTn id="804" fill="hold">
                            <p:stCondLst>
                              <p:cond delay="5500"/>
                            </p:stCondLst>
                            <p:childTnLst>
                              <p:par>
                                <p:cTn id="805" presetID="10" presetClass="exit" presetSubtype="0" fill="hold" grpId="2" nodeType="afterEffect">
                                  <p:stCondLst>
                                    <p:cond delay="0"/>
                                  </p:stCondLst>
                                  <p:childTnLst>
                                    <p:animEffect transition="out" filter="fade">
                                      <p:cBhvr>
                                        <p:cTn id="806" dur="500"/>
                                        <p:tgtEl>
                                          <p:spTgt spid="85"/>
                                        </p:tgtEl>
                                      </p:cBhvr>
                                    </p:animEffect>
                                    <p:set>
                                      <p:cBhvr>
                                        <p:cTn id="807" dur="1" fill="hold">
                                          <p:stCondLst>
                                            <p:cond delay="499"/>
                                          </p:stCondLst>
                                        </p:cTn>
                                        <p:tgtEl>
                                          <p:spTgt spid="85"/>
                                        </p:tgtEl>
                                        <p:attrNameLst>
                                          <p:attrName>style.visibility</p:attrName>
                                        </p:attrNameLst>
                                      </p:cBhvr>
                                      <p:to>
                                        <p:strVal val="hidden"/>
                                      </p:to>
                                    </p:set>
                                  </p:childTnLst>
                                </p:cTn>
                              </p:par>
                            </p:childTnLst>
                          </p:cTn>
                        </p:par>
                        <p:par>
                          <p:cTn id="808" fill="hold">
                            <p:stCondLst>
                              <p:cond delay="6000"/>
                            </p:stCondLst>
                            <p:childTnLst>
                              <p:par>
                                <p:cTn id="809" presetID="63" presetClass="path" presetSubtype="0" accel="50000" decel="50000" fill="hold" nodeType="afterEffect">
                                  <p:stCondLst>
                                    <p:cond delay="0"/>
                                  </p:stCondLst>
                                  <p:childTnLst>
                                    <p:animMotion origin="layout" path="M 0.24297 -0.03125 L 0.50977 -0.03402 " pathEditMode="relative" rAng="0" ptsTypes="AA">
                                      <p:cBhvr>
                                        <p:cTn id="810" dur="1500" fill="hold"/>
                                        <p:tgtEl>
                                          <p:spTgt spid="29"/>
                                        </p:tgtEl>
                                        <p:attrNameLst>
                                          <p:attrName>ppt_x</p:attrName>
                                          <p:attrName>ppt_y</p:attrName>
                                        </p:attrNameLst>
                                      </p:cBhvr>
                                      <p:rCtr x="13333" y="69"/>
                                    </p:animMotion>
                                  </p:childTnLst>
                                </p:cTn>
                              </p:par>
                              <p:par>
                                <p:cTn id="811" presetID="35" presetClass="path" presetSubtype="0" accel="50000" decel="50000" fill="hold" nodeType="withEffect">
                                  <p:stCondLst>
                                    <p:cond delay="0"/>
                                  </p:stCondLst>
                                  <p:childTnLst>
                                    <p:animMotion origin="layout" path="M 0.51029 -0.0338 L 0.24349 -0.03241 " pathEditMode="relative" rAng="0" ptsTypes="AA">
                                      <p:cBhvr>
                                        <p:cTn id="812" dur="1500" fill="hold"/>
                                        <p:tgtEl>
                                          <p:spTgt spid="24"/>
                                        </p:tgtEl>
                                        <p:attrNameLst>
                                          <p:attrName>ppt_x</p:attrName>
                                          <p:attrName>ppt_y</p:attrName>
                                        </p:attrNameLst>
                                      </p:cBhvr>
                                      <p:rCtr x="-13346" y="69"/>
                                    </p:animMotion>
                                  </p:childTnLst>
                                </p:cTn>
                              </p:par>
                            </p:childTnLst>
                          </p:cTn>
                        </p:par>
                        <p:par>
                          <p:cTn id="813" fill="hold">
                            <p:stCondLst>
                              <p:cond delay="7500"/>
                            </p:stCondLst>
                            <p:childTnLst>
                              <p:par>
                                <p:cTn id="814" presetID="17" presetClass="entr" presetSubtype="10" fill="hold" grpId="3" nodeType="afterEffect">
                                  <p:stCondLst>
                                    <p:cond delay="0"/>
                                  </p:stCondLst>
                                  <p:childTnLst>
                                    <p:set>
                                      <p:cBhvr>
                                        <p:cTn id="815" dur="1" fill="hold">
                                          <p:stCondLst>
                                            <p:cond delay="0"/>
                                          </p:stCondLst>
                                        </p:cTn>
                                        <p:tgtEl>
                                          <p:spTgt spid="105"/>
                                        </p:tgtEl>
                                        <p:attrNameLst>
                                          <p:attrName>style.visibility</p:attrName>
                                        </p:attrNameLst>
                                      </p:cBhvr>
                                      <p:to>
                                        <p:strVal val="visible"/>
                                      </p:to>
                                    </p:set>
                                    <p:anim calcmode="lin" valueType="num">
                                      <p:cBhvr>
                                        <p:cTn id="816" dur="500" fill="hold"/>
                                        <p:tgtEl>
                                          <p:spTgt spid="105"/>
                                        </p:tgtEl>
                                        <p:attrNameLst>
                                          <p:attrName>ppt_w</p:attrName>
                                        </p:attrNameLst>
                                      </p:cBhvr>
                                      <p:tavLst>
                                        <p:tav tm="0">
                                          <p:val>
                                            <p:fltVal val="0"/>
                                          </p:val>
                                        </p:tav>
                                        <p:tav tm="100000">
                                          <p:val>
                                            <p:strVal val="#ppt_w"/>
                                          </p:val>
                                        </p:tav>
                                      </p:tavLst>
                                    </p:anim>
                                    <p:anim calcmode="lin" valueType="num">
                                      <p:cBhvr>
                                        <p:cTn id="817" dur="500" fill="hold"/>
                                        <p:tgtEl>
                                          <p:spTgt spid="105"/>
                                        </p:tgtEl>
                                        <p:attrNameLst>
                                          <p:attrName>ppt_h</p:attrName>
                                        </p:attrNameLst>
                                      </p:cBhvr>
                                      <p:tavLst>
                                        <p:tav tm="0">
                                          <p:val>
                                            <p:strVal val="#ppt_h"/>
                                          </p:val>
                                        </p:tav>
                                        <p:tav tm="100000">
                                          <p:val>
                                            <p:strVal val="#ppt_h"/>
                                          </p:val>
                                        </p:tav>
                                      </p:tavLst>
                                    </p:anim>
                                  </p:childTnLst>
                                </p:cTn>
                              </p:par>
                            </p:childTnLst>
                          </p:cTn>
                        </p:par>
                        <p:par>
                          <p:cTn id="818" fill="hold">
                            <p:stCondLst>
                              <p:cond delay="8000"/>
                            </p:stCondLst>
                            <p:childTnLst>
                              <p:par>
                                <p:cTn id="819" presetID="8" presetClass="emph" presetSubtype="0" fill="hold" grpId="4" nodeType="afterEffect">
                                  <p:stCondLst>
                                    <p:cond delay="0"/>
                                  </p:stCondLst>
                                  <p:childTnLst>
                                    <p:animRot by="21600000">
                                      <p:cBhvr>
                                        <p:cTn id="820" dur="2000" fill="hold"/>
                                        <p:tgtEl>
                                          <p:spTgt spid="105"/>
                                        </p:tgtEl>
                                        <p:attrNameLst>
                                          <p:attrName>r</p:attrName>
                                        </p:attrNameLst>
                                      </p:cBhvr>
                                    </p:animRot>
                                  </p:childTnLst>
                                </p:cTn>
                              </p:par>
                            </p:childTnLst>
                          </p:cTn>
                        </p:par>
                        <p:par>
                          <p:cTn id="821" fill="hold">
                            <p:stCondLst>
                              <p:cond delay="10000"/>
                            </p:stCondLst>
                            <p:childTnLst>
                              <p:par>
                                <p:cTn id="822" presetID="10" presetClass="exit" presetSubtype="0" fill="hold" grpId="5" nodeType="afterEffect">
                                  <p:stCondLst>
                                    <p:cond delay="0"/>
                                  </p:stCondLst>
                                  <p:childTnLst>
                                    <p:animEffect transition="out" filter="fade">
                                      <p:cBhvr>
                                        <p:cTn id="823" dur="500"/>
                                        <p:tgtEl>
                                          <p:spTgt spid="105"/>
                                        </p:tgtEl>
                                      </p:cBhvr>
                                    </p:animEffect>
                                    <p:set>
                                      <p:cBhvr>
                                        <p:cTn id="824" dur="1" fill="hold">
                                          <p:stCondLst>
                                            <p:cond delay="499"/>
                                          </p:stCondLst>
                                        </p:cTn>
                                        <p:tgtEl>
                                          <p:spTgt spid="105"/>
                                        </p:tgtEl>
                                        <p:attrNameLst>
                                          <p:attrName>style.visibility</p:attrName>
                                        </p:attrNameLst>
                                      </p:cBhvr>
                                      <p:to>
                                        <p:strVal val="hidden"/>
                                      </p:to>
                                    </p:set>
                                  </p:childTnLst>
                                </p:cTn>
                              </p:par>
                            </p:childTnLst>
                          </p:cTn>
                        </p:par>
                        <p:par>
                          <p:cTn id="825" fill="hold">
                            <p:stCondLst>
                              <p:cond delay="10500"/>
                            </p:stCondLst>
                            <p:childTnLst>
                              <p:par>
                                <p:cTn id="826" presetID="35" presetClass="path" presetSubtype="0" accel="50000" decel="50000" fill="hold" nodeType="afterEffect">
                                  <p:stCondLst>
                                    <p:cond delay="0"/>
                                  </p:stCondLst>
                                  <p:childTnLst>
                                    <p:animMotion origin="layout" path="M 0.24349 -0.03056 L 0.1099 -0.0294 " pathEditMode="relative" rAng="0" ptsTypes="AA">
                                      <p:cBhvr>
                                        <p:cTn id="827" dur="1500" fill="hold"/>
                                        <p:tgtEl>
                                          <p:spTgt spid="24"/>
                                        </p:tgtEl>
                                        <p:attrNameLst>
                                          <p:attrName>ppt_x</p:attrName>
                                          <p:attrName>ppt_y</p:attrName>
                                        </p:attrNameLst>
                                      </p:cBhvr>
                                      <p:rCtr x="-6680" y="46"/>
                                    </p:animMotion>
                                  </p:childTnLst>
                                </p:cTn>
                              </p:par>
                              <p:par>
                                <p:cTn id="828" presetID="63" presetClass="path" presetSubtype="0" accel="50000" decel="50000" fill="hold" nodeType="withEffect">
                                  <p:stCondLst>
                                    <p:cond delay="0"/>
                                  </p:stCondLst>
                                  <p:childTnLst>
                                    <p:animMotion origin="layout" path="M 0.10886 -0.03287 L 0.24258 -0.0324 " pathEditMode="relative" rAng="0" ptsTypes="AA">
                                      <p:cBhvr>
                                        <p:cTn id="829" dur="1500" fill="hold"/>
                                        <p:tgtEl>
                                          <p:spTgt spid="25"/>
                                        </p:tgtEl>
                                        <p:attrNameLst>
                                          <p:attrName>ppt_x</p:attrName>
                                          <p:attrName>ppt_y</p:attrName>
                                        </p:attrNameLst>
                                      </p:cBhvr>
                                      <p:rCtr x="6680" y="116"/>
                                    </p:animMotion>
                                  </p:childTnLst>
                                </p:cTn>
                              </p:par>
                            </p:childTnLst>
                          </p:cTn>
                        </p:par>
                        <p:par>
                          <p:cTn id="830" fill="hold">
                            <p:stCondLst>
                              <p:cond delay="12000"/>
                            </p:stCondLst>
                            <p:childTnLst>
                              <p:par>
                                <p:cTn id="831" presetID="10" presetClass="exit" presetSubtype="0" fill="hold" nodeType="afterEffect">
                                  <p:stCondLst>
                                    <p:cond delay="0"/>
                                  </p:stCondLst>
                                  <p:childTnLst>
                                    <p:animEffect transition="out" filter="fade">
                                      <p:cBhvr>
                                        <p:cTn id="832" dur="500"/>
                                        <p:tgtEl>
                                          <p:spTgt spid="95"/>
                                        </p:tgtEl>
                                      </p:cBhvr>
                                    </p:animEffect>
                                    <p:set>
                                      <p:cBhvr>
                                        <p:cTn id="833" dur="1" fill="hold">
                                          <p:stCondLst>
                                            <p:cond delay="499"/>
                                          </p:stCondLst>
                                        </p:cTn>
                                        <p:tgtEl>
                                          <p:spTgt spid="95"/>
                                        </p:tgtEl>
                                        <p:attrNameLst>
                                          <p:attrName>style.visibility</p:attrName>
                                        </p:attrNameLst>
                                      </p:cBhvr>
                                      <p:to>
                                        <p:strVal val="hidden"/>
                                      </p:to>
                                    </p:set>
                                  </p:childTnLst>
                                </p:cTn>
                              </p:par>
                            </p:childTnLst>
                          </p:cTn>
                        </p:par>
                        <p:par>
                          <p:cTn id="834" fill="hold">
                            <p:stCondLst>
                              <p:cond delay="12500"/>
                            </p:stCondLst>
                            <p:childTnLst>
                              <p:par>
                                <p:cTn id="835" presetID="17" presetClass="entr" presetSubtype="8" fill="hold" nodeType="afterEffect">
                                  <p:stCondLst>
                                    <p:cond delay="0"/>
                                  </p:stCondLst>
                                  <p:childTnLst>
                                    <p:set>
                                      <p:cBhvr>
                                        <p:cTn id="836" dur="1" fill="hold">
                                          <p:stCondLst>
                                            <p:cond delay="0"/>
                                          </p:stCondLst>
                                        </p:cTn>
                                        <p:tgtEl>
                                          <p:spTgt spid="82"/>
                                        </p:tgtEl>
                                        <p:attrNameLst>
                                          <p:attrName>style.visibility</p:attrName>
                                        </p:attrNameLst>
                                      </p:cBhvr>
                                      <p:to>
                                        <p:strVal val="visible"/>
                                      </p:to>
                                    </p:set>
                                    <p:anim calcmode="lin" valueType="num">
                                      <p:cBhvr>
                                        <p:cTn id="837" dur="1000" fill="hold"/>
                                        <p:tgtEl>
                                          <p:spTgt spid="82"/>
                                        </p:tgtEl>
                                        <p:attrNameLst>
                                          <p:attrName>ppt_x</p:attrName>
                                        </p:attrNameLst>
                                      </p:cBhvr>
                                      <p:tavLst>
                                        <p:tav tm="0">
                                          <p:val>
                                            <p:strVal val="#ppt_x-#ppt_w/2"/>
                                          </p:val>
                                        </p:tav>
                                        <p:tav tm="100000">
                                          <p:val>
                                            <p:strVal val="#ppt_x"/>
                                          </p:val>
                                        </p:tav>
                                      </p:tavLst>
                                    </p:anim>
                                    <p:anim calcmode="lin" valueType="num">
                                      <p:cBhvr>
                                        <p:cTn id="838" dur="1000" fill="hold"/>
                                        <p:tgtEl>
                                          <p:spTgt spid="82"/>
                                        </p:tgtEl>
                                        <p:attrNameLst>
                                          <p:attrName>ppt_y</p:attrName>
                                        </p:attrNameLst>
                                      </p:cBhvr>
                                      <p:tavLst>
                                        <p:tav tm="0">
                                          <p:val>
                                            <p:strVal val="#ppt_y"/>
                                          </p:val>
                                        </p:tav>
                                        <p:tav tm="100000">
                                          <p:val>
                                            <p:strVal val="#ppt_y"/>
                                          </p:val>
                                        </p:tav>
                                      </p:tavLst>
                                    </p:anim>
                                    <p:anim calcmode="lin" valueType="num">
                                      <p:cBhvr>
                                        <p:cTn id="839" dur="1000" fill="hold"/>
                                        <p:tgtEl>
                                          <p:spTgt spid="82"/>
                                        </p:tgtEl>
                                        <p:attrNameLst>
                                          <p:attrName>ppt_w</p:attrName>
                                        </p:attrNameLst>
                                      </p:cBhvr>
                                      <p:tavLst>
                                        <p:tav tm="0">
                                          <p:val>
                                            <p:fltVal val="0"/>
                                          </p:val>
                                        </p:tav>
                                        <p:tav tm="100000">
                                          <p:val>
                                            <p:strVal val="#ppt_w"/>
                                          </p:val>
                                        </p:tav>
                                      </p:tavLst>
                                    </p:anim>
                                    <p:anim calcmode="lin" valueType="num">
                                      <p:cBhvr>
                                        <p:cTn id="840" dur="10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841" fill="hold">
                      <p:stCondLst>
                        <p:cond delay="indefinite"/>
                      </p:stCondLst>
                      <p:childTnLst>
                        <p:par>
                          <p:cTn id="842" fill="hold">
                            <p:stCondLst>
                              <p:cond delay="0"/>
                            </p:stCondLst>
                            <p:childTnLst>
                              <p:par>
                                <p:cTn id="843" presetID="63" presetClass="path" presetSubtype="0" accel="50000" decel="50000" fill="hold" grpId="7" nodeType="clickEffect">
                                  <p:stCondLst>
                                    <p:cond delay="0"/>
                                  </p:stCondLst>
                                  <p:childTnLst>
                                    <p:animMotion origin="layout" path="M 0.39818 0.00116 L 0.4625 0.00208 " pathEditMode="relative" rAng="0" ptsTypes="AA">
                                      <p:cBhvr>
                                        <p:cTn id="844" dur="1000" fill="hold"/>
                                        <p:tgtEl>
                                          <p:spTgt spid="81"/>
                                        </p:tgtEl>
                                        <p:attrNameLst>
                                          <p:attrName>ppt_x</p:attrName>
                                          <p:attrName>ppt_y</p:attrName>
                                        </p:attrNameLst>
                                      </p:cBhvr>
                                      <p:rCtr x="3255" y="-116"/>
                                    </p:animMotion>
                                  </p:childTnLst>
                                </p:cTn>
                              </p:par>
                            </p:childTnLst>
                          </p:cTn>
                        </p:par>
                        <p:par>
                          <p:cTn id="845" fill="hold">
                            <p:stCondLst>
                              <p:cond delay="1000"/>
                            </p:stCondLst>
                            <p:childTnLst>
                              <p:par>
                                <p:cTn id="846" presetID="22" presetClass="exit" presetSubtype="2" fill="hold" nodeType="afterEffect">
                                  <p:stCondLst>
                                    <p:cond delay="0"/>
                                  </p:stCondLst>
                                  <p:childTnLst>
                                    <p:animEffect transition="out" filter="wipe(right)">
                                      <p:cBhvr>
                                        <p:cTn id="847" dur="500"/>
                                        <p:tgtEl>
                                          <p:spTgt spid="82"/>
                                        </p:tgtEl>
                                      </p:cBhvr>
                                    </p:animEffect>
                                    <p:set>
                                      <p:cBhvr>
                                        <p:cTn id="848" dur="1" fill="hold">
                                          <p:stCondLst>
                                            <p:cond delay="499"/>
                                          </p:stCondLst>
                                        </p:cTn>
                                        <p:tgtEl>
                                          <p:spTgt spid="82"/>
                                        </p:tgtEl>
                                        <p:attrNameLst>
                                          <p:attrName>style.visibility</p:attrName>
                                        </p:attrNameLst>
                                      </p:cBhvr>
                                      <p:to>
                                        <p:strVal val="hidden"/>
                                      </p:to>
                                    </p:set>
                                  </p:childTnLst>
                                </p:cTn>
                              </p:par>
                            </p:childTnLst>
                          </p:cTn>
                        </p:par>
                        <p:par>
                          <p:cTn id="849" fill="hold">
                            <p:stCondLst>
                              <p:cond delay="1500"/>
                            </p:stCondLst>
                            <p:childTnLst>
                              <p:par>
                                <p:cTn id="850" presetID="17" presetClass="entr" presetSubtype="8" fill="hold" nodeType="afterEffect">
                                  <p:stCondLst>
                                    <p:cond delay="0"/>
                                  </p:stCondLst>
                                  <p:childTnLst>
                                    <p:set>
                                      <p:cBhvr>
                                        <p:cTn id="851" dur="1" fill="hold">
                                          <p:stCondLst>
                                            <p:cond delay="0"/>
                                          </p:stCondLst>
                                        </p:cTn>
                                        <p:tgtEl>
                                          <p:spTgt spid="84"/>
                                        </p:tgtEl>
                                        <p:attrNameLst>
                                          <p:attrName>style.visibility</p:attrName>
                                        </p:attrNameLst>
                                      </p:cBhvr>
                                      <p:to>
                                        <p:strVal val="visible"/>
                                      </p:to>
                                    </p:set>
                                    <p:anim calcmode="lin" valueType="num">
                                      <p:cBhvr>
                                        <p:cTn id="852" dur="1000" fill="hold"/>
                                        <p:tgtEl>
                                          <p:spTgt spid="84"/>
                                        </p:tgtEl>
                                        <p:attrNameLst>
                                          <p:attrName>ppt_x</p:attrName>
                                        </p:attrNameLst>
                                      </p:cBhvr>
                                      <p:tavLst>
                                        <p:tav tm="0">
                                          <p:val>
                                            <p:strVal val="#ppt_x-#ppt_w/2"/>
                                          </p:val>
                                        </p:tav>
                                        <p:tav tm="100000">
                                          <p:val>
                                            <p:strVal val="#ppt_x"/>
                                          </p:val>
                                        </p:tav>
                                      </p:tavLst>
                                    </p:anim>
                                    <p:anim calcmode="lin" valueType="num">
                                      <p:cBhvr>
                                        <p:cTn id="853" dur="1000" fill="hold"/>
                                        <p:tgtEl>
                                          <p:spTgt spid="84"/>
                                        </p:tgtEl>
                                        <p:attrNameLst>
                                          <p:attrName>ppt_y</p:attrName>
                                        </p:attrNameLst>
                                      </p:cBhvr>
                                      <p:tavLst>
                                        <p:tav tm="0">
                                          <p:val>
                                            <p:strVal val="#ppt_y"/>
                                          </p:val>
                                        </p:tav>
                                        <p:tav tm="100000">
                                          <p:val>
                                            <p:strVal val="#ppt_y"/>
                                          </p:val>
                                        </p:tav>
                                      </p:tavLst>
                                    </p:anim>
                                    <p:anim calcmode="lin" valueType="num">
                                      <p:cBhvr>
                                        <p:cTn id="854" dur="1000" fill="hold"/>
                                        <p:tgtEl>
                                          <p:spTgt spid="84"/>
                                        </p:tgtEl>
                                        <p:attrNameLst>
                                          <p:attrName>ppt_w</p:attrName>
                                        </p:attrNameLst>
                                      </p:cBhvr>
                                      <p:tavLst>
                                        <p:tav tm="0">
                                          <p:val>
                                            <p:fltVal val="0"/>
                                          </p:val>
                                        </p:tav>
                                        <p:tav tm="100000">
                                          <p:val>
                                            <p:strVal val="#ppt_w"/>
                                          </p:val>
                                        </p:tav>
                                      </p:tavLst>
                                    </p:anim>
                                    <p:anim calcmode="lin" valueType="num">
                                      <p:cBhvr>
                                        <p:cTn id="855" dur="1000" fill="hold"/>
                                        <p:tgtEl>
                                          <p:spTgt spid="84"/>
                                        </p:tgtEl>
                                        <p:attrNameLst>
                                          <p:attrName>ppt_h</p:attrName>
                                        </p:attrNameLst>
                                      </p:cBhvr>
                                      <p:tavLst>
                                        <p:tav tm="0">
                                          <p:val>
                                            <p:strVal val="#ppt_h"/>
                                          </p:val>
                                        </p:tav>
                                        <p:tav tm="100000">
                                          <p:val>
                                            <p:strVal val="#ppt_h"/>
                                          </p:val>
                                        </p:tav>
                                      </p:tavLst>
                                    </p:anim>
                                  </p:childTnLst>
                                </p:cTn>
                              </p:par>
                            </p:childTnLst>
                          </p:cTn>
                        </p:par>
                      </p:childTnLst>
                    </p:cTn>
                  </p:par>
                  <p:par>
                    <p:cTn id="856" fill="hold">
                      <p:stCondLst>
                        <p:cond delay="indefinite"/>
                      </p:stCondLst>
                      <p:childTnLst>
                        <p:par>
                          <p:cTn id="857" fill="hold">
                            <p:stCondLst>
                              <p:cond delay="0"/>
                            </p:stCondLst>
                            <p:childTnLst>
                              <p:par>
                                <p:cTn id="858" presetID="63" presetClass="path" presetSubtype="0" accel="50000" decel="50000" fill="hold" grpId="7" nodeType="clickEffect">
                                  <p:stCondLst>
                                    <p:cond delay="0"/>
                                  </p:stCondLst>
                                  <p:childTnLst>
                                    <p:animMotion origin="layout" path="M 0.16784 0.00047 L 0.19479 -0.00023 " pathEditMode="relative" rAng="0" ptsTypes="AA">
                                      <p:cBhvr>
                                        <p:cTn id="859" dur="1000" fill="hold"/>
                                        <p:tgtEl>
                                          <p:spTgt spid="99"/>
                                        </p:tgtEl>
                                        <p:attrNameLst>
                                          <p:attrName>ppt_x</p:attrName>
                                          <p:attrName>ppt_y</p:attrName>
                                        </p:attrNameLst>
                                      </p:cBhvr>
                                      <p:rCtr x="1341" y="-69"/>
                                    </p:animMotion>
                                  </p:childTnLst>
                                </p:cTn>
                              </p:par>
                            </p:childTnLst>
                          </p:cTn>
                        </p:par>
                        <p:par>
                          <p:cTn id="860" fill="hold">
                            <p:stCondLst>
                              <p:cond delay="1000"/>
                            </p:stCondLst>
                            <p:childTnLst>
                              <p:par>
                                <p:cTn id="861" presetID="32" presetClass="emph" presetSubtype="0" fill="hold" nodeType="afterEffect">
                                  <p:stCondLst>
                                    <p:cond delay="0"/>
                                  </p:stCondLst>
                                  <p:childTnLst>
                                    <p:animRot by="120000">
                                      <p:cBhvr>
                                        <p:cTn id="862" dur="100" fill="hold">
                                          <p:stCondLst>
                                            <p:cond delay="0"/>
                                          </p:stCondLst>
                                        </p:cTn>
                                        <p:tgtEl>
                                          <p:spTgt spid="90"/>
                                        </p:tgtEl>
                                        <p:attrNameLst>
                                          <p:attrName>r</p:attrName>
                                        </p:attrNameLst>
                                      </p:cBhvr>
                                    </p:animRot>
                                    <p:animRot by="-240000">
                                      <p:cBhvr>
                                        <p:cTn id="863" dur="200" fill="hold">
                                          <p:stCondLst>
                                            <p:cond delay="200"/>
                                          </p:stCondLst>
                                        </p:cTn>
                                        <p:tgtEl>
                                          <p:spTgt spid="90"/>
                                        </p:tgtEl>
                                        <p:attrNameLst>
                                          <p:attrName>r</p:attrName>
                                        </p:attrNameLst>
                                      </p:cBhvr>
                                    </p:animRot>
                                    <p:animRot by="240000">
                                      <p:cBhvr>
                                        <p:cTn id="864" dur="200" fill="hold">
                                          <p:stCondLst>
                                            <p:cond delay="400"/>
                                          </p:stCondLst>
                                        </p:cTn>
                                        <p:tgtEl>
                                          <p:spTgt spid="90"/>
                                        </p:tgtEl>
                                        <p:attrNameLst>
                                          <p:attrName>r</p:attrName>
                                        </p:attrNameLst>
                                      </p:cBhvr>
                                    </p:animRot>
                                    <p:animRot by="-240000">
                                      <p:cBhvr>
                                        <p:cTn id="865" dur="200" fill="hold">
                                          <p:stCondLst>
                                            <p:cond delay="600"/>
                                          </p:stCondLst>
                                        </p:cTn>
                                        <p:tgtEl>
                                          <p:spTgt spid="90"/>
                                        </p:tgtEl>
                                        <p:attrNameLst>
                                          <p:attrName>r</p:attrName>
                                        </p:attrNameLst>
                                      </p:cBhvr>
                                    </p:animRot>
                                    <p:animRot by="120000">
                                      <p:cBhvr>
                                        <p:cTn id="866" dur="200" fill="hold">
                                          <p:stCondLst>
                                            <p:cond delay="800"/>
                                          </p:stCondLst>
                                        </p:cTn>
                                        <p:tgtEl>
                                          <p:spTgt spid="90"/>
                                        </p:tgtEl>
                                        <p:attrNameLst>
                                          <p:attrName>r</p:attrName>
                                        </p:attrNameLst>
                                      </p:cBhvr>
                                    </p:animRot>
                                  </p:childTnLst>
                                </p:cTn>
                              </p:par>
                              <p:par>
                                <p:cTn id="867" presetID="42" presetClass="entr" presetSubtype="0" fill="hold" nodeType="withEffect">
                                  <p:stCondLst>
                                    <p:cond delay="0"/>
                                  </p:stCondLst>
                                  <p:childTnLst>
                                    <p:set>
                                      <p:cBhvr>
                                        <p:cTn id="868" dur="1" fill="hold">
                                          <p:stCondLst>
                                            <p:cond delay="0"/>
                                          </p:stCondLst>
                                        </p:cTn>
                                        <p:tgtEl>
                                          <p:spTgt spid="26"/>
                                        </p:tgtEl>
                                        <p:attrNameLst>
                                          <p:attrName>style.visibility</p:attrName>
                                        </p:attrNameLst>
                                      </p:cBhvr>
                                      <p:to>
                                        <p:strVal val="visible"/>
                                      </p:to>
                                    </p:set>
                                    <p:animEffect transition="in" filter="fade">
                                      <p:cBhvr>
                                        <p:cTn id="869" dur="1000"/>
                                        <p:tgtEl>
                                          <p:spTgt spid="26"/>
                                        </p:tgtEl>
                                      </p:cBhvr>
                                    </p:animEffect>
                                    <p:anim calcmode="lin" valueType="num">
                                      <p:cBhvr>
                                        <p:cTn id="870" dur="1000" fill="hold"/>
                                        <p:tgtEl>
                                          <p:spTgt spid="26"/>
                                        </p:tgtEl>
                                        <p:attrNameLst>
                                          <p:attrName>ppt_x</p:attrName>
                                        </p:attrNameLst>
                                      </p:cBhvr>
                                      <p:tavLst>
                                        <p:tav tm="0">
                                          <p:val>
                                            <p:strVal val="#ppt_x"/>
                                          </p:val>
                                        </p:tav>
                                        <p:tav tm="100000">
                                          <p:val>
                                            <p:strVal val="#ppt_x"/>
                                          </p:val>
                                        </p:tav>
                                      </p:tavLst>
                                    </p:anim>
                                    <p:anim calcmode="lin" valueType="num">
                                      <p:cBhvr>
                                        <p:cTn id="871" dur="1000" fill="hold"/>
                                        <p:tgtEl>
                                          <p:spTgt spid="26"/>
                                        </p:tgtEl>
                                        <p:attrNameLst>
                                          <p:attrName>ppt_y</p:attrName>
                                        </p:attrNameLst>
                                      </p:cBhvr>
                                      <p:tavLst>
                                        <p:tav tm="0">
                                          <p:val>
                                            <p:strVal val="#ppt_y+.1"/>
                                          </p:val>
                                        </p:tav>
                                        <p:tav tm="100000">
                                          <p:val>
                                            <p:strVal val="#ppt_y"/>
                                          </p:val>
                                        </p:tav>
                                      </p:tavLst>
                                    </p:anim>
                                  </p:childTnLst>
                                </p:cTn>
                              </p:par>
                            </p:childTnLst>
                          </p:cTn>
                        </p:par>
                        <p:par>
                          <p:cTn id="872" fill="hold">
                            <p:stCondLst>
                              <p:cond delay="2000"/>
                            </p:stCondLst>
                            <p:childTnLst>
                              <p:par>
                                <p:cTn id="873" presetID="17" presetClass="entr" presetSubtype="8" fill="hold" nodeType="afterEffect">
                                  <p:stCondLst>
                                    <p:cond delay="0"/>
                                  </p:stCondLst>
                                  <p:childTnLst>
                                    <p:set>
                                      <p:cBhvr>
                                        <p:cTn id="874" dur="1" fill="hold">
                                          <p:stCondLst>
                                            <p:cond delay="0"/>
                                          </p:stCondLst>
                                        </p:cTn>
                                        <p:tgtEl>
                                          <p:spTgt spid="91"/>
                                        </p:tgtEl>
                                        <p:attrNameLst>
                                          <p:attrName>style.visibility</p:attrName>
                                        </p:attrNameLst>
                                      </p:cBhvr>
                                      <p:to>
                                        <p:strVal val="visible"/>
                                      </p:to>
                                    </p:set>
                                    <p:anim calcmode="lin" valueType="num">
                                      <p:cBhvr>
                                        <p:cTn id="875" dur="1000" fill="hold"/>
                                        <p:tgtEl>
                                          <p:spTgt spid="91"/>
                                        </p:tgtEl>
                                        <p:attrNameLst>
                                          <p:attrName>ppt_x</p:attrName>
                                        </p:attrNameLst>
                                      </p:cBhvr>
                                      <p:tavLst>
                                        <p:tav tm="0">
                                          <p:val>
                                            <p:strVal val="#ppt_x-#ppt_w/2"/>
                                          </p:val>
                                        </p:tav>
                                        <p:tav tm="100000">
                                          <p:val>
                                            <p:strVal val="#ppt_x"/>
                                          </p:val>
                                        </p:tav>
                                      </p:tavLst>
                                    </p:anim>
                                    <p:anim calcmode="lin" valueType="num">
                                      <p:cBhvr>
                                        <p:cTn id="876" dur="1000" fill="hold"/>
                                        <p:tgtEl>
                                          <p:spTgt spid="91"/>
                                        </p:tgtEl>
                                        <p:attrNameLst>
                                          <p:attrName>ppt_y</p:attrName>
                                        </p:attrNameLst>
                                      </p:cBhvr>
                                      <p:tavLst>
                                        <p:tav tm="0">
                                          <p:val>
                                            <p:strVal val="#ppt_y"/>
                                          </p:val>
                                        </p:tav>
                                        <p:tav tm="100000">
                                          <p:val>
                                            <p:strVal val="#ppt_y"/>
                                          </p:val>
                                        </p:tav>
                                      </p:tavLst>
                                    </p:anim>
                                    <p:anim calcmode="lin" valueType="num">
                                      <p:cBhvr>
                                        <p:cTn id="877" dur="1000" fill="hold"/>
                                        <p:tgtEl>
                                          <p:spTgt spid="91"/>
                                        </p:tgtEl>
                                        <p:attrNameLst>
                                          <p:attrName>ppt_w</p:attrName>
                                        </p:attrNameLst>
                                      </p:cBhvr>
                                      <p:tavLst>
                                        <p:tav tm="0">
                                          <p:val>
                                            <p:fltVal val="0"/>
                                          </p:val>
                                        </p:tav>
                                        <p:tav tm="100000">
                                          <p:val>
                                            <p:strVal val="#ppt_w"/>
                                          </p:val>
                                        </p:tav>
                                      </p:tavLst>
                                    </p:anim>
                                    <p:anim calcmode="lin" valueType="num">
                                      <p:cBhvr>
                                        <p:cTn id="878" dur="1000" fill="hold"/>
                                        <p:tgtEl>
                                          <p:spTgt spid="91"/>
                                        </p:tgtEl>
                                        <p:attrNameLst>
                                          <p:attrName>ppt_h</p:attrName>
                                        </p:attrNameLst>
                                      </p:cBhvr>
                                      <p:tavLst>
                                        <p:tav tm="0">
                                          <p:val>
                                            <p:strVal val="#ppt_h"/>
                                          </p:val>
                                        </p:tav>
                                        <p:tav tm="100000">
                                          <p:val>
                                            <p:strVal val="#ppt_h"/>
                                          </p:val>
                                        </p:tav>
                                      </p:tavLst>
                                    </p:anim>
                                  </p:childTnLst>
                                </p:cTn>
                              </p:par>
                              <p:par>
                                <p:cTn id="879" presetID="17" presetClass="entr" presetSubtype="8" fill="hold" nodeType="withEffect">
                                  <p:stCondLst>
                                    <p:cond delay="0"/>
                                  </p:stCondLst>
                                  <p:childTnLst>
                                    <p:set>
                                      <p:cBhvr>
                                        <p:cTn id="880" dur="1" fill="hold">
                                          <p:stCondLst>
                                            <p:cond delay="0"/>
                                          </p:stCondLst>
                                        </p:cTn>
                                        <p:tgtEl>
                                          <p:spTgt spid="93"/>
                                        </p:tgtEl>
                                        <p:attrNameLst>
                                          <p:attrName>style.visibility</p:attrName>
                                        </p:attrNameLst>
                                      </p:cBhvr>
                                      <p:to>
                                        <p:strVal val="visible"/>
                                      </p:to>
                                    </p:set>
                                    <p:anim calcmode="lin" valueType="num">
                                      <p:cBhvr>
                                        <p:cTn id="881" dur="1000" fill="hold"/>
                                        <p:tgtEl>
                                          <p:spTgt spid="93"/>
                                        </p:tgtEl>
                                        <p:attrNameLst>
                                          <p:attrName>ppt_x</p:attrName>
                                        </p:attrNameLst>
                                      </p:cBhvr>
                                      <p:tavLst>
                                        <p:tav tm="0">
                                          <p:val>
                                            <p:strVal val="#ppt_x-#ppt_w/2"/>
                                          </p:val>
                                        </p:tav>
                                        <p:tav tm="100000">
                                          <p:val>
                                            <p:strVal val="#ppt_x"/>
                                          </p:val>
                                        </p:tav>
                                      </p:tavLst>
                                    </p:anim>
                                    <p:anim calcmode="lin" valueType="num">
                                      <p:cBhvr>
                                        <p:cTn id="882" dur="1000" fill="hold"/>
                                        <p:tgtEl>
                                          <p:spTgt spid="93"/>
                                        </p:tgtEl>
                                        <p:attrNameLst>
                                          <p:attrName>ppt_y</p:attrName>
                                        </p:attrNameLst>
                                      </p:cBhvr>
                                      <p:tavLst>
                                        <p:tav tm="0">
                                          <p:val>
                                            <p:strVal val="#ppt_y"/>
                                          </p:val>
                                        </p:tav>
                                        <p:tav tm="100000">
                                          <p:val>
                                            <p:strVal val="#ppt_y"/>
                                          </p:val>
                                        </p:tav>
                                      </p:tavLst>
                                    </p:anim>
                                    <p:anim calcmode="lin" valueType="num">
                                      <p:cBhvr>
                                        <p:cTn id="883" dur="1000" fill="hold"/>
                                        <p:tgtEl>
                                          <p:spTgt spid="93"/>
                                        </p:tgtEl>
                                        <p:attrNameLst>
                                          <p:attrName>ppt_w</p:attrName>
                                        </p:attrNameLst>
                                      </p:cBhvr>
                                      <p:tavLst>
                                        <p:tav tm="0">
                                          <p:val>
                                            <p:fltVal val="0"/>
                                          </p:val>
                                        </p:tav>
                                        <p:tav tm="100000">
                                          <p:val>
                                            <p:strVal val="#ppt_w"/>
                                          </p:val>
                                        </p:tav>
                                      </p:tavLst>
                                    </p:anim>
                                    <p:anim calcmode="lin" valueType="num">
                                      <p:cBhvr>
                                        <p:cTn id="884" dur="1000" fill="hold"/>
                                        <p:tgtEl>
                                          <p:spTgt spid="93"/>
                                        </p:tgtEl>
                                        <p:attrNameLst>
                                          <p:attrName>ppt_h</p:attrName>
                                        </p:attrNameLst>
                                      </p:cBhvr>
                                      <p:tavLst>
                                        <p:tav tm="0">
                                          <p:val>
                                            <p:strVal val="#ppt_h"/>
                                          </p:val>
                                        </p:tav>
                                        <p:tav tm="100000">
                                          <p:val>
                                            <p:strVal val="#ppt_h"/>
                                          </p:val>
                                        </p:tav>
                                      </p:tavLst>
                                    </p:anim>
                                  </p:childTnLst>
                                </p:cTn>
                              </p:par>
                            </p:childTnLst>
                          </p:cTn>
                        </p:par>
                        <p:par>
                          <p:cTn id="885" fill="hold">
                            <p:stCondLst>
                              <p:cond delay="3000"/>
                            </p:stCondLst>
                            <p:childTnLst>
                              <p:par>
                                <p:cTn id="886" presetID="22" presetClass="exit" presetSubtype="2" fill="hold" nodeType="afterEffect">
                                  <p:stCondLst>
                                    <p:cond delay="0"/>
                                  </p:stCondLst>
                                  <p:childTnLst>
                                    <p:animEffect transition="out" filter="wipe(right)">
                                      <p:cBhvr>
                                        <p:cTn id="887" dur="500"/>
                                        <p:tgtEl>
                                          <p:spTgt spid="84"/>
                                        </p:tgtEl>
                                      </p:cBhvr>
                                    </p:animEffect>
                                    <p:set>
                                      <p:cBhvr>
                                        <p:cTn id="888" dur="1" fill="hold">
                                          <p:stCondLst>
                                            <p:cond delay="499"/>
                                          </p:stCondLst>
                                        </p:cTn>
                                        <p:tgtEl>
                                          <p:spTgt spid="84"/>
                                        </p:tgtEl>
                                        <p:attrNameLst>
                                          <p:attrName>style.visibility</p:attrName>
                                        </p:attrNameLst>
                                      </p:cBhvr>
                                      <p:to>
                                        <p:strVal val="hidden"/>
                                      </p:to>
                                    </p:set>
                                  </p:childTnLst>
                                </p:cTn>
                              </p:par>
                              <p:par>
                                <p:cTn id="889" presetID="22" presetClass="exit" presetSubtype="2" fill="hold" nodeType="withEffect">
                                  <p:stCondLst>
                                    <p:cond delay="0"/>
                                  </p:stCondLst>
                                  <p:childTnLst>
                                    <p:animEffect transition="out" filter="wipe(right)">
                                      <p:cBhvr>
                                        <p:cTn id="890" dur="500"/>
                                        <p:tgtEl>
                                          <p:spTgt spid="91"/>
                                        </p:tgtEl>
                                      </p:cBhvr>
                                    </p:animEffect>
                                    <p:set>
                                      <p:cBhvr>
                                        <p:cTn id="891" dur="1" fill="hold">
                                          <p:stCondLst>
                                            <p:cond delay="499"/>
                                          </p:stCondLst>
                                        </p:cTn>
                                        <p:tgtEl>
                                          <p:spTgt spid="91"/>
                                        </p:tgtEl>
                                        <p:attrNameLst>
                                          <p:attrName>style.visibility</p:attrName>
                                        </p:attrNameLst>
                                      </p:cBhvr>
                                      <p:to>
                                        <p:strVal val="hidden"/>
                                      </p:to>
                                    </p:set>
                                  </p:childTnLst>
                                </p:cTn>
                              </p:par>
                              <p:par>
                                <p:cTn id="892" presetID="22" presetClass="exit" presetSubtype="2" fill="hold" nodeType="withEffect">
                                  <p:stCondLst>
                                    <p:cond delay="0"/>
                                  </p:stCondLst>
                                  <p:childTnLst>
                                    <p:animEffect transition="out" filter="wipe(right)">
                                      <p:cBhvr>
                                        <p:cTn id="893" dur="500"/>
                                        <p:tgtEl>
                                          <p:spTgt spid="93"/>
                                        </p:tgtEl>
                                      </p:cBhvr>
                                    </p:animEffect>
                                    <p:set>
                                      <p:cBhvr>
                                        <p:cTn id="894" dur="1" fill="hold">
                                          <p:stCondLst>
                                            <p:cond delay="499"/>
                                          </p:stCondLst>
                                        </p:cTn>
                                        <p:tgtEl>
                                          <p:spTgt spid="93"/>
                                        </p:tgtEl>
                                        <p:attrNameLst>
                                          <p:attrName>style.visibility</p:attrName>
                                        </p:attrNameLst>
                                      </p:cBhvr>
                                      <p:to>
                                        <p:strVal val="hidden"/>
                                      </p:to>
                                    </p:set>
                                  </p:childTnLst>
                                </p:cTn>
                              </p:par>
                            </p:childTnLst>
                          </p:cTn>
                        </p:par>
                        <p:par>
                          <p:cTn id="895" fill="hold">
                            <p:stCondLst>
                              <p:cond delay="3500"/>
                            </p:stCondLst>
                            <p:childTnLst>
                              <p:par>
                                <p:cTn id="896" presetID="17" presetClass="entr" presetSubtype="8" fill="hold" nodeType="afterEffect">
                                  <p:stCondLst>
                                    <p:cond delay="0"/>
                                  </p:stCondLst>
                                  <p:childTnLst>
                                    <p:set>
                                      <p:cBhvr>
                                        <p:cTn id="897" dur="1" fill="hold">
                                          <p:stCondLst>
                                            <p:cond delay="0"/>
                                          </p:stCondLst>
                                        </p:cTn>
                                        <p:tgtEl>
                                          <p:spTgt spid="95"/>
                                        </p:tgtEl>
                                        <p:attrNameLst>
                                          <p:attrName>style.visibility</p:attrName>
                                        </p:attrNameLst>
                                      </p:cBhvr>
                                      <p:to>
                                        <p:strVal val="visible"/>
                                      </p:to>
                                    </p:set>
                                    <p:anim calcmode="lin" valueType="num">
                                      <p:cBhvr>
                                        <p:cTn id="898" dur="1000" fill="hold"/>
                                        <p:tgtEl>
                                          <p:spTgt spid="95"/>
                                        </p:tgtEl>
                                        <p:attrNameLst>
                                          <p:attrName>ppt_x</p:attrName>
                                        </p:attrNameLst>
                                      </p:cBhvr>
                                      <p:tavLst>
                                        <p:tav tm="0">
                                          <p:val>
                                            <p:strVal val="#ppt_x-#ppt_w/2"/>
                                          </p:val>
                                        </p:tav>
                                        <p:tav tm="100000">
                                          <p:val>
                                            <p:strVal val="#ppt_x"/>
                                          </p:val>
                                        </p:tav>
                                      </p:tavLst>
                                    </p:anim>
                                    <p:anim calcmode="lin" valueType="num">
                                      <p:cBhvr>
                                        <p:cTn id="899" dur="1000" fill="hold"/>
                                        <p:tgtEl>
                                          <p:spTgt spid="95"/>
                                        </p:tgtEl>
                                        <p:attrNameLst>
                                          <p:attrName>ppt_y</p:attrName>
                                        </p:attrNameLst>
                                      </p:cBhvr>
                                      <p:tavLst>
                                        <p:tav tm="0">
                                          <p:val>
                                            <p:strVal val="#ppt_y"/>
                                          </p:val>
                                        </p:tav>
                                        <p:tav tm="100000">
                                          <p:val>
                                            <p:strVal val="#ppt_y"/>
                                          </p:val>
                                        </p:tav>
                                      </p:tavLst>
                                    </p:anim>
                                    <p:anim calcmode="lin" valueType="num">
                                      <p:cBhvr>
                                        <p:cTn id="900" dur="1000" fill="hold"/>
                                        <p:tgtEl>
                                          <p:spTgt spid="95"/>
                                        </p:tgtEl>
                                        <p:attrNameLst>
                                          <p:attrName>ppt_w</p:attrName>
                                        </p:attrNameLst>
                                      </p:cBhvr>
                                      <p:tavLst>
                                        <p:tav tm="0">
                                          <p:val>
                                            <p:fltVal val="0"/>
                                          </p:val>
                                        </p:tav>
                                        <p:tav tm="100000">
                                          <p:val>
                                            <p:strVal val="#ppt_w"/>
                                          </p:val>
                                        </p:tav>
                                      </p:tavLst>
                                    </p:anim>
                                    <p:anim calcmode="lin" valueType="num">
                                      <p:cBhvr>
                                        <p:cTn id="901" dur="1000" fill="hold"/>
                                        <p:tgtEl>
                                          <p:spTgt spid="95"/>
                                        </p:tgtEl>
                                        <p:attrNameLst>
                                          <p:attrName>ppt_h</p:attrName>
                                        </p:attrNameLst>
                                      </p:cBhvr>
                                      <p:tavLst>
                                        <p:tav tm="0">
                                          <p:val>
                                            <p:strVal val="#ppt_h"/>
                                          </p:val>
                                        </p:tav>
                                        <p:tav tm="100000">
                                          <p:val>
                                            <p:strVal val="#ppt_h"/>
                                          </p:val>
                                        </p:tav>
                                      </p:tavLst>
                                    </p:anim>
                                  </p:childTnLst>
                                </p:cTn>
                              </p:par>
                            </p:childTnLst>
                          </p:cTn>
                        </p:par>
                      </p:childTnLst>
                    </p:cTn>
                  </p:par>
                  <p:par>
                    <p:cTn id="902" fill="hold">
                      <p:stCondLst>
                        <p:cond delay="indefinite"/>
                      </p:stCondLst>
                      <p:childTnLst>
                        <p:par>
                          <p:cTn id="903" fill="hold">
                            <p:stCondLst>
                              <p:cond delay="0"/>
                            </p:stCondLst>
                            <p:childTnLst>
                              <p:par>
                                <p:cTn id="904" presetID="45" presetClass="exit" presetSubtype="0" fill="hold" grpId="1" nodeType="clickEffect">
                                  <p:stCondLst>
                                    <p:cond delay="0"/>
                                  </p:stCondLst>
                                  <p:childTnLst>
                                    <p:animEffect transition="out" filter="fade">
                                      <p:cBhvr>
                                        <p:cTn id="905" dur="1000"/>
                                        <p:tgtEl>
                                          <p:spTgt spid="83"/>
                                        </p:tgtEl>
                                      </p:cBhvr>
                                    </p:animEffect>
                                    <p:anim calcmode="lin" valueType="num">
                                      <p:cBhvr>
                                        <p:cTn id="906" dur="1000"/>
                                        <p:tgtEl>
                                          <p:spTgt spid="8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907" dur="1000"/>
                                        <p:tgtEl>
                                          <p:spTgt spid="83"/>
                                        </p:tgtEl>
                                        <p:attrNameLst>
                                          <p:attrName>ppt_h</p:attrName>
                                        </p:attrNameLst>
                                      </p:cBhvr>
                                      <p:tavLst>
                                        <p:tav tm="0">
                                          <p:val>
                                            <p:strVal val="ppt_h"/>
                                          </p:val>
                                        </p:tav>
                                        <p:tav tm="100000">
                                          <p:val>
                                            <p:strVal val="ppt_h"/>
                                          </p:val>
                                        </p:tav>
                                      </p:tavLst>
                                    </p:anim>
                                    <p:set>
                                      <p:cBhvr>
                                        <p:cTn id="908" dur="1" fill="hold">
                                          <p:stCondLst>
                                            <p:cond delay="999"/>
                                          </p:stCondLst>
                                        </p:cTn>
                                        <p:tgtEl>
                                          <p:spTgt spid="83"/>
                                        </p:tgtEl>
                                        <p:attrNameLst>
                                          <p:attrName>style.visibility</p:attrName>
                                        </p:attrNameLst>
                                      </p:cBhvr>
                                      <p:to>
                                        <p:strVal val="hidden"/>
                                      </p:to>
                                    </p:set>
                                  </p:childTnLst>
                                </p:cTn>
                              </p:par>
                            </p:childTnLst>
                          </p:cTn>
                        </p:par>
                        <p:par>
                          <p:cTn id="909" fill="hold">
                            <p:stCondLst>
                              <p:cond delay="1000"/>
                            </p:stCondLst>
                            <p:childTnLst>
                              <p:par>
                                <p:cTn id="910" presetID="10" presetClass="entr" presetSubtype="0" fill="hold" grpId="0" nodeType="afterEffect">
                                  <p:stCondLst>
                                    <p:cond delay="0"/>
                                  </p:stCondLst>
                                  <p:childTnLst>
                                    <p:set>
                                      <p:cBhvr>
                                        <p:cTn id="911" dur="1" fill="hold">
                                          <p:stCondLst>
                                            <p:cond delay="0"/>
                                          </p:stCondLst>
                                        </p:cTn>
                                        <p:tgtEl>
                                          <p:spTgt spid="86"/>
                                        </p:tgtEl>
                                        <p:attrNameLst>
                                          <p:attrName>style.visibility</p:attrName>
                                        </p:attrNameLst>
                                      </p:cBhvr>
                                      <p:to>
                                        <p:strVal val="visible"/>
                                      </p:to>
                                    </p:set>
                                    <p:animEffect transition="in" filter="fade">
                                      <p:cBhvr>
                                        <p:cTn id="912" dur="500"/>
                                        <p:tgtEl>
                                          <p:spTgt spid="86"/>
                                        </p:tgtEl>
                                      </p:cBhvr>
                                    </p:animEffect>
                                  </p:childTnLst>
                                </p:cTn>
                              </p:par>
                            </p:childTnLst>
                          </p:cTn>
                        </p:par>
                        <p:par>
                          <p:cTn id="913" fill="hold">
                            <p:stCondLst>
                              <p:cond delay="1500"/>
                            </p:stCondLst>
                            <p:childTnLst>
                              <p:par>
                                <p:cTn id="914" presetID="63" presetClass="path" presetSubtype="0" accel="50000" decel="50000" fill="hold" nodeType="afterEffect">
                                  <p:stCondLst>
                                    <p:cond delay="0"/>
                                  </p:stCondLst>
                                  <p:childTnLst>
                                    <p:animMotion origin="layout" path="M -2.5E-6 -1.85185E-6 L 0.57722 -0.03403 " pathEditMode="relative" rAng="0" ptsTypes="AA">
                                      <p:cBhvr>
                                        <p:cTn id="915" dur="1500" fill="hold"/>
                                        <p:tgtEl>
                                          <p:spTgt spid="26"/>
                                        </p:tgtEl>
                                        <p:attrNameLst>
                                          <p:attrName>ppt_x</p:attrName>
                                          <p:attrName>ppt_y</p:attrName>
                                        </p:attrNameLst>
                                      </p:cBhvr>
                                      <p:rCtr x="28854" y="-1713"/>
                                    </p:animMotion>
                                  </p:childTnLst>
                                </p:cTn>
                              </p:par>
                              <p:par>
                                <p:cTn id="916" presetID="17" presetClass="entr" presetSubtype="1" fill="hold" nodeType="withEffect">
                                  <p:stCondLst>
                                    <p:cond delay="500"/>
                                  </p:stCondLst>
                                  <p:childTnLst>
                                    <p:set>
                                      <p:cBhvr>
                                        <p:cTn id="917" dur="1" fill="hold">
                                          <p:stCondLst>
                                            <p:cond delay="0"/>
                                          </p:stCondLst>
                                        </p:cTn>
                                        <p:tgtEl>
                                          <p:spTgt spid="10"/>
                                        </p:tgtEl>
                                        <p:attrNameLst>
                                          <p:attrName>style.visibility</p:attrName>
                                        </p:attrNameLst>
                                      </p:cBhvr>
                                      <p:to>
                                        <p:strVal val="visible"/>
                                      </p:to>
                                    </p:set>
                                    <p:anim calcmode="lin" valueType="num">
                                      <p:cBhvr>
                                        <p:cTn id="918" dur="1000" fill="hold"/>
                                        <p:tgtEl>
                                          <p:spTgt spid="10"/>
                                        </p:tgtEl>
                                        <p:attrNameLst>
                                          <p:attrName>ppt_x</p:attrName>
                                        </p:attrNameLst>
                                      </p:cBhvr>
                                      <p:tavLst>
                                        <p:tav tm="0">
                                          <p:val>
                                            <p:strVal val="#ppt_x"/>
                                          </p:val>
                                        </p:tav>
                                        <p:tav tm="100000">
                                          <p:val>
                                            <p:strVal val="#ppt_x"/>
                                          </p:val>
                                        </p:tav>
                                      </p:tavLst>
                                    </p:anim>
                                    <p:anim calcmode="lin" valueType="num">
                                      <p:cBhvr>
                                        <p:cTn id="919" dur="1000" fill="hold"/>
                                        <p:tgtEl>
                                          <p:spTgt spid="10"/>
                                        </p:tgtEl>
                                        <p:attrNameLst>
                                          <p:attrName>ppt_y</p:attrName>
                                        </p:attrNameLst>
                                      </p:cBhvr>
                                      <p:tavLst>
                                        <p:tav tm="0">
                                          <p:val>
                                            <p:strVal val="#ppt_y-#ppt_h/2"/>
                                          </p:val>
                                        </p:tav>
                                        <p:tav tm="100000">
                                          <p:val>
                                            <p:strVal val="#ppt_y"/>
                                          </p:val>
                                        </p:tav>
                                      </p:tavLst>
                                    </p:anim>
                                    <p:anim calcmode="lin" valueType="num">
                                      <p:cBhvr>
                                        <p:cTn id="920" dur="1000" fill="hold"/>
                                        <p:tgtEl>
                                          <p:spTgt spid="10"/>
                                        </p:tgtEl>
                                        <p:attrNameLst>
                                          <p:attrName>ppt_w</p:attrName>
                                        </p:attrNameLst>
                                      </p:cBhvr>
                                      <p:tavLst>
                                        <p:tav tm="0">
                                          <p:val>
                                            <p:strVal val="#ppt_w"/>
                                          </p:val>
                                        </p:tav>
                                        <p:tav tm="100000">
                                          <p:val>
                                            <p:strVal val="#ppt_w"/>
                                          </p:val>
                                        </p:tav>
                                      </p:tavLst>
                                    </p:anim>
                                    <p:anim calcmode="lin" valueType="num">
                                      <p:cBhvr>
                                        <p:cTn id="921" dur="1000" fill="hold"/>
                                        <p:tgtEl>
                                          <p:spTgt spid="10"/>
                                        </p:tgtEl>
                                        <p:attrNameLst>
                                          <p:attrName>ppt_h</p:attrName>
                                        </p:attrNameLst>
                                      </p:cBhvr>
                                      <p:tavLst>
                                        <p:tav tm="0">
                                          <p:val>
                                            <p:fltVal val="0"/>
                                          </p:val>
                                        </p:tav>
                                        <p:tav tm="100000">
                                          <p:val>
                                            <p:strVal val="#ppt_h"/>
                                          </p:val>
                                        </p:tav>
                                      </p:tavLst>
                                    </p:anim>
                                  </p:childTnLst>
                                </p:cTn>
                              </p:par>
                            </p:childTnLst>
                          </p:cTn>
                        </p:par>
                        <p:par>
                          <p:cTn id="922" fill="hold">
                            <p:stCondLst>
                              <p:cond delay="3000"/>
                            </p:stCondLst>
                            <p:childTnLst>
                              <p:par>
                                <p:cTn id="923" presetID="17" presetClass="entr" presetSubtype="10" fill="hold" grpId="0" nodeType="afterEffect">
                                  <p:stCondLst>
                                    <p:cond delay="0"/>
                                  </p:stCondLst>
                                  <p:childTnLst>
                                    <p:set>
                                      <p:cBhvr>
                                        <p:cTn id="924" dur="1" fill="hold">
                                          <p:stCondLst>
                                            <p:cond delay="0"/>
                                          </p:stCondLst>
                                        </p:cTn>
                                        <p:tgtEl>
                                          <p:spTgt spid="88"/>
                                        </p:tgtEl>
                                        <p:attrNameLst>
                                          <p:attrName>style.visibility</p:attrName>
                                        </p:attrNameLst>
                                      </p:cBhvr>
                                      <p:to>
                                        <p:strVal val="visible"/>
                                      </p:to>
                                    </p:set>
                                    <p:anim calcmode="lin" valueType="num">
                                      <p:cBhvr>
                                        <p:cTn id="925" dur="1000" fill="hold"/>
                                        <p:tgtEl>
                                          <p:spTgt spid="88"/>
                                        </p:tgtEl>
                                        <p:attrNameLst>
                                          <p:attrName>ppt_w</p:attrName>
                                        </p:attrNameLst>
                                      </p:cBhvr>
                                      <p:tavLst>
                                        <p:tav tm="0">
                                          <p:val>
                                            <p:fltVal val="0"/>
                                          </p:val>
                                        </p:tav>
                                        <p:tav tm="100000">
                                          <p:val>
                                            <p:strVal val="#ppt_w"/>
                                          </p:val>
                                        </p:tav>
                                      </p:tavLst>
                                    </p:anim>
                                    <p:anim calcmode="lin" valueType="num">
                                      <p:cBhvr>
                                        <p:cTn id="926" dur="1000" fill="hold"/>
                                        <p:tgtEl>
                                          <p:spTgt spid="88"/>
                                        </p:tgtEl>
                                        <p:attrNameLst>
                                          <p:attrName>ppt_h</p:attrName>
                                        </p:attrNameLst>
                                      </p:cBhvr>
                                      <p:tavLst>
                                        <p:tav tm="0">
                                          <p:val>
                                            <p:strVal val="#ppt_h"/>
                                          </p:val>
                                        </p:tav>
                                        <p:tav tm="100000">
                                          <p:val>
                                            <p:strVal val="#ppt_h"/>
                                          </p:val>
                                        </p:tav>
                                      </p:tavLst>
                                    </p:anim>
                                  </p:childTnLst>
                                </p:cTn>
                              </p:par>
                            </p:childTnLst>
                          </p:cTn>
                        </p:par>
                        <p:par>
                          <p:cTn id="927" fill="hold">
                            <p:stCondLst>
                              <p:cond delay="4000"/>
                            </p:stCondLst>
                            <p:childTnLst>
                              <p:par>
                                <p:cTn id="928" presetID="8" presetClass="emph" presetSubtype="0" fill="hold" grpId="1" nodeType="afterEffect">
                                  <p:stCondLst>
                                    <p:cond delay="0"/>
                                  </p:stCondLst>
                                  <p:childTnLst>
                                    <p:animRot by="21600000">
                                      <p:cBhvr>
                                        <p:cTn id="929" dur="1500" fill="hold"/>
                                        <p:tgtEl>
                                          <p:spTgt spid="88"/>
                                        </p:tgtEl>
                                        <p:attrNameLst>
                                          <p:attrName>r</p:attrName>
                                        </p:attrNameLst>
                                      </p:cBhvr>
                                    </p:animRot>
                                  </p:childTnLst>
                                </p:cTn>
                              </p:par>
                            </p:childTnLst>
                          </p:cTn>
                        </p:par>
                        <p:par>
                          <p:cTn id="930" fill="hold">
                            <p:stCondLst>
                              <p:cond delay="5500"/>
                            </p:stCondLst>
                            <p:childTnLst>
                              <p:par>
                                <p:cTn id="931" presetID="10" presetClass="exit" presetSubtype="0" fill="hold" grpId="2" nodeType="afterEffect">
                                  <p:stCondLst>
                                    <p:cond delay="0"/>
                                  </p:stCondLst>
                                  <p:childTnLst>
                                    <p:animEffect transition="out" filter="fade">
                                      <p:cBhvr>
                                        <p:cTn id="932" dur="500"/>
                                        <p:tgtEl>
                                          <p:spTgt spid="88"/>
                                        </p:tgtEl>
                                      </p:cBhvr>
                                    </p:animEffect>
                                    <p:set>
                                      <p:cBhvr>
                                        <p:cTn id="933" dur="1" fill="hold">
                                          <p:stCondLst>
                                            <p:cond delay="499"/>
                                          </p:stCondLst>
                                        </p:cTn>
                                        <p:tgtEl>
                                          <p:spTgt spid="88"/>
                                        </p:tgtEl>
                                        <p:attrNameLst>
                                          <p:attrName>style.visibility</p:attrName>
                                        </p:attrNameLst>
                                      </p:cBhvr>
                                      <p:to>
                                        <p:strVal val="hidden"/>
                                      </p:to>
                                    </p:set>
                                  </p:childTnLst>
                                </p:cTn>
                              </p:par>
                            </p:childTnLst>
                          </p:cTn>
                        </p:par>
                        <p:par>
                          <p:cTn id="934" fill="hold">
                            <p:stCondLst>
                              <p:cond delay="6000"/>
                            </p:stCondLst>
                            <p:childTnLst>
                              <p:par>
                                <p:cTn id="935" presetID="63" presetClass="path" presetSubtype="0" accel="50000" decel="50000" fill="hold" nodeType="afterEffect">
                                  <p:stCondLst>
                                    <p:cond delay="0"/>
                                  </p:stCondLst>
                                  <p:childTnLst>
                                    <p:animMotion origin="layout" path="M 0.30951 -0.03426 L 0.57683 -0.03565 " pathEditMode="relative" rAng="0" ptsTypes="AA">
                                      <p:cBhvr>
                                        <p:cTn id="936" dur="1500" fill="hold"/>
                                        <p:tgtEl>
                                          <p:spTgt spid="30"/>
                                        </p:tgtEl>
                                        <p:attrNameLst>
                                          <p:attrName>ppt_x</p:attrName>
                                          <p:attrName>ppt_y</p:attrName>
                                        </p:attrNameLst>
                                      </p:cBhvr>
                                      <p:rCtr x="13359" y="-46"/>
                                    </p:animMotion>
                                  </p:childTnLst>
                                </p:cTn>
                              </p:par>
                              <p:par>
                                <p:cTn id="937" presetID="35" presetClass="path" presetSubtype="0" accel="50000" decel="50000" fill="hold" nodeType="withEffect">
                                  <p:stCondLst>
                                    <p:cond delay="0"/>
                                  </p:stCondLst>
                                  <p:childTnLst>
                                    <p:animMotion origin="layout" path="M 0.57722 -0.03403 L 0.3099 -0.03264 " pathEditMode="relative" rAng="0" ptsTypes="AA">
                                      <p:cBhvr>
                                        <p:cTn id="938" dur="1500" fill="hold"/>
                                        <p:tgtEl>
                                          <p:spTgt spid="26"/>
                                        </p:tgtEl>
                                        <p:attrNameLst>
                                          <p:attrName>ppt_x</p:attrName>
                                          <p:attrName>ppt_y</p:attrName>
                                        </p:attrNameLst>
                                      </p:cBhvr>
                                      <p:rCtr x="-13372" y="347"/>
                                    </p:animMotion>
                                  </p:childTnLst>
                                </p:cTn>
                              </p:par>
                            </p:childTnLst>
                          </p:cTn>
                        </p:par>
                        <p:par>
                          <p:cTn id="939" fill="hold">
                            <p:stCondLst>
                              <p:cond delay="7500"/>
                            </p:stCondLst>
                            <p:childTnLst>
                              <p:par>
                                <p:cTn id="940" presetID="17" presetClass="entr" presetSubtype="10" fill="hold" grpId="3" nodeType="afterEffect">
                                  <p:stCondLst>
                                    <p:cond delay="0"/>
                                  </p:stCondLst>
                                  <p:childTnLst>
                                    <p:set>
                                      <p:cBhvr>
                                        <p:cTn id="941" dur="1" fill="hold">
                                          <p:stCondLst>
                                            <p:cond delay="0"/>
                                          </p:stCondLst>
                                        </p:cTn>
                                        <p:tgtEl>
                                          <p:spTgt spid="103"/>
                                        </p:tgtEl>
                                        <p:attrNameLst>
                                          <p:attrName>style.visibility</p:attrName>
                                        </p:attrNameLst>
                                      </p:cBhvr>
                                      <p:to>
                                        <p:strVal val="visible"/>
                                      </p:to>
                                    </p:set>
                                    <p:anim calcmode="lin" valueType="num">
                                      <p:cBhvr>
                                        <p:cTn id="942" dur="1000" fill="hold"/>
                                        <p:tgtEl>
                                          <p:spTgt spid="103"/>
                                        </p:tgtEl>
                                        <p:attrNameLst>
                                          <p:attrName>ppt_w</p:attrName>
                                        </p:attrNameLst>
                                      </p:cBhvr>
                                      <p:tavLst>
                                        <p:tav tm="0">
                                          <p:val>
                                            <p:fltVal val="0"/>
                                          </p:val>
                                        </p:tav>
                                        <p:tav tm="100000">
                                          <p:val>
                                            <p:strVal val="#ppt_w"/>
                                          </p:val>
                                        </p:tav>
                                      </p:tavLst>
                                    </p:anim>
                                    <p:anim calcmode="lin" valueType="num">
                                      <p:cBhvr>
                                        <p:cTn id="943" dur="1000" fill="hold"/>
                                        <p:tgtEl>
                                          <p:spTgt spid="103"/>
                                        </p:tgtEl>
                                        <p:attrNameLst>
                                          <p:attrName>ppt_h</p:attrName>
                                        </p:attrNameLst>
                                      </p:cBhvr>
                                      <p:tavLst>
                                        <p:tav tm="0">
                                          <p:val>
                                            <p:strVal val="#ppt_h"/>
                                          </p:val>
                                        </p:tav>
                                        <p:tav tm="100000">
                                          <p:val>
                                            <p:strVal val="#ppt_h"/>
                                          </p:val>
                                        </p:tav>
                                      </p:tavLst>
                                    </p:anim>
                                  </p:childTnLst>
                                </p:cTn>
                              </p:par>
                            </p:childTnLst>
                          </p:cTn>
                        </p:par>
                        <p:par>
                          <p:cTn id="944" fill="hold">
                            <p:stCondLst>
                              <p:cond delay="8500"/>
                            </p:stCondLst>
                            <p:childTnLst>
                              <p:par>
                                <p:cTn id="945" presetID="32" presetClass="emph" presetSubtype="0" fill="hold" grpId="4" nodeType="afterEffect">
                                  <p:stCondLst>
                                    <p:cond delay="0"/>
                                  </p:stCondLst>
                                  <p:childTnLst>
                                    <p:animRot by="120000">
                                      <p:cBhvr>
                                        <p:cTn id="946" dur="150" fill="hold">
                                          <p:stCondLst>
                                            <p:cond delay="0"/>
                                          </p:stCondLst>
                                        </p:cTn>
                                        <p:tgtEl>
                                          <p:spTgt spid="103"/>
                                        </p:tgtEl>
                                        <p:attrNameLst>
                                          <p:attrName>r</p:attrName>
                                        </p:attrNameLst>
                                      </p:cBhvr>
                                    </p:animRot>
                                    <p:animRot by="-240000">
                                      <p:cBhvr>
                                        <p:cTn id="947" dur="300" fill="hold">
                                          <p:stCondLst>
                                            <p:cond delay="300"/>
                                          </p:stCondLst>
                                        </p:cTn>
                                        <p:tgtEl>
                                          <p:spTgt spid="103"/>
                                        </p:tgtEl>
                                        <p:attrNameLst>
                                          <p:attrName>r</p:attrName>
                                        </p:attrNameLst>
                                      </p:cBhvr>
                                    </p:animRot>
                                    <p:animRot by="240000">
                                      <p:cBhvr>
                                        <p:cTn id="948" dur="300" fill="hold">
                                          <p:stCondLst>
                                            <p:cond delay="600"/>
                                          </p:stCondLst>
                                        </p:cTn>
                                        <p:tgtEl>
                                          <p:spTgt spid="103"/>
                                        </p:tgtEl>
                                        <p:attrNameLst>
                                          <p:attrName>r</p:attrName>
                                        </p:attrNameLst>
                                      </p:cBhvr>
                                    </p:animRot>
                                    <p:animRot by="-240000">
                                      <p:cBhvr>
                                        <p:cTn id="949" dur="300" fill="hold">
                                          <p:stCondLst>
                                            <p:cond delay="900"/>
                                          </p:stCondLst>
                                        </p:cTn>
                                        <p:tgtEl>
                                          <p:spTgt spid="103"/>
                                        </p:tgtEl>
                                        <p:attrNameLst>
                                          <p:attrName>r</p:attrName>
                                        </p:attrNameLst>
                                      </p:cBhvr>
                                    </p:animRot>
                                    <p:animRot by="120000">
                                      <p:cBhvr>
                                        <p:cTn id="950" dur="300" fill="hold">
                                          <p:stCondLst>
                                            <p:cond delay="1200"/>
                                          </p:stCondLst>
                                        </p:cTn>
                                        <p:tgtEl>
                                          <p:spTgt spid="103"/>
                                        </p:tgtEl>
                                        <p:attrNameLst>
                                          <p:attrName>r</p:attrName>
                                        </p:attrNameLst>
                                      </p:cBhvr>
                                    </p:animRot>
                                  </p:childTnLst>
                                </p:cTn>
                              </p:par>
                            </p:childTnLst>
                          </p:cTn>
                        </p:par>
                        <p:par>
                          <p:cTn id="951" fill="hold">
                            <p:stCondLst>
                              <p:cond delay="10000"/>
                            </p:stCondLst>
                            <p:childTnLst>
                              <p:par>
                                <p:cTn id="952" presetID="10" presetClass="exit" presetSubtype="0" fill="hold" grpId="5" nodeType="afterEffect">
                                  <p:stCondLst>
                                    <p:cond delay="0"/>
                                  </p:stCondLst>
                                  <p:childTnLst>
                                    <p:animEffect transition="out" filter="fade">
                                      <p:cBhvr>
                                        <p:cTn id="953" dur="500"/>
                                        <p:tgtEl>
                                          <p:spTgt spid="103"/>
                                        </p:tgtEl>
                                      </p:cBhvr>
                                    </p:animEffect>
                                    <p:set>
                                      <p:cBhvr>
                                        <p:cTn id="954" dur="1" fill="hold">
                                          <p:stCondLst>
                                            <p:cond delay="499"/>
                                          </p:stCondLst>
                                        </p:cTn>
                                        <p:tgtEl>
                                          <p:spTgt spid="103"/>
                                        </p:tgtEl>
                                        <p:attrNameLst>
                                          <p:attrName>style.visibility</p:attrName>
                                        </p:attrNameLst>
                                      </p:cBhvr>
                                      <p:to>
                                        <p:strVal val="hidden"/>
                                      </p:to>
                                    </p:set>
                                  </p:childTnLst>
                                </p:cTn>
                              </p:par>
                            </p:childTnLst>
                          </p:cTn>
                        </p:par>
                        <p:par>
                          <p:cTn id="955" fill="hold">
                            <p:stCondLst>
                              <p:cond delay="10500"/>
                            </p:stCondLst>
                            <p:childTnLst>
                              <p:par>
                                <p:cTn id="956" presetID="22" presetClass="exit" presetSubtype="2" fill="hold" nodeType="afterEffect">
                                  <p:stCondLst>
                                    <p:cond delay="0"/>
                                  </p:stCondLst>
                                  <p:childTnLst>
                                    <p:animEffect transition="out" filter="wipe(right)">
                                      <p:cBhvr>
                                        <p:cTn id="957" dur="500"/>
                                        <p:tgtEl>
                                          <p:spTgt spid="95"/>
                                        </p:tgtEl>
                                      </p:cBhvr>
                                    </p:animEffect>
                                    <p:set>
                                      <p:cBhvr>
                                        <p:cTn id="958" dur="1" fill="hold">
                                          <p:stCondLst>
                                            <p:cond delay="499"/>
                                          </p:stCondLst>
                                        </p:cTn>
                                        <p:tgtEl>
                                          <p:spTgt spid="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1" grpId="0"/>
      <p:bldP spid="81" grpId="1"/>
      <p:bldP spid="81" grpId="2"/>
      <p:bldP spid="81" grpId="3"/>
      <p:bldP spid="81" grpId="4"/>
      <p:bldP spid="81" grpId="5"/>
      <p:bldP spid="81" grpId="6"/>
      <p:bldP spid="81" grpId="7"/>
      <p:bldP spid="97" grpId="0"/>
      <p:bldP spid="97" grpId="1"/>
      <p:bldP spid="98" grpId="0"/>
      <p:bldP spid="98" grpId="1"/>
      <p:bldP spid="99" grpId="0" animBg="1"/>
      <p:bldP spid="99" grpId="1" animBg="1"/>
      <p:bldP spid="99" grpId="2" animBg="1"/>
      <p:bldP spid="99" grpId="3" animBg="1"/>
      <p:bldP spid="99" grpId="4" animBg="1"/>
      <p:bldP spid="99" grpId="5" animBg="1"/>
      <p:bldP spid="99" grpId="6" animBg="1"/>
      <p:bldP spid="99" grpId="7" animBg="1"/>
      <p:bldP spid="100" grpId="0"/>
      <p:bldP spid="100" grpId="1"/>
      <p:bldP spid="101" grpId="0"/>
      <p:bldP spid="101" grpId="1"/>
      <p:bldP spid="102" grpId="0"/>
      <p:bldP spid="102" grpId="1"/>
      <p:bldP spid="103" grpId="0" animBg="1"/>
      <p:bldP spid="103" grpId="1" animBg="1"/>
      <p:bldP spid="103" grpId="2" animBg="1"/>
      <p:bldP spid="103" grpId="3" animBg="1"/>
      <p:bldP spid="103" grpId="4" animBg="1"/>
      <p:bldP spid="103" grpId="5" animBg="1"/>
      <p:bldP spid="104" grpId="0" animBg="1"/>
      <p:bldP spid="104" grpId="1" animBg="1"/>
      <p:bldP spid="104" grpId="2" animBg="1"/>
      <p:bldP spid="104" grpId="3" animBg="1"/>
      <p:bldP spid="104" grpId="4" animBg="1"/>
      <p:bldP spid="104" grpId="5" animBg="1"/>
      <p:bldP spid="105" grpId="0" animBg="1"/>
      <p:bldP spid="105" grpId="1" animBg="1"/>
      <p:bldP spid="105" grpId="2" animBg="1"/>
      <p:bldP spid="105" grpId="3" animBg="1"/>
      <p:bldP spid="105" grpId="4" animBg="1"/>
      <p:bldP spid="105" grpId="5" animBg="1"/>
      <p:bldP spid="106" grpId="0"/>
      <p:bldP spid="106" grpId="1"/>
      <p:bldP spid="107" grpId="0" animBg="1"/>
      <p:bldP spid="107" grpId="1" animBg="1"/>
      <p:bldP spid="107" grpId="2" animBg="1"/>
      <p:bldP spid="3" grpId="0"/>
      <p:bldP spid="3" grpId="1"/>
      <p:bldP spid="5" grpId="0"/>
      <p:bldP spid="5" grpId="1"/>
      <p:bldP spid="74" grpId="0"/>
      <p:bldP spid="74" grpId="1"/>
      <p:bldP spid="78" grpId="0"/>
      <p:bldP spid="78" grpId="1"/>
      <p:bldP spid="80" grpId="0" animBg="1"/>
      <p:bldP spid="80" grpId="1" animBg="1"/>
      <p:bldP spid="80" grpId="2" animBg="1"/>
      <p:bldP spid="83" grpId="0"/>
      <p:bldP spid="83" grpId="1"/>
      <p:bldP spid="85" grpId="0" animBg="1"/>
      <p:bldP spid="85" grpId="1" animBg="1"/>
      <p:bldP spid="85" grpId="2" animBg="1"/>
      <p:bldP spid="86" grpId="0"/>
      <p:bldP spid="88" grpId="0" animBg="1"/>
      <p:bldP spid="88" grpId="1" animBg="1"/>
      <p:bldP spid="88" grpId="2" animBg="1"/>
      <p:bldP spid="92" grpId="0"/>
      <p:bldP spid="9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04C28A0-E5D6-B71C-FEFE-D9897420BF0F}"/>
              </a:ext>
            </a:extLst>
          </p:cNvPr>
          <p:cNvSpPr>
            <a:spLocks noGrp="1"/>
          </p:cNvSpPr>
          <p:nvPr>
            <p:ph type="sldNum" sz="quarter" idx="12"/>
          </p:nvPr>
        </p:nvSpPr>
        <p:spPr/>
        <p:txBody>
          <a:bodyPr/>
          <a:lstStyle/>
          <a:p>
            <a:fld id="{D7C0FE0B-717B-41AE-9FA2-CA4BF851D1C3}" type="slidenum">
              <a:rPr lang="zh-CN" altLang="en-US" smtClean="0"/>
              <a:t>31</a:t>
            </a:fld>
            <a:endParaRPr lang="zh-CN" altLang="en-US"/>
          </a:p>
        </p:txBody>
      </p:sp>
      <p:grpSp>
        <p:nvGrpSpPr>
          <p:cNvPr id="72" name="组合 71">
            <a:extLst>
              <a:ext uri="{FF2B5EF4-FFF2-40B4-BE49-F238E27FC236}">
                <a16:creationId xmlns:a16="http://schemas.microsoft.com/office/drawing/2014/main" id="{85EBF65D-C302-9E8E-8B30-CB06B27D2084}"/>
              </a:ext>
            </a:extLst>
          </p:cNvPr>
          <p:cNvGrpSpPr/>
          <p:nvPr/>
        </p:nvGrpSpPr>
        <p:grpSpPr>
          <a:xfrm>
            <a:off x="1086892" y="107479"/>
            <a:ext cx="8613918" cy="699106"/>
            <a:chOff x="1086892" y="107479"/>
            <a:chExt cx="8613918" cy="699106"/>
          </a:xfrm>
        </p:grpSpPr>
        <p:grpSp>
          <p:nvGrpSpPr>
            <p:cNvPr id="5" name="组合 4">
              <a:extLst>
                <a:ext uri="{FF2B5EF4-FFF2-40B4-BE49-F238E27FC236}">
                  <a16:creationId xmlns:a16="http://schemas.microsoft.com/office/drawing/2014/main" id="{9F698BC9-D145-4EDE-8465-21101A5F76B7}"/>
                </a:ext>
              </a:extLst>
            </p:cNvPr>
            <p:cNvGrpSpPr/>
            <p:nvPr/>
          </p:nvGrpSpPr>
          <p:grpSpPr>
            <a:xfrm>
              <a:off x="3178123" y="396029"/>
              <a:ext cx="6522687" cy="197278"/>
              <a:chOff x="1296928" y="792919"/>
              <a:chExt cx="8657017" cy="263756"/>
            </a:xfrm>
          </p:grpSpPr>
          <p:sp>
            <p:nvSpPr>
              <p:cNvPr id="61" name="矩形 60">
                <a:extLst>
                  <a:ext uri="{FF2B5EF4-FFF2-40B4-BE49-F238E27FC236}">
                    <a16:creationId xmlns:a16="http://schemas.microsoft.com/office/drawing/2014/main" id="{4F7E1A18-20E7-4B53-A0AE-BA23C5C90248}"/>
                  </a:ext>
                </a:extLst>
              </p:cNvPr>
              <p:cNvSpPr/>
              <p:nvPr/>
            </p:nvSpPr>
            <p:spPr>
              <a:xfrm>
                <a:off x="1296928" y="798110"/>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2" name="矩形 61">
                <a:extLst>
                  <a:ext uri="{FF2B5EF4-FFF2-40B4-BE49-F238E27FC236}">
                    <a16:creationId xmlns:a16="http://schemas.microsoft.com/office/drawing/2014/main" id="{65EABB26-BA7B-448E-8B95-86B5B6E2DEFE}"/>
                  </a:ext>
                </a:extLst>
              </p:cNvPr>
              <p:cNvSpPr/>
              <p:nvPr/>
            </p:nvSpPr>
            <p:spPr>
              <a:xfrm>
                <a:off x="2380423" y="796962"/>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3" name="矩形 62">
                <a:extLst>
                  <a:ext uri="{FF2B5EF4-FFF2-40B4-BE49-F238E27FC236}">
                    <a16:creationId xmlns:a16="http://schemas.microsoft.com/office/drawing/2014/main" id="{CC36A963-2234-4594-B438-01656A56116B}"/>
                  </a:ext>
                </a:extLst>
              </p:cNvPr>
              <p:cNvSpPr/>
              <p:nvPr/>
            </p:nvSpPr>
            <p:spPr>
              <a:xfrm>
                <a:off x="3462233" y="796554"/>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4" name="矩形 63">
                <a:extLst>
                  <a:ext uri="{FF2B5EF4-FFF2-40B4-BE49-F238E27FC236}">
                    <a16:creationId xmlns:a16="http://schemas.microsoft.com/office/drawing/2014/main" id="{FB575CC3-789D-4E27-9D41-4EB9124EA20B}"/>
                  </a:ext>
                </a:extLst>
              </p:cNvPr>
              <p:cNvSpPr/>
              <p:nvPr/>
            </p:nvSpPr>
            <p:spPr>
              <a:xfrm>
                <a:off x="4545728" y="795406"/>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5" name="矩形 64">
                <a:extLst>
                  <a:ext uri="{FF2B5EF4-FFF2-40B4-BE49-F238E27FC236}">
                    <a16:creationId xmlns:a16="http://schemas.microsoft.com/office/drawing/2014/main" id="{211EE634-E829-454D-8BF6-CF4AC38472F7}"/>
                  </a:ext>
                </a:extLst>
              </p:cNvPr>
              <p:cNvSpPr/>
              <p:nvPr/>
            </p:nvSpPr>
            <p:spPr>
              <a:xfrm>
                <a:off x="5622996" y="795623"/>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6" name="矩形 65">
                <a:extLst>
                  <a:ext uri="{FF2B5EF4-FFF2-40B4-BE49-F238E27FC236}">
                    <a16:creationId xmlns:a16="http://schemas.microsoft.com/office/drawing/2014/main" id="{480023DD-05CE-435A-BBF3-D3551F9935F9}"/>
                  </a:ext>
                </a:extLst>
              </p:cNvPr>
              <p:cNvSpPr/>
              <p:nvPr/>
            </p:nvSpPr>
            <p:spPr>
              <a:xfrm>
                <a:off x="6706491" y="794475"/>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7" name="矩形 66">
                <a:extLst>
                  <a:ext uri="{FF2B5EF4-FFF2-40B4-BE49-F238E27FC236}">
                    <a16:creationId xmlns:a16="http://schemas.microsoft.com/office/drawing/2014/main" id="{8336626B-9FF9-44A0-ADF0-560CA09C255B}"/>
                  </a:ext>
                </a:extLst>
              </p:cNvPr>
              <p:cNvSpPr/>
              <p:nvPr/>
            </p:nvSpPr>
            <p:spPr>
              <a:xfrm>
                <a:off x="7788301" y="794067"/>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8" name="矩形 67">
                <a:extLst>
                  <a:ext uri="{FF2B5EF4-FFF2-40B4-BE49-F238E27FC236}">
                    <a16:creationId xmlns:a16="http://schemas.microsoft.com/office/drawing/2014/main" id="{B77E1141-9F7C-4E1B-B268-E7DB29045EA0}"/>
                  </a:ext>
                </a:extLst>
              </p:cNvPr>
              <p:cNvSpPr/>
              <p:nvPr/>
            </p:nvSpPr>
            <p:spPr>
              <a:xfrm>
                <a:off x="8871796" y="792919"/>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grpSp>
        <p:sp>
          <p:nvSpPr>
            <p:cNvPr id="14" name="文本框 183">
              <a:extLst>
                <a:ext uri="{FF2B5EF4-FFF2-40B4-BE49-F238E27FC236}">
                  <a16:creationId xmlns:a16="http://schemas.microsoft.com/office/drawing/2014/main" id="{E39599FB-5AF7-48A8-AB84-824C1B15D0A8}"/>
                </a:ext>
              </a:extLst>
            </p:cNvPr>
            <p:cNvSpPr txBox="1"/>
            <p:nvPr/>
          </p:nvSpPr>
          <p:spPr>
            <a:xfrm>
              <a:off x="2706952" y="107479"/>
              <a:ext cx="6993858"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0           1            2             3            4            5            6            7             8</a:t>
              </a:r>
              <a:endParaRPr lang="zh-CN" altLang="en-US" dirty="0"/>
            </a:p>
          </p:txBody>
        </p:sp>
        <p:sp>
          <p:nvSpPr>
            <p:cNvPr id="15" name="矩形 14">
              <a:extLst>
                <a:ext uri="{FF2B5EF4-FFF2-40B4-BE49-F238E27FC236}">
                  <a16:creationId xmlns:a16="http://schemas.microsoft.com/office/drawing/2014/main" id="{B21DB6FA-DCD2-472D-9D08-CFC29CE435B6}"/>
                </a:ext>
              </a:extLst>
            </p:cNvPr>
            <p:cNvSpPr/>
            <p:nvPr/>
          </p:nvSpPr>
          <p:spPr>
            <a:xfrm>
              <a:off x="2362264" y="403716"/>
              <a:ext cx="815352" cy="193395"/>
            </a:xfrm>
            <a:prstGeom prst="rect">
              <a:avLst/>
            </a:prstGeom>
            <a:pattFill prst="wdUpDiag">
              <a:fgClr>
                <a:schemeClr val="bg2">
                  <a:lumMod val="25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grpSp>
          <p:nvGrpSpPr>
            <p:cNvPr id="71" name="组合 70">
              <a:extLst>
                <a:ext uri="{FF2B5EF4-FFF2-40B4-BE49-F238E27FC236}">
                  <a16:creationId xmlns:a16="http://schemas.microsoft.com/office/drawing/2014/main" id="{3FC34DD4-41C3-526C-D5A8-76C367FE38E7}"/>
                </a:ext>
              </a:extLst>
            </p:cNvPr>
            <p:cNvGrpSpPr/>
            <p:nvPr/>
          </p:nvGrpSpPr>
          <p:grpSpPr>
            <a:xfrm>
              <a:off x="1086892" y="128732"/>
              <a:ext cx="1275371" cy="677853"/>
              <a:chOff x="1086892" y="128732"/>
              <a:chExt cx="1275371" cy="677853"/>
            </a:xfrm>
          </p:grpSpPr>
          <p:grpSp>
            <p:nvGrpSpPr>
              <p:cNvPr id="4" name="组合 3">
                <a:extLst>
                  <a:ext uri="{FF2B5EF4-FFF2-40B4-BE49-F238E27FC236}">
                    <a16:creationId xmlns:a16="http://schemas.microsoft.com/office/drawing/2014/main" id="{1B863576-8C3A-4EAD-8D6D-2160AF450C8D}"/>
                  </a:ext>
                </a:extLst>
              </p:cNvPr>
              <p:cNvGrpSpPr/>
              <p:nvPr/>
            </p:nvGrpSpPr>
            <p:grpSpPr>
              <a:xfrm>
                <a:off x="1671654" y="387638"/>
                <a:ext cx="473294" cy="418947"/>
                <a:chOff x="1144795" y="2638260"/>
                <a:chExt cx="628164" cy="560124"/>
              </a:xfrm>
            </p:grpSpPr>
            <p:sp>
              <p:nvSpPr>
                <p:cNvPr id="69" name="矩形 68">
                  <a:extLst>
                    <a:ext uri="{FF2B5EF4-FFF2-40B4-BE49-F238E27FC236}">
                      <a16:creationId xmlns:a16="http://schemas.microsoft.com/office/drawing/2014/main" id="{C9AC7BDF-C6E3-4A73-9320-4B30C062D663}"/>
                    </a:ext>
                  </a:extLst>
                </p:cNvPr>
                <p:cNvSpPr/>
                <p:nvPr/>
              </p:nvSpPr>
              <p:spPr>
                <a:xfrm>
                  <a:off x="1144795" y="2638260"/>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70" name="矩形 69">
                  <a:extLst>
                    <a:ext uri="{FF2B5EF4-FFF2-40B4-BE49-F238E27FC236}">
                      <a16:creationId xmlns:a16="http://schemas.microsoft.com/office/drawing/2014/main" id="{18871838-B157-4B96-9917-538FB65CAD26}"/>
                    </a:ext>
                  </a:extLst>
                </p:cNvPr>
                <p:cNvSpPr/>
                <p:nvPr/>
              </p:nvSpPr>
              <p:spPr>
                <a:xfrm>
                  <a:off x="1144795" y="2918322"/>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latin typeface="Courier New" panose="02070309020205020404" pitchFamily="49" charset="0"/>
                    <a:cs typeface="Courier New" panose="02070309020205020404" pitchFamily="49" charset="0"/>
                  </a:endParaRPr>
                </a:p>
              </p:txBody>
            </p:sp>
          </p:grpSp>
          <p:cxnSp>
            <p:nvCxnSpPr>
              <p:cNvPr id="16" name="直接箭头连接符 15">
                <a:extLst>
                  <a:ext uri="{FF2B5EF4-FFF2-40B4-BE49-F238E27FC236}">
                    <a16:creationId xmlns:a16="http://schemas.microsoft.com/office/drawing/2014/main" id="{4C5CBED3-4826-4F30-BEB1-905690345DAF}"/>
                  </a:ext>
                </a:extLst>
              </p:cNvPr>
              <p:cNvCxnSpPr>
                <a:cxnSpLocks/>
                <a:endCxn id="15" idx="1"/>
              </p:cNvCxnSpPr>
              <p:nvPr/>
            </p:nvCxnSpPr>
            <p:spPr>
              <a:xfrm>
                <a:off x="1908301" y="500413"/>
                <a:ext cx="453962" cy="1"/>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BAEF651B-8710-4CD1-B403-3F2D0B35DF6C}"/>
                  </a:ext>
                </a:extLst>
              </p:cNvPr>
              <p:cNvSpPr>
                <a:spLocks noChangeArrowheads="1"/>
              </p:cNvSpPr>
              <p:nvPr/>
            </p:nvSpPr>
            <p:spPr bwMode="auto">
              <a:xfrm>
                <a:off x="1086892" y="386381"/>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err="1">
                    <a:latin typeface="Courier New" panose="02070309020205020404" pitchFamily="49" charset="0"/>
                    <a:ea typeface="楷体_GB2312" pitchFamily="49" charset="-122"/>
                    <a:cs typeface="Courier New" panose="02070309020205020404" pitchFamily="49" charset="0"/>
                  </a:rPr>
                  <a:t>elem</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8" name="矩形 17">
                <a:extLst>
                  <a:ext uri="{FF2B5EF4-FFF2-40B4-BE49-F238E27FC236}">
                    <a16:creationId xmlns:a16="http://schemas.microsoft.com/office/drawing/2014/main" id="{10026F90-0EA0-4C8A-B3E3-20BC4FF9F9F2}"/>
                  </a:ext>
                </a:extLst>
              </p:cNvPr>
              <p:cNvSpPr>
                <a:spLocks noChangeArrowheads="1"/>
              </p:cNvSpPr>
              <p:nvPr/>
            </p:nvSpPr>
            <p:spPr bwMode="auto">
              <a:xfrm>
                <a:off x="1091114" y="586925"/>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latin typeface="Courier New" panose="02070309020205020404" pitchFamily="49" charset="0"/>
                    <a:ea typeface="楷体_GB2312" pitchFamily="49" charset="-122"/>
                    <a:cs typeface="Courier New" panose="02070309020205020404" pitchFamily="49" charset="0"/>
                  </a:rPr>
                  <a:t>len</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9" name="矩形 18">
                <a:extLst>
                  <a:ext uri="{FF2B5EF4-FFF2-40B4-BE49-F238E27FC236}">
                    <a16:creationId xmlns:a16="http://schemas.microsoft.com/office/drawing/2014/main" id="{35F9CC2D-890B-4591-9DCB-5F4990F7744D}"/>
                  </a:ext>
                </a:extLst>
              </p:cNvPr>
              <p:cNvSpPr>
                <a:spLocks noChangeArrowheads="1"/>
              </p:cNvSpPr>
              <p:nvPr/>
            </p:nvSpPr>
            <p:spPr bwMode="auto">
              <a:xfrm>
                <a:off x="1170275" y="128732"/>
                <a:ext cx="239160"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H</a:t>
                </a:r>
              </a:p>
            </p:txBody>
          </p:sp>
          <p:cxnSp>
            <p:nvCxnSpPr>
              <p:cNvPr id="20" name="直接箭头连接符 19">
                <a:extLst>
                  <a:ext uri="{FF2B5EF4-FFF2-40B4-BE49-F238E27FC236}">
                    <a16:creationId xmlns:a16="http://schemas.microsoft.com/office/drawing/2014/main" id="{23A6B49B-290B-497C-91FA-B76B10E6B056}"/>
                  </a:ext>
                </a:extLst>
              </p:cNvPr>
              <p:cNvCxnSpPr>
                <a:cxnSpLocks/>
                <a:stCxn id="19" idx="3"/>
              </p:cNvCxnSpPr>
              <p:nvPr/>
            </p:nvCxnSpPr>
            <p:spPr>
              <a:xfrm>
                <a:off x="1409435" y="232323"/>
                <a:ext cx="258001" cy="14835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73" name="文本框 72">
            <a:extLst>
              <a:ext uri="{FF2B5EF4-FFF2-40B4-BE49-F238E27FC236}">
                <a16:creationId xmlns:a16="http://schemas.microsoft.com/office/drawing/2014/main" id="{86DDA3FD-4250-5538-2598-AF88053A674E}"/>
              </a:ext>
            </a:extLst>
          </p:cNvPr>
          <p:cNvSpPr txBox="1"/>
          <p:nvPr/>
        </p:nvSpPr>
        <p:spPr>
          <a:xfrm>
            <a:off x="1742038" y="505635"/>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8</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6" name="直接箭头连接符 5">
            <a:extLst>
              <a:ext uri="{FF2B5EF4-FFF2-40B4-BE49-F238E27FC236}">
                <a16:creationId xmlns:a16="http://schemas.microsoft.com/office/drawing/2014/main" id="{30EDA782-0801-49A0-BD4F-4A50F6FD108E}"/>
              </a:ext>
            </a:extLst>
          </p:cNvPr>
          <p:cNvCxnSpPr/>
          <p:nvPr/>
        </p:nvCxnSpPr>
        <p:spPr>
          <a:xfrm>
            <a:off x="7656411" y="49272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C2CE30CF-00D5-411E-B218-F2B524A0A8A5}"/>
              </a:ext>
            </a:extLst>
          </p:cNvPr>
          <p:cNvCxnSpPr/>
          <p:nvPr/>
        </p:nvCxnSpPr>
        <p:spPr>
          <a:xfrm>
            <a:off x="8473695" y="48997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65411502-1FED-4D1D-9F3F-3D35F795A488}"/>
              </a:ext>
            </a:extLst>
          </p:cNvPr>
          <p:cNvCxnSpPr/>
          <p:nvPr/>
        </p:nvCxnSpPr>
        <p:spPr>
          <a:xfrm>
            <a:off x="9287874" y="48997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FBD253CC-0396-45EF-895C-B23B89FB86E9}"/>
              </a:ext>
            </a:extLst>
          </p:cNvPr>
          <p:cNvCxnSpPr/>
          <p:nvPr/>
        </p:nvCxnSpPr>
        <p:spPr>
          <a:xfrm>
            <a:off x="6840799" y="48997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E69C44C-D96E-4D60-B9E5-6CC2011365DF}"/>
              </a:ext>
            </a:extLst>
          </p:cNvPr>
          <p:cNvCxnSpPr/>
          <p:nvPr/>
        </p:nvCxnSpPr>
        <p:spPr>
          <a:xfrm>
            <a:off x="6028370" y="505635"/>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7B38F98-BE8A-47FB-AC10-03BCB4ABDD94}"/>
              </a:ext>
            </a:extLst>
          </p:cNvPr>
          <p:cNvCxnSpPr/>
          <p:nvPr/>
        </p:nvCxnSpPr>
        <p:spPr>
          <a:xfrm>
            <a:off x="5215991" y="491115"/>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5E83DBA7-41B8-4EB5-BF14-37750DE5270A}"/>
              </a:ext>
            </a:extLst>
          </p:cNvPr>
          <p:cNvCxnSpPr/>
          <p:nvPr/>
        </p:nvCxnSpPr>
        <p:spPr>
          <a:xfrm>
            <a:off x="4396906" y="50155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3BFBE54-B893-4352-8FAD-7C1C08F7D516}"/>
              </a:ext>
            </a:extLst>
          </p:cNvPr>
          <p:cNvCxnSpPr/>
          <p:nvPr/>
        </p:nvCxnSpPr>
        <p:spPr>
          <a:xfrm>
            <a:off x="3586554" y="49519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98D08944-C792-4FCB-9778-7429955C1CD7}"/>
              </a:ext>
            </a:extLst>
          </p:cNvPr>
          <p:cNvGrpSpPr/>
          <p:nvPr/>
        </p:nvGrpSpPr>
        <p:grpSpPr>
          <a:xfrm>
            <a:off x="4232679" y="754450"/>
            <a:ext cx="328771" cy="556967"/>
            <a:chOff x="4669729" y="952104"/>
            <a:chExt cx="436350" cy="744653"/>
          </a:xfrm>
        </p:grpSpPr>
        <p:grpSp>
          <p:nvGrpSpPr>
            <p:cNvPr id="57" name="组合 56">
              <a:extLst>
                <a:ext uri="{FF2B5EF4-FFF2-40B4-BE49-F238E27FC236}">
                  <a16:creationId xmlns:a16="http://schemas.microsoft.com/office/drawing/2014/main" id="{435D934B-1FAA-4561-8380-20B6459145C4}"/>
                </a:ext>
              </a:extLst>
            </p:cNvPr>
            <p:cNvGrpSpPr/>
            <p:nvPr/>
          </p:nvGrpSpPr>
          <p:grpSpPr>
            <a:xfrm>
              <a:off x="4669729" y="952104"/>
              <a:ext cx="436350" cy="432000"/>
              <a:chOff x="4859408" y="4606900"/>
              <a:chExt cx="436350" cy="432000"/>
            </a:xfrm>
          </p:grpSpPr>
          <p:sp>
            <p:nvSpPr>
              <p:cNvPr id="59" name="椭圆 58">
                <a:extLst>
                  <a:ext uri="{FF2B5EF4-FFF2-40B4-BE49-F238E27FC236}">
                    <a16:creationId xmlns:a16="http://schemas.microsoft.com/office/drawing/2014/main" id="{A2AFAF72-E440-425E-9240-8C994D4F6098}"/>
                  </a:ext>
                </a:extLst>
              </p:cNvPr>
              <p:cNvSpPr>
                <a:spLocks noChangeArrowheads="1"/>
              </p:cNvSpPr>
              <p:nvPr/>
            </p:nvSpPr>
            <p:spPr bwMode="auto">
              <a:xfrm>
                <a:off x="4859408"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矩形 59">
                <a:extLst>
                  <a:ext uri="{FF2B5EF4-FFF2-40B4-BE49-F238E27FC236}">
                    <a16:creationId xmlns:a16="http://schemas.microsoft.com/office/drawing/2014/main" id="{69DC0A4F-EF5C-403F-94BA-F7F53549EF2F}"/>
                  </a:ext>
                </a:extLst>
              </p:cNvPr>
              <p:cNvSpPr>
                <a:spLocks noChangeArrowheads="1"/>
              </p:cNvSpPr>
              <p:nvPr/>
            </p:nvSpPr>
            <p:spPr bwMode="auto">
              <a:xfrm>
                <a:off x="4863891" y="4680385"/>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58" name="矩形 57">
              <a:extLst>
                <a:ext uri="{FF2B5EF4-FFF2-40B4-BE49-F238E27FC236}">
                  <a16:creationId xmlns:a16="http://schemas.microsoft.com/office/drawing/2014/main" id="{0D4CA8E8-37B5-4EBA-A687-C1594DF552AF}"/>
                </a:ext>
              </a:extLst>
            </p:cNvPr>
            <p:cNvSpPr>
              <a:spLocks noChangeArrowheads="1"/>
            </p:cNvSpPr>
            <p:nvPr/>
          </p:nvSpPr>
          <p:spPr bwMode="auto">
            <a:xfrm>
              <a:off x="4750935" y="132641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22" name="组合 21">
            <a:extLst>
              <a:ext uri="{FF2B5EF4-FFF2-40B4-BE49-F238E27FC236}">
                <a16:creationId xmlns:a16="http://schemas.microsoft.com/office/drawing/2014/main" id="{1B6B1D95-E7EF-4E2C-9AB4-403641954C1E}"/>
              </a:ext>
            </a:extLst>
          </p:cNvPr>
          <p:cNvGrpSpPr/>
          <p:nvPr/>
        </p:nvGrpSpPr>
        <p:grpSpPr>
          <a:xfrm>
            <a:off x="3419464" y="749052"/>
            <a:ext cx="325493" cy="525380"/>
            <a:chOff x="3597391" y="951912"/>
            <a:chExt cx="432000" cy="702421"/>
          </a:xfrm>
        </p:grpSpPr>
        <p:grpSp>
          <p:nvGrpSpPr>
            <p:cNvPr id="53" name="组合 52">
              <a:extLst>
                <a:ext uri="{FF2B5EF4-FFF2-40B4-BE49-F238E27FC236}">
                  <a16:creationId xmlns:a16="http://schemas.microsoft.com/office/drawing/2014/main" id="{651AB429-873B-49A5-AC3A-17DE2A74B831}"/>
                </a:ext>
              </a:extLst>
            </p:cNvPr>
            <p:cNvGrpSpPr/>
            <p:nvPr/>
          </p:nvGrpSpPr>
          <p:grpSpPr>
            <a:xfrm>
              <a:off x="3597391" y="951912"/>
              <a:ext cx="432000" cy="432000"/>
              <a:chOff x="4819940" y="4606901"/>
              <a:chExt cx="432000" cy="432000"/>
            </a:xfrm>
          </p:grpSpPr>
          <p:sp>
            <p:nvSpPr>
              <p:cNvPr id="55" name="椭圆 54">
                <a:extLst>
                  <a:ext uri="{FF2B5EF4-FFF2-40B4-BE49-F238E27FC236}">
                    <a16:creationId xmlns:a16="http://schemas.microsoft.com/office/drawing/2014/main" id="{331B460E-E6D2-47EE-971B-81B9FB796DE0}"/>
                  </a:ext>
                </a:extLst>
              </p:cNvPr>
              <p:cNvSpPr>
                <a:spLocks noChangeArrowheads="1"/>
              </p:cNvSpPr>
              <p:nvPr/>
            </p:nvSpPr>
            <p:spPr bwMode="auto">
              <a:xfrm>
                <a:off x="4819940"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矩形 55">
                <a:extLst>
                  <a:ext uri="{FF2B5EF4-FFF2-40B4-BE49-F238E27FC236}">
                    <a16:creationId xmlns:a16="http://schemas.microsoft.com/office/drawing/2014/main" id="{13A89CC4-CCB7-4069-9BFC-B0D0C9632412}"/>
                  </a:ext>
                </a:extLst>
              </p:cNvPr>
              <p:cNvSpPr>
                <a:spLocks noChangeArrowheads="1"/>
              </p:cNvSpPr>
              <p:nvPr/>
            </p:nvSpPr>
            <p:spPr bwMode="auto">
              <a:xfrm>
                <a:off x="4882180" y="4689971"/>
                <a:ext cx="3551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54" name="矩形 53">
              <a:extLst>
                <a:ext uri="{FF2B5EF4-FFF2-40B4-BE49-F238E27FC236}">
                  <a16:creationId xmlns:a16="http://schemas.microsoft.com/office/drawing/2014/main" id="{DEF30979-455D-4BCE-908B-8465915F4D6D}"/>
                </a:ext>
              </a:extLst>
            </p:cNvPr>
            <p:cNvSpPr>
              <a:spLocks noChangeArrowheads="1"/>
            </p:cNvSpPr>
            <p:nvPr/>
          </p:nvSpPr>
          <p:spPr bwMode="auto">
            <a:xfrm>
              <a:off x="3691128" y="1283991"/>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g</a:t>
              </a:r>
            </a:p>
          </p:txBody>
        </p:sp>
      </p:grpSp>
      <p:grpSp>
        <p:nvGrpSpPr>
          <p:cNvPr id="23" name="组合 22">
            <a:extLst>
              <a:ext uri="{FF2B5EF4-FFF2-40B4-BE49-F238E27FC236}">
                <a16:creationId xmlns:a16="http://schemas.microsoft.com/office/drawing/2014/main" id="{963D3E3F-0171-416F-BEEC-CC2EA036E603}"/>
              </a:ext>
            </a:extLst>
          </p:cNvPr>
          <p:cNvGrpSpPr/>
          <p:nvPr/>
        </p:nvGrpSpPr>
        <p:grpSpPr>
          <a:xfrm>
            <a:off x="5046610" y="751344"/>
            <a:ext cx="341304" cy="547263"/>
            <a:chOff x="5749992" y="933900"/>
            <a:chExt cx="452984" cy="731679"/>
          </a:xfrm>
        </p:grpSpPr>
        <p:grpSp>
          <p:nvGrpSpPr>
            <p:cNvPr id="49" name="组合 48">
              <a:extLst>
                <a:ext uri="{FF2B5EF4-FFF2-40B4-BE49-F238E27FC236}">
                  <a16:creationId xmlns:a16="http://schemas.microsoft.com/office/drawing/2014/main" id="{8D4EBA2D-858A-4A38-9D51-7B6B43198742}"/>
                </a:ext>
              </a:extLst>
            </p:cNvPr>
            <p:cNvGrpSpPr/>
            <p:nvPr/>
          </p:nvGrpSpPr>
          <p:grpSpPr>
            <a:xfrm>
              <a:off x="5749992" y="933900"/>
              <a:ext cx="452984" cy="432000"/>
              <a:chOff x="4819940" y="4606900"/>
              <a:chExt cx="452984" cy="432000"/>
            </a:xfrm>
          </p:grpSpPr>
          <p:sp>
            <p:nvSpPr>
              <p:cNvPr id="51" name="椭圆 50">
                <a:extLst>
                  <a:ext uri="{FF2B5EF4-FFF2-40B4-BE49-F238E27FC236}">
                    <a16:creationId xmlns:a16="http://schemas.microsoft.com/office/drawing/2014/main" id="{8D261A48-3210-4298-94A9-AE0059BB4D5D}"/>
                  </a:ext>
                </a:extLst>
              </p:cNvPr>
              <p:cNvSpPr>
                <a:spLocks noChangeArrowheads="1"/>
              </p:cNvSpPr>
              <p:nvPr/>
            </p:nvSpPr>
            <p:spPr bwMode="auto">
              <a:xfrm>
                <a:off x="4819940"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矩形 51">
                <a:extLst>
                  <a:ext uri="{FF2B5EF4-FFF2-40B4-BE49-F238E27FC236}">
                    <a16:creationId xmlns:a16="http://schemas.microsoft.com/office/drawing/2014/main" id="{2A165FD6-DC1D-4DD8-A98E-4545F9D6C52A}"/>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50" name="矩形 49">
              <a:extLst>
                <a:ext uri="{FF2B5EF4-FFF2-40B4-BE49-F238E27FC236}">
                  <a16:creationId xmlns:a16="http://schemas.microsoft.com/office/drawing/2014/main" id="{88132659-AA3E-48E2-BBBA-7840BC98AF1A}"/>
                </a:ext>
              </a:extLst>
            </p:cNvPr>
            <p:cNvSpPr>
              <a:spLocks noChangeArrowheads="1"/>
            </p:cNvSpPr>
            <p:nvPr/>
          </p:nvSpPr>
          <p:spPr bwMode="auto">
            <a:xfrm>
              <a:off x="5848386"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a</a:t>
              </a:r>
            </a:p>
          </p:txBody>
        </p:sp>
      </p:grpSp>
      <p:grpSp>
        <p:nvGrpSpPr>
          <p:cNvPr id="24" name="组合 23">
            <a:extLst>
              <a:ext uri="{FF2B5EF4-FFF2-40B4-BE49-F238E27FC236}">
                <a16:creationId xmlns:a16="http://schemas.microsoft.com/office/drawing/2014/main" id="{544311B3-9D1C-4DFF-A440-D69F8C2221BC}"/>
              </a:ext>
            </a:extLst>
          </p:cNvPr>
          <p:cNvGrpSpPr/>
          <p:nvPr/>
        </p:nvGrpSpPr>
        <p:grpSpPr>
          <a:xfrm>
            <a:off x="5866246" y="762251"/>
            <a:ext cx="327539" cy="557652"/>
            <a:chOff x="6837826" y="955508"/>
            <a:chExt cx="434715" cy="745569"/>
          </a:xfrm>
        </p:grpSpPr>
        <p:grpSp>
          <p:nvGrpSpPr>
            <p:cNvPr id="45" name="组合 44">
              <a:extLst>
                <a:ext uri="{FF2B5EF4-FFF2-40B4-BE49-F238E27FC236}">
                  <a16:creationId xmlns:a16="http://schemas.microsoft.com/office/drawing/2014/main" id="{8F511250-5AA9-4B25-B44B-1EA05819AF4F}"/>
                </a:ext>
              </a:extLst>
            </p:cNvPr>
            <p:cNvGrpSpPr/>
            <p:nvPr/>
          </p:nvGrpSpPr>
          <p:grpSpPr>
            <a:xfrm>
              <a:off x="6837826" y="955508"/>
              <a:ext cx="434715" cy="432000"/>
              <a:chOff x="4855734" y="4599632"/>
              <a:chExt cx="434715" cy="432000"/>
            </a:xfrm>
          </p:grpSpPr>
          <p:sp>
            <p:nvSpPr>
              <p:cNvPr id="47" name="椭圆 46">
                <a:extLst>
                  <a:ext uri="{FF2B5EF4-FFF2-40B4-BE49-F238E27FC236}">
                    <a16:creationId xmlns:a16="http://schemas.microsoft.com/office/drawing/2014/main" id="{A156D262-7E1D-4BC7-A254-5163208AFB31}"/>
                  </a:ext>
                </a:extLst>
              </p:cNvPr>
              <p:cNvSpPr>
                <a:spLocks noChangeArrowheads="1"/>
              </p:cNvSpPr>
              <p:nvPr/>
            </p:nvSpPr>
            <p:spPr bwMode="auto">
              <a:xfrm>
                <a:off x="4858449" y="4599632"/>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矩形 47">
                <a:extLst>
                  <a:ext uri="{FF2B5EF4-FFF2-40B4-BE49-F238E27FC236}">
                    <a16:creationId xmlns:a16="http://schemas.microsoft.com/office/drawing/2014/main" id="{58760990-F0F7-4E30-89FB-2F0DE906ACF0}"/>
                  </a:ext>
                </a:extLst>
              </p:cNvPr>
              <p:cNvSpPr>
                <a:spLocks noChangeArrowheads="1"/>
              </p:cNvSpPr>
              <p:nvPr/>
            </p:nvSpPr>
            <p:spPr bwMode="auto">
              <a:xfrm>
                <a:off x="4855734" y="466971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46" name="矩形 45">
              <a:extLst>
                <a:ext uri="{FF2B5EF4-FFF2-40B4-BE49-F238E27FC236}">
                  <a16:creationId xmlns:a16="http://schemas.microsoft.com/office/drawing/2014/main" id="{583A7F93-7D3A-403B-989B-DEC20A170635}"/>
                </a:ext>
              </a:extLst>
            </p:cNvPr>
            <p:cNvSpPr>
              <a:spLocks noChangeArrowheads="1"/>
            </p:cNvSpPr>
            <p:nvPr/>
          </p:nvSpPr>
          <p:spPr bwMode="auto">
            <a:xfrm>
              <a:off x="6942322" y="133073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h</a:t>
              </a:r>
            </a:p>
          </p:txBody>
        </p:sp>
      </p:grpSp>
      <p:grpSp>
        <p:nvGrpSpPr>
          <p:cNvPr id="25" name="组合 24">
            <a:extLst>
              <a:ext uri="{FF2B5EF4-FFF2-40B4-BE49-F238E27FC236}">
                <a16:creationId xmlns:a16="http://schemas.microsoft.com/office/drawing/2014/main" id="{1B04203F-DF2B-4FA7-9088-F0FDD7E709EA}"/>
              </a:ext>
            </a:extLst>
          </p:cNvPr>
          <p:cNvGrpSpPr/>
          <p:nvPr/>
        </p:nvGrpSpPr>
        <p:grpSpPr>
          <a:xfrm>
            <a:off x="6676934" y="751314"/>
            <a:ext cx="327730" cy="540587"/>
            <a:chOff x="7916983" y="942825"/>
            <a:chExt cx="434969" cy="722754"/>
          </a:xfrm>
        </p:grpSpPr>
        <p:grpSp>
          <p:nvGrpSpPr>
            <p:cNvPr id="41" name="组合 40">
              <a:extLst>
                <a:ext uri="{FF2B5EF4-FFF2-40B4-BE49-F238E27FC236}">
                  <a16:creationId xmlns:a16="http://schemas.microsoft.com/office/drawing/2014/main" id="{6905A6FB-9CBE-4C40-8E17-1BA113D4296D}"/>
                </a:ext>
              </a:extLst>
            </p:cNvPr>
            <p:cNvGrpSpPr/>
            <p:nvPr/>
          </p:nvGrpSpPr>
          <p:grpSpPr>
            <a:xfrm>
              <a:off x="7916983" y="942825"/>
              <a:ext cx="434969" cy="432000"/>
              <a:chOff x="4859408" y="4606901"/>
              <a:chExt cx="434969" cy="432000"/>
            </a:xfrm>
          </p:grpSpPr>
          <p:sp>
            <p:nvSpPr>
              <p:cNvPr id="43" name="椭圆 42">
                <a:extLst>
                  <a:ext uri="{FF2B5EF4-FFF2-40B4-BE49-F238E27FC236}">
                    <a16:creationId xmlns:a16="http://schemas.microsoft.com/office/drawing/2014/main" id="{15BE4106-A2DA-4B66-8AD1-1BC373ABD22B}"/>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矩形 43">
                <a:extLst>
                  <a:ext uri="{FF2B5EF4-FFF2-40B4-BE49-F238E27FC236}">
                    <a16:creationId xmlns:a16="http://schemas.microsoft.com/office/drawing/2014/main" id="{CA7AA563-1B9B-4DE7-AB74-1956DF5705CA}"/>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42" name="矩形 41">
              <a:extLst>
                <a:ext uri="{FF2B5EF4-FFF2-40B4-BE49-F238E27FC236}">
                  <a16:creationId xmlns:a16="http://schemas.microsoft.com/office/drawing/2014/main" id="{2F1118D7-432A-406E-AD71-CD6A57195250}"/>
                </a:ext>
              </a:extLst>
            </p:cNvPr>
            <p:cNvSpPr>
              <a:spLocks noChangeArrowheads="1"/>
            </p:cNvSpPr>
            <p:nvPr/>
          </p:nvSpPr>
          <p:spPr bwMode="auto">
            <a:xfrm>
              <a:off x="8018361"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e</a:t>
              </a:r>
            </a:p>
          </p:txBody>
        </p:sp>
      </p:grpSp>
      <p:grpSp>
        <p:nvGrpSpPr>
          <p:cNvPr id="26" name="组合 25">
            <a:extLst>
              <a:ext uri="{FF2B5EF4-FFF2-40B4-BE49-F238E27FC236}">
                <a16:creationId xmlns:a16="http://schemas.microsoft.com/office/drawing/2014/main" id="{E583A5E7-9C07-4D3D-B993-8204CD9AE83C}"/>
              </a:ext>
            </a:extLst>
          </p:cNvPr>
          <p:cNvGrpSpPr/>
          <p:nvPr/>
        </p:nvGrpSpPr>
        <p:grpSpPr>
          <a:xfrm>
            <a:off x="7496635" y="757667"/>
            <a:ext cx="332989" cy="552309"/>
            <a:chOff x="9001705" y="942353"/>
            <a:chExt cx="441949" cy="738426"/>
          </a:xfrm>
        </p:grpSpPr>
        <p:grpSp>
          <p:nvGrpSpPr>
            <p:cNvPr id="37" name="组合 36">
              <a:extLst>
                <a:ext uri="{FF2B5EF4-FFF2-40B4-BE49-F238E27FC236}">
                  <a16:creationId xmlns:a16="http://schemas.microsoft.com/office/drawing/2014/main" id="{BA37EF5F-C224-4F25-AE11-2493D75DD7D6}"/>
                </a:ext>
              </a:extLst>
            </p:cNvPr>
            <p:cNvGrpSpPr/>
            <p:nvPr/>
          </p:nvGrpSpPr>
          <p:grpSpPr>
            <a:xfrm>
              <a:off x="9001705" y="942353"/>
              <a:ext cx="441949" cy="432000"/>
              <a:chOff x="4859407" y="4619585"/>
              <a:chExt cx="441949" cy="432000"/>
            </a:xfrm>
          </p:grpSpPr>
          <p:sp>
            <p:nvSpPr>
              <p:cNvPr id="39" name="椭圆 38">
                <a:extLst>
                  <a:ext uri="{FF2B5EF4-FFF2-40B4-BE49-F238E27FC236}">
                    <a16:creationId xmlns:a16="http://schemas.microsoft.com/office/drawing/2014/main" id="{1C20BD1F-4908-47E3-B6A9-2AA4ECF34083}"/>
                  </a:ext>
                </a:extLst>
              </p:cNvPr>
              <p:cNvSpPr>
                <a:spLocks noChangeArrowheads="1"/>
              </p:cNvSpPr>
              <p:nvPr/>
            </p:nvSpPr>
            <p:spPr bwMode="auto">
              <a:xfrm>
                <a:off x="4859407" y="4619585"/>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矩形 39">
                <a:extLst>
                  <a:ext uri="{FF2B5EF4-FFF2-40B4-BE49-F238E27FC236}">
                    <a16:creationId xmlns:a16="http://schemas.microsoft.com/office/drawing/2014/main" id="{816A0F4A-21F1-4DB2-8DEA-8AF19298CDC1}"/>
                  </a:ext>
                </a:extLst>
              </p:cNvPr>
              <p:cNvSpPr>
                <a:spLocks noChangeArrowheads="1"/>
              </p:cNvSpPr>
              <p:nvPr/>
            </p:nvSpPr>
            <p:spPr bwMode="auto">
              <a:xfrm>
                <a:off x="4869489" y="4688633"/>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23</a:t>
                </a:r>
              </a:p>
            </p:txBody>
          </p:sp>
        </p:grpSp>
        <p:sp>
          <p:nvSpPr>
            <p:cNvPr id="38" name="矩形 37">
              <a:extLst>
                <a:ext uri="{FF2B5EF4-FFF2-40B4-BE49-F238E27FC236}">
                  <a16:creationId xmlns:a16="http://schemas.microsoft.com/office/drawing/2014/main" id="{0E902D79-D932-4A79-8DA0-28D64DF3A6C9}"/>
                </a:ext>
              </a:extLst>
            </p:cNvPr>
            <p:cNvSpPr>
              <a:spLocks noChangeArrowheads="1"/>
            </p:cNvSpPr>
            <p:nvPr/>
          </p:nvSpPr>
          <p:spPr bwMode="auto">
            <a:xfrm>
              <a:off x="9083750" y="13104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f</a:t>
              </a:r>
            </a:p>
          </p:txBody>
        </p:sp>
      </p:grpSp>
      <p:grpSp>
        <p:nvGrpSpPr>
          <p:cNvPr id="27" name="组合 26">
            <a:extLst>
              <a:ext uri="{FF2B5EF4-FFF2-40B4-BE49-F238E27FC236}">
                <a16:creationId xmlns:a16="http://schemas.microsoft.com/office/drawing/2014/main" id="{DD70D9E8-B361-4E10-AF20-9CF31F05C8D5}"/>
              </a:ext>
            </a:extLst>
          </p:cNvPr>
          <p:cNvGrpSpPr/>
          <p:nvPr/>
        </p:nvGrpSpPr>
        <p:grpSpPr>
          <a:xfrm>
            <a:off x="8310608" y="753475"/>
            <a:ext cx="331186" cy="536079"/>
            <a:chOff x="10075049" y="936749"/>
            <a:chExt cx="439555" cy="716726"/>
          </a:xfrm>
        </p:grpSpPr>
        <p:grpSp>
          <p:nvGrpSpPr>
            <p:cNvPr id="33" name="组合 32">
              <a:extLst>
                <a:ext uri="{FF2B5EF4-FFF2-40B4-BE49-F238E27FC236}">
                  <a16:creationId xmlns:a16="http://schemas.microsoft.com/office/drawing/2014/main" id="{34576785-178F-457F-BC84-7093D5E87165}"/>
                </a:ext>
              </a:extLst>
            </p:cNvPr>
            <p:cNvGrpSpPr/>
            <p:nvPr/>
          </p:nvGrpSpPr>
          <p:grpSpPr>
            <a:xfrm>
              <a:off x="10075049" y="936749"/>
              <a:ext cx="439555" cy="432000"/>
              <a:chOff x="4865986" y="4606900"/>
              <a:chExt cx="439555" cy="432000"/>
            </a:xfrm>
          </p:grpSpPr>
          <p:sp>
            <p:nvSpPr>
              <p:cNvPr id="35" name="椭圆 34">
                <a:extLst>
                  <a:ext uri="{FF2B5EF4-FFF2-40B4-BE49-F238E27FC236}">
                    <a16:creationId xmlns:a16="http://schemas.microsoft.com/office/drawing/2014/main" id="{10C8A4BB-2479-4AB0-A262-BB240D663B04}"/>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矩形 35">
                <a:extLst>
                  <a:ext uri="{FF2B5EF4-FFF2-40B4-BE49-F238E27FC236}">
                    <a16:creationId xmlns:a16="http://schemas.microsoft.com/office/drawing/2014/main" id="{47F344C8-8FF5-4AFC-9B0C-5331A50F86EB}"/>
                  </a:ext>
                </a:extLst>
              </p:cNvPr>
              <p:cNvSpPr>
                <a:spLocks noChangeArrowheads="1"/>
              </p:cNvSpPr>
              <p:nvPr/>
            </p:nvSpPr>
            <p:spPr bwMode="auto">
              <a:xfrm>
                <a:off x="4873674" y="4701286"/>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34" name="矩形 33">
              <a:extLst>
                <a:ext uri="{FF2B5EF4-FFF2-40B4-BE49-F238E27FC236}">
                  <a16:creationId xmlns:a16="http://schemas.microsoft.com/office/drawing/2014/main" id="{55ECD1D9-44E9-49BD-B3DC-0E6BBD733563}"/>
                </a:ext>
              </a:extLst>
            </p:cNvPr>
            <p:cNvSpPr>
              <a:spLocks noChangeArrowheads="1"/>
            </p:cNvSpPr>
            <p:nvPr/>
          </p:nvSpPr>
          <p:spPr bwMode="auto">
            <a:xfrm>
              <a:off x="10182011" y="1283133"/>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nvGrpSpPr>
          <p:cNvPr id="28" name="组合 27">
            <a:extLst>
              <a:ext uri="{FF2B5EF4-FFF2-40B4-BE49-F238E27FC236}">
                <a16:creationId xmlns:a16="http://schemas.microsoft.com/office/drawing/2014/main" id="{52D8F54F-4018-4266-A6BA-B9CFE5B21A7D}"/>
              </a:ext>
            </a:extLst>
          </p:cNvPr>
          <p:cNvGrpSpPr/>
          <p:nvPr/>
        </p:nvGrpSpPr>
        <p:grpSpPr>
          <a:xfrm>
            <a:off x="9129633" y="753377"/>
            <a:ext cx="335909" cy="566376"/>
            <a:chOff x="11169046" y="936617"/>
            <a:chExt cx="445824" cy="757232"/>
          </a:xfrm>
        </p:grpSpPr>
        <p:grpSp>
          <p:nvGrpSpPr>
            <p:cNvPr id="29" name="组合 28">
              <a:extLst>
                <a:ext uri="{FF2B5EF4-FFF2-40B4-BE49-F238E27FC236}">
                  <a16:creationId xmlns:a16="http://schemas.microsoft.com/office/drawing/2014/main" id="{CFB41227-E37E-4562-9811-3F6BE9E1E67D}"/>
                </a:ext>
              </a:extLst>
            </p:cNvPr>
            <p:cNvGrpSpPr/>
            <p:nvPr/>
          </p:nvGrpSpPr>
          <p:grpSpPr>
            <a:xfrm>
              <a:off x="11169046" y="936617"/>
              <a:ext cx="445824" cy="432000"/>
              <a:chOff x="4865986" y="4606900"/>
              <a:chExt cx="445824" cy="432000"/>
            </a:xfrm>
          </p:grpSpPr>
          <p:sp>
            <p:nvSpPr>
              <p:cNvPr id="31" name="椭圆 30">
                <a:extLst>
                  <a:ext uri="{FF2B5EF4-FFF2-40B4-BE49-F238E27FC236}">
                    <a16:creationId xmlns:a16="http://schemas.microsoft.com/office/drawing/2014/main" id="{70420F19-13C6-4776-B445-CEC17A48036E}"/>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矩形 31">
                <a:extLst>
                  <a:ext uri="{FF2B5EF4-FFF2-40B4-BE49-F238E27FC236}">
                    <a16:creationId xmlns:a16="http://schemas.microsoft.com/office/drawing/2014/main" id="{C9BF0951-BDCB-48F4-A983-1FCC645449D8}"/>
                  </a:ext>
                </a:extLst>
              </p:cNvPr>
              <p:cNvSpPr>
                <a:spLocks noChangeArrowheads="1"/>
              </p:cNvSpPr>
              <p:nvPr/>
            </p:nvSpPr>
            <p:spPr bwMode="auto">
              <a:xfrm>
                <a:off x="4879943" y="4695289"/>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29</a:t>
                </a:r>
              </a:p>
            </p:txBody>
          </p:sp>
        </p:grpSp>
        <p:sp>
          <p:nvSpPr>
            <p:cNvPr id="30" name="矩形 29">
              <a:extLst>
                <a:ext uri="{FF2B5EF4-FFF2-40B4-BE49-F238E27FC236}">
                  <a16:creationId xmlns:a16="http://schemas.microsoft.com/office/drawing/2014/main" id="{660A4E9D-E8D0-4702-99D6-B0FB64B2DDAC}"/>
                </a:ext>
              </a:extLst>
            </p:cNvPr>
            <p:cNvSpPr>
              <a:spLocks noChangeArrowheads="1"/>
            </p:cNvSpPr>
            <p:nvPr/>
          </p:nvSpPr>
          <p:spPr bwMode="auto">
            <a:xfrm>
              <a:off x="11285323" y="132350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b</a:t>
              </a:r>
            </a:p>
          </p:txBody>
        </p:sp>
      </p:grpSp>
      <p:sp>
        <p:nvSpPr>
          <p:cNvPr id="74" name="文本框 73">
            <a:extLst>
              <a:ext uri="{FF2B5EF4-FFF2-40B4-BE49-F238E27FC236}">
                <a16:creationId xmlns:a16="http://schemas.microsoft.com/office/drawing/2014/main" id="{5546F440-3495-A652-1240-A2E85548143F}"/>
              </a:ext>
            </a:extLst>
          </p:cNvPr>
          <p:cNvSpPr txBox="1"/>
          <p:nvPr/>
        </p:nvSpPr>
        <p:spPr>
          <a:xfrm>
            <a:off x="811491" y="3399961"/>
            <a:ext cx="10765931" cy="3340145"/>
          </a:xfrm>
          <a:prstGeom prst="rect">
            <a:avLst/>
          </a:prstGeom>
          <a:solidFill>
            <a:schemeClr val="tx2">
              <a:lumMod val="10000"/>
              <a:lumOff val="90000"/>
            </a:schemeClr>
          </a:solidFill>
          <a:ln>
            <a:solidFill>
              <a:srgbClr val="7030A0"/>
            </a:solidFill>
          </a:ln>
        </p:spPr>
        <p:txBody>
          <a:bodyPr wrap="square">
            <a:spAutoFit/>
          </a:bodyPr>
          <a:lstStyle/>
          <a:p>
            <a:pPr marL="108000" algn="just">
              <a:lnSpc>
                <a:spcPct val="9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MakeHFTree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weight[],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6.15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构造赫夫曼树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由长度为</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的字符数组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data</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和权值数组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weight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构造并返回赫夫曼树，使用小顶堆存储森林</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Heap H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InitHeap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新建容量为</a:t>
            </a:r>
            <a:r>
              <a:rPr lang="en-US" altLang="zh-CN" b="1" kern="100" dirty="0" err="1">
                <a:solidFill>
                  <a:srgbClr val="041ABC"/>
                </a:solidFill>
                <a:latin typeface="Courier New" panose="02070309020205020404" pitchFamily="49" charset="0"/>
                <a:ea typeface="宋体" panose="02010600030101010101" pitchFamily="2" charset="-122"/>
                <a:cs typeface="Times New Roman" panose="02020603050405020304" pitchFamily="18" charset="0"/>
              </a:rPr>
              <a:t>n+1</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的空堆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&lt;n;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生成每个权值节点并插入</a:t>
            </a:r>
            <a:r>
              <a:rPr lang="zh-CN"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小顶堆</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H</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data[</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字符</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weight[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权值</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Insert(H,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for</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循环结束时，优先队列内是单节点树的森林</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构造赫夫曼树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return</a:t>
            </a:r>
            <a:r>
              <a:rPr lang="en-US" altLang="zh-CN" b="1" kern="100" dirty="0">
                <a:latin typeface="Courier New" panose="02070309020205020404" pitchFamily="49" charset="0"/>
                <a:cs typeface="Times New Roman" panose="02020603050405020304" pitchFamily="18" charset="0"/>
              </a:rPr>
              <a:t>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返回构造的赫夫曼树</a:t>
            </a:r>
            <a:endPar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5" name="文本框 74">
            <a:extLst>
              <a:ext uri="{FF2B5EF4-FFF2-40B4-BE49-F238E27FC236}">
                <a16:creationId xmlns:a16="http://schemas.microsoft.com/office/drawing/2014/main" id="{E3453A01-BE67-1C45-429E-C2671514F275}"/>
              </a:ext>
            </a:extLst>
          </p:cNvPr>
          <p:cNvSpPr txBox="1"/>
          <p:nvPr/>
        </p:nvSpPr>
        <p:spPr>
          <a:xfrm>
            <a:off x="941568" y="3805292"/>
            <a:ext cx="10498942" cy="2338974"/>
          </a:xfrm>
          <a:prstGeom prst="rect">
            <a:avLst/>
          </a:prstGeom>
          <a:solidFill>
            <a:srgbClr val="E7FFFF"/>
          </a:solidFill>
        </p:spPr>
        <p:txBody>
          <a:bodyPr wrap="square">
            <a:spAutoFit/>
          </a:bodyPr>
          <a:lstStyle/>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建小顶堆</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H</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endPar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&gt; 1)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while</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循环每次将权值最小的两棵树合二为一</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从堆取权值最小两棵树为左、右子树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根节点</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内部节点数据域为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-&gt;weight + rt-&gt;weight;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根节点的权值为左右孩子权值之和</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rt;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接上左右子树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Insert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将组合成的新树插入堆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每次合二为一减少了一棵树，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while</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循环结束时，优先队列只含的一棵树即为所求</a:t>
            </a:r>
          </a:p>
        </p:txBody>
      </p:sp>
      <p:sp>
        <p:nvSpPr>
          <p:cNvPr id="76" name="文本框 75">
            <a:extLst>
              <a:ext uri="{FF2B5EF4-FFF2-40B4-BE49-F238E27FC236}">
                <a16:creationId xmlns:a16="http://schemas.microsoft.com/office/drawing/2014/main" id="{AA5D5A9C-CC4F-F2FF-402E-DBE2EDC4DAC3}"/>
              </a:ext>
            </a:extLst>
          </p:cNvPr>
          <p:cNvSpPr txBox="1"/>
          <p:nvPr/>
        </p:nvSpPr>
        <p:spPr>
          <a:xfrm>
            <a:off x="319648" y="4254425"/>
            <a:ext cx="467346" cy="1631216"/>
          </a:xfrm>
          <a:prstGeom prst="rect">
            <a:avLst/>
          </a:prstGeom>
          <a:noFill/>
        </p:spPr>
        <p:txBody>
          <a:bodyPr wrap="square" rtlCol="0">
            <a:spAutoFit/>
          </a:bodyPr>
          <a:lstStyle/>
          <a:p>
            <a:r>
              <a:rPr lang="zh-CN" altLang="en-US" sz="2000" b="1" dirty="0">
                <a:solidFill>
                  <a:srgbClr val="C00000"/>
                </a:solidFill>
                <a:effectLst>
                  <a:outerShdw blurRad="38100" dist="38100" dir="2700000" algn="tl">
                    <a:srgbClr val="000000">
                      <a:alpha val="43137"/>
                    </a:srgbClr>
                  </a:outerShdw>
                </a:effectLst>
                <a:latin typeface="+mj-ea"/>
                <a:ea typeface="+mj-ea"/>
              </a:rPr>
              <a:t>建</a:t>
            </a:r>
            <a:endParaRPr lang="en-US" altLang="zh-CN" sz="2000" b="1" dirty="0">
              <a:solidFill>
                <a:srgbClr val="C00000"/>
              </a:solidFill>
              <a:effectLst>
                <a:outerShdw blurRad="38100" dist="38100" dir="2700000" algn="tl">
                  <a:srgbClr val="000000">
                    <a:alpha val="43137"/>
                  </a:srgbClr>
                </a:outerShdw>
              </a:effectLst>
              <a:latin typeface="+mj-ea"/>
              <a:ea typeface="+mj-ea"/>
            </a:endParaRPr>
          </a:p>
          <a:p>
            <a:r>
              <a:rPr lang="zh-CN" altLang="en-US" sz="2000" b="1" dirty="0">
                <a:solidFill>
                  <a:srgbClr val="C00000"/>
                </a:solidFill>
                <a:effectLst>
                  <a:outerShdw blurRad="38100" dist="38100" dir="2700000" algn="tl">
                    <a:srgbClr val="000000">
                      <a:alpha val="43137"/>
                    </a:srgbClr>
                  </a:outerShdw>
                </a:effectLst>
                <a:latin typeface="+mj-ea"/>
                <a:ea typeface="+mj-ea"/>
              </a:rPr>
              <a:t>赫夫曼树</a:t>
            </a:r>
          </a:p>
        </p:txBody>
      </p:sp>
      <p:sp>
        <p:nvSpPr>
          <p:cNvPr id="77" name="左大括号 76">
            <a:extLst>
              <a:ext uri="{FF2B5EF4-FFF2-40B4-BE49-F238E27FC236}">
                <a16:creationId xmlns:a16="http://schemas.microsoft.com/office/drawing/2014/main" id="{FCD9F32D-EA8C-3640-B206-A504602A61B7}"/>
              </a:ext>
            </a:extLst>
          </p:cNvPr>
          <p:cNvSpPr/>
          <p:nvPr/>
        </p:nvSpPr>
        <p:spPr>
          <a:xfrm>
            <a:off x="762496" y="4099034"/>
            <a:ext cx="484658" cy="1949669"/>
          </a:xfrm>
          <a:prstGeom prst="leftBrace">
            <a:avLst/>
          </a:prstGeom>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cxnSp>
        <p:nvCxnSpPr>
          <p:cNvPr id="79" name="直接连接符 78">
            <a:extLst>
              <a:ext uri="{FF2B5EF4-FFF2-40B4-BE49-F238E27FC236}">
                <a16:creationId xmlns:a16="http://schemas.microsoft.com/office/drawing/2014/main" id="{AD1ABA91-B2CA-2E4D-4EA1-324681F3EA7B}"/>
              </a:ext>
            </a:extLst>
          </p:cNvPr>
          <p:cNvCxnSpPr/>
          <p:nvPr/>
        </p:nvCxnSpPr>
        <p:spPr>
          <a:xfrm>
            <a:off x="1247154" y="4325007"/>
            <a:ext cx="264167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0" name="直接连接符 79">
            <a:extLst>
              <a:ext uri="{FF2B5EF4-FFF2-40B4-BE49-F238E27FC236}">
                <a16:creationId xmlns:a16="http://schemas.microsoft.com/office/drawing/2014/main" id="{D3403B1D-1634-7F21-083A-BAE893D8E774}"/>
              </a:ext>
            </a:extLst>
          </p:cNvPr>
          <p:cNvCxnSpPr>
            <a:cxnSpLocks/>
          </p:cNvCxnSpPr>
          <p:nvPr/>
        </p:nvCxnSpPr>
        <p:spPr>
          <a:xfrm>
            <a:off x="1507069" y="4590361"/>
            <a:ext cx="216032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4" name="直接连接符 83">
            <a:extLst>
              <a:ext uri="{FF2B5EF4-FFF2-40B4-BE49-F238E27FC236}">
                <a16:creationId xmlns:a16="http://schemas.microsoft.com/office/drawing/2014/main" id="{B79659A1-C672-1F9E-4DE1-7B009AE28B7C}"/>
              </a:ext>
            </a:extLst>
          </p:cNvPr>
          <p:cNvCxnSpPr>
            <a:cxnSpLocks/>
          </p:cNvCxnSpPr>
          <p:nvPr/>
        </p:nvCxnSpPr>
        <p:spPr>
          <a:xfrm>
            <a:off x="3961957" y="4590361"/>
            <a:ext cx="216032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85" name="任意多边形: 形状 84">
            <a:extLst>
              <a:ext uri="{FF2B5EF4-FFF2-40B4-BE49-F238E27FC236}">
                <a16:creationId xmlns:a16="http://schemas.microsoft.com/office/drawing/2014/main" id="{2DC88C39-3401-EE43-3044-8AF5C7D5AA31}"/>
              </a:ext>
            </a:extLst>
          </p:cNvPr>
          <p:cNvSpPr/>
          <p:nvPr/>
        </p:nvSpPr>
        <p:spPr>
          <a:xfrm>
            <a:off x="4489668" y="917824"/>
            <a:ext cx="631151"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85">
            <a:extLst>
              <a:ext uri="{FF2B5EF4-FFF2-40B4-BE49-F238E27FC236}">
                <a16:creationId xmlns:a16="http://schemas.microsoft.com/office/drawing/2014/main" id="{BDC1B436-7172-EF27-FB8D-D8D4D1898813}"/>
              </a:ext>
            </a:extLst>
          </p:cNvPr>
          <p:cNvSpPr/>
          <p:nvPr/>
        </p:nvSpPr>
        <p:spPr>
          <a:xfrm>
            <a:off x="5298043" y="940419"/>
            <a:ext cx="3112721"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a:extLst>
              <a:ext uri="{FF2B5EF4-FFF2-40B4-BE49-F238E27FC236}">
                <a16:creationId xmlns:a16="http://schemas.microsoft.com/office/drawing/2014/main" id="{E9FF417C-11FB-6FFF-28BA-7F17077F2CB4}"/>
              </a:ext>
            </a:extLst>
          </p:cNvPr>
          <p:cNvGrpSpPr/>
          <p:nvPr/>
        </p:nvGrpSpPr>
        <p:grpSpPr>
          <a:xfrm>
            <a:off x="506770" y="1414814"/>
            <a:ext cx="649976" cy="380480"/>
            <a:chOff x="2422635" y="2012731"/>
            <a:chExt cx="649976" cy="380480"/>
          </a:xfrm>
        </p:grpSpPr>
        <p:sp>
          <p:nvSpPr>
            <p:cNvPr id="87" name="文本框 86">
              <a:extLst>
                <a:ext uri="{FF2B5EF4-FFF2-40B4-BE49-F238E27FC236}">
                  <a16:creationId xmlns:a16="http://schemas.microsoft.com/office/drawing/2014/main" id="{2C706F02-3694-437D-E539-B5EA7420853B}"/>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err="1">
                  <a:latin typeface="Courier New" panose="02070309020205020404" pitchFamily="49" charset="0"/>
                  <a:cs typeface="Times New Roman" panose="02020603050405020304" pitchFamily="18" charset="0"/>
                </a:rPr>
                <a:t>lt</a:t>
              </a:r>
              <a:endParaRPr lang="zh-CN" altLang="en-US" sz="2000" dirty="0"/>
            </a:p>
          </p:txBody>
        </p:sp>
        <p:cxnSp>
          <p:nvCxnSpPr>
            <p:cNvPr id="88" name="直接箭头连接符 87">
              <a:extLst>
                <a:ext uri="{FF2B5EF4-FFF2-40B4-BE49-F238E27FC236}">
                  <a16:creationId xmlns:a16="http://schemas.microsoft.com/office/drawing/2014/main" id="{5261F506-CDF9-234C-14AF-9CB96EF4848E}"/>
                </a:ext>
              </a:extLst>
            </p:cNvPr>
            <p:cNvCxnSpPr>
              <a:cxnSpLocks/>
            </p:cNvCxnSpPr>
            <p:nvPr/>
          </p:nvCxnSpPr>
          <p:spPr>
            <a:xfrm>
              <a:off x="2784797" y="2220816"/>
              <a:ext cx="287814"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91" name="任意多边形: 形状 90">
            <a:extLst>
              <a:ext uri="{FF2B5EF4-FFF2-40B4-BE49-F238E27FC236}">
                <a16:creationId xmlns:a16="http://schemas.microsoft.com/office/drawing/2014/main" id="{4B43B866-0034-5940-5AB1-721B87D3BD3F}"/>
              </a:ext>
            </a:extLst>
          </p:cNvPr>
          <p:cNvSpPr/>
          <p:nvPr/>
        </p:nvSpPr>
        <p:spPr>
          <a:xfrm>
            <a:off x="7779614" y="910610"/>
            <a:ext cx="631151"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形状 91">
            <a:extLst>
              <a:ext uri="{FF2B5EF4-FFF2-40B4-BE49-F238E27FC236}">
                <a16:creationId xmlns:a16="http://schemas.microsoft.com/office/drawing/2014/main" id="{243B6F4D-3E45-8424-4B45-38837E193DE8}"/>
              </a:ext>
            </a:extLst>
          </p:cNvPr>
          <p:cNvSpPr/>
          <p:nvPr/>
        </p:nvSpPr>
        <p:spPr>
          <a:xfrm>
            <a:off x="3670101" y="957409"/>
            <a:ext cx="1466629"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a:extLst>
              <a:ext uri="{FF2B5EF4-FFF2-40B4-BE49-F238E27FC236}">
                <a16:creationId xmlns:a16="http://schemas.microsoft.com/office/drawing/2014/main" id="{FD50D835-49CB-D803-3FFE-6584354D3EF7}"/>
              </a:ext>
            </a:extLst>
          </p:cNvPr>
          <p:cNvSpPr txBox="1"/>
          <p:nvPr/>
        </p:nvSpPr>
        <p:spPr>
          <a:xfrm>
            <a:off x="1737475" y="516259"/>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7</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94" name="文本框 93">
            <a:extLst>
              <a:ext uri="{FF2B5EF4-FFF2-40B4-BE49-F238E27FC236}">
                <a16:creationId xmlns:a16="http://schemas.microsoft.com/office/drawing/2014/main" id="{343F5E4E-3D06-B1F3-58EC-24BEEF664515}"/>
              </a:ext>
            </a:extLst>
          </p:cNvPr>
          <p:cNvSpPr txBox="1"/>
          <p:nvPr/>
        </p:nvSpPr>
        <p:spPr>
          <a:xfrm>
            <a:off x="1726761" y="505749"/>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6</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95" name="直接连接符 94">
            <a:extLst>
              <a:ext uri="{FF2B5EF4-FFF2-40B4-BE49-F238E27FC236}">
                <a16:creationId xmlns:a16="http://schemas.microsoft.com/office/drawing/2014/main" id="{93CE2D0D-154F-3A0D-E444-22ACF507F711}"/>
              </a:ext>
            </a:extLst>
          </p:cNvPr>
          <p:cNvCxnSpPr>
            <a:cxnSpLocks/>
          </p:cNvCxnSpPr>
          <p:nvPr/>
        </p:nvCxnSpPr>
        <p:spPr>
          <a:xfrm>
            <a:off x="1538435" y="4821588"/>
            <a:ext cx="624117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97" name="组合 96">
            <a:extLst>
              <a:ext uri="{FF2B5EF4-FFF2-40B4-BE49-F238E27FC236}">
                <a16:creationId xmlns:a16="http://schemas.microsoft.com/office/drawing/2014/main" id="{C6990AF6-A5F9-6108-20C4-520D2E763F49}"/>
              </a:ext>
            </a:extLst>
          </p:cNvPr>
          <p:cNvGrpSpPr/>
          <p:nvPr/>
        </p:nvGrpSpPr>
        <p:grpSpPr>
          <a:xfrm>
            <a:off x="1990564" y="1432148"/>
            <a:ext cx="697006" cy="380480"/>
            <a:chOff x="2102989" y="2012731"/>
            <a:chExt cx="697006" cy="380480"/>
          </a:xfrm>
        </p:grpSpPr>
        <p:sp>
          <p:nvSpPr>
            <p:cNvPr id="98" name="文本框 97">
              <a:extLst>
                <a:ext uri="{FF2B5EF4-FFF2-40B4-BE49-F238E27FC236}">
                  <a16:creationId xmlns:a16="http://schemas.microsoft.com/office/drawing/2014/main" id="{A13934FE-53B1-699F-6D2C-63DF39134F92}"/>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a:latin typeface="Courier New" panose="02070309020205020404" pitchFamily="49" charset="0"/>
                  <a:cs typeface="Times New Roman" panose="02020603050405020304" pitchFamily="18" charset="0"/>
                </a:rPr>
                <a:t>rt</a:t>
              </a:r>
              <a:endParaRPr lang="zh-CN" altLang="en-US" sz="2000" dirty="0"/>
            </a:p>
          </p:txBody>
        </p:sp>
        <p:cxnSp>
          <p:nvCxnSpPr>
            <p:cNvPr id="99" name="直接箭头连接符 98">
              <a:extLst>
                <a:ext uri="{FF2B5EF4-FFF2-40B4-BE49-F238E27FC236}">
                  <a16:creationId xmlns:a16="http://schemas.microsoft.com/office/drawing/2014/main" id="{B11D65F3-0D73-0175-60AF-D92CA1897B5E}"/>
                </a:ext>
              </a:extLst>
            </p:cNvPr>
            <p:cNvCxnSpPr>
              <a:cxnSpLocks/>
            </p:cNvCxnSpPr>
            <p:nvPr/>
          </p:nvCxnSpPr>
          <p:spPr>
            <a:xfrm flipH="1">
              <a:off x="2102989" y="2202971"/>
              <a:ext cx="258043"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03" name="直接连接符 102">
            <a:extLst>
              <a:ext uri="{FF2B5EF4-FFF2-40B4-BE49-F238E27FC236}">
                <a16:creationId xmlns:a16="http://schemas.microsoft.com/office/drawing/2014/main" id="{562186F7-0DFB-B344-05B4-D82052281BCA}"/>
              </a:ext>
            </a:extLst>
          </p:cNvPr>
          <p:cNvCxnSpPr>
            <a:cxnSpLocks/>
          </p:cNvCxnSpPr>
          <p:nvPr/>
        </p:nvCxnSpPr>
        <p:spPr>
          <a:xfrm>
            <a:off x="1449722" y="4900416"/>
            <a:ext cx="0" cy="628025"/>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0" name="直接连接符 119">
            <a:extLst>
              <a:ext uri="{FF2B5EF4-FFF2-40B4-BE49-F238E27FC236}">
                <a16:creationId xmlns:a16="http://schemas.microsoft.com/office/drawing/2014/main" id="{FCBDFB57-DE9B-18BA-F82C-63423CACC2CD}"/>
              </a:ext>
            </a:extLst>
          </p:cNvPr>
          <p:cNvCxnSpPr>
            <a:cxnSpLocks/>
          </p:cNvCxnSpPr>
          <p:nvPr/>
        </p:nvCxnSpPr>
        <p:spPr>
          <a:xfrm>
            <a:off x="1505473" y="5814816"/>
            <a:ext cx="2228462"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122" name="文本框 121">
            <a:extLst>
              <a:ext uri="{FF2B5EF4-FFF2-40B4-BE49-F238E27FC236}">
                <a16:creationId xmlns:a16="http://schemas.microsoft.com/office/drawing/2014/main" id="{905E93A4-0F79-B3AC-0E39-E743532D8484}"/>
              </a:ext>
            </a:extLst>
          </p:cNvPr>
          <p:cNvSpPr txBox="1"/>
          <p:nvPr/>
        </p:nvSpPr>
        <p:spPr>
          <a:xfrm>
            <a:off x="1736787" y="510924"/>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7</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02" name="椭圆 101">
            <a:extLst>
              <a:ext uri="{FF2B5EF4-FFF2-40B4-BE49-F238E27FC236}">
                <a16:creationId xmlns:a16="http://schemas.microsoft.com/office/drawing/2014/main" id="{E030B121-06FE-E646-E0D8-2CDDD52F6479}"/>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06" name="直接箭头连接符 105">
            <a:extLst>
              <a:ext uri="{FF2B5EF4-FFF2-40B4-BE49-F238E27FC236}">
                <a16:creationId xmlns:a16="http://schemas.microsoft.com/office/drawing/2014/main" id="{24103168-C65B-9506-CAA3-2D62E450BEF4}"/>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2CE5A503-4458-74AB-EF9D-F20D150DBE25}"/>
              </a:ext>
            </a:extLst>
          </p:cNvPr>
          <p:cNvCxnSpPr>
            <a:cxnSpLocks/>
          </p:cNvCxnSpPr>
          <p:nvPr/>
        </p:nvCxnSpPr>
        <p:spPr>
          <a:xfrm>
            <a:off x="1645865"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9" name="文本框 118">
            <a:extLst>
              <a:ext uri="{FF2B5EF4-FFF2-40B4-BE49-F238E27FC236}">
                <a16:creationId xmlns:a16="http://schemas.microsoft.com/office/drawing/2014/main" id="{FFA0574A-8907-CFB9-1C6D-5E9C36F0FA4C}"/>
              </a:ext>
            </a:extLst>
          </p:cNvPr>
          <p:cNvSpPr txBox="1"/>
          <p:nvPr/>
        </p:nvSpPr>
        <p:spPr>
          <a:xfrm>
            <a:off x="1483556" y="1016492"/>
            <a:ext cx="149901"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8</a:t>
            </a:r>
            <a:endParaRPr lang="zh-CN" altLang="en-US" b="1" dirty="0">
              <a:solidFill>
                <a:srgbClr val="0070C0"/>
              </a:solidFill>
              <a:cs typeface="Courier New" panose="02070309020205020404" pitchFamily="49" charset="0"/>
            </a:endParaRPr>
          </a:p>
        </p:txBody>
      </p:sp>
      <p:sp>
        <p:nvSpPr>
          <p:cNvPr id="163" name="任意多边形: 形状 162">
            <a:extLst>
              <a:ext uri="{FF2B5EF4-FFF2-40B4-BE49-F238E27FC236}">
                <a16:creationId xmlns:a16="http://schemas.microsoft.com/office/drawing/2014/main" id="{EC95859B-3AAC-3F3A-73C1-5022B93B47B4}"/>
              </a:ext>
            </a:extLst>
          </p:cNvPr>
          <p:cNvSpPr/>
          <p:nvPr/>
        </p:nvSpPr>
        <p:spPr>
          <a:xfrm>
            <a:off x="5303838" y="946080"/>
            <a:ext cx="2254614" cy="289138"/>
          </a:xfrm>
          <a:custGeom>
            <a:avLst/>
            <a:gdLst>
              <a:gd name="connsiteX0" fmla="*/ 0 w 1403131"/>
              <a:gd name="connsiteY0" fmla="*/ 0 h 289138"/>
              <a:gd name="connsiteX1" fmla="*/ 704193 w 1403131"/>
              <a:gd name="connsiteY1" fmla="*/ 289034 h 289138"/>
              <a:gd name="connsiteX2" fmla="*/ 1403131 w 1403131"/>
              <a:gd name="connsiteY2" fmla="*/ 26275 h 289138"/>
            </a:gdLst>
            <a:ahLst/>
            <a:cxnLst>
              <a:cxn ang="0">
                <a:pos x="connsiteX0" y="connsiteY0"/>
              </a:cxn>
              <a:cxn ang="0">
                <a:pos x="connsiteX1" y="connsiteY1"/>
              </a:cxn>
              <a:cxn ang="0">
                <a:pos x="connsiteX2" y="connsiteY2"/>
              </a:cxn>
            </a:cxnLst>
            <a:rect l="l" t="t" r="r" b="b"/>
            <a:pathLst>
              <a:path w="1403131" h="289138">
                <a:moveTo>
                  <a:pt x="0" y="0"/>
                </a:moveTo>
                <a:cubicBezTo>
                  <a:pt x="235169" y="142327"/>
                  <a:pt x="470338" y="284655"/>
                  <a:pt x="704193" y="289034"/>
                </a:cubicBezTo>
                <a:cubicBezTo>
                  <a:pt x="938048" y="293413"/>
                  <a:pt x="1170589" y="159844"/>
                  <a:pt x="1403131" y="26275"/>
                </a:cubicBezTo>
              </a:path>
            </a:pathLst>
          </a:custGeom>
          <a:noFill/>
          <a:ln w="19050">
            <a:solidFill>
              <a:schemeClr val="accent2"/>
            </a:solidFill>
            <a:prstDash val="dash"/>
            <a:headEnd type="triangle" w="lg" len="lg"/>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2C33BE5-91BE-9571-706F-2BFA13AE1668}"/>
              </a:ext>
            </a:extLst>
          </p:cNvPr>
          <p:cNvSpPr txBox="1"/>
          <p:nvPr/>
        </p:nvSpPr>
        <p:spPr>
          <a:xfrm>
            <a:off x="9824346" y="749331"/>
            <a:ext cx="2185495" cy="2031325"/>
          </a:xfrm>
          <a:prstGeom prst="rect">
            <a:avLst/>
          </a:prstGeom>
          <a:noFill/>
        </p:spPr>
        <p:txBody>
          <a:bodyPr wrap="square" rtlCol="0">
            <a:spAutoFit/>
          </a:bodyPr>
          <a:lstStyle/>
          <a:p>
            <a:pPr algn="just"/>
            <a:r>
              <a:rPr lang="zh-CN" altLang="en-US" b="1" dirty="0">
                <a:solidFill>
                  <a:srgbClr val="C00000"/>
                </a:solidFill>
                <a:effectLst>
                  <a:outerShdw blurRad="38100" dist="38100" dir="2700000" algn="tl">
                    <a:srgbClr val="000000">
                      <a:alpha val="43137"/>
                    </a:srgbClr>
                  </a:outerShdw>
                </a:effectLst>
                <a:latin typeface="+mj-ea"/>
                <a:ea typeface="+mj-ea"/>
              </a:rPr>
              <a:t>堆的两个操作要点：</a:t>
            </a:r>
            <a:endParaRPr lang="en-US" altLang="zh-CN" b="1" dirty="0">
              <a:solidFill>
                <a:srgbClr val="C00000"/>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err="1">
                <a:solidFill>
                  <a:srgbClr val="C00000"/>
                </a:solidFill>
                <a:effectLst>
                  <a:outerShdw blurRad="38100" dist="38100" dir="2700000" algn="tl">
                    <a:srgbClr val="000000">
                      <a:alpha val="43137"/>
                    </a:srgbClr>
                  </a:outerShdw>
                </a:effectLst>
                <a:latin typeface="+mj-ea"/>
                <a:ea typeface="+mj-ea"/>
              </a:rPr>
              <a:t>DelTop</a:t>
            </a:r>
            <a:r>
              <a:rPr lang="en-US" altLang="zh-CN" b="1" dirty="0">
                <a:solidFill>
                  <a:srgbClr val="C00000"/>
                </a:solidFill>
                <a:effectLst>
                  <a:outerShdw blurRad="38100" dist="38100" dir="2700000" algn="tl">
                    <a:srgbClr val="000000">
                      <a:alpha val="43137"/>
                    </a:srgbClr>
                  </a:outerShdw>
                </a:effectLst>
                <a:latin typeface="+mj-ea"/>
                <a:ea typeface="+mj-ea"/>
              </a:rPr>
              <a:t>(H)</a:t>
            </a:r>
            <a:r>
              <a:rPr lang="zh-CN" altLang="en-US" b="1" dirty="0">
                <a:solidFill>
                  <a:srgbClr val="041ABC"/>
                </a:solidFill>
                <a:effectLst>
                  <a:outerShdw blurRad="38100" dist="38100" dir="2700000" algn="tl">
                    <a:srgbClr val="000000">
                      <a:alpha val="43137"/>
                    </a:srgbClr>
                  </a:outerShdw>
                </a:effectLst>
                <a:latin typeface="+mj-ea"/>
                <a:ea typeface="+mj-ea"/>
              </a:rPr>
              <a:t> 可能发生一次向下调整过程；</a:t>
            </a:r>
            <a:endParaRPr lang="en-US" altLang="zh-CN" b="1" dirty="0">
              <a:solidFill>
                <a:srgbClr val="041ABC"/>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a:solidFill>
                  <a:srgbClr val="C00000"/>
                </a:solidFill>
                <a:effectLst>
                  <a:outerShdw blurRad="38100" dist="38100" dir="2700000" algn="tl">
                    <a:srgbClr val="000000">
                      <a:alpha val="43137"/>
                    </a:srgbClr>
                  </a:outerShdw>
                </a:effectLst>
                <a:latin typeface="+mj-ea"/>
                <a:ea typeface="+mj-ea"/>
              </a:rPr>
              <a:t>Insert(</a:t>
            </a:r>
            <a:r>
              <a:rPr lang="en-US" altLang="zh-CN" b="1" dirty="0" err="1">
                <a:solidFill>
                  <a:srgbClr val="C00000"/>
                </a:solidFill>
                <a:effectLst>
                  <a:outerShdw blurRad="38100" dist="38100" dir="2700000" algn="tl">
                    <a:srgbClr val="000000">
                      <a:alpha val="43137"/>
                    </a:srgbClr>
                  </a:outerShdw>
                </a:effectLst>
                <a:latin typeface="+mj-ea"/>
                <a:ea typeface="+mj-ea"/>
              </a:rPr>
              <a:t>H,root</a:t>
            </a:r>
            <a:r>
              <a:rPr lang="en-US" altLang="zh-CN" b="1" dirty="0">
                <a:solidFill>
                  <a:srgbClr val="C00000"/>
                </a:solidFill>
                <a:effectLst>
                  <a:outerShdw blurRad="38100" dist="38100" dir="2700000" algn="tl">
                    <a:srgbClr val="000000">
                      <a:alpha val="43137"/>
                    </a:srgbClr>
                  </a:outerShdw>
                </a:effectLst>
                <a:latin typeface="+mj-ea"/>
                <a:ea typeface="+mj-ea"/>
              </a:rPr>
              <a:t>)</a:t>
            </a:r>
            <a:r>
              <a:rPr lang="zh-CN" altLang="en-US" b="1" dirty="0">
                <a:solidFill>
                  <a:srgbClr val="041ABC"/>
                </a:solidFill>
                <a:effectLst>
                  <a:outerShdw blurRad="38100" dist="38100" dir="2700000" algn="tl">
                    <a:srgbClr val="000000">
                      <a:alpha val="43137"/>
                    </a:srgbClr>
                  </a:outerShdw>
                </a:effectLst>
                <a:latin typeface="+mj-ea"/>
                <a:ea typeface="+mj-ea"/>
              </a:rPr>
              <a:t>可能发生一次向上调整过程。</a:t>
            </a:r>
          </a:p>
        </p:txBody>
      </p:sp>
    </p:spTree>
    <p:extLst>
      <p:ext uri="{BB962C8B-B14F-4D97-AF65-F5344CB8AC3E}">
        <p14:creationId xmlns:p14="http://schemas.microsoft.com/office/powerpoint/2010/main" val="167092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500"/>
                                        <p:tgtEl>
                                          <p:spTgt spid="75"/>
                                        </p:tgtEl>
                                      </p:cBhvr>
                                    </p:animEffect>
                                    <p:anim calcmode="lin" valueType="num">
                                      <p:cBhvr>
                                        <p:cTn id="8" dur="1500" fill="hold"/>
                                        <p:tgtEl>
                                          <p:spTgt spid="75"/>
                                        </p:tgtEl>
                                        <p:attrNameLst>
                                          <p:attrName>ppt_x</p:attrName>
                                        </p:attrNameLst>
                                      </p:cBhvr>
                                      <p:tavLst>
                                        <p:tav tm="0">
                                          <p:val>
                                            <p:strVal val="#ppt_x"/>
                                          </p:val>
                                        </p:tav>
                                        <p:tav tm="100000">
                                          <p:val>
                                            <p:strVal val="#ppt_x"/>
                                          </p:val>
                                        </p:tav>
                                      </p:tavLst>
                                    </p:anim>
                                    <p:anim calcmode="lin" valueType="num">
                                      <p:cBhvr>
                                        <p:cTn id="9" dur="1500" fill="hold"/>
                                        <p:tgtEl>
                                          <p:spTgt spid="75"/>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22" presetClass="entr" presetSubtype="2" fill="hold" grpId="0" nodeType="after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wipe(right)">
                                      <p:cBhvr>
                                        <p:cTn id="13" dur="1000"/>
                                        <p:tgtEl>
                                          <p:spTgt spid="77"/>
                                        </p:tgtEl>
                                      </p:cBhvr>
                                    </p:animEffect>
                                  </p:childTnLst>
                                </p:cTn>
                              </p:par>
                            </p:childTnLst>
                          </p:cTn>
                        </p:par>
                        <p:par>
                          <p:cTn id="14" fill="hold">
                            <p:stCondLst>
                              <p:cond delay="2500"/>
                            </p:stCondLst>
                            <p:childTnLst>
                              <p:par>
                                <p:cTn id="15" presetID="17" presetClass="entr" presetSubtype="10" fill="hold" grpId="0" nodeType="afterEffect">
                                  <p:stCondLst>
                                    <p:cond delay="0"/>
                                  </p:stCondLst>
                                  <p:childTnLst>
                                    <p:set>
                                      <p:cBhvr>
                                        <p:cTn id="16" dur="1" fill="hold">
                                          <p:stCondLst>
                                            <p:cond delay="0"/>
                                          </p:stCondLst>
                                        </p:cTn>
                                        <p:tgtEl>
                                          <p:spTgt spid="76"/>
                                        </p:tgtEl>
                                        <p:attrNameLst>
                                          <p:attrName>style.visibility</p:attrName>
                                        </p:attrNameLst>
                                      </p:cBhvr>
                                      <p:to>
                                        <p:strVal val="visible"/>
                                      </p:to>
                                    </p:set>
                                    <p:anim calcmode="lin" valueType="num">
                                      <p:cBhvr>
                                        <p:cTn id="17" dur="1000" fill="hold"/>
                                        <p:tgtEl>
                                          <p:spTgt spid="76"/>
                                        </p:tgtEl>
                                        <p:attrNameLst>
                                          <p:attrName>ppt_w</p:attrName>
                                        </p:attrNameLst>
                                      </p:cBhvr>
                                      <p:tavLst>
                                        <p:tav tm="0">
                                          <p:val>
                                            <p:fltVal val="0"/>
                                          </p:val>
                                        </p:tav>
                                        <p:tav tm="100000">
                                          <p:val>
                                            <p:strVal val="#ppt_w"/>
                                          </p:val>
                                        </p:tav>
                                      </p:tavLst>
                                    </p:anim>
                                    <p:anim calcmode="lin" valueType="num">
                                      <p:cBhvr>
                                        <p:cTn id="18" dur="1000" fill="hold"/>
                                        <p:tgtEl>
                                          <p:spTgt spid="76"/>
                                        </p:tgtEl>
                                        <p:attrNameLst>
                                          <p:attrName>ppt_h</p:attrName>
                                        </p:attrNameLst>
                                      </p:cBhvr>
                                      <p:tavLst>
                                        <p:tav tm="0">
                                          <p:val>
                                            <p:strVal val="#ppt_h"/>
                                          </p:val>
                                        </p:tav>
                                        <p:tav tm="100000">
                                          <p:val>
                                            <p:strVal val="#ppt_h"/>
                                          </p:val>
                                        </p:tav>
                                      </p:tavLst>
                                    </p:anim>
                                  </p:childTnLst>
                                </p:cTn>
                              </p:par>
                            </p:childTnLst>
                          </p:cTn>
                        </p:par>
                        <p:par>
                          <p:cTn id="19" fill="hold">
                            <p:stCondLst>
                              <p:cond delay="3500"/>
                            </p:stCondLst>
                            <p:childTnLst>
                              <p:par>
                                <p:cTn id="20" presetID="22" presetClass="entr" presetSubtype="8" fill="hold" nodeType="after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wipe(left)">
                                      <p:cBhvr>
                                        <p:cTn id="22" dur="1000"/>
                                        <p:tgtEl>
                                          <p:spTgt spid="79"/>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mph" presetSubtype="0" fill="remove" grpId="0" nodeType="clickEffect">
                                  <p:stCondLst>
                                    <p:cond delay="0"/>
                                  </p:stCondLst>
                                  <p:childTnLst>
                                    <p:animScale>
                                      <p:cBhvr>
                                        <p:cTn id="26" dur="1500" fill="hold"/>
                                        <p:tgtEl>
                                          <p:spTgt spid="73"/>
                                        </p:tgtEl>
                                      </p:cBhvr>
                                      <p:by x="150000" y="150000"/>
                                    </p:animScale>
                                  </p:childTnLst>
                                </p:cTn>
                              </p:par>
                            </p:childTnLst>
                          </p:cTn>
                        </p:par>
                        <p:par>
                          <p:cTn id="27" fill="hold">
                            <p:stCondLst>
                              <p:cond delay="1500"/>
                            </p:stCondLst>
                            <p:childTnLst>
                              <p:par>
                                <p:cTn id="28" presetID="22" presetClass="exit" presetSubtype="2" fill="hold" nodeType="afterEffect">
                                  <p:stCondLst>
                                    <p:cond delay="0"/>
                                  </p:stCondLst>
                                  <p:childTnLst>
                                    <p:animEffect transition="out" filter="wipe(right)">
                                      <p:cBhvr>
                                        <p:cTn id="29" dur="500"/>
                                        <p:tgtEl>
                                          <p:spTgt spid="79"/>
                                        </p:tgtEl>
                                      </p:cBhvr>
                                    </p:animEffect>
                                    <p:set>
                                      <p:cBhvr>
                                        <p:cTn id="30" dur="1" fill="hold">
                                          <p:stCondLst>
                                            <p:cond delay="499"/>
                                          </p:stCondLst>
                                        </p:cTn>
                                        <p:tgtEl>
                                          <p:spTgt spid="79"/>
                                        </p:tgtEl>
                                        <p:attrNameLst>
                                          <p:attrName>style.visibility</p:attrName>
                                        </p:attrNameLst>
                                      </p:cBhvr>
                                      <p:to>
                                        <p:strVal val="hidden"/>
                                      </p:to>
                                    </p:se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80"/>
                                        </p:tgtEl>
                                        <p:attrNameLst>
                                          <p:attrName>style.visibility</p:attrName>
                                        </p:attrNameLst>
                                      </p:cBhvr>
                                      <p:to>
                                        <p:strVal val="visible"/>
                                      </p:to>
                                    </p:set>
                                    <p:animEffect transition="in" filter="wipe(left)">
                                      <p:cBhvr>
                                        <p:cTn id="34" dur="1000"/>
                                        <p:tgtEl>
                                          <p:spTgt spid="80"/>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nodeType="clickEffect">
                                  <p:stCondLst>
                                    <p:cond delay="0"/>
                                  </p:stCondLst>
                                  <p:childTnLst>
                                    <p:animMotion origin="layout" path="M 0 -3.7037E-6 L -0.18568 0.10602 " pathEditMode="relative" rAng="0" ptsTypes="AA">
                                      <p:cBhvr>
                                        <p:cTn id="38" dur="1500" fill="hold"/>
                                        <p:tgtEl>
                                          <p:spTgt spid="22"/>
                                        </p:tgtEl>
                                        <p:attrNameLst>
                                          <p:attrName>ppt_x</p:attrName>
                                          <p:attrName>ppt_y</p:attrName>
                                        </p:attrNameLst>
                                      </p:cBhvr>
                                      <p:rCtr x="-9284" y="5301"/>
                                    </p:animMotion>
                                  </p:childTnLst>
                                </p:cTn>
                              </p:par>
                              <p:par>
                                <p:cTn id="39" presetID="22" presetClass="entr" presetSubtype="8" fill="hold" nodeType="withEffect">
                                  <p:stCondLst>
                                    <p:cond delay="750"/>
                                  </p:stCondLst>
                                  <p:childTnLst>
                                    <p:set>
                                      <p:cBhvr>
                                        <p:cTn id="40" dur="1" fill="hold">
                                          <p:stCondLst>
                                            <p:cond delay="0"/>
                                          </p:stCondLst>
                                        </p:cTn>
                                        <p:tgtEl>
                                          <p:spTgt spid="90"/>
                                        </p:tgtEl>
                                        <p:attrNameLst>
                                          <p:attrName>style.visibility</p:attrName>
                                        </p:attrNameLst>
                                      </p:cBhvr>
                                      <p:to>
                                        <p:strVal val="visible"/>
                                      </p:to>
                                    </p:set>
                                    <p:animEffect transition="in" filter="wipe(left)">
                                      <p:cBhvr>
                                        <p:cTn id="41" dur="750"/>
                                        <p:tgtEl>
                                          <p:spTgt spid="90"/>
                                        </p:tgtEl>
                                      </p:cBhvr>
                                    </p:animEffect>
                                  </p:childTnLst>
                                </p:cTn>
                              </p:par>
                            </p:childTnLst>
                          </p:cTn>
                        </p:par>
                        <p:par>
                          <p:cTn id="42" fill="hold">
                            <p:stCondLst>
                              <p:cond delay="1500"/>
                            </p:stCondLst>
                            <p:childTnLst>
                              <p:par>
                                <p:cTn id="43" presetID="35" presetClass="path" presetSubtype="0" accel="50000" decel="50000" fill="hold" nodeType="afterEffect">
                                  <p:stCondLst>
                                    <p:cond delay="0"/>
                                  </p:stCondLst>
                                  <p:childTnLst>
                                    <p:animMotion origin="layout" path="M -2.08333E-7 2.59259E-6 L -0.46888 -0.00371 " pathEditMode="relative" rAng="0" ptsTypes="AA">
                                      <p:cBhvr>
                                        <p:cTn id="44" dur="1500" fill="hold"/>
                                        <p:tgtEl>
                                          <p:spTgt spid="28"/>
                                        </p:tgtEl>
                                        <p:attrNameLst>
                                          <p:attrName>ppt_x</p:attrName>
                                          <p:attrName>ppt_y</p:attrName>
                                        </p:attrNameLst>
                                      </p:cBhvr>
                                      <p:rCtr x="-23424" y="-23"/>
                                    </p:animMotion>
                                  </p:childTnLst>
                                </p:cTn>
                              </p:par>
                            </p:childTnLst>
                          </p:cTn>
                        </p:par>
                        <p:par>
                          <p:cTn id="45" fill="hold">
                            <p:stCondLst>
                              <p:cond delay="3000"/>
                            </p:stCondLst>
                            <p:childTnLst>
                              <p:par>
                                <p:cTn id="46" presetID="45" presetClass="exit" presetSubtype="0" fill="hold" grpId="1" nodeType="afterEffect">
                                  <p:stCondLst>
                                    <p:cond delay="0"/>
                                  </p:stCondLst>
                                  <p:childTnLst>
                                    <p:animEffect transition="out" filter="fade">
                                      <p:cBhvr>
                                        <p:cTn id="47" dur="1000"/>
                                        <p:tgtEl>
                                          <p:spTgt spid="73"/>
                                        </p:tgtEl>
                                      </p:cBhvr>
                                    </p:animEffect>
                                    <p:anim calcmode="lin" valueType="num">
                                      <p:cBhvr>
                                        <p:cTn id="48" dur="1000"/>
                                        <p:tgtEl>
                                          <p:spTgt spid="7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49" dur="1000"/>
                                        <p:tgtEl>
                                          <p:spTgt spid="73"/>
                                        </p:tgtEl>
                                        <p:attrNameLst>
                                          <p:attrName>ppt_h</p:attrName>
                                        </p:attrNameLst>
                                      </p:cBhvr>
                                      <p:tavLst>
                                        <p:tav tm="0">
                                          <p:val>
                                            <p:strVal val="ppt_h"/>
                                          </p:val>
                                        </p:tav>
                                        <p:tav tm="100000">
                                          <p:val>
                                            <p:strVal val="ppt_h"/>
                                          </p:val>
                                        </p:tav>
                                      </p:tavLst>
                                    </p:anim>
                                    <p:set>
                                      <p:cBhvr>
                                        <p:cTn id="50" dur="1" fill="hold">
                                          <p:stCondLst>
                                            <p:cond delay="999"/>
                                          </p:stCondLst>
                                        </p:cTn>
                                        <p:tgtEl>
                                          <p:spTgt spid="73"/>
                                        </p:tgtEl>
                                        <p:attrNameLst>
                                          <p:attrName>style.visibility</p:attrName>
                                        </p:attrNameLst>
                                      </p:cBhvr>
                                      <p:to>
                                        <p:strVal val="hidden"/>
                                      </p:to>
                                    </p:set>
                                  </p:childTnLst>
                                </p:cTn>
                              </p:par>
                            </p:childTnLst>
                          </p:cTn>
                        </p:par>
                        <p:par>
                          <p:cTn id="51" fill="hold">
                            <p:stCondLst>
                              <p:cond delay="4000"/>
                            </p:stCondLst>
                            <p:childTnLst>
                              <p:par>
                                <p:cTn id="52" presetID="10" presetClass="entr" presetSubtype="0" fill="hold" grpId="2" nodeType="afterEffect">
                                  <p:stCondLst>
                                    <p:cond delay="0"/>
                                  </p:stCondLst>
                                  <p:childTnLst>
                                    <p:set>
                                      <p:cBhvr>
                                        <p:cTn id="53" dur="1" fill="hold">
                                          <p:stCondLst>
                                            <p:cond delay="0"/>
                                          </p:stCondLst>
                                        </p:cTn>
                                        <p:tgtEl>
                                          <p:spTgt spid="93"/>
                                        </p:tgtEl>
                                        <p:attrNameLst>
                                          <p:attrName>style.visibility</p:attrName>
                                        </p:attrNameLst>
                                      </p:cBhvr>
                                      <p:to>
                                        <p:strVal val="visible"/>
                                      </p:to>
                                    </p:set>
                                    <p:animEffect transition="in" filter="fade">
                                      <p:cBhvr>
                                        <p:cTn id="54" dur="500"/>
                                        <p:tgtEl>
                                          <p:spTgt spid="93"/>
                                        </p:tgtEl>
                                      </p:cBhvr>
                                    </p:animEffect>
                                  </p:childTnLst>
                                </p:cTn>
                              </p:par>
                              <p:par>
                                <p:cTn id="55" presetID="22" presetClass="exit" presetSubtype="4" fill="hold" nodeType="withEffect">
                                  <p:stCondLst>
                                    <p:cond delay="0"/>
                                  </p:stCondLst>
                                  <p:childTnLst>
                                    <p:animEffect transition="out" filter="wipe(down)">
                                      <p:cBhvr>
                                        <p:cTn id="56" dur="750"/>
                                        <p:tgtEl>
                                          <p:spTgt spid="8"/>
                                        </p:tgtEl>
                                      </p:cBhvr>
                                    </p:animEffect>
                                    <p:set>
                                      <p:cBhvr>
                                        <p:cTn id="57" dur="1" fill="hold">
                                          <p:stCondLst>
                                            <p:cond delay="749"/>
                                          </p:stCondLst>
                                        </p:cTn>
                                        <p:tgtEl>
                                          <p:spTgt spid="8"/>
                                        </p:tgtEl>
                                        <p:attrNameLst>
                                          <p:attrName>style.visibility</p:attrName>
                                        </p:attrNameLst>
                                      </p:cBhvr>
                                      <p:to>
                                        <p:strVal val="hidden"/>
                                      </p:to>
                                    </p:set>
                                  </p:childTnLst>
                                </p:cTn>
                              </p:par>
                            </p:childTnLst>
                          </p:cTn>
                        </p:par>
                        <p:par>
                          <p:cTn id="58" fill="hold">
                            <p:stCondLst>
                              <p:cond delay="4750"/>
                            </p:stCondLst>
                            <p:childTnLst>
                              <p:par>
                                <p:cTn id="59" presetID="17" presetClass="entr" presetSubtype="10" fill="hold" grpId="0" nodeType="afterEffect">
                                  <p:stCondLst>
                                    <p:cond delay="0"/>
                                  </p:stCondLst>
                                  <p:childTnLst>
                                    <p:set>
                                      <p:cBhvr>
                                        <p:cTn id="60" dur="1" fill="hold">
                                          <p:stCondLst>
                                            <p:cond delay="0"/>
                                          </p:stCondLst>
                                        </p:cTn>
                                        <p:tgtEl>
                                          <p:spTgt spid="85"/>
                                        </p:tgtEl>
                                        <p:attrNameLst>
                                          <p:attrName>style.visibility</p:attrName>
                                        </p:attrNameLst>
                                      </p:cBhvr>
                                      <p:to>
                                        <p:strVal val="visible"/>
                                      </p:to>
                                    </p:set>
                                    <p:anim calcmode="lin" valueType="num">
                                      <p:cBhvr>
                                        <p:cTn id="61" dur="1000" fill="hold"/>
                                        <p:tgtEl>
                                          <p:spTgt spid="85"/>
                                        </p:tgtEl>
                                        <p:attrNameLst>
                                          <p:attrName>ppt_w</p:attrName>
                                        </p:attrNameLst>
                                      </p:cBhvr>
                                      <p:tavLst>
                                        <p:tav tm="0">
                                          <p:val>
                                            <p:fltVal val="0"/>
                                          </p:val>
                                        </p:tav>
                                        <p:tav tm="100000">
                                          <p:val>
                                            <p:strVal val="#ppt_w"/>
                                          </p:val>
                                        </p:tav>
                                      </p:tavLst>
                                    </p:anim>
                                    <p:anim calcmode="lin" valueType="num">
                                      <p:cBhvr>
                                        <p:cTn id="62" dur="1000" fill="hold"/>
                                        <p:tgtEl>
                                          <p:spTgt spid="85"/>
                                        </p:tgtEl>
                                        <p:attrNameLst>
                                          <p:attrName>ppt_h</p:attrName>
                                        </p:attrNameLst>
                                      </p:cBhvr>
                                      <p:tavLst>
                                        <p:tav tm="0">
                                          <p:val>
                                            <p:strVal val="#ppt_h"/>
                                          </p:val>
                                        </p:tav>
                                        <p:tav tm="100000">
                                          <p:val>
                                            <p:strVal val="#ppt_h"/>
                                          </p:val>
                                        </p:tav>
                                      </p:tavLst>
                                    </p:anim>
                                  </p:childTnLst>
                                </p:cTn>
                              </p:par>
                            </p:childTnLst>
                          </p:cTn>
                        </p:par>
                        <p:par>
                          <p:cTn id="63" fill="hold">
                            <p:stCondLst>
                              <p:cond delay="5750"/>
                            </p:stCondLst>
                            <p:childTnLst>
                              <p:par>
                                <p:cTn id="64" presetID="22" presetClass="exit" presetSubtype="8" fill="hold" grpId="2" nodeType="afterEffect">
                                  <p:stCondLst>
                                    <p:cond delay="0"/>
                                  </p:stCondLst>
                                  <p:childTnLst>
                                    <p:animEffect transition="out" filter="wipe(left)">
                                      <p:cBhvr>
                                        <p:cTn id="65" dur="500"/>
                                        <p:tgtEl>
                                          <p:spTgt spid="85"/>
                                        </p:tgtEl>
                                      </p:cBhvr>
                                    </p:animEffect>
                                    <p:set>
                                      <p:cBhvr>
                                        <p:cTn id="66" dur="1" fill="hold">
                                          <p:stCondLst>
                                            <p:cond delay="499"/>
                                          </p:stCondLst>
                                        </p:cTn>
                                        <p:tgtEl>
                                          <p:spTgt spid="85"/>
                                        </p:tgtEl>
                                        <p:attrNameLst>
                                          <p:attrName>style.visibility</p:attrName>
                                        </p:attrNameLst>
                                      </p:cBhvr>
                                      <p:to>
                                        <p:strVal val="hidden"/>
                                      </p:to>
                                    </p:set>
                                  </p:childTnLst>
                                </p:cTn>
                              </p:par>
                            </p:childTnLst>
                          </p:cTn>
                        </p:par>
                        <p:par>
                          <p:cTn id="67" fill="hold">
                            <p:stCondLst>
                              <p:cond delay="6250"/>
                            </p:stCondLst>
                            <p:childTnLst>
                              <p:par>
                                <p:cTn id="68" presetID="17" presetClass="entr" presetSubtype="10" fill="hold" grpId="1" nodeType="afterEffect">
                                  <p:stCondLst>
                                    <p:cond delay="0"/>
                                  </p:stCondLst>
                                  <p:childTnLst>
                                    <p:set>
                                      <p:cBhvr>
                                        <p:cTn id="69" dur="1" fill="hold">
                                          <p:stCondLst>
                                            <p:cond delay="0"/>
                                          </p:stCondLst>
                                        </p:cTn>
                                        <p:tgtEl>
                                          <p:spTgt spid="92"/>
                                        </p:tgtEl>
                                        <p:attrNameLst>
                                          <p:attrName>style.visibility</p:attrName>
                                        </p:attrNameLst>
                                      </p:cBhvr>
                                      <p:to>
                                        <p:strVal val="visible"/>
                                      </p:to>
                                    </p:set>
                                    <p:anim calcmode="lin" valueType="num">
                                      <p:cBhvr>
                                        <p:cTn id="70" dur="1000" fill="hold"/>
                                        <p:tgtEl>
                                          <p:spTgt spid="92"/>
                                        </p:tgtEl>
                                        <p:attrNameLst>
                                          <p:attrName>ppt_w</p:attrName>
                                        </p:attrNameLst>
                                      </p:cBhvr>
                                      <p:tavLst>
                                        <p:tav tm="0">
                                          <p:val>
                                            <p:fltVal val="0"/>
                                          </p:val>
                                        </p:tav>
                                        <p:tav tm="100000">
                                          <p:val>
                                            <p:strVal val="#ppt_w"/>
                                          </p:val>
                                        </p:tav>
                                      </p:tavLst>
                                    </p:anim>
                                    <p:anim calcmode="lin" valueType="num">
                                      <p:cBhvr>
                                        <p:cTn id="71" dur="1000" fill="hold"/>
                                        <p:tgtEl>
                                          <p:spTgt spid="92"/>
                                        </p:tgtEl>
                                        <p:attrNameLst>
                                          <p:attrName>ppt_h</p:attrName>
                                        </p:attrNameLst>
                                      </p:cBhvr>
                                      <p:tavLst>
                                        <p:tav tm="0">
                                          <p:val>
                                            <p:strVal val="#ppt_h"/>
                                          </p:val>
                                        </p:tav>
                                        <p:tav tm="100000">
                                          <p:val>
                                            <p:strVal val="#ppt_h"/>
                                          </p:val>
                                        </p:tav>
                                      </p:tavLst>
                                    </p:anim>
                                  </p:childTnLst>
                                </p:cTn>
                              </p:par>
                            </p:childTnLst>
                          </p:cTn>
                        </p:par>
                        <p:par>
                          <p:cTn id="72" fill="hold">
                            <p:stCondLst>
                              <p:cond delay="7250"/>
                            </p:stCondLst>
                            <p:childTnLst>
                              <p:par>
                                <p:cTn id="73" presetID="8" presetClass="emph" presetSubtype="0" fill="hold" grpId="2" nodeType="afterEffect">
                                  <p:stCondLst>
                                    <p:cond delay="0"/>
                                  </p:stCondLst>
                                  <p:childTnLst>
                                    <p:animRot by="21600000">
                                      <p:cBhvr>
                                        <p:cTn id="74" dur="1000" fill="hold"/>
                                        <p:tgtEl>
                                          <p:spTgt spid="92"/>
                                        </p:tgtEl>
                                        <p:attrNameLst>
                                          <p:attrName>r</p:attrName>
                                        </p:attrNameLst>
                                      </p:cBhvr>
                                    </p:animRot>
                                  </p:childTnLst>
                                </p:cTn>
                              </p:par>
                            </p:childTnLst>
                          </p:cTn>
                        </p:par>
                        <p:par>
                          <p:cTn id="75" fill="hold">
                            <p:stCondLst>
                              <p:cond delay="8250"/>
                            </p:stCondLst>
                            <p:childTnLst>
                              <p:par>
                                <p:cTn id="76" presetID="10" presetClass="exit" presetSubtype="0" fill="hold" grpId="0" nodeType="afterEffect">
                                  <p:stCondLst>
                                    <p:cond delay="0"/>
                                  </p:stCondLst>
                                  <p:childTnLst>
                                    <p:animEffect transition="out" filter="fade">
                                      <p:cBhvr>
                                        <p:cTn id="77" dur="500"/>
                                        <p:tgtEl>
                                          <p:spTgt spid="92"/>
                                        </p:tgtEl>
                                      </p:cBhvr>
                                    </p:animEffect>
                                    <p:set>
                                      <p:cBhvr>
                                        <p:cTn id="78" dur="1" fill="hold">
                                          <p:stCondLst>
                                            <p:cond delay="499"/>
                                          </p:stCondLst>
                                        </p:cTn>
                                        <p:tgtEl>
                                          <p:spTgt spid="92"/>
                                        </p:tgtEl>
                                        <p:attrNameLst>
                                          <p:attrName>style.visibility</p:attrName>
                                        </p:attrNameLst>
                                      </p:cBhvr>
                                      <p:to>
                                        <p:strVal val="hidden"/>
                                      </p:to>
                                    </p:set>
                                  </p:childTnLst>
                                </p:cTn>
                              </p:par>
                            </p:childTnLst>
                          </p:cTn>
                        </p:par>
                        <p:par>
                          <p:cTn id="79" fill="hold">
                            <p:stCondLst>
                              <p:cond delay="8750"/>
                            </p:stCondLst>
                            <p:childTnLst>
                              <p:par>
                                <p:cTn id="80" presetID="63" presetClass="path" presetSubtype="0" accel="50000" decel="50000" fill="hold" nodeType="afterEffect">
                                  <p:stCondLst>
                                    <p:cond delay="0"/>
                                  </p:stCondLst>
                                  <p:childTnLst>
                                    <p:animMotion origin="layout" path="M -0.46888 -0.00371 L -0.33529 -0.00093 " pathEditMode="relative" rAng="0" ptsTypes="AA">
                                      <p:cBhvr>
                                        <p:cTn id="81" dur="1500" fill="hold"/>
                                        <p:tgtEl>
                                          <p:spTgt spid="28"/>
                                        </p:tgtEl>
                                        <p:attrNameLst>
                                          <p:attrName>ppt_x</p:attrName>
                                          <p:attrName>ppt_y</p:attrName>
                                        </p:attrNameLst>
                                      </p:cBhvr>
                                      <p:rCtr x="6680" y="139"/>
                                    </p:animMotion>
                                  </p:childTnLst>
                                </p:cTn>
                              </p:par>
                              <p:par>
                                <p:cTn id="82" presetID="35" presetClass="path" presetSubtype="0" accel="50000" decel="50000" fill="hold" nodeType="withEffect">
                                  <p:stCondLst>
                                    <p:cond delay="0"/>
                                  </p:stCondLst>
                                  <p:childTnLst>
                                    <p:animMotion origin="layout" path="M -4.58333E-6 4.44444E-6 L -0.13412 -0.00185 " pathEditMode="relative" rAng="0" ptsTypes="AA">
                                      <p:cBhvr>
                                        <p:cTn id="83" dur="1500" fill="hold"/>
                                        <p:tgtEl>
                                          <p:spTgt spid="23"/>
                                        </p:tgtEl>
                                        <p:attrNameLst>
                                          <p:attrName>ppt_x</p:attrName>
                                          <p:attrName>ppt_y</p:attrName>
                                        </p:attrNameLst>
                                      </p:cBhvr>
                                      <p:rCtr x="-6693" y="-93"/>
                                    </p:animMotion>
                                  </p:childTnLst>
                                </p:cTn>
                              </p:par>
                            </p:childTnLst>
                          </p:cTn>
                        </p:par>
                        <p:par>
                          <p:cTn id="84" fill="hold">
                            <p:stCondLst>
                              <p:cond delay="10250"/>
                            </p:stCondLst>
                            <p:childTnLst>
                              <p:par>
                                <p:cTn id="85" presetID="17" presetClass="entr" presetSubtype="10" fill="hold" grpId="0" nodeType="afterEffect">
                                  <p:stCondLst>
                                    <p:cond delay="0"/>
                                  </p:stCondLst>
                                  <p:childTnLst>
                                    <p:set>
                                      <p:cBhvr>
                                        <p:cTn id="86" dur="1" fill="hold">
                                          <p:stCondLst>
                                            <p:cond delay="0"/>
                                          </p:stCondLst>
                                        </p:cTn>
                                        <p:tgtEl>
                                          <p:spTgt spid="91"/>
                                        </p:tgtEl>
                                        <p:attrNameLst>
                                          <p:attrName>style.visibility</p:attrName>
                                        </p:attrNameLst>
                                      </p:cBhvr>
                                      <p:to>
                                        <p:strVal val="visible"/>
                                      </p:to>
                                    </p:set>
                                    <p:anim calcmode="lin" valueType="num">
                                      <p:cBhvr>
                                        <p:cTn id="87" dur="1000" fill="hold"/>
                                        <p:tgtEl>
                                          <p:spTgt spid="91"/>
                                        </p:tgtEl>
                                        <p:attrNameLst>
                                          <p:attrName>ppt_w</p:attrName>
                                        </p:attrNameLst>
                                      </p:cBhvr>
                                      <p:tavLst>
                                        <p:tav tm="0">
                                          <p:val>
                                            <p:fltVal val="0"/>
                                          </p:val>
                                        </p:tav>
                                        <p:tav tm="100000">
                                          <p:val>
                                            <p:strVal val="#ppt_w"/>
                                          </p:val>
                                        </p:tav>
                                      </p:tavLst>
                                    </p:anim>
                                    <p:anim calcmode="lin" valueType="num">
                                      <p:cBhvr>
                                        <p:cTn id="88" dur="1000" fill="hold"/>
                                        <p:tgtEl>
                                          <p:spTgt spid="91"/>
                                        </p:tgtEl>
                                        <p:attrNameLst>
                                          <p:attrName>ppt_h</p:attrName>
                                        </p:attrNameLst>
                                      </p:cBhvr>
                                      <p:tavLst>
                                        <p:tav tm="0">
                                          <p:val>
                                            <p:strVal val="#ppt_h"/>
                                          </p:val>
                                        </p:tav>
                                        <p:tav tm="100000">
                                          <p:val>
                                            <p:strVal val="#ppt_h"/>
                                          </p:val>
                                        </p:tav>
                                      </p:tavLst>
                                    </p:anim>
                                  </p:childTnLst>
                                </p:cTn>
                              </p:par>
                            </p:childTnLst>
                          </p:cTn>
                        </p:par>
                        <p:par>
                          <p:cTn id="89" fill="hold">
                            <p:stCondLst>
                              <p:cond delay="11250"/>
                            </p:stCondLst>
                            <p:childTnLst>
                              <p:par>
                                <p:cTn id="90" presetID="22" presetClass="exit" presetSubtype="8" fill="hold" grpId="1" nodeType="afterEffect">
                                  <p:stCondLst>
                                    <p:cond delay="0"/>
                                  </p:stCondLst>
                                  <p:childTnLst>
                                    <p:animEffect transition="out" filter="wipe(left)">
                                      <p:cBhvr>
                                        <p:cTn id="91" dur="500"/>
                                        <p:tgtEl>
                                          <p:spTgt spid="91"/>
                                        </p:tgtEl>
                                      </p:cBhvr>
                                    </p:animEffect>
                                    <p:set>
                                      <p:cBhvr>
                                        <p:cTn id="92" dur="1" fill="hold">
                                          <p:stCondLst>
                                            <p:cond delay="499"/>
                                          </p:stCondLst>
                                        </p:cTn>
                                        <p:tgtEl>
                                          <p:spTgt spid="91"/>
                                        </p:tgtEl>
                                        <p:attrNameLst>
                                          <p:attrName>style.visibility</p:attrName>
                                        </p:attrNameLst>
                                      </p:cBhvr>
                                      <p:to>
                                        <p:strVal val="hidden"/>
                                      </p:to>
                                    </p:set>
                                  </p:childTnLst>
                                </p:cTn>
                              </p:par>
                            </p:childTnLst>
                          </p:cTn>
                        </p:par>
                        <p:par>
                          <p:cTn id="93" fill="hold">
                            <p:stCondLst>
                              <p:cond delay="11750"/>
                            </p:stCondLst>
                            <p:childTnLst>
                              <p:par>
                                <p:cTn id="94" presetID="17" presetClass="entr" presetSubtype="10" fill="hold" grpId="4" nodeType="afterEffect">
                                  <p:stCondLst>
                                    <p:cond delay="0"/>
                                  </p:stCondLst>
                                  <p:childTnLst>
                                    <p:set>
                                      <p:cBhvr>
                                        <p:cTn id="95" dur="1" fill="hold">
                                          <p:stCondLst>
                                            <p:cond delay="0"/>
                                          </p:stCondLst>
                                        </p:cTn>
                                        <p:tgtEl>
                                          <p:spTgt spid="86"/>
                                        </p:tgtEl>
                                        <p:attrNameLst>
                                          <p:attrName>style.visibility</p:attrName>
                                        </p:attrNameLst>
                                      </p:cBhvr>
                                      <p:to>
                                        <p:strVal val="visible"/>
                                      </p:to>
                                    </p:set>
                                    <p:anim calcmode="lin" valueType="num">
                                      <p:cBhvr>
                                        <p:cTn id="96" dur="1000" fill="hold"/>
                                        <p:tgtEl>
                                          <p:spTgt spid="86"/>
                                        </p:tgtEl>
                                        <p:attrNameLst>
                                          <p:attrName>ppt_w</p:attrName>
                                        </p:attrNameLst>
                                      </p:cBhvr>
                                      <p:tavLst>
                                        <p:tav tm="0">
                                          <p:val>
                                            <p:fltVal val="0"/>
                                          </p:val>
                                        </p:tav>
                                        <p:tav tm="100000">
                                          <p:val>
                                            <p:strVal val="#ppt_w"/>
                                          </p:val>
                                        </p:tav>
                                      </p:tavLst>
                                    </p:anim>
                                    <p:anim calcmode="lin" valueType="num">
                                      <p:cBhvr>
                                        <p:cTn id="97" dur="1000" fill="hold"/>
                                        <p:tgtEl>
                                          <p:spTgt spid="86"/>
                                        </p:tgtEl>
                                        <p:attrNameLst>
                                          <p:attrName>ppt_h</p:attrName>
                                        </p:attrNameLst>
                                      </p:cBhvr>
                                      <p:tavLst>
                                        <p:tav tm="0">
                                          <p:val>
                                            <p:strVal val="#ppt_h"/>
                                          </p:val>
                                        </p:tav>
                                        <p:tav tm="100000">
                                          <p:val>
                                            <p:strVal val="#ppt_h"/>
                                          </p:val>
                                        </p:tav>
                                      </p:tavLst>
                                    </p:anim>
                                  </p:childTnLst>
                                </p:cTn>
                              </p:par>
                            </p:childTnLst>
                          </p:cTn>
                        </p:par>
                        <p:par>
                          <p:cTn id="98" fill="hold">
                            <p:stCondLst>
                              <p:cond delay="12750"/>
                            </p:stCondLst>
                            <p:childTnLst>
                              <p:par>
                                <p:cTn id="99" presetID="8" presetClass="emph" presetSubtype="0" fill="hold" grpId="5" nodeType="afterEffect">
                                  <p:stCondLst>
                                    <p:cond delay="0"/>
                                  </p:stCondLst>
                                  <p:childTnLst>
                                    <p:animRot by="21600000">
                                      <p:cBhvr>
                                        <p:cTn id="100" dur="1000" fill="hold"/>
                                        <p:tgtEl>
                                          <p:spTgt spid="86"/>
                                        </p:tgtEl>
                                        <p:attrNameLst>
                                          <p:attrName>r</p:attrName>
                                        </p:attrNameLst>
                                      </p:cBhvr>
                                    </p:animRot>
                                  </p:childTnLst>
                                </p:cTn>
                              </p:par>
                            </p:childTnLst>
                          </p:cTn>
                        </p:par>
                        <p:par>
                          <p:cTn id="101" fill="hold">
                            <p:stCondLst>
                              <p:cond delay="13750"/>
                            </p:stCondLst>
                            <p:childTnLst>
                              <p:par>
                                <p:cTn id="102" presetID="10" presetClass="exit" presetSubtype="0" fill="hold" grpId="3" nodeType="afterEffect">
                                  <p:stCondLst>
                                    <p:cond delay="0"/>
                                  </p:stCondLst>
                                  <p:childTnLst>
                                    <p:animEffect transition="out" filter="fade">
                                      <p:cBhvr>
                                        <p:cTn id="103" dur="500"/>
                                        <p:tgtEl>
                                          <p:spTgt spid="86"/>
                                        </p:tgtEl>
                                      </p:cBhvr>
                                    </p:animEffect>
                                    <p:set>
                                      <p:cBhvr>
                                        <p:cTn id="104" dur="1" fill="hold">
                                          <p:stCondLst>
                                            <p:cond delay="499"/>
                                          </p:stCondLst>
                                        </p:cTn>
                                        <p:tgtEl>
                                          <p:spTgt spid="86"/>
                                        </p:tgtEl>
                                        <p:attrNameLst>
                                          <p:attrName>style.visibility</p:attrName>
                                        </p:attrNameLst>
                                      </p:cBhvr>
                                      <p:to>
                                        <p:strVal val="hidden"/>
                                      </p:to>
                                    </p:set>
                                  </p:childTnLst>
                                </p:cTn>
                              </p:par>
                            </p:childTnLst>
                          </p:cTn>
                        </p:par>
                        <p:par>
                          <p:cTn id="105" fill="hold">
                            <p:stCondLst>
                              <p:cond delay="14250"/>
                            </p:stCondLst>
                            <p:childTnLst>
                              <p:par>
                                <p:cTn id="106" presetID="63" presetClass="path" presetSubtype="0" accel="50000" decel="50000" fill="hold" nodeType="afterEffect">
                                  <p:stCondLst>
                                    <p:cond delay="0"/>
                                  </p:stCondLst>
                                  <p:childTnLst>
                                    <p:animMotion origin="layout" path="M -0.33529 -0.00093 L -0.06745 -0.00231 " pathEditMode="relative" rAng="0" ptsTypes="AA">
                                      <p:cBhvr>
                                        <p:cTn id="107" dur="1500" fill="hold"/>
                                        <p:tgtEl>
                                          <p:spTgt spid="28"/>
                                        </p:tgtEl>
                                        <p:attrNameLst>
                                          <p:attrName>ppt_x</p:attrName>
                                          <p:attrName>ppt_y</p:attrName>
                                        </p:attrNameLst>
                                      </p:cBhvr>
                                      <p:rCtr x="13385" y="-23"/>
                                    </p:animMotion>
                                  </p:childTnLst>
                                </p:cTn>
                              </p:par>
                              <p:par>
                                <p:cTn id="108" presetID="35" presetClass="path" presetSubtype="0" accel="50000" decel="50000" fill="hold" nodeType="withEffect">
                                  <p:stCondLst>
                                    <p:cond delay="0"/>
                                  </p:stCondLst>
                                  <p:childTnLst>
                                    <p:animMotion origin="layout" path="M -2.29167E-6 -2.59259E-6 L -0.26732 0.00046 " pathEditMode="relative" rAng="0" ptsTypes="AA">
                                      <p:cBhvr>
                                        <p:cTn id="109" dur="1500" fill="hold"/>
                                        <p:tgtEl>
                                          <p:spTgt spid="27"/>
                                        </p:tgtEl>
                                        <p:attrNameLst>
                                          <p:attrName>ppt_x</p:attrName>
                                          <p:attrName>ppt_y</p:attrName>
                                        </p:attrNameLst>
                                      </p:cBhvr>
                                      <p:rCtr x="-13385" y="0"/>
                                    </p:animMotion>
                                  </p:childTnLst>
                                </p:cTn>
                              </p:par>
                            </p:childTnLst>
                          </p:cTn>
                        </p:par>
                        <p:par>
                          <p:cTn id="110" fill="hold">
                            <p:stCondLst>
                              <p:cond delay="15750"/>
                            </p:stCondLst>
                            <p:childTnLst>
                              <p:par>
                                <p:cTn id="111" presetID="22" presetClass="exit" presetSubtype="2" fill="hold" nodeType="afterEffect">
                                  <p:stCondLst>
                                    <p:cond delay="0"/>
                                  </p:stCondLst>
                                  <p:childTnLst>
                                    <p:animEffect transition="out" filter="wipe(right)">
                                      <p:cBhvr>
                                        <p:cTn id="112" dur="500"/>
                                        <p:tgtEl>
                                          <p:spTgt spid="80"/>
                                        </p:tgtEl>
                                      </p:cBhvr>
                                    </p:animEffect>
                                    <p:set>
                                      <p:cBhvr>
                                        <p:cTn id="113" dur="1" fill="hold">
                                          <p:stCondLst>
                                            <p:cond delay="499"/>
                                          </p:stCondLst>
                                        </p:cTn>
                                        <p:tgtEl>
                                          <p:spTgt spid="80"/>
                                        </p:tgtEl>
                                        <p:attrNameLst>
                                          <p:attrName>style.visibility</p:attrName>
                                        </p:attrNameLst>
                                      </p:cBhvr>
                                      <p:to>
                                        <p:strVal val="hidden"/>
                                      </p:to>
                                    </p:set>
                                  </p:childTnLst>
                                </p:cTn>
                              </p:par>
                            </p:childTnLst>
                          </p:cTn>
                        </p:par>
                        <p:par>
                          <p:cTn id="114" fill="hold">
                            <p:stCondLst>
                              <p:cond delay="16250"/>
                            </p:stCondLst>
                            <p:childTnLst>
                              <p:par>
                                <p:cTn id="115" presetID="22" presetClass="entr" presetSubtype="8" fill="hold" nodeType="afterEffect">
                                  <p:stCondLst>
                                    <p:cond delay="0"/>
                                  </p:stCondLst>
                                  <p:childTnLst>
                                    <p:set>
                                      <p:cBhvr>
                                        <p:cTn id="116" dur="1" fill="hold">
                                          <p:stCondLst>
                                            <p:cond delay="0"/>
                                          </p:stCondLst>
                                        </p:cTn>
                                        <p:tgtEl>
                                          <p:spTgt spid="84"/>
                                        </p:tgtEl>
                                        <p:attrNameLst>
                                          <p:attrName>style.visibility</p:attrName>
                                        </p:attrNameLst>
                                      </p:cBhvr>
                                      <p:to>
                                        <p:strVal val="visible"/>
                                      </p:to>
                                    </p:set>
                                    <p:animEffect transition="in" filter="wipe(left)">
                                      <p:cBhvr>
                                        <p:cTn id="117" dur="1000"/>
                                        <p:tgtEl>
                                          <p:spTgt spid="84"/>
                                        </p:tgtEl>
                                      </p:cBhvr>
                                    </p:animEffect>
                                  </p:childTnLst>
                                </p:cTn>
                              </p:par>
                            </p:childTnLst>
                          </p:cTn>
                        </p:par>
                      </p:childTnLst>
                    </p:cTn>
                  </p:par>
                  <p:par>
                    <p:cTn id="118" fill="hold">
                      <p:stCondLst>
                        <p:cond delay="indefinite"/>
                      </p:stCondLst>
                      <p:childTnLst>
                        <p:par>
                          <p:cTn id="119" fill="hold">
                            <p:stCondLst>
                              <p:cond delay="0"/>
                            </p:stCondLst>
                            <p:childTnLst>
                              <p:par>
                                <p:cTn id="120" presetID="42" presetClass="path" presetSubtype="0" accel="50000" decel="50000" fill="hold" nodeType="clickEffect">
                                  <p:stCondLst>
                                    <p:cond delay="0"/>
                                  </p:stCondLst>
                                  <p:childTnLst>
                                    <p:animMotion origin="layout" path="M -0.13411 -0.00186 L -0.27773 0.10231 " pathEditMode="relative" rAng="0" ptsTypes="AA">
                                      <p:cBhvr>
                                        <p:cTn id="121" dur="1500" fill="hold"/>
                                        <p:tgtEl>
                                          <p:spTgt spid="23"/>
                                        </p:tgtEl>
                                        <p:attrNameLst>
                                          <p:attrName>ppt_x</p:attrName>
                                          <p:attrName>ppt_y</p:attrName>
                                        </p:attrNameLst>
                                      </p:cBhvr>
                                      <p:rCtr x="-7187" y="5208"/>
                                    </p:animMotion>
                                  </p:childTnLst>
                                </p:cTn>
                              </p:par>
                              <p:par>
                                <p:cTn id="122" presetID="22" presetClass="entr" presetSubtype="2" fill="hold" nodeType="withEffect">
                                  <p:stCondLst>
                                    <p:cond delay="750"/>
                                  </p:stCondLst>
                                  <p:childTnLst>
                                    <p:set>
                                      <p:cBhvr>
                                        <p:cTn id="123" dur="1" fill="hold">
                                          <p:stCondLst>
                                            <p:cond delay="0"/>
                                          </p:stCondLst>
                                        </p:cTn>
                                        <p:tgtEl>
                                          <p:spTgt spid="97"/>
                                        </p:tgtEl>
                                        <p:attrNameLst>
                                          <p:attrName>style.visibility</p:attrName>
                                        </p:attrNameLst>
                                      </p:cBhvr>
                                      <p:to>
                                        <p:strVal val="visible"/>
                                      </p:to>
                                    </p:set>
                                    <p:animEffect transition="in" filter="wipe(right)">
                                      <p:cBhvr>
                                        <p:cTn id="124" dur="750"/>
                                        <p:tgtEl>
                                          <p:spTgt spid="97"/>
                                        </p:tgtEl>
                                      </p:cBhvr>
                                    </p:animEffect>
                                  </p:childTnLst>
                                </p:cTn>
                              </p:par>
                            </p:childTnLst>
                          </p:cTn>
                        </p:par>
                        <p:par>
                          <p:cTn id="125" fill="hold">
                            <p:stCondLst>
                              <p:cond delay="1500"/>
                            </p:stCondLst>
                            <p:childTnLst>
                              <p:par>
                                <p:cTn id="126" presetID="35" presetClass="path" presetSubtype="0" accel="50000" decel="50000" fill="hold" nodeType="afterEffect">
                                  <p:stCondLst>
                                    <p:cond delay="0"/>
                                  </p:stCondLst>
                                  <p:childTnLst>
                                    <p:animMotion origin="layout" path="M -0.06745 -0.00232 L -0.46888 -0.0037 " pathEditMode="relative" rAng="0" ptsTypes="AA">
                                      <p:cBhvr>
                                        <p:cTn id="127" dur="1500" fill="hold"/>
                                        <p:tgtEl>
                                          <p:spTgt spid="28"/>
                                        </p:tgtEl>
                                        <p:attrNameLst>
                                          <p:attrName>ppt_x</p:attrName>
                                          <p:attrName>ppt_y</p:attrName>
                                        </p:attrNameLst>
                                      </p:cBhvr>
                                      <p:rCtr x="-20052" y="139"/>
                                    </p:animMotion>
                                  </p:childTnLst>
                                </p:cTn>
                              </p:par>
                              <p:par>
                                <p:cTn id="128" presetID="22" presetClass="exit" presetSubtype="4" fill="hold" nodeType="withEffect">
                                  <p:stCondLst>
                                    <p:cond delay="0"/>
                                  </p:stCondLst>
                                  <p:childTnLst>
                                    <p:animEffect transition="out" filter="wipe(down)">
                                      <p:cBhvr>
                                        <p:cTn id="129" dur="750"/>
                                        <p:tgtEl>
                                          <p:spTgt spid="7"/>
                                        </p:tgtEl>
                                      </p:cBhvr>
                                    </p:animEffect>
                                    <p:set>
                                      <p:cBhvr>
                                        <p:cTn id="130" dur="1" fill="hold">
                                          <p:stCondLst>
                                            <p:cond delay="749"/>
                                          </p:stCondLst>
                                        </p:cTn>
                                        <p:tgtEl>
                                          <p:spTgt spid="7"/>
                                        </p:tgtEl>
                                        <p:attrNameLst>
                                          <p:attrName>style.visibility</p:attrName>
                                        </p:attrNameLst>
                                      </p:cBhvr>
                                      <p:to>
                                        <p:strVal val="hidden"/>
                                      </p:to>
                                    </p:set>
                                  </p:childTnLst>
                                </p:cTn>
                              </p:par>
                            </p:childTnLst>
                          </p:cTn>
                        </p:par>
                        <p:par>
                          <p:cTn id="131" fill="hold">
                            <p:stCondLst>
                              <p:cond delay="3000"/>
                            </p:stCondLst>
                            <p:childTnLst>
                              <p:par>
                                <p:cTn id="132" presetID="45" presetClass="exit" presetSubtype="0" fill="hold" grpId="1" nodeType="afterEffect">
                                  <p:stCondLst>
                                    <p:cond delay="0"/>
                                  </p:stCondLst>
                                  <p:childTnLst>
                                    <p:animEffect transition="out" filter="fade">
                                      <p:cBhvr>
                                        <p:cTn id="133" dur="1000"/>
                                        <p:tgtEl>
                                          <p:spTgt spid="93"/>
                                        </p:tgtEl>
                                      </p:cBhvr>
                                    </p:animEffect>
                                    <p:anim calcmode="lin" valueType="num">
                                      <p:cBhvr>
                                        <p:cTn id="134" dur="1000"/>
                                        <p:tgtEl>
                                          <p:spTgt spid="9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5" dur="1000"/>
                                        <p:tgtEl>
                                          <p:spTgt spid="93"/>
                                        </p:tgtEl>
                                        <p:attrNameLst>
                                          <p:attrName>ppt_h</p:attrName>
                                        </p:attrNameLst>
                                      </p:cBhvr>
                                      <p:tavLst>
                                        <p:tav tm="0">
                                          <p:val>
                                            <p:strVal val="ppt_h"/>
                                          </p:val>
                                        </p:tav>
                                        <p:tav tm="100000">
                                          <p:val>
                                            <p:strVal val="ppt_h"/>
                                          </p:val>
                                        </p:tav>
                                      </p:tavLst>
                                    </p:anim>
                                    <p:set>
                                      <p:cBhvr>
                                        <p:cTn id="136" dur="1" fill="hold">
                                          <p:stCondLst>
                                            <p:cond delay="999"/>
                                          </p:stCondLst>
                                        </p:cTn>
                                        <p:tgtEl>
                                          <p:spTgt spid="93"/>
                                        </p:tgtEl>
                                        <p:attrNameLst>
                                          <p:attrName>style.visibility</p:attrName>
                                        </p:attrNameLst>
                                      </p:cBhvr>
                                      <p:to>
                                        <p:strVal val="hidden"/>
                                      </p:to>
                                    </p:set>
                                  </p:childTnLst>
                                </p:cTn>
                              </p:par>
                            </p:childTnLst>
                          </p:cTn>
                        </p:par>
                        <p:par>
                          <p:cTn id="137" fill="hold">
                            <p:stCondLst>
                              <p:cond delay="4000"/>
                            </p:stCondLst>
                            <p:childTnLst>
                              <p:par>
                                <p:cTn id="138" presetID="10" presetClass="entr" presetSubtype="0" fill="hold" grpId="2" nodeType="afterEffect">
                                  <p:stCondLst>
                                    <p:cond delay="0"/>
                                  </p:stCondLst>
                                  <p:childTnLst>
                                    <p:set>
                                      <p:cBhvr>
                                        <p:cTn id="139" dur="1" fill="hold">
                                          <p:stCondLst>
                                            <p:cond delay="0"/>
                                          </p:stCondLst>
                                        </p:cTn>
                                        <p:tgtEl>
                                          <p:spTgt spid="94"/>
                                        </p:tgtEl>
                                        <p:attrNameLst>
                                          <p:attrName>style.visibility</p:attrName>
                                        </p:attrNameLst>
                                      </p:cBhvr>
                                      <p:to>
                                        <p:strVal val="visible"/>
                                      </p:to>
                                    </p:set>
                                    <p:animEffect transition="in" filter="fade">
                                      <p:cBhvr>
                                        <p:cTn id="140" dur="500"/>
                                        <p:tgtEl>
                                          <p:spTgt spid="94"/>
                                        </p:tgtEl>
                                      </p:cBhvr>
                                    </p:animEffect>
                                  </p:childTnLst>
                                </p:cTn>
                              </p:par>
                            </p:childTnLst>
                          </p:cTn>
                        </p:par>
                        <p:par>
                          <p:cTn id="141" fill="hold">
                            <p:stCondLst>
                              <p:cond delay="4500"/>
                            </p:stCondLst>
                            <p:childTnLst>
                              <p:par>
                                <p:cTn id="142" presetID="17" presetClass="entr" presetSubtype="10" fill="hold" grpId="3" nodeType="afterEffect">
                                  <p:stCondLst>
                                    <p:cond delay="0"/>
                                  </p:stCondLst>
                                  <p:childTnLst>
                                    <p:set>
                                      <p:cBhvr>
                                        <p:cTn id="143" dur="1" fill="hold">
                                          <p:stCondLst>
                                            <p:cond delay="0"/>
                                          </p:stCondLst>
                                        </p:cTn>
                                        <p:tgtEl>
                                          <p:spTgt spid="85"/>
                                        </p:tgtEl>
                                        <p:attrNameLst>
                                          <p:attrName>style.visibility</p:attrName>
                                        </p:attrNameLst>
                                      </p:cBhvr>
                                      <p:to>
                                        <p:strVal val="visible"/>
                                      </p:to>
                                    </p:set>
                                    <p:anim calcmode="lin" valueType="num">
                                      <p:cBhvr>
                                        <p:cTn id="144" dur="1000" fill="hold"/>
                                        <p:tgtEl>
                                          <p:spTgt spid="85"/>
                                        </p:tgtEl>
                                        <p:attrNameLst>
                                          <p:attrName>ppt_w</p:attrName>
                                        </p:attrNameLst>
                                      </p:cBhvr>
                                      <p:tavLst>
                                        <p:tav tm="0">
                                          <p:val>
                                            <p:fltVal val="0"/>
                                          </p:val>
                                        </p:tav>
                                        <p:tav tm="100000">
                                          <p:val>
                                            <p:strVal val="#ppt_w"/>
                                          </p:val>
                                        </p:tav>
                                      </p:tavLst>
                                    </p:anim>
                                    <p:anim calcmode="lin" valueType="num">
                                      <p:cBhvr>
                                        <p:cTn id="145" dur="1000" fill="hold"/>
                                        <p:tgtEl>
                                          <p:spTgt spid="85"/>
                                        </p:tgtEl>
                                        <p:attrNameLst>
                                          <p:attrName>ppt_h</p:attrName>
                                        </p:attrNameLst>
                                      </p:cBhvr>
                                      <p:tavLst>
                                        <p:tav tm="0">
                                          <p:val>
                                            <p:strVal val="#ppt_h"/>
                                          </p:val>
                                        </p:tav>
                                        <p:tav tm="100000">
                                          <p:val>
                                            <p:strVal val="#ppt_h"/>
                                          </p:val>
                                        </p:tav>
                                      </p:tavLst>
                                    </p:anim>
                                  </p:childTnLst>
                                </p:cTn>
                              </p:par>
                            </p:childTnLst>
                          </p:cTn>
                        </p:par>
                        <p:par>
                          <p:cTn id="146" fill="hold">
                            <p:stCondLst>
                              <p:cond delay="5500"/>
                            </p:stCondLst>
                            <p:childTnLst>
                              <p:par>
                                <p:cTn id="147" presetID="22" presetClass="exit" presetSubtype="8" fill="hold" grpId="4" nodeType="afterEffect">
                                  <p:stCondLst>
                                    <p:cond delay="0"/>
                                  </p:stCondLst>
                                  <p:childTnLst>
                                    <p:animEffect transition="out" filter="wipe(left)">
                                      <p:cBhvr>
                                        <p:cTn id="148" dur="1000"/>
                                        <p:tgtEl>
                                          <p:spTgt spid="85"/>
                                        </p:tgtEl>
                                      </p:cBhvr>
                                    </p:animEffect>
                                    <p:set>
                                      <p:cBhvr>
                                        <p:cTn id="149" dur="1" fill="hold">
                                          <p:stCondLst>
                                            <p:cond delay="999"/>
                                          </p:stCondLst>
                                        </p:cTn>
                                        <p:tgtEl>
                                          <p:spTgt spid="85"/>
                                        </p:tgtEl>
                                        <p:attrNameLst>
                                          <p:attrName>style.visibility</p:attrName>
                                        </p:attrNameLst>
                                      </p:cBhvr>
                                      <p:to>
                                        <p:strVal val="hidden"/>
                                      </p:to>
                                    </p:set>
                                  </p:childTnLst>
                                </p:cTn>
                              </p:par>
                            </p:childTnLst>
                          </p:cTn>
                        </p:par>
                        <p:par>
                          <p:cTn id="150" fill="hold">
                            <p:stCondLst>
                              <p:cond delay="6500"/>
                            </p:stCondLst>
                            <p:childTnLst>
                              <p:par>
                                <p:cTn id="151" presetID="17" presetClass="entr" presetSubtype="10" fill="hold" grpId="3" nodeType="afterEffect">
                                  <p:stCondLst>
                                    <p:cond delay="0"/>
                                  </p:stCondLst>
                                  <p:childTnLst>
                                    <p:set>
                                      <p:cBhvr>
                                        <p:cTn id="152" dur="1" fill="hold">
                                          <p:stCondLst>
                                            <p:cond delay="0"/>
                                          </p:stCondLst>
                                        </p:cTn>
                                        <p:tgtEl>
                                          <p:spTgt spid="92"/>
                                        </p:tgtEl>
                                        <p:attrNameLst>
                                          <p:attrName>style.visibility</p:attrName>
                                        </p:attrNameLst>
                                      </p:cBhvr>
                                      <p:to>
                                        <p:strVal val="visible"/>
                                      </p:to>
                                    </p:set>
                                    <p:anim calcmode="lin" valueType="num">
                                      <p:cBhvr>
                                        <p:cTn id="153" dur="1000" fill="hold"/>
                                        <p:tgtEl>
                                          <p:spTgt spid="92"/>
                                        </p:tgtEl>
                                        <p:attrNameLst>
                                          <p:attrName>ppt_w</p:attrName>
                                        </p:attrNameLst>
                                      </p:cBhvr>
                                      <p:tavLst>
                                        <p:tav tm="0">
                                          <p:val>
                                            <p:fltVal val="0"/>
                                          </p:val>
                                        </p:tav>
                                        <p:tav tm="100000">
                                          <p:val>
                                            <p:strVal val="#ppt_w"/>
                                          </p:val>
                                        </p:tav>
                                      </p:tavLst>
                                    </p:anim>
                                    <p:anim calcmode="lin" valueType="num">
                                      <p:cBhvr>
                                        <p:cTn id="154" dur="1000" fill="hold"/>
                                        <p:tgtEl>
                                          <p:spTgt spid="92"/>
                                        </p:tgtEl>
                                        <p:attrNameLst>
                                          <p:attrName>ppt_h</p:attrName>
                                        </p:attrNameLst>
                                      </p:cBhvr>
                                      <p:tavLst>
                                        <p:tav tm="0">
                                          <p:val>
                                            <p:strVal val="#ppt_h"/>
                                          </p:val>
                                        </p:tav>
                                        <p:tav tm="100000">
                                          <p:val>
                                            <p:strVal val="#ppt_h"/>
                                          </p:val>
                                        </p:tav>
                                      </p:tavLst>
                                    </p:anim>
                                  </p:childTnLst>
                                </p:cTn>
                              </p:par>
                            </p:childTnLst>
                          </p:cTn>
                        </p:par>
                        <p:par>
                          <p:cTn id="155" fill="hold">
                            <p:stCondLst>
                              <p:cond delay="7500"/>
                            </p:stCondLst>
                            <p:childTnLst>
                              <p:par>
                                <p:cTn id="156" presetID="8" presetClass="emph" presetSubtype="0" fill="hold" grpId="4" nodeType="afterEffect">
                                  <p:stCondLst>
                                    <p:cond delay="0"/>
                                  </p:stCondLst>
                                  <p:childTnLst>
                                    <p:animRot by="21600000">
                                      <p:cBhvr>
                                        <p:cTn id="157" dur="1000" fill="hold"/>
                                        <p:tgtEl>
                                          <p:spTgt spid="92"/>
                                        </p:tgtEl>
                                        <p:attrNameLst>
                                          <p:attrName>r</p:attrName>
                                        </p:attrNameLst>
                                      </p:cBhvr>
                                    </p:animRot>
                                  </p:childTnLst>
                                </p:cTn>
                              </p:par>
                            </p:childTnLst>
                          </p:cTn>
                        </p:par>
                        <p:par>
                          <p:cTn id="158" fill="hold">
                            <p:stCondLst>
                              <p:cond delay="8500"/>
                            </p:stCondLst>
                            <p:childTnLst>
                              <p:par>
                                <p:cTn id="159" presetID="22" presetClass="exit" presetSubtype="8" fill="hold" grpId="5" nodeType="afterEffect">
                                  <p:stCondLst>
                                    <p:cond delay="0"/>
                                  </p:stCondLst>
                                  <p:childTnLst>
                                    <p:animEffect transition="out" filter="wipe(left)">
                                      <p:cBhvr>
                                        <p:cTn id="160" dur="1000"/>
                                        <p:tgtEl>
                                          <p:spTgt spid="92"/>
                                        </p:tgtEl>
                                      </p:cBhvr>
                                    </p:animEffect>
                                    <p:set>
                                      <p:cBhvr>
                                        <p:cTn id="161" dur="1" fill="hold">
                                          <p:stCondLst>
                                            <p:cond delay="999"/>
                                          </p:stCondLst>
                                        </p:cTn>
                                        <p:tgtEl>
                                          <p:spTgt spid="92"/>
                                        </p:tgtEl>
                                        <p:attrNameLst>
                                          <p:attrName>style.visibility</p:attrName>
                                        </p:attrNameLst>
                                      </p:cBhvr>
                                      <p:to>
                                        <p:strVal val="hidden"/>
                                      </p:to>
                                    </p:set>
                                  </p:childTnLst>
                                </p:cTn>
                              </p:par>
                            </p:childTnLst>
                          </p:cTn>
                        </p:par>
                        <p:par>
                          <p:cTn id="162" fill="hold">
                            <p:stCondLst>
                              <p:cond delay="9500"/>
                            </p:stCondLst>
                            <p:childTnLst>
                              <p:par>
                                <p:cTn id="163" presetID="63" presetClass="path" presetSubtype="0" accel="50000" decel="50000" fill="hold" nodeType="afterEffect">
                                  <p:stCondLst>
                                    <p:cond delay="0"/>
                                  </p:stCondLst>
                                  <p:childTnLst>
                                    <p:animMotion origin="layout" path="M -0.46888 -0.00371 L -0.33477 -0.00185 " pathEditMode="relative" rAng="0" ptsTypes="AA">
                                      <p:cBhvr>
                                        <p:cTn id="164" dur="1500" fill="hold"/>
                                        <p:tgtEl>
                                          <p:spTgt spid="28"/>
                                        </p:tgtEl>
                                        <p:attrNameLst>
                                          <p:attrName>ppt_x</p:attrName>
                                          <p:attrName>ppt_y</p:attrName>
                                        </p:attrNameLst>
                                      </p:cBhvr>
                                      <p:rCtr x="6693" y="139"/>
                                    </p:animMotion>
                                  </p:childTnLst>
                                </p:cTn>
                              </p:par>
                              <p:par>
                                <p:cTn id="165" presetID="35" presetClass="path" presetSubtype="0" accel="50000" decel="50000" fill="hold" nodeType="withEffect">
                                  <p:stCondLst>
                                    <p:cond delay="0"/>
                                  </p:stCondLst>
                                  <p:childTnLst>
                                    <p:animMotion origin="layout" path="M -0.26784 0.00139 L -0.40143 -0.00139 " pathEditMode="relative" rAng="0" ptsTypes="AA">
                                      <p:cBhvr>
                                        <p:cTn id="166" dur="1500" fill="hold"/>
                                        <p:tgtEl>
                                          <p:spTgt spid="27"/>
                                        </p:tgtEl>
                                        <p:attrNameLst>
                                          <p:attrName>ppt_x</p:attrName>
                                          <p:attrName>ppt_y</p:attrName>
                                        </p:attrNameLst>
                                      </p:cBhvr>
                                      <p:rCtr x="-6706" y="23"/>
                                    </p:animMotion>
                                  </p:childTnLst>
                                </p:cTn>
                              </p:par>
                            </p:childTnLst>
                          </p:cTn>
                        </p:par>
                        <p:par>
                          <p:cTn id="167" fill="hold">
                            <p:stCondLst>
                              <p:cond delay="11000"/>
                            </p:stCondLst>
                            <p:childTnLst>
                              <p:par>
                                <p:cTn id="168" presetID="17" presetClass="entr" presetSubtype="10" fill="hold" grpId="1" nodeType="afterEffect">
                                  <p:stCondLst>
                                    <p:cond delay="0"/>
                                  </p:stCondLst>
                                  <p:childTnLst>
                                    <p:set>
                                      <p:cBhvr>
                                        <p:cTn id="169" dur="1" fill="hold">
                                          <p:stCondLst>
                                            <p:cond delay="0"/>
                                          </p:stCondLst>
                                        </p:cTn>
                                        <p:tgtEl>
                                          <p:spTgt spid="163"/>
                                        </p:tgtEl>
                                        <p:attrNameLst>
                                          <p:attrName>style.visibility</p:attrName>
                                        </p:attrNameLst>
                                      </p:cBhvr>
                                      <p:to>
                                        <p:strVal val="visible"/>
                                      </p:to>
                                    </p:set>
                                    <p:anim calcmode="lin" valueType="num">
                                      <p:cBhvr>
                                        <p:cTn id="170" dur="1000" fill="hold"/>
                                        <p:tgtEl>
                                          <p:spTgt spid="163"/>
                                        </p:tgtEl>
                                        <p:attrNameLst>
                                          <p:attrName>ppt_w</p:attrName>
                                        </p:attrNameLst>
                                      </p:cBhvr>
                                      <p:tavLst>
                                        <p:tav tm="0">
                                          <p:val>
                                            <p:fltVal val="0"/>
                                          </p:val>
                                        </p:tav>
                                        <p:tav tm="100000">
                                          <p:val>
                                            <p:strVal val="#ppt_w"/>
                                          </p:val>
                                        </p:tav>
                                      </p:tavLst>
                                    </p:anim>
                                    <p:anim calcmode="lin" valueType="num">
                                      <p:cBhvr>
                                        <p:cTn id="171" dur="1000" fill="hold"/>
                                        <p:tgtEl>
                                          <p:spTgt spid="163"/>
                                        </p:tgtEl>
                                        <p:attrNameLst>
                                          <p:attrName>ppt_h</p:attrName>
                                        </p:attrNameLst>
                                      </p:cBhvr>
                                      <p:tavLst>
                                        <p:tav tm="0">
                                          <p:val>
                                            <p:strVal val="#ppt_h"/>
                                          </p:val>
                                        </p:tav>
                                        <p:tav tm="100000">
                                          <p:val>
                                            <p:strVal val="#ppt_h"/>
                                          </p:val>
                                        </p:tav>
                                      </p:tavLst>
                                    </p:anim>
                                  </p:childTnLst>
                                </p:cTn>
                              </p:par>
                            </p:childTnLst>
                          </p:cTn>
                        </p:par>
                        <p:par>
                          <p:cTn id="172" fill="hold">
                            <p:stCondLst>
                              <p:cond delay="12000"/>
                            </p:stCondLst>
                            <p:childTnLst>
                              <p:par>
                                <p:cTn id="173" presetID="8" presetClass="emph" presetSubtype="0" fill="hold" grpId="2" nodeType="afterEffect">
                                  <p:stCondLst>
                                    <p:cond delay="0"/>
                                  </p:stCondLst>
                                  <p:childTnLst>
                                    <p:animRot by="21600000">
                                      <p:cBhvr>
                                        <p:cTn id="174" dur="1000" fill="hold"/>
                                        <p:tgtEl>
                                          <p:spTgt spid="163"/>
                                        </p:tgtEl>
                                        <p:attrNameLst>
                                          <p:attrName>r</p:attrName>
                                        </p:attrNameLst>
                                      </p:cBhvr>
                                    </p:animRot>
                                  </p:childTnLst>
                                </p:cTn>
                              </p:par>
                            </p:childTnLst>
                          </p:cTn>
                        </p:par>
                        <p:par>
                          <p:cTn id="175" fill="hold">
                            <p:stCondLst>
                              <p:cond delay="13000"/>
                            </p:stCondLst>
                            <p:childTnLst>
                              <p:par>
                                <p:cTn id="176" presetID="10" presetClass="exit" presetSubtype="0" fill="hold" grpId="0" nodeType="afterEffect">
                                  <p:stCondLst>
                                    <p:cond delay="0"/>
                                  </p:stCondLst>
                                  <p:childTnLst>
                                    <p:animEffect transition="out" filter="fade">
                                      <p:cBhvr>
                                        <p:cTn id="177" dur="500"/>
                                        <p:tgtEl>
                                          <p:spTgt spid="163"/>
                                        </p:tgtEl>
                                      </p:cBhvr>
                                    </p:animEffect>
                                    <p:set>
                                      <p:cBhvr>
                                        <p:cTn id="178" dur="1" fill="hold">
                                          <p:stCondLst>
                                            <p:cond delay="499"/>
                                          </p:stCondLst>
                                        </p:cTn>
                                        <p:tgtEl>
                                          <p:spTgt spid="163"/>
                                        </p:tgtEl>
                                        <p:attrNameLst>
                                          <p:attrName>style.visibility</p:attrName>
                                        </p:attrNameLst>
                                      </p:cBhvr>
                                      <p:to>
                                        <p:strVal val="hidden"/>
                                      </p:to>
                                    </p:set>
                                  </p:childTnLst>
                                </p:cTn>
                              </p:par>
                            </p:childTnLst>
                          </p:cTn>
                        </p:par>
                        <p:par>
                          <p:cTn id="179" fill="hold">
                            <p:stCondLst>
                              <p:cond delay="13500"/>
                            </p:stCondLst>
                            <p:childTnLst>
                              <p:par>
                                <p:cTn id="180" presetID="63" presetClass="path" presetSubtype="0" accel="50000" decel="50000" fill="hold" nodeType="afterEffect">
                                  <p:stCondLst>
                                    <p:cond delay="0"/>
                                  </p:stCondLst>
                                  <p:childTnLst>
                                    <p:animMotion origin="layout" path="M -0.33529 -0.00093 L -0.13372 -0.00139 " pathEditMode="relative" rAng="0" ptsTypes="AA">
                                      <p:cBhvr>
                                        <p:cTn id="181" dur="1500" fill="hold"/>
                                        <p:tgtEl>
                                          <p:spTgt spid="28"/>
                                        </p:tgtEl>
                                        <p:attrNameLst>
                                          <p:attrName>ppt_x</p:attrName>
                                          <p:attrName>ppt_y</p:attrName>
                                        </p:attrNameLst>
                                      </p:cBhvr>
                                      <p:rCtr x="10078" y="-23"/>
                                    </p:animMotion>
                                  </p:childTnLst>
                                </p:cTn>
                              </p:par>
                              <p:par>
                                <p:cTn id="182" presetID="35" presetClass="path" presetSubtype="0" accel="50000" decel="50000" fill="hold" nodeType="withEffect">
                                  <p:stCondLst>
                                    <p:cond delay="0"/>
                                  </p:stCondLst>
                                  <p:childTnLst>
                                    <p:animMotion origin="layout" path="M 4.375E-6 -4.44444E-6 L -0.20065 -0.00139 " pathEditMode="relative" rAng="0" ptsTypes="AA">
                                      <p:cBhvr>
                                        <p:cTn id="183" dur="1500" fill="hold"/>
                                        <p:tgtEl>
                                          <p:spTgt spid="26"/>
                                        </p:tgtEl>
                                        <p:attrNameLst>
                                          <p:attrName>ppt_x</p:attrName>
                                          <p:attrName>ppt_y</p:attrName>
                                        </p:attrNameLst>
                                      </p:cBhvr>
                                      <p:rCtr x="-10117" y="-46"/>
                                    </p:animMotion>
                                  </p:childTnLst>
                                </p:cTn>
                              </p:par>
                            </p:childTnLst>
                          </p:cTn>
                        </p:par>
                        <p:par>
                          <p:cTn id="184" fill="hold">
                            <p:stCondLst>
                              <p:cond delay="15000"/>
                            </p:stCondLst>
                            <p:childTnLst>
                              <p:par>
                                <p:cTn id="185" presetID="22" presetClass="exit" presetSubtype="2" fill="hold" nodeType="afterEffect">
                                  <p:stCondLst>
                                    <p:cond delay="0"/>
                                  </p:stCondLst>
                                  <p:childTnLst>
                                    <p:animEffect transition="out" filter="wipe(right)">
                                      <p:cBhvr>
                                        <p:cTn id="186" dur="500"/>
                                        <p:tgtEl>
                                          <p:spTgt spid="84"/>
                                        </p:tgtEl>
                                      </p:cBhvr>
                                    </p:animEffect>
                                    <p:set>
                                      <p:cBhvr>
                                        <p:cTn id="187" dur="1" fill="hold">
                                          <p:stCondLst>
                                            <p:cond delay="499"/>
                                          </p:stCondLst>
                                        </p:cTn>
                                        <p:tgtEl>
                                          <p:spTgt spid="84"/>
                                        </p:tgtEl>
                                        <p:attrNameLst>
                                          <p:attrName>style.visibility</p:attrName>
                                        </p:attrNameLst>
                                      </p:cBhvr>
                                      <p:to>
                                        <p:strVal val="hidden"/>
                                      </p:to>
                                    </p:set>
                                  </p:childTnLst>
                                </p:cTn>
                              </p:par>
                            </p:childTnLst>
                          </p:cTn>
                        </p:par>
                        <p:par>
                          <p:cTn id="188" fill="hold">
                            <p:stCondLst>
                              <p:cond delay="15500"/>
                            </p:stCondLst>
                            <p:childTnLst>
                              <p:par>
                                <p:cTn id="189" presetID="22" presetClass="entr" presetSubtype="8" fill="hold" nodeType="afterEffect">
                                  <p:stCondLst>
                                    <p:cond delay="0"/>
                                  </p:stCondLst>
                                  <p:childTnLst>
                                    <p:set>
                                      <p:cBhvr>
                                        <p:cTn id="190" dur="1" fill="hold">
                                          <p:stCondLst>
                                            <p:cond delay="0"/>
                                          </p:stCondLst>
                                        </p:cTn>
                                        <p:tgtEl>
                                          <p:spTgt spid="95"/>
                                        </p:tgtEl>
                                        <p:attrNameLst>
                                          <p:attrName>style.visibility</p:attrName>
                                        </p:attrNameLst>
                                      </p:cBhvr>
                                      <p:to>
                                        <p:strVal val="visible"/>
                                      </p:to>
                                    </p:set>
                                    <p:animEffect transition="in" filter="wipe(left)">
                                      <p:cBhvr>
                                        <p:cTn id="191" dur="1000"/>
                                        <p:tgtEl>
                                          <p:spTgt spid="95"/>
                                        </p:tgtEl>
                                      </p:cBhvr>
                                    </p:animEffect>
                                  </p:childTnLst>
                                </p:cTn>
                              </p:par>
                            </p:childTnLst>
                          </p:cTn>
                        </p:par>
                      </p:childTnLst>
                    </p:cTn>
                  </p:par>
                  <p:par>
                    <p:cTn id="192" fill="hold">
                      <p:stCondLst>
                        <p:cond delay="indefinite"/>
                      </p:stCondLst>
                      <p:childTnLst>
                        <p:par>
                          <p:cTn id="193" fill="hold">
                            <p:stCondLst>
                              <p:cond delay="0"/>
                            </p:stCondLst>
                            <p:childTnLst>
                              <p:par>
                                <p:cTn id="194" presetID="47" presetClass="entr" presetSubtype="0" fill="hold" grpId="0" nodeType="clickEffect">
                                  <p:stCondLst>
                                    <p:cond delay="0"/>
                                  </p:stCondLst>
                                  <p:childTnLst>
                                    <p:set>
                                      <p:cBhvr>
                                        <p:cTn id="195" dur="1" fill="hold">
                                          <p:stCondLst>
                                            <p:cond delay="0"/>
                                          </p:stCondLst>
                                        </p:cTn>
                                        <p:tgtEl>
                                          <p:spTgt spid="102"/>
                                        </p:tgtEl>
                                        <p:attrNameLst>
                                          <p:attrName>style.visibility</p:attrName>
                                        </p:attrNameLst>
                                      </p:cBhvr>
                                      <p:to>
                                        <p:strVal val="visible"/>
                                      </p:to>
                                    </p:set>
                                    <p:animEffect transition="in" filter="fade">
                                      <p:cBhvr>
                                        <p:cTn id="196" dur="1000"/>
                                        <p:tgtEl>
                                          <p:spTgt spid="102"/>
                                        </p:tgtEl>
                                      </p:cBhvr>
                                    </p:animEffect>
                                    <p:anim calcmode="lin" valueType="num">
                                      <p:cBhvr>
                                        <p:cTn id="197" dur="1000" fill="hold"/>
                                        <p:tgtEl>
                                          <p:spTgt spid="102"/>
                                        </p:tgtEl>
                                        <p:attrNameLst>
                                          <p:attrName>ppt_x</p:attrName>
                                        </p:attrNameLst>
                                      </p:cBhvr>
                                      <p:tavLst>
                                        <p:tav tm="0">
                                          <p:val>
                                            <p:strVal val="#ppt_x"/>
                                          </p:val>
                                        </p:tav>
                                        <p:tav tm="100000">
                                          <p:val>
                                            <p:strVal val="#ppt_x"/>
                                          </p:val>
                                        </p:tav>
                                      </p:tavLst>
                                    </p:anim>
                                    <p:anim calcmode="lin" valueType="num">
                                      <p:cBhvr>
                                        <p:cTn id="198" dur="1000" fill="hold"/>
                                        <p:tgtEl>
                                          <p:spTgt spid="102"/>
                                        </p:tgtEl>
                                        <p:attrNameLst>
                                          <p:attrName>ppt_y</p:attrName>
                                        </p:attrNameLst>
                                      </p:cBhvr>
                                      <p:tavLst>
                                        <p:tav tm="0">
                                          <p:val>
                                            <p:strVal val="#ppt_y-.1"/>
                                          </p:val>
                                        </p:tav>
                                        <p:tav tm="100000">
                                          <p:val>
                                            <p:strVal val="#ppt_y"/>
                                          </p:val>
                                        </p:tav>
                                      </p:tavLst>
                                    </p:anim>
                                  </p:childTnLst>
                                </p:cTn>
                              </p:par>
                            </p:childTnLst>
                          </p:cTn>
                        </p:par>
                        <p:par>
                          <p:cTn id="199" fill="hold">
                            <p:stCondLst>
                              <p:cond delay="1000"/>
                            </p:stCondLst>
                            <p:childTnLst>
                              <p:par>
                                <p:cTn id="200" presetID="22" presetClass="entr" presetSubtype="1" fill="hold" nodeType="afterEffect">
                                  <p:stCondLst>
                                    <p:cond delay="0"/>
                                  </p:stCondLst>
                                  <p:childTnLst>
                                    <p:set>
                                      <p:cBhvr>
                                        <p:cTn id="201" dur="1" fill="hold">
                                          <p:stCondLst>
                                            <p:cond delay="0"/>
                                          </p:stCondLst>
                                        </p:cTn>
                                        <p:tgtEl>
                                          <p:spTgt spid="103"/>
                                        </p:tgtEl>
                                        <p:attrNameLst>
                                          <p:attrName>style.visibility</p:attrName>
                                        </p:attrNameLst>
                                      </p:cBhvr>
                                      <p:to>
                                        <p:strVal val="visible"/>
                                      </p:to>
                                    </p:set>
                                    <p:animEffect transition="in" filter="wipe(up)">
                                      <p:cBhvr>
                                        <p:cTn id="202" dur="1000"/>
                                        <p:tgtEl>
                                          <p:spTgt spid="103"/>
                                        </p:tgtEl>
                                      </p:cBhvr>
                                    </p:animEffect>
                                  </p:childTnLst>
                                </p:cTn>
                              </p:par>
                            </p:childTnLst>
                          </p:cTn>
                        </p:par>
                        <p:par>
                          <p:cTn id="203" fill="hold">
                            <p:stCondLst>
                              <p:cond delay="2500"/>
                            </p:stCondLst>
                            <p:childTnLst>
                              <p:par>
                                <p:cTn id="204" presetID="42" presetClass="entr" presetSubtype="0" fill="hold" grpId="0" nodeType="afterEffect">
                                  <p:stCondLst>
                                    <p:cond delay="0"/>
                                  </p:stCondLst>
                                  <p:childTnLst>
                                    <p:set>
                                      <p:cBhvr>
                                        <p:cTn id="205" dur="1" fill="hold">
                                          <p:stCondLst>
                                            <p:cond delay="0"/>
                                          </p:stCondLst>
                                        </p:cTn>
                                        <p:tgtEl>
                                          <p:spTgt spid="119"/>
                                        </p:tgtEl>
                                        <p:attrNameLst>
                                          <p:attrName>style.visibility</p:attrName>
                                        </p:attrNameLst>
                                      </p:cBhvr>
                                      <p:to>
                                        <p:strVal val="visible"/>
                                      </p:to>
                                    </p:set>
                                    <p:animEffect transition="in" filter="fade">
                                      <p:cBhvr>
                                        <p:cTn id="206" dur="1000"/>
                                        <p:tgtEl>
                                          <p:spTgt spid="119"/>
                                        </p:tgtEl>
                                      </p:cBhvr>
                                    </p:animEffect>
                                    <p:anim calcmode="lin" valueType="num">
                                      <p:cBhvr>
                                        <p:cTn id="207" dur="1000" fill="hold"/>
                                        <p:tgtEl>
                                          <p:spTgt spid="119"/>
                                        </p:tgtEl>
                                        <p:attrNameLst>
                                          <p:attrName>ppt_x</p:attrName>
                                        </p:attrNameLst>
                                      </p:cBhvr>
                                      <p:tavLst>
                                        <p:tav tm="0">
                                          <p:val>
                                            <p:strVal val="#ppt_x"/>
                                          </p:val>
                                        </p:tav>
                                        <p:tav tm="100000">
                                          <p:val>
                                            <p:strVal val="#ppt_x"/>
                                          </p:val>
                                        </p:tav>
                                      </p:tavLst>
                                    </p:anim>
                                    <p:anim calcmode="lin" valueType="num">
                                      <p:cBhvr>
                                        <p:cTn id="208" dur="1000" fill="hold"/>
                                        <p:tgtEl>
                                          <p:spTgt spid="119"/>
                                        </p:tgtEl>
                                        <p:attrNameLst>
                                          <p:attrName>ppt_y</p:attrName>
                                        </p:attrNameLst>
                                      </p:cBhvr>
                                      <p:tavLst>
                                        <p:tav tm="0">
                                          <p:val>
                                            <p:strVal val="#ppt_y+.1"/>
                                          </p:val>
                                        </p:tav>
                                        <p:tav tm="100000">
                                          <p:val>
                                            <p:strVal val="#ppt_y"/>
                                          </p:val>
                                        </p:tav>
                                      </p:tavLst>
                                    </p:anim>
                                  </p:childTnLst>
                                </p:cTn>
                              </p:par>
                            </p:childTnLst>
                          </p:cTn>
                        </p:par>
                        <p:par>
                          <p:cTn id="209" fill="hold">
                            <p:stCondLst>
                              <p:cond delay="3500"/>
                            </p:stCondLst>
                            <p:childTnLst>
                              <p:par>
                                <p:cTn id="210" presetID="22" presetClass="entr" presetSubtype="1" fill="hold" nodeType="afterEffect">
                                  <p:stCondLst>
                                    <p:cond delay="0"/>
                                  </p:stCondLst>
                                  <p:childTnLst>
                                    <p:set>
                                      <p:cBhvr>
                                        <p:cTn id="211" dur="1" fill="hold">
                                          <p:stCondLst>
                                            <p:cond delay="0"/>
                                          </p:stCondLst>
                                        </p:cTn>
                                        <p:tgtEl>
                                          <p:spTgt spid="106"/>
                                        </p:tgtEl>
                                        <p:attrNameLst>
                                          <p:attrName>style.visibility</p:attrName>
                                        </p:attrNameLst>
                                      </p:cBhvr>
                                      <p:to>
                                        <p:strVal val="visible"/>
                                      </p:to>
                                    </p:set>
                                    <p:animEffect transition="in" filter="wipe(up)">
                                      <p:cBhvr>
                                        <p:cTn id="212" dur="500"/>
                                        <p:tgtEl>
                                          <p:spTgt spid="106"/>
                                        </p:tgtEl>
                                      </p:cBhvr>
                                    </p:animEffect>
                                  </p:childTnLst>
                                </p:cTn>
                              </p:par>
                            </p:childTnLst>
                          </p:cTn>
                        </p:par>
                        <p:par>
                          <p:cTn id="213" fill="hold">
                            <p:stCondLst>
                              <p:cond delay="4000"/>
                            </p:stCondLst>
                            <p:childTnLst>
                              <p:par>
                                <p:cTn id="214" presetID="22" presetClass="entr" presetSubtype="1" fill="hold" nodeType="afterEffect">
                                  <p:stCondLst>
                                    <p:cond delay="0"/>
                                  </p:stCondLst>
                                  <p:childTnLst>
                                    <p:set>
                                      <p:cBhvr>
                                        <p:cTn id="215" dur="1" fill="hold">
                                          <p:stCondLst>
                                            <p:cond delay="0"/>
                                          </p:stCondLst>
                                        </p:cTn>
                                        <p:tgtEl>
                                          <p:spTgt spid="109"/>
                                        </p:tgtEl>
                                        <p:attrNameLst>
                                          <p:attrName>style.visibility</p:attrName>
                                        </p:attrNameLst>
                                      </p:cBhvr>
                                      <p:to>
                                        <p:strVal val="visible"/>
                                      </p:to>
                                    </p:set>
                                    <p:animEffect transition="in" filter="wipe(up)">
                                      <p:cBhvr>
                                        <p:cTn id="216" dur="500"/>
                                        <p:tgtEl>
                                          <p:spTgt spid="109"/>
                                        </p:tgtEl>
                                      </p:cBhvr>
                                    </p:animEffect>
                                  </p:childTnLst>
                                </p:cTn>
                              </p:par>
                            </p:childTnLst>
                          </p:cTn>
                        </p:par>
                        <p:par>
                          <p:cTn id="217" fill="hold">
                            <p:stCondLst>
                              <p:cond delay="4500"/>
                            </p:stCondLst>
                            <p:childTnLst>
                              <p:par>
                                <p:cTn id="218" presetID="22" presetClass="exit" presetSubtype="2" fill="hold" nodeType="afterEffect">
                                  <p:stCondLst>
                                    <p:cond delay="0"/>
                                  </p:stCondLst>
                                  <p:childTnLst>
                                    <p:animEffect transition="out" filter="wipe(right)">
                                      <p:cBhvr>
                                        <p:cTn id="219" dur="500"/>
                                        <p:tgtEl>
                                          <p:spTgt spid="95"/>
                                        </p:tgtEl>
                                      </p:cBhvr>
                                    </p:animEffect>
                                    <p:set>
                                      <p:cBhvr>
                                        <p:cTn id="220" dur="1" fill="hold">
                                          <p:stCondLst>
                                            <p:cond delay="499"/>
                                          </p:stCondLst>
                                        </p:cTn>
                                        <p:tgtEl>
                                          <p:spTgt spid="95"/>
                                        </p:tgtEl>
                                        <p:attrNameLst>
                                          <p:attrName>style.visibility</p:attrName>
                                        </p:attrNameLst>
                                      </p:cBhvr>
                                      <p:to>
                                        <p:strVal val="hidden"/>
                                      </p:to>
                                    </p:set>
                                  </p:childTnLst>
                                </p:cTn>
                              </p:par>
                            </p:childTnLst>
                          </p:cTn>
                        </p:par>
                        <p:par>
                          <p:cTn id="221" fill="hold">
                            <p:stCondLst>
                              <p:cond delay="5000"/>
                            </p:stCondLst>
                            <p:childTnLst>
                              <p:par>
                                <p:cTn id="222" presetID="22" presetClass="exit" presetSubtype="4" fill="hold" nodeType="afterEffect">
                                  <p:stCondLst>
                                    <p:cond delay="0"/>
                                  </p:stCondLst>
                                  <p:childTnLst>
                                    <p:animEffect transition="out" filter="wipe(down)">
                                      <p:cBhvr>
                                        <p:cTn id="223" dur="500"/>
                                        <p:tgtEl>
                                          <p:spTgt spid="103"/>
                                        </p:tgtEl>
                                      </p:cBhvr>
                                    </p:animEffect>
                                    <p:set>
                                      <p:cBhvr>
                                        <p:cTn id="224" dur="1" fill="hold">
                                          <p:stCondLst>
                                            <p:cond delay="499"/>
                                          </p:stCondLst>
                                        </p:cTn>
                                        <p:tgtEl>
                                          <p:spTgt spid="103"/>
                                        </p:tgtEl>
                                        <p:attrNameLst>
                                          <p:attrName>style.visibility</p:attrName>
                                        </p:attrNameLst>
                                      </p:cBhvr>
                                      <p:to>
                                        <p:strVal val="hidden"/>
                                      </p:to>
                                    </p:set>
                                  </p:childTnLst>
                                </p:cTn>
                              </p:par>
                            </p:childTnLst>
                          </p:cTn>
                        </p:par>
                        <p:par>
                          <p:cTn id="225" fill="hold">
                            <p:stCondLst>
                              <p:cond delay="5500"/>
                            </p:stCondLst>
                            <p:childTnLst>
                              <p:par>
                                <p:cTn id="226" presetID="22" presetClass="entr" presetSubtype="8" fill="hold" nodeType="afterEffect">
                                  <p:stCondLst>
                                    <p:cond delay="0"/>
                                  </p:stCondLst>
                                  <p:childTnLst>
                                    <p:set>
                                      <p:cBhvr>
                                        <p:cTn id="227" dur="1" fill="hold">
                                          <p:stCondLst>
                                            <p:cond delay="0"/>
                                          </p:stCondLst>
                                        </p:cTn>
                                        <p:tgtEl>
                                          <p:spTgt spid="120"/>
                                        </p:tgtEl>
                                        <p:attrNameLst>
                                          <p:attrName>style.visibility</p:attrName>
                                        </p:attrNameLst>
                                      </p:cBhvr>
                                      <p:to>
                                        <p:strVal val="visible"/>
                                      </p:to>
                                    </p:set>
                                    <p:animEffect transition="in" filter="wipe(left)">
                                      <p:cBhvr>
                                        <p:cTn id="228" dur="1000"/>
                                        <p:tgtEl>
                                          <p:spTgt spid="120"/>
                                        </p:tgtEl>
                                      </p:cBhvr>
                                    </p:animEffect>
                                  </p:childTnLst>
                                </p:cTn>
                              </p:par>
                            </p:childTnLst>
                          </p:cTn>
                        </p:par>
                      </p:childTnLst>
                    </p:cTn>
                  </p:par>
                  <p:par>
                    <p:cTn id="229" fill="hold">
                      <p:stCondLst>
                        <p:cond delay="indefinite"/>
                      </p:stCondLst>
                      <p:childTnLst>
                        <p:par>
                          <p:cTn id="230" fill="hold">
                            <p:stCondLst>
                              <p:cond delay="0"/>
                            </p:stCondLst>
                            <p:childTnLst>
                              <p:par>
                                <p:cTn id="231" presetID="45" presetClass="exit" presetSubtype="0" fill="hold" grpId="1" nodeType="clickEffect">
                                  <p:stCondLst>
                                    <p:cond delay="0"/>
                                  </p:stCondLst>
                                  <p:childTnLst>
                                    <p:animEffect transition="out" filter="fade">
                                      <p:cBhvr>
                                        <p:cTn id="232" dur="1000"/>
                                        <p:tgtEl>
                                          <p:spTgt spid="94"/>
                                        </p:tgtEl>
                                      </p:cBhvr>
                                    </p:animEffect>
                                    <p:anim calcmode="lin" valueType="num">
                                      <p:cBhvr>
                                        <p:cTn id="233" dur="1000"/>
                                        <p:tgtEl>
                                          <p:spTgt spid="9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34" dur="1000"/>
                                        <p:tgtEl>
                                          <p:spTgt spid="94"/>
                                        </p:tgtEl>
                                        <p:attrNameLst>
                                          <p:attrName>ppt_h</p:attrName>
                                        </p:attrNameLst>
                                      </p:cBhvr>
                                      <p:tavLst>
                                        <p:tav tm="0">
                                          <p:val>
                                            <p:strVal val="ppt_h"/>
                                          </p:val>
                                        </p:tav>
                                        <p:tav tm="100000">
                                          <p:val>
                                            <p:strVal val="ppt_h"/>
                                          </p:val>
                                        </p:tav>
                                      </p:tavLst>
                                    </p:anim>
                                    <p:set>
                                      <p:cBhvr>
                                        <p:cTn id="235" dur="1" fill="hold">
                                          <p:stCondLst>
                                            <p:cond delay="999"/>
                                          </p:stCondLst>
                                        </p:cTn>
                                        <p:tgtEl>
                                          <p:spTgt spid="94"/>
                                        </p:tgtEl>
                                        <p:attrNameLst>
                                          <p:attrName>style.visibility</p:attrName>
                                        </p:attrNameLst>
                                      </p:cBhvr>
                                      <p:to>
                                        <p:strVal val="hidden"/>
                                      </p:to>
                                    </p:set>
                                  </p:childTnLst>
                                </p:cTn>
                              </p:par>
                            </p:childTnLst>
                          </p:cTn>
                        </p:par>
                        <p:par>
                          <p:cTn id="236" fill="hold">
                            <p:stCondLst>
                              <p:cond delay="1000"/>
                            </p:stCondLst>
                            <p:childTnLst>
                              <p:par>
                                <p:cTn id="237" presetID="10" presetClass="entr" presetSubtype="0" fill="hold" grpId="1" nodeType="afterEffect">
                                  <p:stCondLst>
                                    <p:cond delay="0"/>
                                  </p:stCondLst>
                                  <p:childTnLst>
                                    <p:set>
                                      <p:cBhvr>
                                        <p:cTn id="238" dur="1" fill="hold">
                                          <p:stCondLst>
                                            <p:cond delay="0"/>
                                          </p:stCondLst>
                                        </p:cTn>
                                        <p:tgtEl>
                                          <p:spTgt spid="122"/>
                                        </p:tgtEl>
                                        <p:attrNameLst>
                                          <p:attrName>style.visibility</p:attrName>
                                        </p:attrNameLst>
                                      </p:cBhvr>
                                      <p:to>
                                        <p:strVal val="visible"/>
                                      </p:to>
                                    </p:set>
                                    <p:animEffect transition="in" filter="fade">
                                      <p:cBhvr>
                                        <p:cTn id="239" dur="500"/>
                                        <p:tgtEl>
                                          <p:spTgt spid="122"/>
                                        </p:tgtEl>
                                      </p:cBhvr>
                                    </p:animEffect>
                                  </p:childTnLst>
                                </p:cTn>
                              </p:par>
                            </p:childTnLst>
                          </p:cTn>
                        </p:par>
                      </p:childTnLst>
                    </p:cTn>
                  </p:par>
                  <p:par>
                    <p:cTn id="240" fill="hold">
                      <p:stCondLst>
                        <p:cond delay="indefinite"/>
                      </p:stCondLst>
                      <p:childTnLst>
                        <p:par>
                          <p:cTn id="241" fill="hold">
                            <p:stCondLst>
                              <p:cond delay="0"/>
                            </p:stCondLst>
                            <p:childTnLst>
                              <p:par>
                                <p:cTn id="242" presetID="10" presetClass="exit" presetSubtype="0" fill="hold" nodeType="clickEffect">
                                  <p:stCondLst>
                                    <p:cond delay="0"/>
                                  </p:stCondLst>
                                  <p:childTnLst>
                                    <p:animEffect transition="out" filter="fade">
                                      <p:cBhvr>
                                        <p:cTn id="243" dur="500"/>
                                        <p:tgtEl>
                                          <p:spTgt spid="90"/>
                                        </p:tgtEl>
                                      </p:cBhvr>
                                    </p:animEffect>
                                    <p:set>
                                      <p:cBhvr>
                                        <p:cTn id="244" dur="1" fill="hold">
                                          <p:stCondLst>
                                            <p:cond delay="499"/>
                                          </p:stCondLst>
                                        </p:cTn>
                                        <p:tgtEl>
                                          <p:spTgt spid="90"/>
                                        </p:tgtEl>
                                        <p:attrNameLst>
                                          <p:attrName>style.visibility</p:attrName>
                                        </p:attrNameLst>
                                      </p:cBhvr>
                                      <p:to>
                                        <p:strVal val="hidden"/>
                                      </p:to>
                                    </p:set>
                                  </p:childTnLst>
                                </p:cTn>
                              </p:par>
                              <p:par>
                                <p:cTn id="245" presetID="10" presetClass="exit" presetSubtype="0" fill="hold" nodeType="withEffect">
                                  <p:stCondLst>
                                    <p:cond delay="0"/>
                                  </p:stCondLst>
                                  <p:childTnLst>
                                    <p:animEffect transition="out" filter="fade">
                                      <p:cBhvr>
                                        <p:cTn id="246" dur="500"/>
                                        <p:tgtEl>
                                          <p:spTgt spid="97"/>
                                        </p:tgtEl>
                                      </p:cBhvr>
                                    </p:animEffect>
                                    <p:set>
                                      <p:cBhvr>
                                        <p:cTn id="247" dur="1" fill="hold">
                                          <p:stCondLst>
                                            <p:cond delay="499"/>
                                          </p:stCondLst>
                                        </p:cTn>
                                        <p:tgtEl>
                                          <p:spTgt spid="97"/>
                                        </p:tgtEl>
                                        <p:attrNameLst>
                                          <p:attrName>style.visibility</p:attrName>
                                        </p:attrNameLst>
                                      </p:cBhvr>
                                      <p:to>
                                        <p:strVal val="hidden"/>
                                      </p:to>
                                    </p:set>
                                  </p:childTnLst>
                                </p:cTn>
                              </p:par>
                              <p:par>
                                <p:cTn id="248" presetID="63" presetClass="path" presetSubtype="0" accel="50000" decel="50000" fill="hold" grpId="1" nodeType="withEffect">
                                  <p:stCondLst>
                                    <p:cond delay="0"/>
                                  </p:stCondLst>
                                  <p:childTnLst>
                                    <p:animMotion origin="layout" path="M -3.75E-6 -1.11111E-6 L 0.56771 -0.03403 " pathEditMode="relative" rAng="0" ptsTypes="AA">
                                      <p:cBhvr>
                                        <p:cTn id="249" dur="1500" fill="hold"/>
                                        <p:tgtEl>
                                          <p:spTgt spid="102"/>
                                        </p:tgtEl>
                                        <p:attrNameLst>
                                          <p:attrName>ppt_x</p:attrName>
                                          <p:attrName>ppt_y</p:attrName>
                                        </p:attrNameLst>
                                      </p:cBhvr>
                                      <p:rCtr x="28385" y="-1713"/>
                                    </p:animMotion>
                                  </p:childTnLst>
                                </p:cTn>
                              </p:par>
                              <p:par>
                                <p:cTn id="250" presetID="63" presetClass="path" presetSubtype="0" accel="50000" decel="50000" fill="hold" grpId="1" nodeType="withEffect">
                                  <p:stCondLst>
                                    <p:cond delay="0"/>
                                  </p:stCondLst>
                                  <p:childTnLst>
                                    <p:animMotion origin="layout" path="M -4.58333E-6 -2.59259E-6 L 0.56719 -0.03426 " pathEditMode="relative" rAng="0" ptsTypes="AA">
                                      <p:cBhvr>
                                        <p:cTn id="251" dur="1500" fill="hold"/>
                                        <p:tgtEl>
                                          <p:spTgt spid="119"/>
                                        </p:tgtEl>
                                        <p:attrNameLst>
                                          <p:attrName>ppt_x</p:attrName>
                                          <p:attrName>ppt_y</p:attrName>
                                        </p:attrNameLst>
                                      </p:cBhvr>
                                      <p:rCtr x="28359" y="-1713"/>
                                    </p:animMotion>
                                  </p:childTnLst>
                                </p:cTn>
                              </p:par>
                              <p:par>
                                <p:cTn id="252" presetID="63" presetClass="path" presetSubtype="0" accel="50000" decel="50000" fill="hold" nodeType="withEffect">
                                  <p:stCondLst>
                                    <p:cond delay="0"/>
                                  </p:stCondLst>
                                  <p:childTnLst>
                                    <p:animMotion origin="layout" path="M 3.54167E-6 -4.81481E-6 L 0.56679 -0.03518 " pathEditMode="relative" rAng="0" ptsTypes="AA">
                                      <p:cBhvr>
                                        <p:cTn id="253" dur="1500" fill="hold"/>
                                        <p:tgtEl>
                                          <p:spTgt spid="106"/>
                                        </p:tgtEl>
                                        <p:attrNameLst>
                                          <p:attrName>ppt_x</p:attrName>
                                          <p:attrName>ppt_y</p:attrName>
                                        </p:attrNameLst>
                                      </p:cBhvr>
                                      <p:rCtr x="28333" y="-1759"/>
                                    </p:animMotion>
                                  </p:childTnLst>
                                </p:cTn>
                              </p:par>
                              <p:par>
                                <p:cTn id="254" presetID="63" presetClass="path" presetSubtype="0" accel="50000" decel="50000" fill="hold" nodeType="withEffect">
                                  <p:stCondLst>
                                    <p:cond delay="0"/>
                                  </p:stCondLst>
                                  <p:childTnLst>
                                    <p:animMotion origin="layout" path="M -2.29167E-6 7.40741E-7 L 0.56641 -0.03472 " pathEditMode="relative" rAng="0" ptsTypes="AA">
                                      <p:cBhvr>
                                        <p:cTn id="255" dur="1500" fill="hold"/>
                                        <p:tgtEl>
                                          <p:spTgt spid="109"/>
                                        </p:tgtEl>
                                        <p:attrNameLst>
                                          <p:attrName>ppt_x</p:attrName>
                                          <p:attrName>ppt_y</p:attrName>
                                        </p:attrNameLst>
                                      </p:cBhvr>
                                      <p:rCtr x="28320" y="-1736"/>
                                    </p:animMotion>
                                  </p:childTnLst>
                                </p:cTn>
                              </p:par>
                              <p:par>
                                <p:cTn id="256" presetID="63" presetClass="path" presetSubtype="0" accel="50000" decel="50000" fill="hold" nodeType="withEffect">
                                  <p:stCondLst>
                                    <p:cond delay="0"/>
                                  </p:stCondLst>
                                  <p:childTnLst>
                                    <p:animMotion origin="layout" path="M -0.18568 0.10602 L 0.38021 0.06968 " pathEditMode="relative" rAng="0" ptsTypes="AA">
                                      <p:cBhvr>
                                        <p:cTn id="257" dur="1500" fill="hold"/>
                                        <p:tgtEl>
                                          <p:spTgt spid="22"/>
                                        </p:tgtEl>
                                        <p:attrNameLst>
                                          <p:attrName>ppt_x</p:attrName>
                                          <p:attrName>ppt_y</p:attrName>
                                        </p:attrNameLst>
                                      </p:cBhvr>
                                      <p:rCtr x="28294" y="-1829"/>
                                    </p:animMotion>
                                  </p:childTnLst>
                                </p:cTn>
                              </p:par>
                              <p:par>
                                <p:cTn id="258" presetID="63" presetClass="path" presetSubtype="0" accel="50000" decel="50000" fill="hold" nodeType="withEffect">
                                  <p:stCondLst>
                                    <p:cond delay="0"/>
                                  </p:stCondLst>
                                  <p:childTnLst>
                                    <p:animMotion origin="layout" path="M -0.27773 0.10231 L 0.28777 0.06944 " pathEditMode="relative" rAng="0" ptsTypes="AA">
                                      <p:cBhvr>
                                        <p:cTn id="259" dur="1500" fill="hold"/>
                                        <p:tgtEl>
                                          <p:spTgt spid="23"/>
                                        </p:tgtEl>
                                        <p:attrNameLst>
                                          <p:attrName>ppt_x</p:attrName>
                                          <p:attrName>ppt_y</p:attrName>
                                        </p:attrNameLst>
                                      </p:cBhvr>
                                      <p:rCtr x="28268" y="-1644"/>
                                    </p:animMotion>
                                  </p:childTnLst>
                                </p:cTn>
                              </p:par>
                              <p:par>
                                <p:cTn id="260" presetID="22" presetClass="entr" presetSubtype="1" fill="hold" nodeType="withEffect">
                                  <p:stCondLst>
                                    <p:cond delay="750"/>
                                  </p:stCondLst>
                                  <p:childTnLst>
                                    <p:set>
                                      <p:cBhvr>
                                        <p:cTn id="261" dur="1" fill="hold">
                                          <p:stCondLst>
                                            <p:cond delay="0"/>
                                          </p:stCondLst>
                                        </p:cTn>
                                        <p:tgtEl>
                                          <p:spTgt spid="7"/>
                                        </p:tgtEl>
                                        <p:attrNameLst>
                                          <p:attrName>style.visibility</p:attrName>
                                        </p:attrNameLst>
                                      </p:cBhvr>
                                      <p:to>
                                        <p:strVal val="visible"/>
                                      </p:to>
                                    </p:set>
                                    <p:animEffect transition="in" filter="wipe(up)">
                                      <p:cBhvr>
                                        <p:cTn id="262" dur="750"/>
                                        <p:tgtEl>
                                          <p:spTgt spid="7"/>
                                        </p:tgtEl>
                                      </p:cBhvr>
                                    </p:animEffect>
                                  </p:childTnLst>
                                </p:cTn>
                              </p:par>
                            </p:childTnLst>
                          </p:cTn>
                        </p:par>
                        <p:par>
                          <p:cTn id="263" fill="hold">
                            <p:stCondLst>
                              <p:cond delay="1500"/>
                            </p:stCondLst>
                            <p:childTnLst>
                              <p:par>
                                <p:cTn id="264" presetID="17" presetClass="entr" presetSubtype="10" fill="hold" grpId="6" nodeType="afterEffect">
                                  <p:stCondLst>
                                    <p:cond delay="0"/>
                                  </p:stCondLst>
                                  <p:childTnLst>
                                    <p:set>
                                      <p:cBhvr>
                                        <p:cTn id="265" dur="1" fill="hold">
                                          <p:stCondLst>
                                            <p:cond delay="0"/>
                                          </p:stCondLst>
                                        </p:cTn>
                                        <p:tgtEl>
                                          <p:spTgt spid="86"/>
                                        </p:tgtEl>
                                        <p:attrNameLst>
                                          <p:attrName>style.visibility</p:attrName>
                                        </p:attrNameLst>
                                      </p:cBhvr>
                                      <p:to>
                                        <p:strVal val="visible"/>
                                      </p:to>
                                    </p:set>
                                    <p:anim calcmode="lin" valueType="num">
                                      <p:cBhvr>
                                        <p:cTn id="266" dur="1000" fill="hold"/>
                                        <p:tgtEl>
                                          <p:spTgt spid="86"/>
                                        </p:tgtEl>
                                        <p:attrNameLst>
                                          <p:attrName>ppt_w</p:attrName>
                                        </p:attrNameLst>
                                      </p:cBhvr>
                                      <p:tavLst>
                                        <p:tav tm="0">
                                          <p:val>
                                            <p:fltVal val="0"/>
                                          </p:val>
                                        </p:tav>
                                        <p:tav tm="100000">
                                          <p:val>
                                            <p:strVal val="#ppt_w"/>
                                          </p:val>
                                        </p:tav>
                                      </p:tavLst>
                                    </p:anim>
                                    <p:anim calcmode="lin" valueType="num">
                                      <p:cBhvr>
                                        <p:cTn id="267" dur="1000" fill="hold"/>
                                        <p:tgtEl>
                                          <p:spTgt spid="86"/>
                                        </p:tgtEl>
                                        <p:attrNameLst>
                                          <p:attrName>ppt_h</p:attrName>
                                        </p:attrNameLst>
                                      </p:cBhvr>
                                      <p:tavLst>
                                        <p:tav tm="0">
                                          <p:val>
                                            <p:strVal val="#ppt_h"/>
                                          </p:val>
                                        </p:tav>
                                        <p:tav tm="100000">
                                          <p:val>
                                            <p:strVal val="#ppt_h"/>
                                          </p:val>
                                        </p:tav>
                                      </p:tavLst>
                                    </p:anim>
                                  </p:childTnLst>
                                </p:cTn>
                              </p:par>
                            </p:childTnLst>
                          </p:cTn>
                        </p:par>
                        <p:par>
                          <p:cTn id="268" fill="hold">
                            <p:stCondLst>
                              <p:cond delay="2500"/>
                            </p:stCondLst>
                            <p:childTnLst>
                              <p:par>
                                <p:cTn id="269" presetID="8" presetClass="emph" presetSubtype="0" fill="hold" grpId="7" nodeType="afterEffect">
                                  <p:stCondLst>
                                    <p:cond delay="0"/>
                                  </p:stCondLst>
                                  <p:childTnLst>
                                    <p:animRot by="21600000">
                                      <p:cBhvr>
                                        <p:cTn id="270" dur="1000" fill="hold"/>
                                        <p:tgtEl>
                                          <p:spTgt spid="86"/>
                                        </p:tgtEl>
                                        <p:attrNameLst>
                                          <p:attrName>r</p:attrName>
                                        </p:attrNameLst>
                                      </p:cBhvr>
                                    </p:animRot>
                                  </p:childTnLst>
                                </p:cTn>
                              </p:par>
                            </p:childTnLst>
                          </p:cTn>
                        </p:par>
                        <p:par>
                          <p:cTn id="271" fill="hold">
                            <p:stCondLst>
                              <p:cond delay="3500"/>
                            </p:stCondLst>
                            <p:childTnLst>
                              <p:par>
                                <p:cTn id="272" presetID="22" presetClass="exit" presetSubtype="8" fill="hold" grpId="8" nodeType="afterEffect">
                                  <p:stCondLst>
                                    <p:cond delay="0"/>
                                  </p:stCondLst>
                                  <p:childTnLst>
                                    <p:animEffect transition="out" filter="wipe(left)">
                                      <p:cBhvr>
                                        <p:cTn id="273" dur="500"/>
                                        <p:tgtEl>
                                          <p:spTgt spid="86"/>
                                        </p:tgtEl>
                                      </p:cBhvr>
                                    </p:animEffect>
                                    <p:set>
                                      <p:cBhvr>
                                        <p:cTn id="274" dur="1" fill="hold">
                                          <p:stCondLst>
                                            <p:cond delay="499"/>
                                          </p:stCondLst>
                                        </p:cTn>
                                        <p:tgtEl>
                                          <p:spTgt spid="86"/>
                                        </p:tgtEl>
                                        <p:attrNameLst>
                                          <p:attrName>style.visibility</p:attrName>
                                        </p:attrNameLst>
                                      </p:cBhvr>
                                      <p:to>
                                        <p:strVal val="hidden"/>
                                      </p:to>
                                    </p:set>
                                  </p:childTnLst>
                                </p:cTn>
                              </p:par>
                            </p:childTnLst>
                          </p:cTn>
                        </p:par>
                        <p:par>
                          <p:cTn id="275" fill="hold">
                            <p:stCondLst>
                              <p:cond delay="4000"/>
                            </p:stCondLst>
                            <p:childTnLst>
                              <p:par>
                                <p:cTn id="276" presetID="63" presetClass="path" presetSubtype="0" accel="50000" decel="50000" fill="hold" nodeType="afterEffect">
                                  <p:stCondLst>
                                    <p:cond delay="0"/>
                                  </p:stCondLst>
                                  <p:childTnLst>
                                    <p:animMotion origin="layout" path="M -0.20118 -0.00046 L 0.06666 -0.00185 " pathEditMode="relative" rAng="0" ptsTypes="AA">
                                      <p:cBhvr>
                                        <p:cTn id="277" dur="1500" fill="hold"/>
                                        <p:tgtEl>
                                          <p:spTgt spid="26"/>
                                        </p:tgtEl>
                                        <p:attrNameLst>
                                          <p:attrName>ppt_x</p:attrName>
                                          <p:attrName>ppt_y</p:attrName>
                                        </p:attrNameLst>
                                      </p:cBhvr>
                                      <p:rCtr x="13385" y="-93"/>
                                    </p:animMotion>
                                  </p:childTnLst>
                                </p:cTn>
                              </p:par>
                              <p:par>
                                <p:cTn id="278" presetID="35" presetClass="path" presetSubtype="0" accel="50000" decel="50000" fill="hold" grpId="2" nodeType="withEffect">
                                  <p:stCondLst>
                                    <p:cond delay="0"/>
                                  </p:stCondLst>
                                  <p:childTnLst>
                                    <p:animMotion origin="layout" path="M 0.56771 -0.03403 L 0.29974 -0.03495 " pathEditMode="relative" rAng="0" ptsTypes="AA">
                                      <p:cBhvr>
                                        <p:cTn id="279" dur="1500" fill="hold"/>
                                        <p:tgtEl>
                                          <p:spTgt spid="102"/>
                                        </p:tgtEl>
                                        <p:attrNameLst>
                                          <p:attrName>ppt_x</p:attrName>
                                          <p:attrName>ppt_y</p:attrName>
                                        </p:attrNameLst>
                                      </p:cBhvr>
                                      <p:rCtr x="-13398" y="-46"/>
                                    </p:animMotion>
                                  </p:childTnLst>
                                </p:cTn>
                              </p:par>
                              <p:par>
                                <p:cTn id="280" presetID="35" presetClass="path" presetSubtype="0" accel="50000" decel="50000" fill="hold" grpId="2" nodeType="withEffect">
                                  <p:stCondLst>
                                    <p:cond delay="0"/>
                                  </p:stCondLst>
                                  <p:childTnLst>
                                    <p:animMotion origin="layout" path="M 0.56719 -0.03426 L 0.29922 -0.03518 " pathEditMode="relative" rAng="0" ptsTypes="AA">
                                      <p:cBhvr>
                                        <p:cTn id="281" dur="1500" fill="hold"/>
                                        <p:tgtEl>
                                          <p:spTgt spid="119"/>
                                        </p:tgtEl>
                                        <p:attrNameLst>
                                          <p:attrName>ppt_x</p:attrName>
                                          <p:attrName>ppt_y</p:attrName>
                                        </p:attrNameLst>
                                      </p:cBhvr>
                                      <p:rCtr x="-13398" y="-46"/>
                                    </p:animMotion>
                                  </p:childTnLst>
                                </p:cTn>
                              </p:par>
                              <p:par>
                                <p:cTn id="282" presetID="35" presetClass="path" presetSubtype="0" accel="50000" decel="50000" fill="hold" nodeType="withEffect">
                                  <p:stCondLst>
                                    <p:cond delay="0"/>
                                  </p:stCondLst>
                                  <p:childTnLst>
                                    <p:animMotion origin="layout" path="M 0.56679 -0.03518 L 0.30039 -0.03194 " pathEditMode="relative" rAng="0" ptsTypes="AA">
                                      <p:cBhvr>
                                        <p:cTn id="283" dur="1500" fill="hold"/>
                                        <p:tgtEl>
                                          <p:spTgt spid="106"/>
                                        </p:tgtEl>
                                        <p:attrNameLst>
                                          <p:attrName>ppt_x</p:attrName>
                                          <p:attrName>ppt_y</p:attrName>
                                        </p:attrNameLst>
                                      </p:cBhvr>
                                      <p:rCtr x="-13320" y="162"/>
                                    </p:animMotion>
                                  </p:childTnLst>
                                </p:cTn>
                              </p:par>
                              <p:par>
                                <p:cTn id="284" presetID="35" presetClass="path" presetSubtype="0" accel="50000" decel="50000" fill="hold" nodeType="withEffect">
                                  <p:stCondLst>
                                    <p:cond delay="0"/>
                                  </p:stCondLst>
                                  <p:childTnLst>
                                    <p:animMotion origin="layout" path="M 0.56641 -0.03472 L 0.29766 -0.03218 " pathEditMode="relative" rAng="0" ptsTypes="AA">
                                      <p:cBhvr>
                                        <p:cTn id="285" dur="1500" fill="hold"/>
                                        <p:tgtEl>
                                          <p:spTgt spid="109"/>
                                        </p:tgtEl>
                                        <p:attrNameLst>
                                          <p:attrName>ppt_x</p:attrName>
                                          <p:attrName>ppt_y</p:attrName>
                                        </p:attrNameLst>
                                      </p:cBhvr>
                                      <p:rCtr x="-13438" y="116"/>
                                    </p:animMotion>
                                  </p:childTnLst>
                                </p:cTn>
                              </p:par>
                              <p:par>
                                <p:cTn id="286" presetID="35" presetClass="path" presetSubtype="0" accel="50000" decel="50000" fill="hold" nodeType="withEffect">
                                  <p:stCondLst>
                                    <p:cond delay="0"/>
                                  </p:stCondLst>
                                  <p:childTnLst>
                                    <p:animMotion origin="layout" path="M 0.38021 0.06968 L 0.1138 0.07292 " pathEditMode="relative" rAng="0" ptsTypes="AA">
                                      <p:cBhvr>
                                        <p:cTn id="287" dur="1500" fill="hold"/>
                                        <p:tgtEl>
                                          <p:spTgt spid="22"/>
                                        </p:tgtEl>
                                        <p:attrNameLst>
                                          <p:attrName>ppt_x</p:attrName>
                                          <p:attrName>ppt_y</p:attrName>
                                        </p:attrNameLst>
                                      </p:cBhvr>
                                      <p:rCtr x="-13320" y="162"/>
                                    </p:animMotion>
                                  </p:childTnLst>
                                </p:cTn>
                              </p:par>
                              <p:par>
                                <p:cTn id="288" presetID="35" presetClass="path" presetSubtype="0" accel="50000" decel="50000" fill="hold" nodeType="withEffect">
                                  <p:stCondLst>
                                    <p:cond delay="0"/>
                                  </p:stCondLst>
                                  <p:childTnLst>
                                    <p:animMotion origin="layout" path="M 0.28777 0.06944 L 0.01719 0.07222 " pathEditMode="relative" rAng="0" ptsTypes="AA">
                                      <p:cBhvr>
                                        <p:cTn id="289" dur="1500" fill="hold"/>
                                        <p:tgtEl>
                                          <p:spTgt spid="23"/>
                                        </p:tgtEl>
                                        <p:attrNameLst>
                                          <p:attrName>ppt_x</p:attrName>
                                          <p:attrName>ppt_y</p:attrName>
                                        </p:attrNameLst>
                                      </p:cBhvr>
                                      <p:rCtr x="-13529" y="139"/>
                                    </p:animMotion>
                                  </p:childTnLst>
                                </p:cTn>
                              </p:par>
                            </p:childTnLst>
                          </p:cTn>
                        </p:par>
                        <p:par>
                          <p:cTn id="290" fill="hold">
                            <p:stCondLst>
                              <p:cond delay="5500"/>
                            </p:stCondLst>
                            <p:childTnLst>
                              <p:par>
                                <p:cTn id="291" presetID="17" presetClass="entr" presetSubtype="10" fill="hold" grpId="6" nodeType="afterEffect">
                                  <p:stCondLst>
                                    <p:cond delay="0"/>
                                  </p:stCondLst>
                                  <p:childTnLst>
                                    <p:set>
                                      <p:cBhvr>
                                        <p:cTn id="292" dur="1" fill="hold">
                                          <p:stCondLst>
                                            <p:cond delay="0"/>
                                          </p:stCondLst>
                                        </p:cTn>
                                        <p:tgtEl>
                                          <p:spTgt spid="92"/>
                                        </p:tgtEl>
                                        <p:attrNameLst>
                                          <p:attrName>style.visibility</p:attrName>
                                        </p:attrNameLst>
                                      </p:cBhvr>
                                      <p:to>
                                        <p:strVal val="visible"/>
                                      </p:to>
                                    </p:set>
                                    <p:anim calcmode="lin" valueType="num">
                                      <p:cBhvr>
                                        <p:cTn id="293" dur="1000" fill="hold"/>
                                        <p:tgtEl>
                                          <p:spTgt spid="92"/>
                                        </p:tgtEl>
                                        <p:attrNameLst>
                                          <p:attrName>ppt_w</p:attrName>
                                        </p:attrNameLst>
                                      </p:cBhvr>
                                      <p:tavLst>
                                        <p:tav tm="0">
                                          <p:val>
                                            <p:fltVal val="0"/>
                                          </p:val>
                                        </p:tav>
                                        <p:tav tm="100000">
                                          <p:val>
                                            <p:strVal val="#ppt_w"/>
                                          </p:val>
                                        </p:tav>
                                      </p:tavLst>
                                    </p:anim>
                                    <p:anim calcmode="lin" valueType="num">
                                      <p:cBhvr>
                                        <p:cTn id="294" dur="1000" fill="hold"/>
                                        <p:tgtEl>
                                          <p:spTgt spid="92"/>
                                        </p:tgtEl>
                                        <p:attrNameLst>
                                          <p:attrName>ppt_h</p:attrName>
                                        </p:attrNameLst>
                                      </p:cBhvr>
                                      <p:tavLst>
                                        <p:tav tm="0">
                                          <p:val>
                                            <p:strVal val="#ppt_h"/>
                                          </p:val>
                                        </p:tav>
                                        <p:tav tm="100000">
                                          <p:val>
                                            <p:strVal val="#ppt_h"/>
                                          </p:val>
                                        </p:tav>
                                      </p:tavLst>
                                    </p:anim>
                                  </p:childTnLst>
                                </p:cTn>
                              </p:par>
                            </p:childTnLst>
                          </p:cTn>
                        </p:par>
                        <p:par>
                          <p:cTn id="295" fill="hold">
                            <p:stCondLst>
                              <p:cond delay="6500"/>
                            </p:stCondLst>
                            <p:childTnLst>
                              <p:par>
                                <p:cTn id="296" presetID="32" presetClass="emph" presetSubtype="0" fill="hold" grpId="8" nodeType="afterEffect">
                                  <p:stCondLst>
                                    <p:cond delay="0"/>
                                  </p:stCondLst>
                                  <p:childTnLst>
                                    <p:animRot by="120000">
                                      <p:cBhvr>
                                        <p:cTn id="297" dur="100" fill="hold">
                                          <p:stCondLst>
                                            <p:cond delay="0"/>
                                          </p:stCondLst>
                                        </p:cTn>
                                        <p:tgtEl>
                                          <p:spTgt spid="92"/>
                                        </p:tgtEl>
                                        <p:attrNameLst>
                                          <p:attrName>r</p:attrName>
                                        </p:attrNameLst>
                                      </p:cBhvr>
                                    </p:animRot>
                                    <p:animRot by="-240000">
                                      <p:cBhvr>
                                        <p:cTn id="298" dur="200" fill="hold">
                                          <p:stCondLst>
                                            <p:cond delay="200"/>
                                          </p:stCondLst>
                                        </p:cTn>
                                        <p:tgtEl>
                                          <p:spTgt spid="92"/>
                                        </p:tgtEl>
                                        <p:attrNameLst>
                                          <p:attrName>r</p:attrName>
                                        </p:attrNameLst>
                                      </p:cBhvr>
                                    </p:animRot>
                                    <p:animRot by="240000">
                                      <p:cBhvr>
                                        <p:cTn id="299" dur="200" fill="hold">
                                          <p:stCondLst>
                                            <p:cond delay="400"/>
                                          </p:stCondLst>
                                        </p:cTn>
                                        <p:tgtEl>
                                          <p:spTgt spid="92"/>
                                        </p:tgtEl>
                                        <p:attrNameLst>
                                          <p:attrName>r</p:attrName>
                                        </p:attrNameLst>
                                      </p:cBhvr>
                                    </p:animRot>
                                    <p:animRot by="-240000">
                                      <p:cBhvr>
                                        <p:cTn id="300" dur="200" fill="hold">
                                          <p:stCondLst>
                                            <p:cond delay="600"/>
                                          </p:stCondLst>
                                        </p:cTn>
                                        <p:tgtEl>
                                          <p:spTgt spid="92"/>
                                        </p:tgtEl>
                                        <p:attrNameLst>
                                          <p:attrName>r</p:attrName>
                                        </p:attrNameLst>
                                      </p:cBhvr>
                                    </p:animRot>
                                    <p:animRot by="120000">
                                      <p:cBhvr>
                                        <p:cTn id="301" dur="200" fill="hold">
                                          <p:stCondLst>
                                            <p:cond delay="800"/>
                                          </p:stCondLst>
                                        </p:cTn>
                                        <p:tgtEl>
                                          <p:spTgt spid="92"/>
                                        </p:tgtEl>
                                        <p:attrNameLst>
                                          <p:attrName>r</p:attrName>
                                        </p:attrNameLst>
                                      </p:cBhvr>
                                    </p:animRot>
                                  </p:childTnLst>
                                </p:cTn>
                              </p:par>
                            </p:childTnLst>
                          </p:cTn>
                        </p:par>
                        <p:par>
                          <p:cTn id="302" fill="hold">
                            <p:stCondLst>
                              <p:cond delay="7500"/>
                            </p:stCondLst>
                            <p:childTnLst>
                              <p:par>
                                <p:cTn id="303" presetID="22" presetClass="exit" presetSubtype="2" fill="hold" grpId="7" nodeType="afterEffect">
                                  <p:stCondLst>
                                    <p:cond delay="0"/>
                                  </p:stCondLst>
                                  <p:childTnLst>
                                    <p:animEffect transition="out" filter="wipe(right)">
                                      <p:cBhvr>
                                        <p:cTn id="304" dur="1000"/>
                                        <p:tgtEl>
                                          <p:spTgt spid="92"/>
                                        </p:tgtEl>
                                      </p:cBhvr>
                                    </p:animEffect>
                                    <p:set>
                                      <p:cBhvr>
                                        <p:cTn id="305" dur="1" fill="hold">
                                          <p:stCondLst>
                                            <p:cond delay="999"/>
                                          </p:stCondLst>
                                        </p:cTn>
                                        <p:tgtEl>
                                          <p:spTgt spid="92"/>
                                        </p:tgtEl>
                                        <p:attrNameLst>
                                          <p:attrName>style.visibility</p:attrName>
                                        </p:attrNameLst>
                                      </p:cBhvr>
                                      <p:to>
                                        <p:strVal val="hidden"/>
                                      </p:to>
                                    </p:set>
                                  </p:childTnLst>
                                </p:cTn>
                              </p:par>
                            </p:childTnLst>
                          </p:cTn>
                        </p:par>
                        <p:par>
                          <p:cTn id="306" fill="hold">
                            <p:stCondLst>
                              <p:cond delay="8500"/>
                            </p:stCondLst>
                            <p:childTnLst>
                              <p:par>
                                <p:cTn id="307" presetID="22" presetClass="exit" presetSubtype="2" fill="hold" nodeType="afterEffect">
                                  <p:stCondLst>
                                    <p:cond delay="0"/>
                                  </p:stCondLst>
                                  <p:childTnLst>
                                    <p:animEffect transition="out" filter="wipe(right)">
                                      <p:cBhvr>
                                        <p:cTn id="308" dur="500"/>
                                        <p:tgtEl>
                                          <p:spTgt spid="120"/>
                                        </p:tgtEl>
                                      </p:cBhvr>
                                    </p:animEffect>
                                    <p:set>
                                      <p:cBhvr>
                                        <p:cTn id="309" dur="1" fill="hold">
                                          <p:stCondLst>
                                            <p:cond delay="499"/>
                                          </p:stCondLst>
                                        </p:cTn>
                                        <p:tgtEl>
                                          <p:spTgt spid="120"/>
                                        </p:tgtEl>
                                        <p:attrNameLst>
                                          <p:attrName>style.visibility</p:attrName>
                                        </p:attrNameLst>
                                      </p:cBhvr>
                                      <p:to>
                                        <p:strVal val="hidden"/>
                                      </p:to>
                                    </p:set>
                                  </p:childTnLst>
                                </p:cTn>
                              </p:par>
                            </p:childTnLst>
                          </p:cTn>
                        </p:par>
                        <p:par>
                          <p:cTn id="310" fill="hold">
                            <p:stCondLst>
                              <p:cond delay="9000"/>
                            </p:stCondLst>
                            <p:childTnLst>
                              <p:par>
                                <p:cTn id="311" presetID="22" presetClass="entr" presetSubtype="1" fill="hold" grpId="0" nodeType="afterEffect">
                                  <p:stCondLst>
                                    <p:cond delay="0"/>
                                  </p:stCondLst>
                                  <p:childTnLst>
                                    <p:set>
                                      <p:cBhvr>
                                        <p:cTn id="312" dur="1" fill="hold">
                                          <p:stCondLst>
                                            <p:cond delay="0"/>
                                          </p:stCondLst>
                                        </p:cTn>
                                        <p:tgtEl>
                                          <p:spTgt spid="3">
                                            <p:txEl>
                                              <p:pRg st="0" end="0"/>
                                            </p:txEl>
                                          </p:spTgt>
                                        </p:tgtEl>
                                        <p:attrNameLst>
                                          <p:attrName>style.visibility</p:attrName>
                                        </p:attrNameLst>
                                      </p:cBhvr>
                                      <p:to>
                                        <p:strVal val="visible"/>
                                      </p:to>
                                    </p:set>
                                    <p:animEffect transition="in" filter="wipe(up)">
                                      <p:cBhvr>
                                        <p:cTn id="313" dur="750"/>
                                        <p:tgtEl>
                                          <p:spTgt spid="3">
                                            <p:txEl>
                                              <p:pRg st="0" end="0"/>
                                            </p:txEl>
                                          </p:spTgt>
                                        </p:tgtEl>
                                      </p:cBhvr>
                                    </p:animEffect>
                                  </p:childTnLst>
                                </p:cTn>
                              </p:par>
                            </p:childTnLst>
                          </p:cTn>
                        </p:par>
                      </p:childTnLst>
                    </p:cTn>
                  </p:par>
                  <p:par>
                    <p:cTn id="314" fill="hold">
                      <p:stCondLst>
                        <p:cond delay="indefinite"/>
                      </p:stCondLst>
                      <p:childTnLst>
                        <p:par>
                          <p:cTn id="315" fill="hold">
                            <p:stCondLst>
                              <p:cond delay="0"/>
                            </p:stCondLst>
                            <p:childTnLst>
                              <p:par>
                                <p:cTn id="316" presetID="22" presetClass="entr" presetSubtype="1" fill="hold" grpId="0" nodeType="clickEffect">
                                  <p:stCondLst>
                                    <p:cond delay="0"/>
                                  </p:stCondLst>
                                  <p:childTnLst>
                                    <p:set>
                                      <p:cBhvr>
                                        <p:cTn id="317" dur="1" fill="hold">
                                          <p:stCondLst>
                                            <p:cond delay="0"/>
                                          </p:stCondLst>
                                        </p:cTn>
                                        <p:tgtEl>
                                          <p:spTgt spid="3">
                                            <p:txEl>
                                              <p:pRg st="1" end="1"/>
                                            </p:txEl>
                                          </p:spTgt>
                                        </p:tgtEl>
                                        <p:attrNameLst>
                                          <p:attrName>style.visibility</p:attrName>
                                        </p:attrNameLst>
                                      </p:cBhvr>
                                      <p:to>
                                        <p:strVal val="visible"/>
                                      </p:to>
                                    </p:set>
                                    <p:animEffect transition="in" filter="wipe(up)">
                                      <p:cBhvr>
                                        <p:cTn id="318" dur="1000"/>
                                        <p:tgtEl>
                                          <p:spTgt spid="3">
                                            <p:txEl>
                                              <p:pRg st="1" end="1"/>
                                            </p:txEl>
                                          </p:spTgt>
                                        </p:tgtEl>
                                      </p:cBhvr>
                                    </p:animEffect>
                                  </p:childTnLst>
                                </p:cTn>
                              </p:par>
                            </p:childTnLst>
                          </p:cTn>
                        </p:par>
                      </p:childTnLst>
                    </p:cTn>
                  </p:par>
                  <p:par>
                    <p:cTn id="319" fill="hold">
                      <p:stCondLst>
                        <p:cond delay="indefinite"/>
                      </p:stCondLst>
                      <p:childTnLst>
                        <p:par>
                          <p:cTn id="320" fill="hold">
                            <p:stCondLst>
                              <p:cond delay="0"/>
                            </p:stCondLst>
                            <p:childTnLst>
                              <p:par>
                                <p:cTn id="321" presetID="22" presetClass="entr" presetSubtype="1" fill="hold" grpId="0" nodeType="clickEffect">
                                  <p:stCondLst>
                                    <p:cond delay="0"/>
                                  </p:stCondLst>
                                  <p:childTnLst>
                                    <p:set>
                                      <p:cBhvr>
                                        <p:cTn id="322" dur="1" fill="hold">
                                          <p:stCondLst>
                                            <p:cond delay="0"/>
                                          </p:stCondLst>
                                        </p:cTn>
                                        <p:tgtEl>
                                          <p:spTgt spid="3">
                                            <p:txEl>
                                              <p:pRg st="2" end="2"/>
                                            </p:txEl>
                                          </p:spTgt>
                                        </p:tgtEl>
                                        <p:attrNameLst>
                                          <p:attrName>style.visibility</p:attrName>
                                        </p:attrNameLst>
                                      </p:cBhvr>
                                      <p:to>
                                        <p:strVal val="visible"/>
                                      </p:to>
                                    </p:set>
                                    <p:animEffect transition="in" filter="wipe(up)">
                                      <p:cBhvr>
                                        <p:cTn id="3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3" grpId="1"/>
      <p:bldP spid="75" grpId="0" animBg="1"/>
      <p:bldP spid="76" grpId="0"/>
      <p:bldP spid="77" grpId="0" animBg="1"/>
      <p:bldP spid="85" grpId="0" animBg="1"/>
      <p:bldP spid="85" grpId="2" animBg="1"/>
      <p:bldP spid="85" grpId="3" animBg="1"/>
      <p:bldP spid="85" grpId="4" animBg="1"/>
      <p:bldP spid="86" grpId="3" animBg="1"/>
      <p:bldP spid="86" grpId="4" animBg="1"/>
      <p:bldP spid="86" grpId="5" animBg="1"/>
      <p:bldP spid="86" grpId="6" animBg="1"/>
      <p:bldP spid="86" grpId="7" animBg="1"/>
      <p:bldP spid="86" grpId="8" animBg="1"/>
      <p:bldP spid="91" grpId="0" animBg="1"/>
      <p:bldP spid="91" grpId="1" animBg="1"/>
      <p:bldP spid="92" grpId="0" animBg="1"/>
      <p:bldP spid="92" grpId="1" animBg="1"/>
      <p:bldP spid="92" grpId="2" animBg="1"/>
      <p:bldP spid="92" grpId="3" animBg="1"/>
      <p:bldP spid="92" grpId="4" animBg="1"/>
      <p:bldP spid="92" grpId="5" animBg="1"/>
      <p:bldP spid="92" grpId="6" animBg="1"/>
      <p:bldP spid="92" grpId="7" animBg="1"/>
      <p:bldP spid="92" grpId="8" animBg="1"/>
      <p:bldP spid="93" grpId="1"/>
      <p:bldP spid="93" grpId="2"/>
      <p:bldP spid="94" grpId="1"/>
      <p:bldP spid="94" grpId="2"/>
      <p:bldP spid="122" grpId="1"/>
      <p:bldP spid="102" grpId="0" animBg="1"/>
      <p:bldP spid="102" grpId="1" animBg="1"/>
      <p:bldP spid="102" grpId="2" animBg="1"/>
      <p:bldP spid="119" grpId="0"/>
      <p:bldP spid="119" grpId="1"/>
      <p:bldP spid="119" grpId="2"/>
      <p:bldP spid="163" grpId="0" animBg="1"/>
      <p:bldP spid="163" grpId="1" animBg="1"/>
      <p:bldP spid="163" grpId="2" animBg="1"/>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B67F1-50DF-CCDB-ACD2-C11A5A30A17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958A4ED-A47A-72CE-915C-EA08550F386A}"/>
              </a:ext>
            </a:extLst>
          </p:cNvPr>
          <p:cNvSpPr>
            <a:spLocks noGrp="1"/>
          </p:cNvSpPr>
          <p:nvPr>
            <p:ph type="sldNum" sz="quarter" idx="12"/>
          </p:nvPr>
        </p:nvSpPr>
        <p:spPr/>
        <p:txBody>
          <a:bodyPr/>
          <a:lstStyle/>
          <a:p>
            <a:fld id="{D7C0FE0B-717B-41AE-9FA2-CA4BF851D1C3}" type="slidenum">
              <a:rPr lang="zh-CN" altLang="en-US" smtClean="0"/>
              <a:t>32</a:t>
            </a:fld>
            <a:endParaRPr lang="zh-CN" altLang="en-US"/>
          </a:p>
        </p:txBody>
      </p:sp>
      <p:grpSp>
        <p:nvGrpSpPr>
          <p:cNvPr id="72" name="组合 71">
            <a:extLst>
              <a:ext uri="{FF2B5EF4-FFF2-40B4-BE49-F238E27FC236}">
                <a16:creationId xmlns:a16="http://schemas.microsoft.com/office/drawing/2014/main" id="{DEC552D1-4CA4-1E2E-A45D-DCBFDE48961D}"/>
              </a:ext>
            </a:extLst>
          </p:cNvPr>
          <p:cNvGrpSpPr/>
          <p:nvPr/>
        </p:nvGrpSpPr>
        <p:grpSpPr>
          <a:xfrm>
            <a:off x="1086892" y="107479"/>
            <a:ext cx="8613918" cy="699106"/>
            <a:chOff x="1086892" y="107479"/>
            <a:chExt cx="8613918" cy="699106"/>
          </a:xfrm>
        </p:grpSpPr>
        <p:grpSp>
          <p:nvGrpSpPr>
            <p:cNvPr id="5" name="组合 4">
              <a:extLst>
                <a:ext uri="{FF2B5EF4-FFF2-40B4-BE49-F238E27FC236}">
                  <a16:creationId xmlns:a16="http://schemas.microsoft.com/office/drawing/2014/main" id="{79122878-4BE1-14EE-4C45-57E16521BAAF}"/>
                </a:ext>
              </a:extLst>
            </p:cNvPr>
            <p:cNvGrpSpPr/>
            <p:nvPr/>
          </p:nvGrpSpPr>
          <p:grpSpPr>
            <a:xfrm>
              <a:off x="3178123" y="396029"/>
              <a:ext cx="6522687" cy="197278"/>
              <a:chOff x="1296928" y="792919"/>
              <a:chExt cx="8657017" cy="263756"/>
            </a:xfrm>
          </p:grpSpPr>
          <p:sp>
            <p:nvSpPr>
              <p:cNvPr id="61" name="矩形 60">
                <a:extLst>
                  <a:ext uri="{FF2B5EF4-FFF2-40B4-BE49-F238E27FC236}">
                    <a16:creationId xmlns:a16="http://schemas.microsoft.com/office/drawing/2014/main" id="{AB32C17A-99DF-5589-7250-EDC66A4674A2}"/>
                  </a:ext>
                </a:extLst>
              </p:cNvPr>
              <p:cNvSpPr/>
              <p:nvPr/>
            </p:nvSpPr>
            <p:spPr>
              <a:xfrm>
                <a:off x="1296928" y="798110"/>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2" name="矩形 61">
                <a:extLst>
                  <a:ext uri="{FF2B5EF4-FFF2-40B4-BE49-F238E27FC236}">
                    <a16:creationId xmlns:a16="http://schemas.microsoft.com/office/drawing/2014/main" id="{F5E31527-E309-49BA-0D2C-59B9A73E60FD}"/>
                  </a:ext>
                </a:extLst>
              </p:cNvPr>
              <p:cNvSpPr/>
              <p:nvPr/>
            </p:nvSpPr>
            <p:spPr>
              <a:xfrm>
                <a:off x="2380423" y="796962"/>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3" name="矩形 62">
                <a:extLst>
                  <a:ext uri="{FF2B5EF4-FFF2-40B4-BE49-F238E27FC236}">
                    <a16:creationId xmlns:a16="http://schemas.microsoft.com/office/drawing/2014/main" id="{0445C2C3-BD03-BDCC-A526-255523F2040D}"/>
                  </a:ext>
                </a:extLst>
              </p:cNvPr>
              <p:cNvSpPr/>
              <p:nvPr/>
            </p:nvSpPr>
            <p:spPr>
              <a:xfrm>
                <a:off x="3462233" y="796554"/>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4" name="矩形 63">
                <a:extLst>
                  <a:ext uri="{FF2B5EF4-FFF2-40B4-BE49-F238E27FC236}">
                    <a16:creationId xmlns:a16="http://schemas.microsoft.com/office/drawing/2014/main" id="{7CEFB7F2-49F6-C3C4-925A-32393AFA9376}"/>
                  </a:ext>
                </a:extLst>
              </p:cNvPr>
              <p:cNvSpPr/>
              <p:nvPr/>
            </p:nvSpPr>
            <p:spPr>
              <a:xfrm>
                <a:off x="4545728" y="795406"/>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5" name="矩形 64">
                <a:extLst>
                  <a:ext uri="{FF2B5EF4-FFF2-40B4-BE49-F238E27FC236}">
                    <a16:creationId xmlns:a16="http://schemas.microsoft.com/office/drawing/2014/main" id="{7ED117D4-7D53-39CE-ED11-23B594CC3378}"/>
                  </a:ext>
                </a:extLst>
              </p:cNvPr>
              <p:cNvSpPr/>
              <p:nvPr/>
            </p:nvSpPr>
            <p:spPr>
              <a:xfrm>
                <a:off x="5622996" y="795623"/>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6" name="矩形 65">
                <a:extLst>
                  <a:ext uri="{FF2B5EF4-FFF2-40B4-BE49-F238E27FC236}">
                    <a16:creationId xmlns:a16="http://schemas.microsoft.com/office/drawing/2014/main" id="{DD5BCB2E-D39F-A410-EB33-381354D5D945}"/>
                  </a:ext>
                </a:extLst>
              </p:cNvPr>
              <p:cNvSpPr/>
              <p:nvPr/>
            </p:nvSpPr>
            <p:spPr>
              <a:xfrm>
                <a:off x="6706491" y="794475"/>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7" name="矩形 66">
                <a:extLst>
                  <a:ext uri="{FF2B5EF4-FFF2-40B4-BE49-F238E27FC236}">
                    <a16:creationId xmlns:a16="http://schemas.microsoft.com/office/drawing/2014/main" id="{06E77164-4E79-95BA-F045-1FB838069576}"/>
                  </a:ext>
                </a:extLst>
              </p:cNvPr>
              <p:cNvSpPr/>
              <p:nvPr/>
            </p:nvSpPr>
            <p:spPr>
              <a:xfrm>
                <a:off x="7788301" y="794067"/>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8" name="矩形 67">
                <a:extLst>
                  <a:ext uri="{FF2B5EF4-FFF2-40B4-BE49-F238E27FC236}">
                    <a16:creationId xmlns:a16="http://schemas.microsoft.com/office/drawing/2014/main" id="{33757E94-618B-E346-CC4A-F17052E6EA14}"/>
                  </a:ext>
                </a:extLst>
              </p:cNvPr>
              <p:cNvSpPr/>
              <p:nvPr/>
            </p:nvSpPr>
            <p:spPr>
              <a:xfrm>
                <a:off x="8871796" y="792919"/>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grpSp>
        <p:sp>
          <p:nvSpPr>
            <p:cNvPr id="14" name="文本框 183">
              <a:extLst>
                <a:ext uri="{FF2B5EF4-FFF2-40B4-BE49-F238E27FC236}">
                  <a16:creationId xmlns:a16="http://schemas.microsoft.com/office/drawing/2014/main" id="{15CCAE6A-C6C7-4D8A-5327-FFC340AC6056}"/>
                </a:ext>
              </a:extLst>
            </p:cNvPr>
            <p:cNvSpPr txBox="1"/>
            <p:nvPr/>
          </p:nvSpPr>
          <p:spPr>
            <a:xfrm>
              <a:off x="2706952" y="107479"/>
              <a:ext cx="6993858"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0           1            2             3            4            5            6            7             8</a:t>
              </a:r>
              <a:endParaRPr lang="zh-CN" altLang="en-US" dirty="0"/>
            </a:p>
          </p:txBody>
        </p:sp>
        <p:sp>
          <p:nvSpPr>
            <p:cNvPr id="15" name="矩形 14">
              <a:extLst>
                <a:ext uri="{FF2B5EF4-FFF2-40B4-BE49-F238E27FC236}">
                  <a16:creationId xmlns:a16="http://schemas.microsoft.com/office/drawing/2014/main" id="{1C2D2E9F-6508-DF8F-4888-FB7775FEDACD}"/>
                </a:ext>
              </a:extLst>
            </p:cNvPr>
            <p:cNvSpPr/>
            <p:nvPr/>
          </p:nvSpPr>
          <p:spPr>
            <a:xfrm>
              <a:off x="2362264" y="403716"/>
              <a:ext cx="815352" cy="193395"/>
            </a:xfrm>
            <a:prstGeom prst="rect">
              <a:avLst/>
            </a:prstGeom>
            <a:pattFill prst="wdUpDiag">
              <a:fgClr>
                <a:schemeClr val="bg2">
                  <a:lumMod val="25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grpSp>
          <p:nvGrpSpPr>
            <p:cNvPr id="71" name="组合 70">
              <a:extLst>
                <a:ext uri="{FF2B5EF4-FFF2-40B4-BE49-F238E27FC236}">
                  <a16:creationId xmlns:a16="http://schemas.microsoft.com/office/drawing/2014/main" id="{598E511C-F7B6-F961-408F-F0FDB527FE9A}"/>
                </a:ext>
              </a:extLst>
            </p:cNvPr>
            <p:cNvGrpSpPr/>
            <p:nvPr/>
          </p:nvGrpSpPr>
          <p:grpSpPr>
            <a:xfrm>
              <a:off x="1086892" y="128732"/>
              <a:ext cx="1275371" cy="677853"/>
              <a:chOff x="1086892" y="128732"/>
              <a:chExt cx="1275371" cy="677853"/>
            </a:xfrm>
          </p:grpSpPr>
          <p:grpSp>
            <p:nvGrpSpPr>
              <p:cNvPr id="4" name="组合 3">
                <a:extLst>
                  <a:ext uri="{FF2B5EF4-FFF2-40B4-BE49-F238E27FC236}">
                    <a16:creationId xmlns:a16="http://schemas.microsoft.com/office/drawing/2014/main" id="{53EB04D3-BE01-7947-ABF6-60D1CA2B9921}"/>
                  </a:ext>
                </a:extLst>
              </p:cNvPr>
              <p:cNvGrpSpPr/>
              <p:nvPr/>
            </p:nvGrpSpPr>
            <p:grpSpPr>
              <a:xfrm>
                <a:off x="1671654" y="387638"/>
                <a:ext cx="473294" cy="418947"/>
                <a:chOff x="1144795" y="2638260"/>
                <a:chExt cx="628164" cy="560124"/>
              </a:xfrm>
            </p:grpSpPr>
            <p:sp>
              <p:nvSpPr>
                <p:cNvPr id="69" name="矩形 68">
                  <a:extLst>
                    <a:ext uri="{FF2B5EF4-FFF2-40B4-BE49-F238E27FC236}">
                      <a16:creationId xmlns:a16="http://schemas.microsoft.com/office/drawing/2014/main" id="{343F412A-6E69-EA53-EB18-5840DBFF8ECD}"/>
                    </a:ext>
                  </a:extLst>
                </p:cNvPr>
                <p:cNvSpPr/>
                <p:nvPr/>
              </p:nvSpPr>
              <p:spPr>
                <a:xfrm>
                  <a:off x="1144795" y="2638260"/>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70" name="矩形 69">
                  <a:extLst>
                    <a:ext uri="{FF2B5EF4-FFF2-40B4-BE49-F238E27FC236}">
                      <a16:creationId xmlns:a16="http://schemas.microsoft.com/office/drawing/2014/main" id="{9A657CF0-0414-D35E-0DC8-9F653B914B8E}"/>
                    </a:ext>
                  </a:extLst>
                </p:cNvPr>
                <p:cNvSpPr/>
                <p:nvPr/>
              </p:nvSpPr>
              <p:spPr>
                <a:xfrm>
                  <a:off x="1144795" y="2918322"/>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latin typeface="Courier New" panose="02070309020205020404" pitchFamily="49" charset="0"/>
                    <a:cs typeface="Courier New" panose="02070309020205020404" pitchFamily="49" charset="0"/>
                  </a:endParaRPr>
                </a:p>
              </p:txBody>
            </p:sp>
          </p:grpSp>
          <p:cxnSp>
            <p:nvCxnSpPr>
              <p:cNvPr id="16" name="直接箭头连接符 15">
                <a:extLst>
                  <a:ext uri="{FF2B5EF4-FFF2-40B4-BE49-F238E27FC236}">
                    <a16:creationId xmlns:a16="http://schemas.microsoft.com/office/drawing/2014/main" id="{612232D0-8C07-4D14-6F1C-AB4195DD9808}"/>
                  </a:ext>
                </a:extLst>
              </p:cNvPr>
              <p:cNvCxnSpPr>
                <a:cxnSpLocks/>
                <a:endCxn id="15" idx="1"/>
              </p:cNvCxnSpPr>
              <p:nvPr/>
            </p:nvCxnSpPr>
            <p:spPr>
              <a:xfrm>
                <a:off x="1908301" y="500413"/>
                <a:ext cx="453962" cy="1"/>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7F28BFAA-0F64-AA74-57B7-AA734B6A6499}"/>
                  </a:ext>
                </a:extLst>
              </p:cNvPr>
              <p:cNvSpPr>
                <a:spLocks noChangeArrowheads="1"/>
              </p:cNvSpPr>
              <p:nvPr/>
            </p:nvSpPr>
            <p:spPr bwMode="auto">
              <a:xfrm>
                <a:off x="1086892" y="386381"/>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err="1">
                    <a:latin typeface="Courier New" panose="02070309020205020404" pitchFamily="49" charset="0"/>
                    <a:ea typeface="楷体_GB2312" pitchFamily="49" charset="-122"/>
                    <a:cs typeface="Courier New" panose="02070309020205020404" pitchFamily="49" charset="0"/>
                  </a:rPr>
                  <a:t>elem</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8" name="矩形 17">
                <a:extLst>
                  <a:ext uri="{FF2B5EF4-FFF2-40B4-BE49-F238E27FC236}">
                    <a16:creationId xmlns:a16="http://schemas.microsoft.com/office/drawing/2014/main" id="{158A6A1B-999B-CB30-8A0F-67A99A461990}"/>
                  </a:ext>
                </a:extLst>
              </p:cNvPr>
              <p:cNvSpPr>
                <a:spLocks noChangeArrowheads="1"/>
              </p:cNvSpPr>
              <p:nvPr/>
            </p:nvSpPr>
            <p:spPr bwMode="auto">
              <a:xfrm>
                <a:off x="1091114" y="586925"/>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latin typeface="Courier New" panose="02070309020205020404" pitchFamily="49" charset="0"/>
                    <a:ea typeface="楷体_GB2312" pitchFamily="49" charset="-122"/>
                    <a:cs typeface="Courier New" panose="02070309020205020404" pitchFamily="49" charset="0"/>
                  </a:rPr>
                  <a:t>len</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9" name="矩形 18">
                <a:extLst>
                  <a:ext uri="{FF2B5EF4-FFF2-40B4-BE49-F238E27FC236}">
                    <a16:creationId xmlns:a16="http://schemas.microsoft.com/office/drawing/2014/main" id="{014EE409-EA32-560A-3165-601FD0ADA2B2}"/>
                  </a:ext>
                </a:extLst>
              </p:cNvPr>
              <p:cNvSpPr>
                <a:spLocks noChangeArrowheads="1"/>
              </p:cNvSpPr>
              <p:nvPr/>
            </p:nvSpPr>
            <p:spPr bwMode="auto">
              <a:xfrm>
                <a:off x="1170275" y="128732"/>
                <a:ext cx="239160"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H</a:t>
                </a:r>
              </a:p>
            </p:txBody>
          </p:sp>
          <p:cxnSp>
            <p:nvCxnSpPr>
              <p:cNvPr id="20" name="直接箭头连接符 19">
                <a:extLst>
                  <a:ext uri="{FF2B5EF4-FFF2-40B4-BE49-F238E27FC236}">
                    <a16:creationId xmlns:a16="http://schemas.microsoft.com/office/drawing/2014/main" id="{91A4B989-3F66-7693-AB0A-8E4900AE3392}"/>
                  </a:ext>
                </a:extLst>
              </p:cNvPr>
              <p:cNvCxnSpPr>
                <a:cxnSpLocks/>
                <a:stCxn id="19" idx="3"/>
              </p:cNvCxnSpPr>
              <p:nvPr/>
            </p:nvCxnSpPr>
            <p:spPr>
              <a:xfrm>
                <a:off x="1409435" y="232323"/>
                <a:ext cx="258001" cy="14835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cxnSp>
        <p:nvCxnSpPr>
          <p:cNvPr id="6" name="直接箭头连接符 5">
            <a:extLst>
              <a:ext uri="{FF2B5EF4-FFF2-40B4-BE49-F238E27FC236}">
                <a16:creationId xmlns:a16="http://schemas.microsoft.com/office/drawing/2014/main" id="{CB663AF5-AB91-9D03-6F30-1DE12C3E10F7}"/>
              </a:ext>
            </a:extLst>
          </p:cNvPr>
          <p:cNvCxnSpPr/>
          <p:nvPr/>
        </p:nvCxnSpPr>
        <p:spPr>
          <a:xfrm>
            <a:off x="7656411" y="49272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5124A665-A7E4-24FB-4ACE-82CE44E0CF34}"/>
              </a:ext>
            </a:extLst>
          </p:cNvPr>
          <p:cNvCxnSpPr/>
          <p:nvPr/>
        </p:nvCxnSpPr>
        <p:spPr>
          <a:xfrm>
            <a:off x="8473695" y="48997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D7CCD98B-B6D6-3A25-50B3-3E08FD83AC63}"/>
              </a:ext>
            </a:extLst>
          </p:cNvPr>
          <p:cNvCxnSpPr/>
          <p:nvPr/>
        </p:nvCxnSpPr>
        <p:spPr>
          <a:xfrm>
            <a:off x="9287874" y="48997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2FC0A40-8E35-DF31-B8CB-8AC4B7CE1EF4}"/>
              </a:ext>
            </a:extLst>
          </p:cNvPr>
          <p:cNvCxnSpPr/>
          <p:nvPr/>
        </p:nvCxnSpPr>
        <p:spPr>
          <a:xfrm>
            <a:off x="6840799" y="48997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0D5AA2FE-4C8B-BE74-1481-DDF3F2EA142B}"/>
              </a:ext>
            </a:extLst>
          </p:cNvPr>
          <p:cNvCxnSpPr/>
          <p:nvPr/>
        </p:nvCxnSpPr>
        <p:spPr>
          <a:xfrm>
            <a:off x="6028370" y="505635"/>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70E2D5E-CE8C-6D81-DF9A-B31CE8ADE373}"/>
              </a:ext>
            </a:extLst>
          </p:cNvPr>
          <p:cNvCxnSpPr/>
          <p:nvPr/>
        </p:nvCxnSpPr>
        <p:spPr>
          <a:xfrm>
            <a:off x="5215991" y="491115"/>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C7B8054E-F4B1-066E-665A-6C77BA223CB9}"/>
              </a:ext>
            </a:extLst>
          </p:cNvPr>
          <p:cNvCxnSpPr/>
          <p:nvPr/>
        </p:nvCxnSpPr>
        <p:spPr>
          <a:xfrm>
            <a:off x="4396906" y="50155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D3175B78-5BC5-25DB-B64E-BA09C4C4A89E}"/>
              </a:ext>
            </a:extLst>
          </p:cNvPr>
          <p:cNvCxnSpPr/>
          <p:nvPr/>
        </p:nvCxnSpPr>
        <p:spPr>
          <a:xfrm>
            <a:off x="3586554" y="49519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156E78BD-572C-50B6-ACA7-CFC09C1BE1C6}"/>
              </a:ext>
            </a:extLst>
          </p:cNvPr>
          <p:cNvGrpSpPr/>
          <p:nvPr/>
        </p:nvGrpSpPr>
        <p:grpSpPr>
          <a:xfrm>
            <a:off x="6679344" y="752765"/>
            <a:ext cx="327730" cy="540587"/>
            <a:chOff x="7916983" y="942825"/>
            <a:chExt cx="434969" cy="722754"/>
          </a:xfrm>
        </p:grpSpPr>
        <p:grpSp>
          <p:nvGrpSpPr>
            <p:cNvPr id="41" name="组合 40">
              <a:extLst>
                <a:ext uri="{FF2B5EF4-FFF2-40B4-BE49-F238E27FC236}">
                  <a16:creationId xmlns:a16="http://schemas.microsoft.com/office/drawing/2014/main" id="{4DAF36F6-4131-489F-75C2-CD47074D8525}"/>
                </a:ext>
              </a:extLst>
            </p:cNvPr>
            <p:cNvGrpSpPr/>
            <p:nvPr/>
          </p:nvGrpSpPr>
          <p:grpSpPr>
            <a:xfrm>
              <a:off x="7916983" y="942825"/>
              <a:ext cx="434969" cy="432000"/>
              <a:chOff x="4859408" y="4606901"/>
              <a:chExt cx="434969" cy="432000"/>
            </a:xfrm>
          </p:grpSpPr>
          <p:sp>
            <p:nvSpPr>
              <p:cNvPr id="43" name="椭圆 42">
                <a:extLst>
                  <a:ext uri="{FF2B5EF4-FFF2-40B4-BE49-F238E27FC236}">
                    <a16:creationId xmlns:a16="http://schemas.microsoft.com/office/drawing/2014/main" id="{4C5F4992-2CD2-9FA8-10B3-C90B63DF2F35}"/>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矩形 43">
                <a:extLst>
                  <a:ext uri="{FF2B5EF4-FFF2-40B4-BE49-F238E27FC236}">
                    <a16:creationId xmlns:a16="http://schemas.microsoft.com/office/drawing/2014/main" id="{8BD14533-A950-A271-7CC4-A9E74C41AD75}"/>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42" name="矩形 41">
              <a:extLst>
                <a:ext uri="{FF2B5EF4-FFF2-40B4-BE49-F238E27FC236}">
                  <a16:creationId xmlns:a16="http://schemas.microsoft.com/office/drawing/2014/main" id="{8FA7F13C-0292-7762-BB2F-9FEF3A8CDC78}"/>
                </a:ext>
              </a:extLst>
            </p:cNvPr>
            <p:cNvSpPr>
              <a:spLocks noChangeArrowheads="1"/>
            </p:cNvSpPr>
            <p:nvPr/>
          </p:nvSpPr>
          <p:spPr bwMode="auto">
            <a:xfrm>
              <a:off x="8018361"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e</a:t>
              </a:r>
            </a:p>
          </p:txBody>
        </p:sp>
      </p:grpSp>
      <p:grpSp>
        <p:nvGrpSpPr>
          <p:cNvPr id="26" name="组合 25">
            <a:extLst>
              <a:ext uri="{FF2B5EF4-FFF2-40B4-BE49-F238E27FC236}">
                <a16:creationId xmlns:a16="http://schemas.microsoft.com/office/drawing/2014/main" id="{6551B0EA-9C66-C4FC-C2D7-0BA5AA107343}"/>
              </a:ext>
            </a:extLst>
          </p:cNvPr>
          <p:cNvGrpSpPr/>
          <p:nvPr/>
        </p:nvGrpSpPr>
        <p:grpSpPr>
          <a:xfrm>
            <a:off x="8315439" y="752765"/>
            <a:ext cx="332989" cy="552309"/>
            <a:chOff x="9001705" y="942353"/>
            <a:chExt cx="441949" cy="738426"/>
          </a:xfrm>
        </p:grpSpPr>
        <p:grpSp>
          <p:nvGrpSpPr>
            <p:cNvPr id="37" name="组合 36">
              <a:extLst>
                <a:ext uri="{FF2B5EF4-FFF2-40B4-BE49-F238E27FC236}">
                  <a16:creationId xmlns:a16="http://schemas.microsoft.com/office/drawing/2014/main" id="{67578691-4C8B-7A45-F886-947A5E2C01F0}"/>
                </a:ext>
              </a:extLst>
            </p:cNvPr>
            <p:cNvGrpSpPr/>
            <p:nvPr/>
          </p:nvGrpSpPr>
          <p:grpSpPr>
            <a:xfrm>
              <a:off x="9001705" y="942353"/>
              <a:ext cx="441949" cy="432000"/>
              <a:chOff x="4859407" y="4619585"/>
              <a:chExt cx="441949" cy="432000"/>
            </a:xfrm>
          </p:grpSpPr>
          <p:sp>
            <p:nvSpPr>
              <p:cNvPr id="39" name="椭圆 38">
                <a:extLst>
                  <a:ext uri="{FF2B5EF4-FFF2-40B4-BE49-F238E27FC236}">
                    <a16:creationId xmlns:a16="http://schemas.microsoft.com/office/drawing/2014/main" id="{1EC31FCF-B801-25F3-6E0E-19B760C72985}"/>
                  </a:ext>
                </a:extLst>
              </p:cNvPr>
              <p:cNvSpPr>
                <a:spLocks noChangeArrowheads="1"/>
              </p:cNvSpPr>
              <p:nvPr/>
            </p:nvSpPr>
            <p:spPr bwMode="auto">
              <a:xfrm>
                <a:off x="4859407" y="4619585"/>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矩形 39">
                <a:extLst>
                  <a:ext uri="{FF2B5EF4-FFF2-40B4-BE49-F238E27FC236}">
                    <a16:creationId xmlns:a16="http://schemas.microsoft.com/office/drawing/2014/main" id="{804C9D98-45A6-8FB2-2EB0-E0E170D1135B}"/>
                  </a:ext>
                </a:extLst>
              </p:cNvPr>
              <p:cNvSpPr>
                <a:spLocks noChangeArrowheads="1"/>
              </p:cNvSpPr>
              <p:nvPr/>
            </p:nvSpPr>
            <p:spPr bwMode="auto">
              <a:xfrm>
                <a:off x="4869489" y="4688633"/>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23</a:t>
                </a:r>
              </a:p>
            </p:txBody>
          </p:sp>
        </p:grpSp>
        <p:sp>
          <p:nvSpPr>
            <p:cNvPr id="38" name="矩形 37">
              <a:extLst>
                <a:ext uri="{FF2B5EF4-FFF2-40B4-BE49-F238E27FC236}">
                  <a16:creationId xmlns:a16="http://schemas.microsoft.com/office/drawing/2014/main" id="{2B6A1D44-5AD3-72C6-C342-95E63C5664FF}"/>
                </a:ext>
              </a:extLst>
            </p:cNvPr>
            <p:cNvSpPr>
              <a:spLocks noChangeArrowheads="1"/>
            </p:cNvSpPr>
            <p:nvPr/>
          </p:nvSpPr>
          <p:spPr bwMode="auto">
            <a:xfrm>
              <a:off x="9083750" y="13104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f</a:t>
              </a:r>
            </a:p>
          </p:txBody>
        </p:sp>
      </p:grpSp>
      <p:grpSp>
        <p:nvGrpSpPr>
          <p:cNvPr id="28" name="组合 27">
            <a:extLst>
              <a:ext uri="{FF2B5EF4-FFF2-40B4-BE49-F238E27FC236}">
                <a16:creationId xmlns:a16="http://schemas.microsoft.com/office/drawing/2014/main" id="{87ACF335-8894-F8F4-4DF8-97722E7664C4}"/>
              </a:ext>
            </a:extLst>
          </p:cNvPr>
          <p:cNvGrpSpPr/>
          <p:nvPr/>
        </p:nvGrpSpPr>
        <p:grpSpPr>
          <a:xfrm>
            <a:off x="7494696" y="762251"/>
            <a:ext cx="335909" cy="566376"/>
            <a:chOff x="11169046" y="936617"/>
            <a:chExt cx="445824" cy="757232"/>
          </a:xfrm>
        </p:grpSpPr>
        <p:grpSp>
          <p:nvGrpSpPr>
            <p:cNvPr id="29" name="组合 28">
              <a:extLst>
                <a:ext uri="{FF2B5EF4-FFF2-40B4-BE49-F238E27FC236}">
                  <a16:creationId xmlns:a16="http://schemas.microsoft.com/office/drawing/2014/main" id="{AD058D0F-6B88-6F5C-59BA-9DD67CE583FE}"/>
                </a:ext>
              </a:extLst>
            </p:cNvPr>
            <p:cNvGrpSpPr/>
            <p:nvPr/>
          </p:nvGrpSpPr>
          <p:grpSpPr>
            <a:xfrm>
              <a:off x="11169046" y="936617"/>
              <a:ext cx="445824" cy="432000"/>
              <a:chOff x="4865986" y="4606900"/>
              <a:chExt cx="445824" cy="432000"/>
            </a:xfrm>
          </p:grpSpPr>
          <p:sp>
            <p:nvSpPr>
              <p:cNvPr id="31" name="椭圆 30">
                <a:extLst>
                  <a:ext uri="{FF2B5EF4-FFF2-40B4-BE49-F238E27FC236}">
                    <a16:creationId xmlns:a16="http://schemas.microsoft.com/office/drawing/2014/main" id="{2B5E664F-C339-F1F8-CA01-9DB88333E7FF}"/>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矩形 31">
                <a:extLst>
                  <a:ext uri="{FF2B5EF4-FFF2-40B4-BE49-F238E27FC236}">
                    <a16:creationId xmlns:a16="http://schemas.microsoft.com/office/drawing/2014/main" id="{FA93E69A-973F-F05B-A8E4-C122233581A0}"/>
                  </a:ext>
                </a:extLst>
              </p:cNvPr>
              <p:cNvSpPr>
                <a:spLocks noChangeArrowheads="1"/>
              </p:cNvSpPr>
              <p:nvPr/>
            </p:nvSpPr>
            <p:spPr bwMode="auto">
              <a:xfrm>
                <a:off x="4879943" y="4695289"/>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29</a:t>
                </a:r>
              </a:p>
            </p:txBody>
          </p:sp>
        </p:grpSp>
        <p:sp>
          <p:nvSpPr>
            <p:cNvPr id="30" name="矩形 29">
              <a:extLst>
                <a:ext uri="{FF2B5EF4-FFF2-40B4-BE49-F238E27FC236}">
                  <a16:creationId xmlns:a16="http://schemas.microsoft.com/office/drawing/2014/main" id="{10D4714D-B107-E7F6-67F4-19B1B21D9363}"/>
                </a:ext>
              </a:extLst>
            </p:cNvPr>
            <p:cNvSpPr>
              <a:spLocks noChangeArrowheads="1"/>
            </p:cNvSpPr>
            <p:nvPr/>
          </p:nvSpPr>
          <p:spPr bwMode="auto">
            <a:xfrm>
              <a:off x="11285323" y="132350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b</a:t>
              </a:r>
            </a:p>
          </p:txBody>
        </p:sp>
      </p:grpSp>
      <p:sp>
        <p:nvSpPr>
          <p:cNvPr id="74" name="文本框 73">
            <a:extLst>
              <a:ext uri="{FF2B5EF4-FFF2-40B4-BE49-F238E27FC236}">
                <a16:creationId xmlns:a16="http://schemas.microsoft.com/office/drawing/2014/main" id="{417E902A-7E6D-93A5-8A97-3979C7937D48}"/>
              </a:ext>
            </a:extLst>
          </p:cNvPr>
          <p:cNvSpPr txBox="1"/>
          <p:nvPr/>
        </p:nvSpPr>
        <p:spPr>
          <a:xfrm>
            <a:off x="811491" y="3399961"/>
            <a:ext cx="10765931" cy="3340145"/>
          </a:xfrm>
          <a:prstGeom prst="rect">
            <a:avLst/>
          </a:prstGeom>
          <a:solidFill>
            <a:schemeClr val="tx2">
              <a:lumMod val="10000"/>
              <a:lumOff val="90000"/>
            </a:schemeClr>
          </a:solidFill>
          <a:ln>
            <a:solidFill>
              <a:srgbClr val="7030A0"/>
            </a:solidFill>
          </a:ln>
        </p:spPr>
        <p:txBody>
          <a:bodyPr wrap="square">
            <a:spAutoFit/>
          </a:bodyPr>
          <a:lstStyle/>
          <a:p>
            <a:pPr marL="108000" algn="just">
              <a:lnSpc>
                <a:spcPct val="9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MakeHFTree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weight[],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6.15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构造赫夫曼树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由长度为</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的字符数组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data</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和权值数组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weight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构造并返回赫夫曼树，使用小顶堆存储森林</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Heap H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InitHeap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新建容量为</a:t>
            </a:r>
            <a:r>
              <a:rPr lang="en-US" altLang="zh-CN" b="1" kern="100" dirty="0" err="1">
                <a:solidFill>
                  <a:srgbClr val="041ABC"/>
                </a:solidFill>
                <a:latin typeface="Courier New" panose="02070309020205020404" pitchFamily="49" charset="0"/>
                <a:ea typeface="宋体" panose="02010600030101010101" pitchFamily="2" charset="-122"/>
                <a:cs typeface="Times New Roman" panose="02020603050405020304" pitchFamily="18" charset="0"/>
              </a:rPr>
              <a:t>n+1</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的空堆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&lt;n;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生成每个权值节点并插入</a:t>
            </a:r>
            <a:r>
              <a:rPr lang="zh-CN"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小顶堆</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H</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data[</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字符</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weight[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权值</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Insert(H,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for</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循环结束时，优先队列内是单节点树的森林</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构造赫夫曼树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return</a:t>
            </a:r>
            <a:r>
              <a:rPr lang="en-US" altLang="zh-CN" b="1" kern="100" dirty="0">
                <a:latin typeface="Courier New" panose="02070309020205020404" pitchFamily="49" charset="0"/>
                <a:cs typeface="Times New Roman" panose="02020603050405020304" pitchFamily="18" charset="0"/>
              </a:rPr>
              <a:t>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返回构造的赫夫曼树</a:t>
            </a:r>
            <a:endPar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5" name="文本框 74">
            <a:extLst>
              <a:ext uri="{FF2B5EF4-FFF2-40B4-BE49-F238E27FC236}">
                <a16:creationId xmlns:a16="http://schemas.microsoft.com/office/drawing/2014/main" id="{1BC4F2A0-3C3B-E6C0-D198-3B2D69221ADE}"/>
              </a:ext>
            </a:extLst>
          </p:cNvPr>
          <p:cNvSpPr txBox="1"/>
          <p:nvPr/>
        </p:nvSpPr>
        <p:spPr>
          <a:xfrm>
            <a:off x="941568" y="3805292"/>
            <a:ext cx="10498942" cy="2338974"/>
          </a:xfrm>
          <a:prstGeom prst="rect">
            <a:avLst/>
          </a:prstGeom>
          <a:solidFill>
            <a:srgbClr val="E7FFFF"/>
          </a:solidFill>
        </p:spPr>
        <p:txBody>
          <a:bodyPr wrap="square">
            <a:spAutoFit/>
          </a:bodyPr>
          <a:lstStyle/>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建小顶堆</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H</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endPar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&gt; 1)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while</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循环每次将权值最小的两棵树合二为一</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从堆取权值最小两棵树为左、右子树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根节点</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内部节点数据域为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-&gt;weight + rt-&gt;weight;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根节点的权值为左右孩子权值之和</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rt;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接上左右子树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Insert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将组合成的新树插入堆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每次合二为一减少了一棵树，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while</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循环结束时，优先队列只含的一棵树即为所求</a:t>
            </a:r>
          </a:p>
        </p:txBody>
      </p:sp>
      <p:sp>
        <p:nvSpPr>
          <p:cNvPr id="76" name="文本框 75">
            <a:extLst>
              <a:ext uri="{FF2B5EF4-FFF2-40B4-BE49-F238E27FC236}">
                <a16:creationId xmlns:a16="http://schemas.microsoft.com/office/drawing/2014/main" id="{1141D2CD-A1FE-443B-DE95-BD73D903FAA0}"/>
              </a:ext>
            </a:extLst>
          </p:cNvPr>
          <p:cNvSpPr txBox="1"/>
          <p:nvPr/>
        </p:nvSpPr>
        <p:spPr>
          <a:xfrm>
            <a:off x="319648" y="4254425"/>
            <a:ext cx="467346" cy="1631216"/>
          </a:xfrm>
          <a:prstGeom prst="rect">
            <a:avLst/>
          </a:prstGeom>
          <a:noFill/>
        </p:spPr>
        <p:txBody>
          <a:bodyPr wrap="square" rtlCol="0">
            <a:spAutoFit/>
          </a:bodyPr>
          <a:lstStyle/>
          <a:p>
            <a:r>
              <a:rPr lang="zh-CN" altLang="en-US" sz="2000" b="1" dirty="0">
                <a:solidFill>
                  <a:srgbClr val="C00000"/>
                </a:solidFill>
                <a:effectLst>
                  <a:outerShdw blurRad="38100" dist="38100" dir="2700000" algn="tl">
                    <a:srgbClr val="000000">
                      <a:alpha val="43137"/>
                    </a:srgbClr>
                  </a:outerShdw>
                </a:effectLst>
                <a:latin typeface="+mj-ea"/>
                <a:ea typeface="+mj-ea"/>
              </a:rPr>
              <a:t>建</a:t>
            </a:r>
            <a:endParaRPr lang="en-US" altLang="zh-CN" sz="2000" b="1" dirty="0">
              <a:solidFill>
                <a:srgbClr val="C00000"/>
              </a:solidFill>
              <a:effectLst>
                <a:outerShdw blurRad="38100" dist="38100" dir="2700000" algn="tl">
                  <a:srgbClr val="000000">
                    <a:alpha val="43137"/>
                  </a:srgbClr>
                </a:outerShdw>
              </a:effectLst>
              <a:latin typeface="+mj-ea"/>
              <a:ea typeface="+mj-ea"/>
            </a:endParaRPr>
          </a:p>
          <a:p>
            <a:r>
              <a:rPr lang="zh-CN" altLang="en-US" sz="2000" b="1" dirty="0">
                <a:solidFill>
                  <a:srgbClr val="C00000"/>
                </a:solidFill>
                <a:effectLst>
                  <a:outerShdw blurRad="38100" dist="38100" dir="2700000" algn="tl">
                    <a:srgbClr val="000000">
                      <a:alpha val="43137"/>
                    </a:srgbClr>
                  </a:outerShdw>
                </a:effectLst>
                <a:latin typeface="+mj-ea"/>
                <a:ea typeface="+mj-ea"/>
              </a:rPr>
              <a:t>赫夫曼树</a:t>
            </a:r>
          </a:p>
        </p:txBody>
      </p:sp>
      <p:sp>
        <p:nvSpPr>
          <p:cNvPr id="77" name="左大括号 76">
            <a:extLst>
              <a:ext uri="{FF2B5EF4-FFF2-40B4-BE49-F238E27FC236}">
                <a16:creationId xmlns:a16="http://schemas.microsoft.com/office/drawing/2014/main" id="{F912B9E9-B131-6798-0F90-88F94DD5813B}"/>
              </a:ext>
            </a:extLst>
          </p:cNvPr>
          <p:cNvSpPr/>
          <p:nvPr/>
        </p:nvSpPr>
        <p:spPr>
          <a:xfrm>
            <a:off x="762496" y="4099034"/>
            <a:ext cx="484658" cy="1949669"/>
          </a:xfrm>
          <a:prstGeom prst="leftBrace">
            <a:avLst/>
          </a:prstGeom>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cxnSp>
        <p:nvCxnSpPr>
          <p:cNvPr id="79" name="直接连接符 78">
            <a:extLst>
              <a:ext uri="{FF2B5EF4-FFF2-40B4-BE49-F238E27FC236}">
                <a16:creationId xmlns:a16="http://schemas.microsoft.com/office/drawing/2014/main" id="{390DBFB3-3AB6-988D-3C51-BB83AF35CAC8}"/>
              </a:ext>
            </a:extLst>
          </p:cNvPr>
          <p:cNvCxnSpPr/>
          <p:nvPr/>
        </p:nvCxnSpPr>
        <p:spPr>
          <a:xfrm>
            <a:off x="1247154" y="4325007"/>
            <a:ext cx="264167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90" name="组合 89">
            <a:extLst>
              <a:ext uri="{FF2B5EF4-FFF2-40B4-BE49-F238E27FC236}">
                <a16:creationId xmlns:a16="http://schemas.microsoft.com/office/drawing/2014/main" id="{2084428D-8424-D388-E169-B101F42E8EC2}"/>
              </a:ext>
            </a:extLst>
          </p:cNvPr>
          <p:cNvGrpSpPr/>
          <p:nvPr/>
        </p:nvGrpSpPr>
        <p:grpSpPr>
          <a:xfrm>
            <a:off x="506770" y="1414814"/>
            <a:ext cx="649976" cy="380480"/>
            <a:chOff x="2422635" y="2012731"/>
            <a:chExt cx="649976" cy="380480"/>
          </a:xfrm>
        </p:grpSpPr>
        <p:sp>
          <p:nvSpPr>
            <p:cNvPr id="87" name="文本框 86">
              <a:extLst>
                <a:ext uri="{FF2B5EF4-FFF2-40B4-BE49-F238E27FC236}">
                  <a16:creationId xmlns:a16="http://schemas.microsoft.com/office/drawing/2014/main" id="{FF8863BD-1E43-D202-C2DC-5EB7BF0B5B49}"/>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err="1">
                  <a:latin typeface="Courier New" panose="02070309020205020404" pitchFamily="49" charset="0"/>
                  <a:cs typeface="Times New Roman" panose="02020603050405020304" pitchFamily="18" charset="0"/>
                </a:rPr>
                <a:t>lt</a:t>
              </a:r>
              <a:endParaRPr lang="zh-CN" altLang="en-US" sz="2000" dirty="0"/>
            </a:p>
          </p:txBody>
        </p:sp>
        <p:cxnSp>
          <p:nvCxnSpPr>
            <p:cNvPr id="88" name="直接箭头连接符 87">
              <a:extLst>
                <a:ext uri="{FF2B5EF4-FFF2-40B4-BE49-F238E27FC236}">
                  <a16:creationId xmlns:a16="http://schemas.microsoft.com/office/drawing/2014/main" id="{2D1D89FD-99A3-FD4C-C49D-C650A96FFFA6}"/>
                </a:ext>
              </a:extLst>
            </p:cNvPr>
            <p:cNvCxnSpPr>
              <a:cxnSpLocks/>
            </p:cNvCxnSpPr>
            <p:nvPr/>
          </p:nvCxnSpPr>
          <p:spPr>
            <a:xfrm>
              <a:off x="2784797" y="2220816"/>
              <a:ext cx="287814"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7" name="组合 96">
            <a:extLst>
              <a:ext uri="{FF2B5EF4-FFF2-40B4-BE49-F238E27FC236}">
                <a16:creationId xmlns:a16="http://schemas.microsoft.com/office/drawing/2014/main" id="{6AB66F35-A1F0-7E1B-8350-AA5FC9A09334}"/>
              </a:ext>
            </a:extLst>
          </p:cNvPr>
          <p:cNvGrpSpPr/>
          <p:nvPr/>
        </p:nvGrpSpPr>
        <p:grpSpPr>
          <a:xfrm>
            <a:off x="1990564" y="1432148"/>
            <a:ext cx="697006" cy="380480"/>
            <a:chOff x="2102989" y="2012731"/>
            <a:chExt cx="697006" cy="380480"/>
          </a:xfrm>
        </p:grpSpPr>
        <p:sp>
          <p:nvSpPr>
            <p:cNvPr id="98" name="文本框 97">
              <a:extLst>
                <a:ext uri="{FF2B5EF4-FFF2-40B4-BE49-F238E27FC236}">
                  <a16:creationId xmlns:a16="http://schemas.microsoft.com/office/drawing/2014/main" id="{F8C79BFA-C199-2782-0F2F-E21FFD266610}"/>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a:latin typeface="Courier New" panose="02070309020205020404" pitchFamily="49" charset="0"/>
                  <a:cs typeface="Times New Roman" panose="02020603050405020304" pitchFamily="18" charset="0"/>
                </a:rPr>
                <a:t>rt</a:t>
              </a:r>
              <a:endParaRPr lang="zh-CN" altLang="en-US" sz="2000" dirty="0"/>
            </a:p>
          </p:txBody>
        </p:sp>
        <p:cxnSp>
          <p:nvCxnSpPr>
            <p:cNvPr id="99" name="直接箭头连接符 98">
              <a:extLst>
                <a:ext uri="{FF2B5EF4-FFF2-40B4-BE49-F238E27FC236}">
                  <a16:creationId xmlns:a16="http://schemas.microsoft.com/office/drawing/2014/main" id="{9A608101-41D0-FEB7-9281-2AAD8CBADB64}"/>
                </a:ext>
              </a:extLst>
            </p:cNvPr>
            <p:cNvCxnSpPr>
              <a:cxnSpLocks/>
            </p:cNvCxnSpPr>
            <p:nvPr/>
          </p:nvCxnSpPr>
          <p:spPr>
            <a:xfrm flipH="1">
              <a:off x="2102989" y="2202971"/>
              <a:ext cx="258043"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122" name="文本框 121">
            <a:extLst>
              <a:ext uri="{FF2B5EF4-FFF2-40B4-BE49-F238E27FC236}">
                <a16:creationId xmlns:a16="http://schemas.microsoft.com/office/drawing/2014/main" id="{3E33A001-195C-884C-5A47-8DAA8AB226A6}"/>
              </a:ext>
            </a:extLst>
          </p:cNvPr>
          <p:cNvSpPr txBox="1"/>
          <p:nvPr/>
        </p:nvSpPr>
        <p:spPr>
          <a:xfrm>
            <a:off x="1736787" y="519720"/>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7</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3" name="文本框 2">
            <a:extLst>
              <a:ext uri="{FF2B5EF4-FFF2-40B4-BE49-F238E27FC236}">
                <a16:creationId xmlns:a16="http://schemas.microsoft.com/office/drawing/2014/main" id="{DEE86DA3-AEF5-3CDB-E64A-DC4F921A5292}"/>
              </a:ext>
            </a:extLst>
          </p:cNvPr>
          <p:cNvSpPr txBox="1"/>
          <p:nvPr/>
        </p:nvSpPr>
        <p:spPr>
          <a:xfrm>
            <a:off x="9824346" y="744132"/>
            <a:ext cx="2185495" cy="2031325"/>
          </a:xfrm>
          <a:prstGeom prst="rect">
            <a:avLst/>
          </a:prstGeom>
          <a:noFill/>
        </p:spPr>
        <p:txBody>
          <a:bodyPr wrap="square" rtlCol="0">
            <a:spAutoFit/>
          </a:bodyPr>
          <a:lstStyle/>
          <a:p>
            <a:pPr algn="just"/>
            <a:r>
              <a:rPr lang="zh-CN" altLang="en-US" b="1" dirty="0">
                <a:solidFill>
                  <a:srgbClr val="C00000"/>
                </a:solidFill>
                <a:effectLst>
                  <a:outerShdw blurRad="38100" dist="38100" dir="2700000" algn="tl">
                    <a:srgbClr val="000000">
                      <a:alpha val="43137"/>
                    </a:srgbClr>
                  </a:outerShdw>
                </a:effectLst>
                <a:latin typeface="+mj-ea"/>
                <a:ea typeface="+mj-ea"/>
              </a:rPr>
              <a:t>堆的两个操作要点：</a:t>
            </a:r>
            <a:endParaRPr lang="en-US" altLang="zh-CN" b="1" dirty="0">
              <a:solidFill>
                <a:srgbClr val="C00000"/>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err="1">
                <a:solidFill>
                  <a:srgbClr val="C00000"/>
                </a:solidFill>
                <a:effectLst>
                  <a:outerShdw blurRad="38100" dist="38100" dir="2700000" algn="tl">
                    <a:srgbClr val="000000">
                      <a:alpha val="43137"/>
                    </a:srgbClr>
                  </a:outerShdw>
                </a:effectLst>
                <a:latin typeface="+mj-ea"/>
                <a:ea typeface="+mj-ea"/>
              </a:rPr>
              <a:t>DelTop</a:t>
            </a:r>
            <a:r>
              <a:rPr lang="en-US" altLang="zh-CN" b="1" dirty="0">
                <a:solidFill>
                  <a:srgbClr val="C00000"/>
                </a:solidFill>
                <a:effectLst>
                  <a:outerShdw blurRad="38100" dist="38100" dir="2700000" algn="tl">
                    <a:srgbClr val="000000">
                      <a:alpha val="43137"/>
                    </a:srgbClr>
                  </a:outerShdw>
                </a:effectLst>
                <a:latin typeface="+mj-ea"/>
                <a:ea typeface="+mj-ea"/>
              </a:rPr>
              <a:t>(H)</a:t>
            </a:r>
            <a:r>
              <a:rPr lang="zh-CN" altLang="en-US" b="1" dirty="0">
                <a:solidFill>
                  <a:srgbClr val="041ABC"/>
                </a:solidFill>
                <a:effectLst>
                  <a:outerShdw blurRad="38100" dist="38100" dir="2700000" algn="tl">
                    <a:srgbClr val="000000">
                      <a:alpha val="43137"/>
                    </a:srgbClr>
                  </a:outerShdw>
                </a:effectLst>
                <a:latin typeface="+mj-ea"/>
                <a:ea typeface="+mj-ea"/>
              </a:rPr>
              <a:t> 可能发生一次向下调整过程；</a:t>
            </a:r>
            <a:endParaRPr lang="en-US" altLang="zh-CN" b="1" dirty="0">
              <a:solidFill>
                <a:srgbClr val="041ABC"/>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a:solidFill>
                  <a:srgbClr val="C00000"/>
                </a:solidFill>
                <a:effectLst>
                  <a:outerShdw blurRad="38100" dist="38100" dir="2700000" algn="tl">
                    <a:srgbClr val="000000">
                      <a:alpha val="43137"/>
                    </a:srgbClr>
                  </a:outerShdw>
                </a:effectLst>
                <a:latin typeface="+mj-ea"/>
                <a:ea typeface="+mj-ea"/>
              </a:rPr>
              <a:t>Insert(</a:t>
            </a:r>
            <a:r>
              <a:rPr lang="en-US" altLang="zh-CN" b="1" dirty="0" err="1">
                <a:solidFill>
                  <a:srgbClr val="C00000"/>
                </a:solidFill>
                <a:effectLst>
                  <a:outerShdw blurRad="38100" dist="38100" dir="2700000" algn="tl">
                    <a:srgbClr val="000000">
                      <a:alpha val="43137"/>
                    </a:srgbClr>
                  </a:outerShdw>
                </a:effectLst>
                <a:latin typeface="+mj-ea"/>
                <a:ea typeface="+mj-ea"/>
              </a:rPr>
              <a:t>H,root</a:t>
            </a:r>
            <a:r>
              <a:rPr lang="en-US" altLang="zh-CN" b="1" dirty="0">
                <a:solidFill>
                  <a:srgbClr val="C00000"/>
                </a:solidFill>
                <a:effectLst>
                  <a:outerShdw blurRad="38100" dist="38100" dir="2700000" algn="tl">
                    <a:srgbClr val="000000">
                      <a:alpha val="43137"/>
                    </a:srgbClr>
                  </a:outerShdw>
                </a:effectLst>
                <a:latin typeface="+mj-ea"/>
                <a:ea typeface="+mj-ea"/>
              </a:rPr>
              <a:t>)</a:t>
            </a:r>
            <a:r>
              <a:rPr lang="zh-CN" altLang="en-US" b="1" dirty="0">
                <a:solidFill>
                  <a:srgbClr val="041ABC"/>
                </a:solidFill>
                <a:effectLst>
                  <a:outerShdw blurRad="38100" dist="38100" dir="2700000" algn="tl">
                    <a:srgbClr val="000000">
                      <a:alpha val="43137"/>
                    </a:srgbClr>
                  </a:outerShdw>
                </a:effectLst>
                <a:latin typeface="+mj-ea"/>
                <a:ea typeface="+mj-ea"/>
              </a:rPr>
              <a:t>可能发生一次向上调整过程。</a:t>
            </a:r>
          </a:p>
        </p:txBody>
      </p:sp>
      <p:grpSp>
        <p:nvGrpSpPr>
          <p:cNvPr id="123" name="组合 122">
            <a:extLst>
              <a:ext uri="{FF2B5EF4-FFF2-40B4-BE49-F238E27FC236}">
                <a16:creationId xmlns:a16="http://schemas.microsoft.com/office/drawing/2014/main" id="{5143B164-81E3-E683-CA49-AD0848A4EDF5}"/>
              </a:ext>
            </a:extLst>
          </p:cNvPr>
          <p:cNvGrpSpPr/>
          <p:nvPr/>
        </p:nvGrpSpPr>
        <p:grpSpPr>
          <a:xfrm>
            <a:off x="1152916" y="976002"/>
            <a:ext cx="839256" cy="1048442"/>
            <a:chOff x="1152916" y="976002"/>
            <a:chExt cx="839256" cy="1048442"/>
          </a:xfrm>
        </p:grpSpPr>
        <p:grpSp>
          <p:nvGrpSpPr>
            <p:cNvPr id="81" name="组合 80">
              <a:extLst>
                <a:ext uri="{FF2B5EF4-FFF2-40B4-BE49-F238E27FC236}">
                  <a16:creationId xmlns:a16="http://schemas.microsoft.com/office/drawing/2014/main" id="{87946F1A-928C-08B3-CDD0-F13B158A2306}"/>
                </a:ext>
              </a:extLst>
            </p:cNvPr>
            <p:cNvGrpSpPr/>
            <p:nvPr/>
          </p:nvGrpSpPr>
          <p:grpSpPr>
            <a:xfrm>
              <a:off x="1381046" y="976002"/>
              <a:ext cx="369948" cy="509292"/>
              <a:chOff x="1367788" y="986598"/>
              <a:chExt cx="369948" cy="509292"/>
            </a:xfrm>
          </p:grpSpPr>
          <p:sp>
            <p:nvSpPr>
              <p:cNvPr id="82" name="椭圆 81">
                <a:extLst>
                  <a:ext uri="{FF2B5EF4-FFF2-40B4-BE49-F238E27FC236}">
                    <a16:creationId xmlns:a16="http://schemas.microsoft.com/office/drawing/2014/main" id="{6B8AC644-3DC3-2686-6C5B-EAA34A72BA1F}"/>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83" name="直接箭头连接符 82">
                <a:extLst>
                  <a:ext uri="{FF2B5EF4-FFF2-40B4-BE49-F238E27FC236}">
                    <a16:creationId xmlns:a16="http://schemas.microsoft.com/office/drawing/2014/main" id="{78D6AECD-817F-BF71-1518-7F9251CC2BA0}"/>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7182DD4E-DF98-3AE8-5B03-E22DDB7D9B09}"/>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A0246D81-9080-360B-6290-070188C307F7}"/>
                  </a:ext>
                </a:extLst>
              </p:cNvPr>
              <p:cNvSpPr txBox="1"/>
              <p:nvPr/>
            </p:nvSpPr>
            <p:spPr>
              <a:xfrm>
                <a:off x="1397547" y="1016492"/>
                <a:ext cx="295405"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15</a:t>
                </a:r>
                <a:endParaRPr lang="zh-CN" altLang="en-US" b="1" dirty="0">
                  <a:solidFill>
                    <a:srgbClr val="0070C0"/>
                  </a:solidFill>
                  <a:cs typeface="Courier New" panose="02070309020205020404" pitchFamily="49" charset="0"/>
                </a:endParaRPr>
              </a:p>
            </p:txBody>
          </p:sp>
        </p:grpSp>
        <p:grpSp>
          <p:nvGrpSpPr>
            <p:cNvPr id="101" name="组合 100">
              <a:extLst>
                <a:ext uri="{FF2B5EF4-FFF2-40B4-BE49-F238E27FC236}">
                  <a16:creationId xmlns:a16="http://schemas.microsoft.com/office/drawing/2014/main" id="{96BD11C2-7EB5-3944-E7A6-F20EF92AD93F}"/>
                </a:ext>
              </a:extLst>
            </p:cNvPr>
            <p:cNvGrpSpPr/>
            <p:nvPr/>
          </p:nvGrpSpPr>
          <p:grpSpPr>
            <a:xfrm>
              <a:off x="1663401" y="1467477"/>
              <a:ext cx="328771" cy="556967"/>
              <a:chOff x="4669729" y="952104"/>
              <a:chExt cx="436350" cy="744653"/>
            </a:xfrm>
          </p:grpSpPr>
          <p:grpSp>
            <p:nvGrpSpPr>
              <p:cNvPr id="104" name="组合 103">
                <a:extLst>
                  <a:ext uri="{FF2B5EF4-FFF2-40B4-BE49-F238E27FC236}">
                    <a16:creationId xmlns:a16="http://schemas.microsoft.com/office/drawing/2014/main" id="{DC73C52E-047A-0EBB-56C8-03C610F9D4C4}"/>
                  </a:ext>
                </a:extLst>
              </p:cNvPr>
              <p:cNvGrpSpPr/>
              <p:nvPr/>
            </p:nvGrpSpPr>
            <p:grpSpPr>
              <a:xfrm>
                <a:off x="4669729" y="952104"/>
                <a:ext cx="436350" cy="432000"/>
                <a:chOff x="4859408" y="4606900"/>
                <a:chExt cx="436350" cy="432000"/>
              </a:xfrm>
            </p:grpSpPr>
            <p:sp>
              <p:nvSpPr>
                <p:cNvPr id="107" name="椭圆 106">
                  <a:extLst>
                    <a:ext uri="{FF2B5EF4-FFF2-40B4-BE49-F238E27FC236}">
                      <a16:creationId xmlns:a16="http://schemas.microsoft.com/office/drawing/2014/main" id="{B7B5FFC7-E5C8-6AED-22D5-8F52B885741C}"/>
                    </a:ext>
                  </a:extLst>
                </p:cNvPr>
                <p:cNvSpPr>
                  <a:spLocks noChangeArrowheads="1"/>
                </p:cNvSpPr>
                <p:nvPr/>
              </p:nvSpPr>
              <p:spPr bwMode="auto">
                <a:xfrm>
                  <a:off x="4859408"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8" name="矩形 107">
                  <a:extLst>
                    <a:ext uri="{FF2B5EF4-FFF2-40B4-BE49-F238E27FC236}">
                      <a16:creationId xmlns:a16="http://schemas.microsoft.com/office/drawing/2014/main" id="{2A1FC691-E50E-2405-8CB9-BA4A80C5E5A6}"/>
                    </a:ext>
                  </a:extLst>
                </p:cNvPr>
                <p:cNvSpPr>
                  <a:spLocks noChangeArrowheads="1"/>
                </p:cNvSpPr>
                <p:nvPr/>
              </p:nvSpPr>
              <p:spPr bwMode="auto">
                <a:xfrm>
                  <a:off x="4863891" y="4680385"/>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105" name="矩形 104">
                <a:extLst>
                  <a:ext uri="{FF2B5EF4-FFF2-40B4-BE49-F238E27FC236}">
                    <a16:creationId xmlns:a16="http://schemas.microsoft.com/office/drawing/2014/main" id="{C499EB37-8895-4953-1026-8F2C49C16454}"/>
                  </a:ext>
                </a:extLst>
              </p:cNvPr>
              <p:cNvSpPr>
                <a:spLocks noChangeArrowheads="1"/>
              </p:cNvSpPr>
              <p:nvPr/>
            </p:nvSpPr>
            <p:spPr bwMode="auto">
              <a:xfrm>
                <a:off x="4750935" y="132641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110" name="组合 109">
              <a:extLst>
                <a:ext uri="{FF2B5EF4-FFF2-40B4-BE49-F238E27FC236}">
                  <a16:creationId xmlns:a16="http://schemas.microsoft.com/office/drawing/2014/main" id="{EA2CD366-1F07-8BF9-8124-D63EBDC2B794}"/>
                </a:ext>
              </a:extLst>
            </p:cNvPr>
            <p:cNvGrpSpPr/>
            <p:nvPr/>
          </p:nvGrpSpPr>
          <p:grpSpPr>
            <a:xfrm>
              <a:off x="1152916" y="1468181"/>
              <a:ext cx="331186" cy="536079"/>
              <a:chOff x="10075049" y="936749"/>
              <a:chExt cx="439555" cy="716726"/>
            </a:xfrm>
          </p:grpSpPr>
          <p:grpSp>
            <p:nvGrpSpPr>
              <p:cNvPr id="111" name="组合 110">
                <a:extLst>
                  <a:ext uri="{FF2B5EF4-FFF2-40B4-BE49-F238E27FC236}">
                    <a16:creationId xmlns:a16="http://schemas.microsoft.com/office/drawing/2014/main" id="{F51B2827-3B6D-BD0B-9902-E77F5C93BB14}"/>
                  </a:ext>
                </a:extLst>
              </p:cNvPr>
              <p:cNvGrpSpPr/>
              <p:nvPr/>
            </p:nvGrpSpPr>
            <p:grpSpPr>
              <a:xfrm>
                <a:off x="10075049" y="936749"/>
                <a:ext cx="439555" cy="432000"/>
                <a:chOff x="4865986" y="4606900"/>
                <a:chExt cx="439555" cy="432000"/>
              </a:xfrm>
            </p:grpSpPr>
            <p:sp>
              <p:nvSpPr>
                <p:cNvPr id="113" name="椭圆 112">
                  <a:extLst>
                    <a:ext uri="{FF2B5EF4-FFF2-40B4-BE49-F238E27FC236}">
                      <a16:creationId xmlns:a16="http://schemas.microsoft.com/office/drawing/2014/main" id="{15D49307-8034-062D-0653-7BD86DDC9493}"/>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4" name="矩形 113">
                  <a:extLst>
                    <a:ext uri="{FF2B5EF4-FFF2-40B4-BE49-F238E27FC236}">
                      <a16:creationId xmlns:a16="http://schemas.microsoft.com/office/drawing/2014/main" id="{1A0CCE89-675B-DA31-00E3-8518641C43C8}"/>
                    </a:ext>
                  </a:extLst>
                </p:cNvPr>
                <p:cNvSpPr>
                  <a:spLocks noChangeArrowheads="1"/>
                </p:cNvSpPr>
                <p:nvPr/>
              </p:nvSpPr>
              <p:spPr bwMode="auto">
                <a:xfrm>
                  <a:off x="4873674" y="4701286"/>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112" name="矩形 111">
                <a:extLst>
                  <a:ext uri="{FF2B5EF4-FFF2-40B4-BE49-F238E27FC236}">
                    <a16:creationId xmlns:a16="http://schemas.microsoft.com/office/drawing/2014/main" id="{9DEC7299-AE27-9E15-390B-3FF0A3BA1A68}"/>
                  </a:ext>
                </a:extLst>
              </p:cNvPr>
              <p:cNvSpPr>
                <a:spLocks noChangeArrowheads="1"/>
              </p:cNvSpPr>
              <p:nvPr/>
            </p:nvSpPr>
            <p:spPr bwMode="auto">
              <a:xfrm>
                <a:off x="10182011" y="1283133"/>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grpSp>
        <p:nvGrpSpPr>
          <p:cNvPr id="115" name="组合 114">
            <a:extLst>
              <a:ext uri="{FF2B5EF4-FFF2-40B4-BE49-F238E27FC236}">
                <a16:creationId xmlns:a16="http://schemas.microsoft.com/office/drawing/2014/main" id="{426F9C65-D43E-2BDD-57B5-49E6A1AC373D}"/>
              </a:ext>
            </a:extLst>
          </p:cNvPr>
          <p:cNvGrpSpPr/>
          <p:nvPr/>
        </p:nvGrpSpPr>
        <p:grpSpPr>
          <a:xfrm>
            <a:off x="1388328" y="960444"/>
            <a:ext cx="369948" cy="509292"/>
            <a:chOff x="1367788" y="986598"/>
            <a:chExt cx="369948" cy="509292"/>
          </a:xfrm>
        </p:grpSpPr>
        <p:sp>
          <p:nvSpPr>
            <p:cNvPr id="116" name="椭圆 115">
              <a:extLst>
                <a:ext uri="{FF2B5EF4-FFF2-40B4-BE49-F238E27FC236}">
                  <a16:creationId xmlns:a16="http://schemas.microsoft.com/office/drawing/2014/main" id="{089F72B9-9A7E-9FC7-8857-4703AC1BAC7F}"/>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17" name="直接箭头连接符 116">
              <a:extLst>
                <a:ext uri="{FF2B5EF4-FFF2-40B4-BE49-F238E27FC236}">
                  <a16:creationId xmlns:a16="http://schemas.microsoft.com/office/drawing/2014/main" id="{7360BD08-0D31-6BAF-98A2-797C5CD9E5D7}"/>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64B28707-4497-1871-B2B0-42A495CB649C}"/>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1" name="文本框 120">
              <a:extLst>
                <a:ext uri="{FF2B5EF4-FFF2-40B4-BE49-F238E27FC236}">
                  <a16:creationId xmlns:a16="http://schemas.microsoft.com/office/drawing/2014/main" id="{0FDD9184-F1E9-E504-D410-DD3234647AD9}"/>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15</a:t>
              </a:r>
              <a:endParaRPr lang="zh-CN" altLang="en-US" b="1" dirty="0">
                <a:solidFill>
                  <a:srgbClr val="0070C0"/>
                </a:solidFill>
                <a:cs typeface="Courier New" panose="02070309020205020404" pitchFamily="49" charset="0"/>
              </a:endParaRPr>
            </a:p>
          </p:txBody>
        </p:sp>
      </p:grpSp>
      <p:sp>
        <p:nvSpPr>
          <p:cNvPr id="139" name="文本框 138">
            <a:extLst>
              <a:ext uri="{FF2B5EF4-FFF2-40B4-BE49-F238E27FC236}">
                <a16:creationId xmlns:a16="http://schemas.microsoft.com/office/drawing/2014/main" id="{C1BB1970-F879-F445-E61E-99C1E81DB32F}"/>
              </a:ext>
            </a:extLst>
          </p:cNvPr>
          <p:cNvSpPr txBox="1"/>
          <p:nvPr/>
        </p:nvSpPr>
        <p:spPr>
          <a:xfrm>
            <a:off x="9824346" y="2875982"/>
            <a:ext cx="2031325" cy="369332"/>
          </a:xfrm>
          <a:prstGeom prst="rect">
            <a:avLst/>
          </a:prstGeom>
          <a:noFill/>
        </p:spPr>
        <p:txBody>
          <a:bodyPr wrap="none" rtlCol="0">
            <a:spAutoFit/>
          </a:bodyPr>
          <a:lstStyle/>
          <a:p>
            <a:r>
              <a:rPr lang="zh-CN" altLang="en-US" dirty="0">
                <a:solidFill>
                  <a:srgbClr val="FF0000"/>
                </a:solidFill>
                <a:effectLst>
                  <a:outerShdw blurRad="38100" dist="38100" dir="2700000" algn="tl">
                    <a:srgbClr val="000000">
                      <a:alpha val="43137"/>
                    </a:srgbClr>
                  </a:outerShdw>
                </a:effectLst>
                <a:latin typeface="+mj-ea"/>
                <a:ea typeface="+mj-ea"/>
              </a:rPr>
              <a:t>以下简化演示过程</a:t>
            </a:r>
          </a:p>
        </p:txBody>
      </p:sp>
      <p:sp>
        <p:nvSpPr>
          <p:cNvPr id="140" name="文本框 139">
            <a:extLst>
              <a:ext uri="{FF2B5EF4-FFF2-40B4-BE49-F238E27FC236}">
                <a16:creationId xmlns:a16="http://schemas.microsoft.com/office/drawing/2014/main" id="{C30EFFA0-A856-186E-28C8-63C900E8C231}"/>
              </a:ext>
            </a:extLst>
          </p:cNvPr>
          <p:cNvSpPr txBox="1"/>
          <p:nvPr/>
        </p:nvSpPr>
        <p:spPr>
          <a:xfrm>
            <a:off x="1716751" y="518160"/>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6</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1" name="文本框 140">
            <a:extLst>
              <a:ext uri="{FF2B5EF4-FFF2-40B4-BE49-F238E27FC236}">
                <a16:creationId xmlns:a16="http://schemas.microsoft.com/office/drawing/2014/main" id="{7B57E097-DD7B-7667-92D9-34820D85D587}"/>
              </a:ext>
            </a:extLst>
          </p:cNvPr>
          <p:cNvSpPr txBox="1"/>
          <p:nvPr/>
        </p:nvSpPr>
        <p:spPr>
          <a:xfrm>
            <a:off x="1726769" y="517060"/>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5</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181" name="组合 180">
            <a:extLst>
              <a:ext uri="{FF2B5EF4-FFF2-40B4-BE49-F238E27FC236}">
                <a16:creationId xmlns:a16="http://schemas.microsoft.com/office/drawing/2014/main" id="{F263A5DD-677F-6FB8-9FC1-366ECE4DE900}"/>
              </a:ext>
            </a:extLst>
          </p:cNvPr>
          <p:cNvGrpSpPr/>
          <p:nvPr/>
        </p:nvGrpSpPr>
        <p:grpSpPr>
          <a:xfrm>
            <a:off x="910740" y="965315"/>
            <a:ext cx="1084738" cy="1529252"/>
            <a:chOff x="3297251" y="1594330"/>
            <a:chExt cx="1084738" cy="1529252"/>
          </a:xfrm>
        </p:grpSpPr>
        <p:grpSp>
          <p:nvGrpSpPr>
            <p:cNvPr id="124" name="组合 123">
              <a:extLst>
                <a:ext uri="{FF2B5EF4-FFF2-40B4-BE49-F238E27FC236}">
                  <a16:creationId xmlns:a16="http://schemas.microsoft.com/office/drawing/2014/main" id="{87946F1A-928C-08B3-CDD0-F13B158A2306}"/>
                </a:ext>
              </a:extLst>
            </p:cNvPr>
            <p:cNvGrpSpPr/>
            <p:nvPr/>
          </p:nvGrpSpPr>
          <p:grpSpPr>
            <a:xfrm>
              <a:off x="3770863" y="1594330"/>
              <a:ext cx="369948" cy="509292"/>
              <a:chOff x="1367788" y="986598"/>
              <a:chExt cx="369948" cy="509292"/>
            </a:xfrm>
          </p:grpSpPr>
          <p:sp>
            <p:nvSpPr>
              <p:cNvPr id="135" name="椭圆 134">
                <a:extLst>
                  <a:ext uri="{FF2B5EF4-FFF2-40B4-BE49-F238E27FC236}">
                    <a16:creationId xmlns:a16="http://schemas.microsoft.com/office/drawing/2014/main" id="{6B8AC644-3DC3-2686-6C5B-EAA34A72BA1F}"/>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36" name="直接箭头连接符 135">
                <a:extLst>
                  <a:ext uri="{FF2B5EF4-FFF2-40B4-BE49-F238E27FC236}">
                    <a16:creationId xmlns:a16="http://schemas.microsoft.com/office/drawing/2014/main" id="{78D6AECD-817F-BF71-1518-7F9251CC2BA0}"/>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7182DD4E-DF98-3AE8-5B03-E22DDB7D9B09}"/>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38" name="文本框 95">
                <a:extLst>
                  <a:ext uri="{FF2B5EF4-FFF2-40B4-BE49-F238E27FC236}">
                    <a16:creationId xmlns:a16="http://schemas.microsoft.com/office/drawing/2014/main" id="{A0246D81-9080-360B-6290-070188C307F7}"/>
                  </a:ext>
                </a:extLst>
              </p:cNvPr>
              <p:cNvSpPr txBox="1"/>
              <p:nvPr/>
            </p:nvSpPr>
            <p:spPr>
              <a:xfrm>
                <a:off x="1397547" y="1016492"/>
                <a:ext cx="295405" cy="2657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60"/>
                  </a:lnSpc>
                </a:pPr>
                <a:r>
                  <a:rPr lang="en-US" altLang="zh-CN" b="1" dirty="0">
                    <a:solidFill>
                      <a:srgbClr val="0070C0"/>
                    </a:solidFill>
                    <a:cs typeface="Courier New" panose="02070309020205020404" pitchFamily="49" charset="0"/>
                  </a:rPr>
                  <a:t>19</a:t>
                </a:r>
                <a:endParaRPr lang="zh-CN" altLang="en-US" b="1" dirty="0">
                  <a:solidFill>
                    <a:srgbClr val="0070C0"/>
                  </a:solidFill>
                  <a:cs typeface="Courier New" panose="02070309020205020404" pitchFamily="49" charset="0"/>
                </a:endParaRPr>
              </a:p>
            </p:txBody>
          </p:sp>
        </p:grpSp>
        <p:grpSp>
          <p:nvGrpSpPr>
            <p:cNvPr id="125" name="组合 124">
              <a:extLst>
                <a:ext uri="{FF2B5EF4-FFF2-40B4-BE49-F238E27FC236}">
                  <a16:creationId xmlns:a16="http://schemas.microsoft.com/office/drawing/2014/main" id="{96BD11C2-7EB5-3944-E7A6-F20EF92AD93F}"/>
                </a:ext>
              </a:extLst>
            </p:cNvPr>
            <p:cNvGrpSpPr/>
            <p:nvPr/>
          </p:nvGrpSpPr>
          <p:grpSpPr>
            <a:xfrm>
              <a:off x="4053218" y="2085806"/>
              <a:ext cx="328771" cy="539040"/>
              <a:chOff x="4669729" y="952104"/>
              <a:chExt cx="436350" cy="720683"/>
            </a:xfrm>
          </p:grpSpPr>
          <p:grpSp>
            <p:nvGrpSpPr>
              <p:cNvPr id="131" name="组合 130">
                <a:extLst>
                  <a:ext uri="{FF2B5EF4-FFF2-40B4-BE49-F238E27FC236}">
                    <a16:creationId xmlns:a16="http://schemas.microsoft.com/office/drawing/2014/main" id="{DC73C52E-047A-0EBB-56C8-03C610F9D4C4}"/>
                  </a:ext>
                </a:extLst>
              </p:cNvPr>
              <p:cNvGrpSpPr/>
              <p:nvPr/>
            </p:nvGrpSpPr>
            <p:grpSpPr>
              <a:xfrm>
                <a:off x="4669729" y="952104"/>
                <a:ext cx="436350" cy="432000"/>
                <a:chOff x="4859408" y="4606900"/>
                <a:chExt cx="436350" cy="432000"/>
              </a:xfrm>
            </p:grpSpPr>
            <p:sp>
              <p:nvSpPr>
                <p:cNvPr id="133" name="椭圆 132">
                  <a:extLst>
                    <a:ext uri="{FF2B5EF4-FFF2-40B4-BE49-F238E27FC236}">
                      <a16:creationId xmlns:a16="http://schemas.microsoft.com/office/drawing/2014/main" id="{B7B5FFC7-E5C8-6AED-22D5-8F52B885741C}"/>
                    </a:ext>
                  </a:extLst>
                </p:cNvPr>
                <p:cNvSpPr>
                  <a:spLocks noChangeArrowheads="1"/>
                </p:cNvSpPr>
                <p:nvPr/>
              </p:nvSpPr>
              <p:spPr bwMode="auto">
                <a:xfrm>
                  <a:off x="4859408"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4" name="矩形 133">
                  <a:extLst>
                    <a:ext uri="{FF2B5EF4-FFF2-40B4-BE49-F238E27FC236}">
                      <a16:creationId xmlns:a16="http://schemas.microsoft.com/office/drawing/2014/main" id="{2A1FC691-E50E-2405-8CB9-BA4A80C5E5A6}"/>
                    </a:ext>
                  </a:extLst>
                </p:cNvPr>
                <p:cNvSpPr>
                  <a:spLocks noChangeArrowheads="1"/>
                </p:cNvSpPr>
                <p:nvPr/>
              </p:nvSpPr>
              <p:spPr bwMode="auto">
                <a:xfrm>
                  <a:off x="4863891" y="4633714"/>
                  <a:ext cx="431867"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132" name="矩形 131">
                <a:extLst>
                  <a:ext uri="{FF2B5EF4-FFF2-40B4-BE49-F238E27FC236}">
                    <a16:creationId xmlns:a16="http://schemas.microsoft.com/office/drawing/2014/main" id="{C499EB37-8895-4953-1026-8F2C49C16454}"/>
                  </a:ext>
                </a:extLst>
              </p:cNvPr>
              <p:cNvSpPr>
                <a:spLocks noChangeArrowheads="1"/>
              </p:cNvSpPr>
              <p:nvPr/>
            </p:nvSpPr>
            <p:spPr bwMode="auto">
              <a:xfrm>
                <a:off x="4766798" y="130244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h</a:t>
                </a:r>
              </a:p>
            </p:txBody>
          </p:sp>
        </p:grpSp>
        <p:grpSp>
          <p:nvGrpSpPr>
            <p:cNvPr id="165" name="组合 164">
              <a:extLst>
                <a:ext uri="{FF2B5EF4-FFF2-40B4-BE49-F238E27FC236}">
                  <a16:creationId xmlns:a16="http://schemas.microsoft.com/office/drawing/2014/main" id="{B1026237-1F67-D295-CF71-B7979F2CA098}"/>
                </a:ext>
              </a:extLst>
            </p:cNvPr>
            <p:cNvGrpSpPr/>
            <p:nvPr/>
          </p:nvGrpSpPr>
          <p:grpSpPr>
            <a:xfrm>
              <a:off x="3297251" y="2087143"/>
              <a:ext cx="803609" cy="1036439"/>
              <a:chOff x="1156746" y="986598"/>
              <a:chExt cx="803609" cy="1036439"/>
            </a:xfrm>
          </p:grpSpPr>
          <p:grpSp>
            <p:nvGrpSpPr>
              <p:cNvPr id="166" name="组合 165">
                <a:extLst>
                  <a:ext uri="{FF2B5EF4-FFF2-40B4-BE49-F238E27FC236}">
                    <a16:creationId xmlns:a16="http://schemas.microsoft.com/office/drawing/2014/main" id="{0756A55F-95FE-CBD2-6CB1-F1BD324712DC}"/>
                  </a:ext>
                </a:extLst>
              </p:cNvPr>
              <p:cNvGrpSpPr/>
              <p:nvPr/>
            </p:nvGrpSpPr>
            <p:grpSpPr>
              <a:xfrm>
                <a:off x="1156746" y="1479821"/>
                <a:ext cx="325493" cy="525380"/>
                <a:chOff x="3597391" y="951912"/>
                <a:chExt cx="432000" cy="702421"/>
              </a:xfrm>
            </p:grpSpPr>
            <p:grpSp>
              <p:nvGrpSpPr>
                <p:cNvPr id="177" name="组合 176">
                  <a:extLst>
                    <a:ext uri="{FF2B5EF4-FFF2-40B4-BE49-F238E27FC236}">
                      <a16:creationId xmlns:a16="http://schemas.microsoft.com/office/drawing/2014/main" id="{47306E90-B229-F577-4CD5-36CA3690A7FB}"/>
                    </a:ext>
                  </a:extLst>
                </p:cNvPr>
                <p:cNvGrpSpPr/>
                <p:nvPr/>
              </p:nvGrpSpPr>
              <p:grpSpPr>
                <a:xfrm>
                  <a:off x="3597391" y="951912"/>
                  <a:ext cx="432000" cy="432000"/>
                  <a:chOff x="4819940" y="4606901"/>
                  <a:chExt cx="432000" cy="432000"/>
                </a:xfrm>
              </p:grpSpPr>
              <p:sp>
                <p:nvSpPr>
                  <p:cNvPr id="179" name="椭圆 178">
                    <a:extLst>
                      <a:ext uri="{FF2B5EF4-FFF2-40B4-BE49-F238E27FC236}">
                        <a16:creationId xmlns:a16="http://schemas.microsoft.com/office/drawing/2014/main" id="{AB46B1B8-58BB-69D8-E950-61FFF9BEC466}"/>
                      </a:ext>
                    </a:extLst>
                  </p:cNvPr>
                  <p:cNvSpPr>
                    <a:spLocks noChangeArrowheads="1"/>
                  </p:cNvSpPr>
                  <p:nvPr/>
                </p:nvSpPr>
                <p:spPr bwMode="auto">
                  <a:xfrm>
                    <a:off x="4819940"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0" name="矩形 179">
                    <a:extLst>
                      <a:ext uri="{FF2B5EF4-FFF2-40B4-BE49-F238E27FC236}">
                        <a16:creationId xmlns:a16="http://schemas.microsoft.com/office/drawing/2014/main" id="{EB91EE6D-1DAC-449E-DF44-9D22E686725F}"/>
                      </a:ext>
                    </a:extLst>
                  </p:cNvPr>
                  <p:cNvSpPr>
                    <a:spLocks noChangeArrowheads="1"/>
                  </p:cNvSpPr>
                  <p:nvPr/>
                </p:nvSpPr>
                <p:spPr bwMode="auto">
                  <a:xfrm>
                    <a:off x="4882180" y="4689971"/>
                    <a:ext cx="3551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178" name="矩形 177">
                  <a:extLst>
                    <a:ext uri="{FF2B5EF4-FFF2-40B4-BE49-F238E27FC236}">
                      <a16:creationId xmlns:a16="http://schemas.microsoft.com/office/drawing/2014/main" id="{3D209907-987A-BA50-0F86-75F5A6186B37}"/>
                    </a:ext>
                  </a:extLst>
                </p:cNvPr>
                <p:cNvSpPr>
                  <a:spLocks noChangeArrowheads="1"/>
                </p:cNvSpPr>
                <p:nvPr/>
              </p:nvSpPr>
              <p:spPr bwMode="auto">
                <a:xfrm>
                  <a:off x="3691128" y="1283991"/>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g</a:t>
                  </a:r>
                </a:p>
              </p:txBody>
            </p:sp>
          </p:grpSp>
          <p:grpSp>
            <p:nvGrpSpPr>
              <p:cNvPr id="167" name="组合 166">
                <a:extLst>
                  <a:ext uri="{FF2B5EF4-FFF2-40B4-BE49-F238E27FC236}">
                    <a16:creationId xmlns:a16="http://schemas.microsoft.com/office/drawing/2014/main" id="{533A97E4-3BC9-667F-2753-1841C9CC38C0}"/>
                  </a:ext>
                </a:extLst>
              </p:cNvPr>
              <p:cNvGrpSpPr/>
              <p:nvPr/>
            </p:nvGrpSpPr>
            <p:grpSpPr>
              <a:xfrm>
                <a:off x="1619051" y="1475774"/>
                <a:ext cx="341304" cy="547263"/>
                <a:chOff x="5749992" y="933900"/>
                <a:chExt cx="452984" cy="731679"/>
              </a:xfrm>
            </p:grpSpPr>
            <p:grpSp>
              <p:nvGrpSpPr>
                <p:cNvPr id="173" name="组合 172">
                  <a:extLst>
                    <a:ext uri="{FF2B5EF4-FFF2-40B4-BE49-F238E27FC236}">
                      <a16:creationId xmlns:a16="http://schemas.microsoft.com/office/drawing/2014/main" id="{8E964AB7-25EC-32A8-37B6-2205654F3F93}"/>
                    </a:ext>
                  </a:extLst>
                </p:cNvPr>
                <p:cNvGrpSpPr/>
                <p:nvPr/>
              </p:nvGrpSpPr>
              <p:grpSpPr>
                <a:xfrm>
                  <a:off x="5749992" y="933900"/>
                  <a:ext cx="452984" cy="432000"/>
                  <a:chOff x="4819940" y="4606900"/>
                  <a:chExt cx="452984" cy="432000"/>
                </a:xfrm>
              </p:grpSpPr>
              <p:sp>
                <p:nvSpPr>
                  <p:cNvPr id="175" name="椭圆 174">
                    <a:extLst>
                      <a:ext uri="{FF2B5EF4-FFF2-40B4-BE49-F238E27FC236}">
                        <a16:creationId xmlns:a16="http://schemas.microsoft.com/office/drawing/2014/main" id="{891EB5A4-1473-C99D-4B56-8AC07BB73602}"/>
                      </a:ext>
                    </a:extLst>
                  </p:cNvPr>
                  <p:cNvSpPr>
                    <a:spLocks noChangeArrowheads="1"/>
                  </p:cNvSpPr>
                  <p:nvPr/>
                </p:nvSpPr>
                <p:spPr bwMode="auto">
                  <a:xfrm>
                    <a:off x="4819940"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6" name="矩形 175">
                    <a:extLst>
                      <a:ext uri="{FF2B5EF4-FFF2-40B4-BE49-F238E27FC236}">
                        <a16:creationId xmlns:a16="http://schemas.microsoft.com/office/drawing/2014/main" id="{A259FDA6-4C55-35DD-1E4E-EAAE866C0409}"/>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174" name="矩形 173">
                  <a:extLst>
                    <a:ext uri="{FF2B5EF4-FFF2-40B4-BE49-F238E27FC236}">
                      <a16:creationId xmlns:a16="http://schemas.microsoft.com/office/drawing/2014/main" id="{4868CF41-9760-5192-9DD8-C04C31FCBB13}"/>
                    </a:ext>
                  </a:extLst>
                </p:cNvPr>
                <p:cNvSpPr>
                  <a:spLocks noChangeArrowheads="1"/>
                </p:cNvSpPr>
                <p:nvPr/>
              </p:nvSpPr>
              <p:spPr bwMode="auto">
                <a:xfrm>
                  <a:off x="5848386"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a</a:t>
                  </a:r>
                </a:p>
              </p:txBody>
            </p:sp>
          </p:grpSp>
          <p:grpSp>
            <p:nvGrpSpPr>
              <p:cNvPr id="168" name="组合 167">
                <a:extLst>
                  <a:ext uri="{FF2B5EF4-FFF2-40B4-BE49-F238E27FC236}">
                    <a16:creationId xmlns:a16="http://schemas.microsoft.com/office/drawing/2014/main" id="{8BFD32A9-8CBB-39D6-6F04-778D93595AF4}"/>
                  </a:ext>
                </a:extLst>
              </p:cNvPr>
              <p:cNvGrpSpPr/>
              <p:nvPr/>
            </p:nvGrpSpPr>
            <p:grpSpPr>
              <a:xfrm>
                <a:off x="1367788" y="986598"/>
                <a:ext cx="369948" cy="509292"/>
                <a:chOff x="1367788" y="986598"/>
                <a:chExt cx="369948" cy="509292"/>
              </a:xfrm>
            </p:grpSpPr>
            <p:sp>
              <p:nvSpPr>
                <p:cNvPr id="169" name="椭圆 168">
                  <a:extLst>
                    <a:ext uri="{FF2B5EF4-FFF2-40B4-BE49-F238E27FC236}">
                      <a16:creationId xmlns:a16="http://schemas.microsoft.com/office/drawing/2014/main" id="{8D00A163-799C-3F8F-DC8A-9071F144AE85}"/>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70" name="直接箭头连接符 169">
                  <a:extLst>
                    <a:ext uri="{FF2B5EF4-FFF2-40B4-BE49-F238E27FC236}">
                      <a16:creationId xmlns:a16="http://schemas.microsoft.com/office/drawing/2014/main" id="{5B0DB62B-EF85-0240-5E52-A0F6A12BB4A8}"/>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71" name="直接箭头连接符 170">
                  <a:extLst>
                    <a:ext uri="{FF2B5EF4-FFF2-40B4-BE49-F238E27FC236}">
                      <a16:creationId xmlns:a16="http://schemas.microsoft.com/office/drawing/2014/main" id="{FF9413CD-433F-EF32-2037-6152FF76C680}"/>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72" name="文本框 171">
                  <a:extLst>
                    <a:ext uri="{FF2B5EF4-FFF2-40B4-BE49-F238E27FC236}">
                      <a16:creationId xmlns:a16="http://schemas.microsoft.com/office/drawing/2014/main" id="{81BE2C4C-C11C-9E43-2867-3023742A676B}"/>
                    </a:ext>
                  </a:extLst>
                </p:cNvPr>
                <p:cNvSpPr txBox="1"/>
                <p:nvPr/>
              </p:nvSpPr>
              <p:spPr>
                <a:xfrm>
                  <a:off x="1483556" y="1016492"/>
                  <a:ext cx="149901"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8</a:t>
                  </a:r>
                  <a:endParaRPr lang="zh-CN" altLang="en-US" b="1" dirty="0">
                    <a:solidFill>
                      <a:srgbClr val="0070C0"/>
                    </a:solidFill>
                    <a:cs typeface="Courier New" panose="02070309020205020404" pitchFamily="49" charset="0"/>
                  </a:endParaRPr>
                </a:p>
              </p:txBody>
            </p:sp>
          </p:grpSp>
        </p:grpSp>
      </p:grpSp>
      <p:grpSp>
        <p:nvGrpSpPr>
          <p:cNvPr id="142" name="组合 141">
            <a:extLst>
              <a:ext uri="{FF2B5EF4-FFF2-40B4-BE49-F238E27FC236}">
                <a16:creationId xmlns:a16="http://schemas.microsoft.com/office/drawing/2014/main" id="{519D0F80-2985-EB47-3440-AEDA4BA94BE4}"/>
              </a:ext>
            </a:extLst>
          </p:cNvPr>
          <p:cNvGrpSpPr/>
          <p:nvPr/>
        </p:nvGrpSpPr>
        <p:grpSpPr>
          <a:xfrm>
            <a:off x="1382786" y="965986"/>
            <a:ext cx="369948" cy="509292"/>
            <a:chOff x="1367788" y="986598"/>
            <a:chExt cx="369948" cy="509292"/>
          </a:xfrm>
        </p:grpSpPr>
        <p:sp>
          <p:nvSpPr>
            <p:cNvPr id="143" name="椭圆 142">
              <a:extLst>
                <a:ext uri="{FF2B5EF4-FFF2-40B4-BE49-F238E27FC236}">
                  <a16:creationId xmlns:a16="http://schemas.microsoft.com/office/drawing/2014/main" id="{E6010932-B559-9C16-1B66-5018CF8B3D44}"/>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44" name="直接箭头连接符 143">
              <a:extLst>
                <a:ext uri="{FF2B5EF4-FFF2-40B4-BE49-F238E27FC236}">
                  <a16:creationId xmlns:a16="http://schemas.microsoft.com/office/drawing/2014/main" id="{7FA4025C-5D1F-DFC2-1401-990DF3A7A3DE}"/>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49F5FAD9-3E5F-EBE5-4CBB-A62729B4EBB7}"/>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6" name="文本框 145">
              <a:extLst>
                <a:ext uri="{FF2B5EF4-FFF2-40B4-BE49-F238E27FC236}">
                  <a16:creationId xmlns:a16="http://schemas.microsoft.com/office/drawing/2014/main" id="{70000A29-4E2B-287E-053D-3F7599CEEA0F}"/>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19</a:t>
              </a:r>
              <a:endParaRPr lang="zh-CN" altLang="en-US" b="1" dirty="0">
                <a:solidFill>
                  <a:srgbClr val="0070C0"/>
                </a:solidFill>
                <a:cs typeface="Courier New" panose="02070309020205020404" pitchFamily="49" charset="0"/>
              </a:endParaRPr>
            </a:p>
          </p:txBody>
        </p:sp>
      </p:grpSp>
      <p:grpSp>
        <p:nvGrpSpPr>
          <p:cNvPr id="21" name="组合 20">
            <a:extLst>
              <a:ext uri="{FF2B5EF4-FFF2-40B4-BE49-F238E27FC236}">
                <a16:creationId xmlns:a16="http://schemas.microsoft.com/office/drawing/2014/main" id="{807E62AE-29F4-7D05-9AC9-97ACF8B0C989}"/>
              </a:ext>
            </a:extLst>
          </p:cNvPr>
          <p:cNvGrpSpPr/>
          <p:nvPr/>
        </p:nvGrpSpPr>
        <p:grpSpPr>
          <a:xfrm>
            <a:off x="4232679" y="754450"/>
            <a:ext cx="328771" cy="556967"/>
            <a:chOff x="4669729" y="952104"/>
            <a:chExt cx="436350" cy="744653"/>
          </a:xfrm>
        </p:grpSpPr>
        <p:grpSp>
          <p:nvGrpSpPr>
            <p:cNvPr id="57" name="组合 56">
              <a:extLst>
                <a:ext uri="{FF2B5EF4-FFF2-40B4-BE49-F238E27FC236}">
                  <a16:creationId xmlns:a16="http://schemas.microsoft.com/office/drawing/2014/main" id="{FE7C9B61-A652-0309-7B00-F019D20ED7F9}"/>
                </a:ext>
              </a:extLst>
            </p:cNvPr>
            <p:cNvGrpSpPr/>
            <p:nvPr/>
          </p:nvGrpSpPr>
          <p:grpSpPr>
            <a:xfrm>
              <a:off x="4669729" y="952104"/>
              <a:ext cx="436350" cy="432000"/>
              <a:chOff x="4859408" y="4606900"/>
              <a:chExt cx="436350" cy="432000"/>
            </a:xfrm>
          </p:grpSpPr>
          <p:sp>
            <p:nvSpPr>
              <p:cNvPr id="59" name="椭圆 58">
                <a:extLst>
                  <a:ext uri="{FF2B5EF4-FFF2-40B4-BE49-F238E27FC236}">
                    <a16:creationId xmlns:a16="http://schemas.microsoft.com/office/drawing/2014/main" id="{6A8AB2DF-A096-9F30-80B3-3F1474181470}"/>
                  </a:ext>
                </a:extLst>
              </p:cNvPr>
              <p:cNvSpPr>
                <a:spLocks noChangeArrowheads="1"/>
              </p:cNvSpPr>
              <p:nvPr/>
            </p:nvSpPr>
            <p:spPr bwMode="auto">
              <a:xfrm>
                <a:off x="4859408"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矩形 59">
                <a:extLst>
                  <a:ext uri="{FF2B5EF4-FFF2-40B4-BE49-F238E27FC236}">
                    <a16:creationId xmlns:a16="http://schemas.microsoft.com/office/drawing/2014/main" id="{99E60EB6-D512-CFB7-CA0C-5DA008D56F36}"/>
                  </a:ext>
                </a:extLst>
              </p:cNvPr>
              <p:cNvSpPr>
                <a:spLocks noChangeArrowheads="1"/>
              </p:cNvSpPr>
              <p:nvPr/>
            </p:nvSpPr>
            <p:spPr bwMode="auto">
              <a:xfrm>
                <a:off x="4863891" y="4680385"/>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58" name="矩形 57">
              <a:extLst>
                <a:ext uri="{FF2B5EF4-FFF2-40B4-BE49-F238E27FC236}">
                  <a16:creationId xmlns:a16="http://schemas.microsoft.com/office/drawing/2014/main" id="{FF65B851-5CE4-AAE5-7F90-78C653B7E676}"/>
                </a:ext>
              </a:extLst>
            </p:cNvPr>
            <p:cNvSpPr>
              <a:spLocks noChangeArrowheads="1"/>
            </p:cNvSpPr>
            <p:nvPr/>
          </p:nvSpPr>
          <p:spPr bwMode="auto">
            <a:xfrm>
              <a:off x="4750935" y="132641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27" name="组合 26">
            <a:extLst>
              <a:ext uri="{FF2B5EF4-FFF2-40B4-BE49-F238E27FC236}">
                <a16:creationId xmlns:a16="http://schemas.microsoft.com/office/drawing/2014/main" id="{DA46A5B3-7F48-AA08-E702-8B67CE9E980E}"/>
              </a:ext>
            </a:extLst>
          </p:cNvPr>
          <p:cNvGrpSpPr/>
          <p:nvPr/>
        </p:nvGrpSpPr>
        <p:grpSpPr>
          <a:xfrm>
            <a:off x="3416712" y="764937"/>
            <a:ext cx="331186" cy="536079"/>
            <a:chOff x="10075049" y="936749"/>
            <a:chExt cx="439555" cy="716726"/>
          </a:xfrm>
        </p:grpSpPr>
        <p:grpSp>
          <p:nvGrpSpPr>
            <p:cNvPr id="33" name="组合 32">
              <a:extLst>
                <a:ext uri="{FF2B5EF4-FFF2-40B4-BE49-F238E27FC236}">
                  <a16:creationId xmlns:a16="http://schemas.microsoft.com/office/drawing/2014/main" id="{FFD421BB-B58A-7B10-4E2D-C3AFD79BC7C8}"/>
                </a:ext>
              </a:extLst>
            </p:cNvPr>
            <p:cNvGrpSpPr/>
            <p:nvPr/>
          </p:nvGrpSpPr>
          <p:grpSpPr>
            <a:xfrm>
              <a:off x="10075049" y="936749"/>
              <a:ext cx="439555" cy="432000"/>
              <a:chOff x="4865986" y="4606900"/>
              <a:chExt cx="439555" cy="432000"/>
            </a:xfrm>
          </p:grpSpPr>
          <p:sp>
            <p:nvSpPr>
              <p:cNvPr id="35" name="椭圆 34">
                <a:extLst>
                  <a:ext uri="{FF2B5EF4-FFF2-40B4-BE49-F238E27FC236}">
                    <a16:creationId xmlns:a16="http://schemas.microsoft.com/office/drawing/2014/main" id="{529F004A-FA92-470D-F95D-F160A1E6D1B9}"/>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矩形 35">
                <a:extLst>
                  <a:ext uri="{FF2B5EF4-FFF2-40B4-BE49-F238E27FC236}">
                    <a16:creationId xmlns:a16="http://schemas.microsoft.com/office/drawing/2014/main" id="{0773B58B-B375-A148-FEB1-97256F870F6D}"/>
                  </a:ext>
                </a:extLst>
              </p:cNvPr>
              <p:cNvSpPr>
                <a:spLocks noChangeArrowheads="1"/>
              </p:cNvSpPr>
              <p:nvPr/>
            </p:nvSpPr>
            <p:spPr bwMode="auto">
              <a:xfrm>
                <a:off x="4873674" y="4701286"/>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34" name="矩形 33">
              <a:extLst>
                <a:ext uri="{FF2B5EF4-FFF2-40B4-BE49-F238E27FC236}">
                  <a16:creationId xmlns:a16="http://schemas.microsoft.com/office/drawing/2014/main" id="{F220BD97-4502-2E56-16A6-0C542AFB2F0F}"/>
                </a:ext>
              </a:extLst>
            </p:cNvPr>
            <p:cNvSpPr>
              <a:spLocks noChangeArrowheads="1"/>
            </p:cNvSpPr>
            <p:nvPr/>
          </p:nvSpPr>
          <p:spPr bwMode="auto">
            <a:xfrm>
              <a:off x="10182011" y="1283133"/>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nvGrpSpPr>
          <p:cNvPr id="100" name="组合 99">
            <a:extLst>
              <a:ext uri="{FF2B5EF4-FFF2-40B4-BE49-F238E27FC236}">
                <a16:creationId xmlns:a16="http://schemas.microsoft.com/office/drawing/2014/main" id="{0D161B3B-C901-2253-E645-097357EDEB16}"/>
              </a:ext>
            </a:extLst>
          </p:cNvPr>
          <p:cNvGrpSpPr/>
          <p:nvPr/>
        </p:nvGrpSpPr>
        <p:grpSpPr>
          <a:xfrm>
            <a:off x="4815457" y="752765"/>
            <a:ext cx="803609" cy="1036439"/>
            <a:chOff x="1156746" y="986598"/>
            <a:chExt cx="803609" cy="1036439"/>
          </a:xfrm>
        </p:grpSpPr>
        <p:grpSp>
          <p:nvGrpSpPr>
            <p:cNvPr id="22" name="组合 21">
              <a:extLst>
                <a:ext uri="{FF2B5EF4-FFF2-40B4-BE49-F238E27FC236}">
                  <a16:creationId xmlns:a16="http://schemas.microsoft.com/office/drawing/2014/main" id="{BF6C57A7-0B70-B42E-E6E3-71FA66F0AA7D}"/>
                </a:ext>
              </a:extLst>
            </p:cNvPr>
            <p:cNvGrpSpPr/>
            <p:nvPr/>
          </p:nvGrpSpPr>
          <p:grpSpPr>
            <a:xfrm>
              <a:off x="1156746" y="1479821"/>
              <a:ext cx="325493" cy="525380"/>
              <a:chOff x="3597391" y="951912"/>
              <a:chExt cx="432000" cy="702421"/>
            </a:xfrm>
          </p:grpSpPr>
          <p:grpSp>
            <p:nvGrpSpPr>
              <p:cNvPr id="53" name="组合 52">
                <a:extLst>
                  <a:ext uri="{FF2B5EF4-FFF2-40B4-BE49-F238E27FC236}">
                    <a16:creationId xmlns:a16="http://schemas.microsoft.com/office/drawing/2014/main" id="{A009E34B-10FE-5CFF-7A54-552B10488895}"/>
                  </a:ext>
                </a:extLst>
              </p:cNvPr>
              <p:cNvGrpSpPr/>
              <p:nvPr/>
            </p:nvGrpSpPr>
            <p:grpSpPr>
              <a:xfrm>
                <a:off x="3597391" y="951912"/>
                <a:ext cx="432000" cy="432000"/>
                <a:chOff x="4819940" y="4606901"/>
                <a:chExt cx="432000" cy="432000"/>
              </a:xfrm>
            </p:grpSpPr>
            <p:sp>
              <p:nvSpPr>
                <p:cNvPr id="55" name="椭圆 54">
                  <a:extLst>
                    <a:ext uri="{FF2B5EF4-FFF2-40B4-BE49-F238E27FC236}">
                      <a16:creationId xmlns:a16="http://schemas.microsoft.com/office/drawing/2014/main" id="{4B56D74E-C498-AAEA-6CCF-78F9AE367B58}"/>
                    </a:ext>
                  </a:extLst>
                </p:cNvPr>
                <p:cNvSpPr>
                  <a:spLocks noChangeArrowheads="1"/>
                </p:cNvSpPr>
                <p:nvPr/>
              </p:nvSpPr>
              <p:spPr bwMode="auto">
                <a:xfrm>
                  <a:off x="4819940"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矩形 55">
                  <a:extLst>
                    <a:ext uri="{FF2B5EF4-FFF2-40B4-BE49-F238E27FC236}">
                      <a16:creationId xmlns:a16="http://schemas.microsoft.com/office/drawing/2014/main" id="{DBAC0FE9-1F29-F5E9-5248-D65AD67F2EBF}"/>
                    </a:ext>
                  </a:extLst>
                </p:cNvPr>
                <p:cNvSpPr>
                  <a:spLocks noChangeArrowheads="1"/>
                </p:cNvSpPr>
                <p:nvPr/>
              </p:nvSpPr>
              <p:spPr bwMode="auto">
                <a:xfrm>
                  <a:off x="4882180" y="4689971"/>
                  <a:ext cx="3551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54" name="矩形 53">
                <a:extLst>
                  <a:ext uri="{FF2B5EF4-FFF2-40B4-BE49-F238E27FC236}">
                    <a16:creationId xmlns:a16="http://schemas.microsoft.com/office/drawing/2014/main" id="{A012F0A3-1212-7794-C7EB-2510DB299C83}"/>
                  </a:ext>
                </a:extLst>
              </p:cNvPr>
              <p:cNvSpPr>
                <a:spLocks noChangeArrowheads="1"/>
              </p:cNvSpPr>
              <p:nvPr/>
            </p:nvSpPr>
            <p:spPr bwMode="auto">
              <a:xfrm>
                <a:off x="3691128" y="1283991"/>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g</a:t>
                </a:r>
              </a:p>
            </p:txBody>
          </p:sp>
        </p:grpSp>
        <p:grpSp>
          <p:nvGrpSpPr>
            <p:cNvPr id="23" name="组合 22">
              <a:extLst>
                <a:ext uri="{FF2B5EF4-FFF2-40B4-BE49-F238E27FC236}">
                  <a16:creationId xmlns:a16="http://schemas.microsoft.com/office/drawing/2014/main" id="{B306AD12-3AC9-B5A1-07A4-7551846DFC20}"/>
                </a:ext>
              </a:extLst>
            </p:cNvPr>
            <p:cNvGrpSpPr/>
            <p:nvPr/>
          </p:nvGrpSpPr>
          <p:grpSpPr>
            <a:xfrm>
              <a:off x="1619051" y="1475774"/>
              <a:ext cx="341304" cy="547263"/>
              <a:chOff x="5749992" y="933900"/>
              <a:chExt cx="452984" cy="731679"/>
            </a:xfrm>
          </p:grpSpPr>
          <p:grpSp>
            <p:nvGrpSpPr>
              <p:cNvPr id="49" name="组合 48">
                <a:extLst>
                  <a:ext uri="{FF2B5EF4-FFF2-40B4-BE49-F238E27FC236}">
                    <a16:creationId xmlns:a16="http://schemas.microsoft.com/office/drawing/2014/main" id="{EFF41189-C04D-B0AA-5863-EFB16EE6D7C9}"/>
                  </a:ext>
                </a:extLst>
              </p:cNvPr>
              <p:cNvGrpSpPr/>
              <p:nvPr/>
            </p:nvGrpSpPr>
            <p:grpSpPr>
              <a:xfrm>
                <a:off x="5749992" y="933900"/>
                <a:ext cx="452984" cy="432000"/>
                <a:chOff x="4819940" y="4606900"/>
                <a:chExt cx="452984" cy="432000"/>
              </a:xfrm>
            </p:grpSpPr>
            <p:sp>
              <p:nvSpPr>
                <p:cNvPr id="51" name="椭圆 50">
                  <a:extLst>
                    <a:ext uri="{FF2B5EF4-FFF2-40B4-BE49-F238E27FC236}">
                      <a16:creationId xmlns:a16="http://schemas.microsoft.com/office/drawing/2014/main" id="{DF954C81-D39C-7DCC-A9AB-4054B92BCFFF}"/>
                    </a:ext>
                  </a:extLst>
                </p:cNvPr>
                <p:cNvSpPr>
                  <a:spLocks noChangeArrowheads="1"/>
                </p:cNvSpPr>
                <p:nvPr/>
              </p:nvSpPr>
              <p:spPr bwMode="auto">
                <a:xfrm>
                  <a:off x="4819940"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矩形 51">
                  <a:extLst>
                    <a:ext uri="{FF2B5EF4-FFF2-40B4-BE49-F238E27FC236}">
                      <a16:creationId xmlns:a16="http://schemas.microsoft.com/office/drawing/2014/main" id="{8FA3A9AD-40AD-9A53-0B57-6574DBF8DC9E}"/>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50" name="矩形 49">
                <a:extLst>
                  <a:ext uri="{FF2B5EF4-FFF2-40B4-BE49-F238E27FC236}">
                    <a16:creationId xmlns:a16="http://schemas.microsoft.com/office/drawing/2014/main" id="{0B233BEE-8A14-A49B-DE26-4426C20C0CA2}"/>
                  </a:ext>
                </a:extLst>
              </p:cNvPr>
              <p:cNvSpPr>
                <a:spLocks noChangeArrowheads="1"/>
              </p:cNvSpPr>
              <p:nvPr/>
            </p:nvSpPr>
            <p:spPr bwMode="auto">
              <a:xfrm>
                <a:off x="5848386"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a</a:t>
                </a:r>
              </a:p>
            </p:txBody>
          </p:sp>
        </p:grpSp>
        <p:grpSp>
          <p:nvGrpSpPr>
            <p:cNvPr id="78" name="组合 77">
              <a:extLst>
                <a:ext uri="{FF2B5EF4-FFF2-40B4-BE49-F238E27FC236}">
                  <a16:creationId xmlns:a16="http://schemas.microsoft.com/office/drawing/2014/main" id="{729D6CA6-A523-1E5A-3473-325F74D6D6A6}"/>
                </a:ext>
              </a:extLst>
            </p:cNvPr>
            <p:cNvGrpSpPr/>
            <p:nvPr/>
          </p:nvGrpSpPr>
          <p:grpSpPr>
            <a:xfrm>
              <a:off x="1367788" y="986598"/>
              <a:ext cx="369948" cy="509292"/>
              <a:chOff x="1367788" y="986598"/>
              <a:chExt cx="369948" cy="509292"/>
            </a:xfrm>
          </p:grpSpPr>
          <p:sp>
            <p:nvSpPr>
              <p:cNvPr id="102" name="椭圆 101">
                <a:extLst>
                  <a:ext uri="{FF2B5EF4-FFF2-40B4-BE49-F238E27FC236}">
                    <a16:creationId xmlns:a16="http://schemas.microsoft.com/office/drawing/2014/main" id="{DCEC4DC4-5D4C-7CD3-46E9-B0A2DE73C5E7}"/>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06" name="直接箭头连接符 105">
                <a:extLst>
                  <a:ext uri="{FF2B5EF4-FFF2-40B4-BE49-F238E27FC236}">
                    <a16:creationId xmlns:a16="http://schemas.microsoft.com/office/drawing/2014/main" id="{AEEC388B-DA5E-F264-94C6-EED17363779A}"/>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A929B54E-31F5-7503-F617-04E9B04656BF}"/>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9" name="文本框 118">
                <a:extLst>
                  <a:ext uri="{FF2B5EF4-FFF2-40B4-BE49-F238E27FC236}">
                    <a16:creationId xmlns:a16="http://schemas.microsoft.com/office/drawing/2014/main" id="{676D88E2-38E5-2307-2F50-1FE1B61242BE}"/>
                  </a:ext>
                </a:extLst>
              </p:cNvPr>
              <p:cNvSpPr txBox="1"/>
              <p:nvPr/>
            </p:nvSpPr>
            <p:spPr>
              <a:xfrm>
                <a:off x="1483556" y="1016492"/>
                <a:ext cx="149901"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8</a:t>
                </a:r>
                <a:endParaRPr lang="zh-CN" altLang="en-US" b="1" dirty="0">
                  <a:solidFill>
                    <a:srgbClr val="0070C0"/>
                  </a:solidFill>
                  <a:cs typeface="Courier New" panose="02070309020205020404" pitchFamily="49" charset="0"/>
                </a:endParaRPr>
              </a:p>
            </p:txBody>
          </p:sp>
        </p:grpSp>
      </p:grpSp>
      <p:grpSp>
        <p:nvGrpSpPr>
          <p:cNvPr id="24" name="组合 23">
            <a:extLst>
              <a:ext uri="{FF2B5EF4-FFF2-40B4-BE49-F238E27FC236}">
                <a16:creationId xmlns:a16="http://schemas.microsoft.com/office/drawing/2014/main" id="{95B6A37F-459F-A1D1-5F8A-5F8AE42E89ED}"/>
              </a:ext>
            </a:extLst>
          </p:cNvPr>
          <p:cNvGrpSpPr/>
          <p:nvPr/>
        </p:nvGrpSpPr>
        <p:grpSpPr>
          <a:xfrm>
            <a:off x="5866246" y="762251"/>
            <a:ext cx="327539" cy="557652"/>
            <a:chOff x="6837826" y="955508"/>
            <a:chExt cx="434715" cy="745569"/>
          </a:xfrm>
        </p:grpSpPr>
        <p:grpSp>
          <p:nvGrpSpPr>
            <p:cNvPr id="45" name="组合 44">
              <a:extLst>
                <a:ext uri="{FF2B5EF4-FFF2-40B4-BE49-F238E27FC236}">
                  <a16:creationId xmlns:a16="http://schemas.microsoft.com/office/drawing/2014/main" id="{14C63E68-178F-75ED-6D6D-69F508A51AF4}"/>
                </a:ext>
              </a:extLst>
            </p:cNvPr>
            <p:cNvGrpSpPr/>
            <p:nvPr/>
          </p:nvGrpSpPr>
          <p:grpSpPr>
            <a:xfrm>
              <a:off x="6837826" y="955508"/>
              <a:ext cx="434715" cy="432000"/>
              <a:chOff x="4855734" y="4599632"/>
              <a:chExt cx="434715" cy="432000"/>
            </a:xfrm>
          </p:grpSpPr>
          <p:sp>
            <p:nvSpPr>
              <p:cNvPr id="47" name="椭圆 46">
                <a:extLst>
                  <a:ext uri="{FF2B5EF4-FFF2-40B4-BE49-F238E27FC236}">
                    <a16:creationId xmlns:a16="http://schemas.microsoft.com/office/drawing/2014/main" id="{27BA370F-A911-1DBB-7376-426CCBFD3D57}"/>
                  </a:ext>
                </a:extLst>
              </p:cNvPr>
              <p:cNvSpPr>
                <a:spLocks noChangeArrowheads="1"/>
              </p:cNvSpPr>
              <p:nvPr/>
            </p:nvSpPr>
            <p:spPr bwMode="auto">
              <a:xfrm>
                <a:off x="4858449" y="4599632"/>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矩形 47">
                <a:extLst>
                  <a:ext uri="{FF2B5EF4-FFF2-40B4-BE49-F238E27FC236}">
                    <a16:creationId xmlns:a16="http://schemas.microsoft.com/office/drawing/2014/main" id="{D0743FC7-3A86-2122-3A35-E2287D8DCA43}"/>
                  </a:ext>
                </a:extLst>
              </p:cNvPr>
              <p:cNvSpPr>
                <a:spLocks noChangeArrowheads="1"/>
              </p:cNvSpPr>
              <p:nvPr/>
            </p:nvSpPr>
            <p:spPr bwMode="auto">
              <a:xfrm>
                <a:off x="4855734" y="466971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46" name="矩形 45">
              <a:extLst>
                <a:ext uri="{FF2B5EF4-FFF2-40B4-BE49-F238E27FC236}">
                  <a16:creationId xmlns:a16="http://schemas.microsoft.com/office/drawing/2014/main" id="{FB140410-81CB-6A54-0947-23CE2C2DE3D8}"/>
                </a:ext>
              </a:extLst>
            </p:cNvPr>
            <p:cNvSpPr>
              <a:spLocks noChangeArrowheads="1"/>
            </p:cNvSpPr>
            <p:nvPr/>
          </p:nvSpPr>
          <p:spPr bwMode="auto">
            <a:xfrm>
              <a:off x="6942322" y="133073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h</a:t>
              </a:r>
            </a:p>
          </p:txBody>
        </p:sp>
      </p:grpSp>
      <p:sp>
        <p:nvSpPr>
          <p:cNvPr id="73" name="文本框 72">
            <a:extLst>
              <a:ext uri="{FF2B5EF4-FFF2-40B4-BE49-F238E27FC236}">
                <a16:creationId xmlns:a16="http://schemas.microsoft.com/office/drawing/2014/main" id="{683670A1-7FC7-DEFC-FE1A-B7AEA8EA4BBC}"/>
              </a:ext>
            </a:extLst>
          </p:cNvPr>
          <p:cNvSpPr txBox="1"/>
          <p:nvPr/>
        </p:nvSpPr>
        <p:spPr>
          <a:xfrm>
            <a:off x="1731245" y="519114"/>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4</a:t>
            </a:r>
            <a:endParaRPr lang="zh-CN" altLang="en-US" sz="2000" b="1" dirty="0">
              <a:solidFill>
                <a:srgbClr val="C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179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39"/>
                                        </p:tgtEl>
                                        <p:attrNameLst>
                                          <p:attrName>style.visibility</p:attrName>
                                        </p:attrNameLst>
                                      </p:cBhvr>
                                      <p:to>
                                        <p:strVal val="visible"/>
                                      </p:to>
                                    </p:set>
                                    <p:anim calcmode="lin" valueType="num">
                                      <p:cBhvr>
                                        <p:cTn id="7" dur="1000" fill="hold"/>
                                        <p:tgtEl>
                                          <p:spTgt spid="139"/>
                                        </p:tgtEl>
                                        <p:attrNameLst>
                                          <p:attrName>ppt_w</p:attrName>
                                        </p:attrNameLst>
                                      </p:cBhvr>
                                      <p:tavLst>
                                        <p:tav tm="0">
                                          <p:val>
                                            <p:fltVal val="0"/>
                                          </p:val>
                                        </p:tav>
                                        <p:tav tm="100000">
                                          <p:val>
                                            <p:strVal val="#ppt_w"/>
                                          </p:val>
                                        </p:tav>
                                      </p:tavLst>
                                    </p:anim>
                                    <p:anim calcmode="lin" valueType="num">
                                      <p:cBhvr>
                                        <p:cTn id="8" dur="1000" fill="hold"/>
                                        <p:tgtEl>
                                          <p:spTgt spid="139"/>
                                        </p:tgtEl>
                                        <p:attrNameLst>
                                          <p:attrName>ppt_h</p:attrName>
                                        </p:attrNameLst>
                                      </p:cBhvr>
                                      <p:tavLst>
                                        <p:tav tm="0">
                                          <p:val>
                                            <p:fltVal val="0"/>
                                          </p:val>
                                        </p:tav>
                                        <p:tav tm="100000">
                                          <p:val>
                                            <p:strVal val="#ppt_h"/>
                                          </p:val>
                                        </p:tav>
                                      </p:tavLst>
                                    </p:anim>
                                    <p:anim calcmode="lin" valueType="num">
                                      <p:cBhvr>
                                        <p:cTn id="9" dur="1000" fill="hold"/>
                                        <p:tgtEl>
                                          <p:spTgt spid="139"/>
                                        </p:tgtEl>
                                        <p:attrNameLst>
                                          <p:attrName>style.rotation</p:attrName>
                                        </p:attrNameLst>
                                      </p:cBhvr>
                                      <p:tavLst>
                                        <p:tav tm="0">
                                          <p:val>
                                            <p:fltVal val="90"/>
                                          </p:val>
                                        </p:tav>
                                        <p:tav tm="100000">
                                          <p:val>
                                            <p:fltVal val="0"/>
                                          </p:val>
                                        </p:tav>
                                      </p:tavLst>
                                    </p:anim>
                                    <p:animEffect transition="in" filter="fade">
                                      <p:cBhvr>
                                        <p:cTn id="10" dur="1000"/>
                                        <p:tgtEl>
                                          <p:spTgt spid="139"/>
                                        </p:tgtEl>
                                      </p:cBhvr>
                                    </p:animEffect>
                                  </p:childTnLst>
                                </p:cTn>
                              </p:par>
                              <p:par>
                                <p:cTn id="11" presetID="22" presetClass="entr" presetSubtype="8"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wipe(left)">
                                      <p:cBhvr>
                                        <p:cTn id="13" dur="1000"/>
                                        <p:tgtEl>
                                          <p:spTgt spid="79"/>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0 -4.44444E-6 L -0.18607 0.10209 " pathEditMode="relative" rAng="0" ptsTypes="AA">
                                      <p:cBhvr>
                                        <p:cTn id="17" dur="1500" fill="hold"/>
                                        <p:tgtEl>
                                          <p:spTgt spid="27"/>
                                        </p:tgtEl>
                                        <p:attrNameLst>
                                          <p:attrName>ppt_x</p:attrName>
                                          <p:attrName>ppt_y</p:attrName>
                                        </p:attrNameLst>
                                      </p:cBhvr>
                                      <p:rCtr x="-9310" y="5093"/>
                                    </p:animMotion>
                                  </p:childTnLst>
                                </p:cTn>
                              </p:par>
                            </p:childTnLst>
                          </p:cTn>
                        </p:par>
                        <p:par>
                          <p:cTn id="18" fill="hold">
                            <p:stCondLst>
                              <p:cond delay="1500"/>
                            </p:stCondLst>
                            <p:childTnLst>
                              <p:par>
                                <p:cTn id="19" presetID="35" presetClass="path" presetSubtype="0" accel="50000" decel="50000" fill="hold" nodeType="afterEffect">
                                  <p:stCondLst>
                                    <p:cond delay="0"/>
                                  </p:stCondLst>
                                  <p:childTnLst>
                                    <p:animMotion origin="layout" path="M -3.75E-6 7.40741E-7 L -0.40195 0.00069 " pathEditMode="relative" rAng="0" ptsTypes="AA">
                                      <p:cBhvr>
                                        <p:cTn id="20" dur="1500" fill="hold"/>
                                        <p:tgtEl>
                                          <p:spTgt spid="26"/>
                                        </p:tgtEl>
                                        <p:attrNameLst>
                                          <p:attrName>ppt_x</p:attrName>
                                          <p:attrName>ppt_y</p:attrName>
                                        </p:attrNameLst>
                                      </p:cBhvr>
                                      <p:rCtr x="-20104" y="23"/>
                                    </p:animMotion>
                                  </p:childTnLst>
                                </p:cTn>
                              </p:par>
                            </p:childTnLst>
                          </p:cTn>
                        </p:par>
                        <p:par>
                          <p:cTn id="21" fill="hold">
                            <p:stCondLst>
                              <p:cond delay="3000"/>
                            </p:stCondLst>
                            <p:childTnLst>
                              <p:par>
                                <p:cTn id="22" presetID="45" presetClass="exit" presetSubtype="0" fill="hold" grpId="0" nodeType="afterEffect">
                                  <p:stCondLst>
                                    <p:cond delay="0"/>
                                  </p:stCondLst>
                                  <p:childTnLst>
                                    <p:animEffect transition="out" filter="fade">
                                      <p:cBhvr>
                                        <p:cTn id="23" dur="1000"/>
                                        <p:tgtEl>
                                          <p:spTgt spid="122"/>
                                        </p:tgtEl>
                                      </p:cBhvr>
                                    </p:animEffect>
                                    <p:anim calcmode="lin" valueType="num">
                                      <p:cBhvr>
                                        <p:cTn id="24" dur="1000"/>
                                        <p:tgtEl>
                                          <p:spTgt spid="12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5" dur="1000"/>
                                        <p:tgtEl>
                                          <p:spTgt spid="122"/>
                                        </p:tgtEl>
                                        <p:attrNameLst>
                                          <p:attrName>ppt_h</p:attrName>
                                        </p:attrNameLst>
                                      </p:cBhvr>
                                      <p:tavLst>
                                        <p:tav tm="0">
                                          <p:val>
                                            <p:strVal val="ppt_h"/>
                                          </p:val>
                                        </p:tav>
                                        <p:tav tm="100000">
                                          <p:val>
                                            <p:strVal val="ppt_h"/>
                                          </p:val>
                                        </p:tav>
                                      </p:tavLst>
                                    </p:anim>
                                    <p:set>
                                      <p:cBhvr>
                                        <p:cTn id="26" dur="1" fill="hold">
                                          <p:stCondLst>
                                            <p:cond delay="999"/>
                                          </p:stCondLst>
                                        </p:cTn>
                                        <p:tgtEl>
                                          <p:spTgt spid="122"/>
                                        </p:tgtEl>
                                        <p:attrNameLst>
                                          <p:attrName>style.visibility</p:attrName>
                                        </p:attrNameLst>
                                      </p:cBhvr>
                                      <p:to>
                                        <p:strVal val="hidden"/>
                                      </p:to>
                                    </p:set>
                                  </p:childTnLst>
                                </p:cTn>
                              </p:par>
                            </p:childTnLst>
                          </p:cTn>
                        </p:par>
                        <p:par>
                          <p:cTn id="27" fill="hold">
                            <p:stCondLst>
                              <p:cond delay="4000"/>
                            </p:stCondLst>
                            <p:childTnLst>
                              <p:par>
                                <p:cTn id="28" presetID="10" presetClass="entr" presetSubtype="0" fill="hold" grpId="1" nodeType="afterEffect">
                                  <p:stCondLst>
                                    <p:cond delay="0"/>
                                  </p:stCondLst>
                                  <p:childTnLst>
                                    <p:set>
                                      <p:cBhvr>
                                        <p:cTn id="29" dur="1" fill="hold">
                                          <p:stCondLst>
                                            <p:cond delay="0"/>
                                          </p:stCondLst>
                                        </p:cTn>
                                        <p:tgtEl>
                                          <p:spTgt spid="140"/>
                                        </p:tgtEl>
                                        <p:attrNameLst>
                                          <p:attrName>style.visibility</p:attrName>
                                        </p:attrNameLst>
                                      </p:cBhvr>
                                      <p:to>
                                        <p:strVal val="visible"/>
                                      </p:to>
                                    </p:set>
                                    <p:animEffect transition="in" filter="fade">
                                      <p:cBhvr>
                                        <p:cTn id="30" dur="500"/>
                                        <p:tgtEl>
                                          <p:spTgt spid="140"/>
                                        </p:tgtEl>
                                      </p:cBhvr>
                                    </p:animEffect>
                                  </p:childTnLst>
                                </p:cTn>
                              </p:par>
                            </p:childTnLst>
                          </p:cTn>
                        </p:par>
                        <p:par>
                          <p:cTn id="31" fill="hold">
                            <p:stCondLst>
                              <p:cond delay="4500"/>
                            </p:stCondLst>
                            <p:childTnLst>
                              <p:par>
                                <p:cTn id="32" presetID="63" presetClass="path" presetSubtype="0" accel="50000" decel="50000" fill="hold" nodeType="afterEffect">
                                  <p:stCondLst>
                                    <p:cond delay="0"/>
                                  </p:stCondLst>
                                  <p:childTnLst>
                                    <p:animMotion origin="layout" path="M -0.40195 0.00069 L -0.33502 0.00023 " pathEditMode="relative" rAng="0" ptsTypes="AA">
                                      <p:cBhvr>
                                        <p:cTn id="33" dur="1500" fill="hold"/>
                                        <p:tgtEl>
                                          <p:spTgt spid="26"/>
                                        </p:tgtEl>
                                        <p:attrNameLst>
                                          <p:attrName>ppt_x</p:attrName>
                                          <p:attrName>ppt_y</p:attrName>
                                        </p:attrNameLst>
                                      </p:cBhvr>
                                      <p:rCtr x="3346" y="-23"/>
                                    </p:animMotion>
                                  </p:childTnLst>
                                </p:cTn>
                              </p:par>
                              <p:par>
                                <p:cTn id="34" presetID="35" presetClass="path" presetSubtype="0" accel="50000" decel="50000" fill="hold" nodeType="withEffect">
                                  <p:stCondLst>
                                    <p:cond delay="0"/>
                                  </p:stCondLst>
                                  <p:childTnLst>
                                    <p:animMotion origin="layout" path="M 3.125E-6 -2.96296E-6 L -0.0668 0.00023 " pathEditMode="relative" rAng="0" ptsTypes="AA">
                                      <p:cBhvr>
                                        <p:cTn id="35" dur="1500" fill="hold"/>
                                        <p:tgtEl>
                                          <p:spTgt spid="21"/>
                                        </p:tgtEl>
                                        <p:attrNameLst>
                                          <p:attrName>ppt_x</p:attrName>
                                          <p:attrName>ppt_y</p:attrName>
                                        </p:attrNameLst>
                                      </p:cBhvr>
                                      <p:rCtr x="-3320" y="-23"/>
                                    </p:animMotion>
                                  </p:childTnLst>
                                </p:cTn>
                              </p:par>
                            </p:childTnLst>
                          </p:cTn>
                        </p:par>
                        <p:par>
                          <p:cTn id="36" fill="hold">
                            <p:stCondLst>
                              <p:cond delay="6000"/>
                            </p:stCondLst>
                            <p:childTnLst>
                              <p:par>
                                <p:cTn id="37" presetID="63" presetClass="path" presetSubtype="0" accel="50000" decel="50000" fill="hold" nodeType="afterEffect">
                                  <p:stCondLst>
                                    <p:cond delay="0"/>
                                  </p:stCondLst>
                                  <p:childTnLst>
                                    <p:animMotion origin="layout" path="M -0.33502 0.00023 L -0.2013 0.00208 " pathEditMode="relative" rAng="0" ptsTypes="AA">
                                      <p:cBhvr>
                                        <p:cTn id="38" dur="1500" fill="hold"/>
                                        <p:tgtEl>
                                          <p:spTgt spid="26"/>
                                        </p:tgtEl>
                                        <p:attrNameLst>
                                          <p:attrName>ppt_x</p:attrName>
                                          <p:attrName>ppt_y</p:attrName>
                                        </p:attrNameLst>
                                      </p:cBhvr>
                                      <p:rCtr x="6680" y="93"/>
                                    </p:animMotion>
                                  </p:childTnLst>
                                </p:cTn>
                              </p:par>
                              <p:par>
                                <p:cTn id="39" presetID="35" presetClass="path" presetSubtype="0" accel="50000" decel="50000" fill="hold" nodeType="withEffect">
                                  <p:stCondLst>
                                    <p:cond delay="0"/>
                                  </p:stCondLst>
                                  <p:childTnLst>
                                    <p:animMotion origin="layout" path="M -1.25E-6 -3.7037E-7 L -0.13398 -0.00115 " pathEditMode="relative" rAng="0" ptsTypes="AA">
                                      <p:cBhvr>
                                        <p:cTn id="40" dur="1500" fill="hold"/>
                                        <p:tgtEl>
                                          <p:spTgt spid="24"/>
                                        </p:tgtEl>
                                        <p:attrNameLst>
                                          <p:attrName>ppt_x</p:attrName>
                                          <p:attrName>ppt_y</p:attrName>
                                        </p:attrNameLst>
                                      </p:cBhvr>
                                      <p:rCtr x="-6693" y="-46"/>
                                    </p:animMotion>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nodeType="clickEffect">
                                  <p:stCondLst>
                                    <p:cond delay="0"/>
                                  </p:stCondLst>
                                  <p:childTnLst>
                                    <p:animMotion origin="layout" path="M -0.0668 0.00023 L -0.21237 0.1051 " pathEditMode="relative" rAng="0" ptsTypes="AA">
                                      <p:cBhvr>
                                        <p:cTn id="44" dur="1500" fill="hold"/>
                                        <p:tgtEl>
                                          <p:spTgt spid="21"/>
                                        </p:tgtEl>
                                        <p:attrNameLst>
                                          <p:attrName>ppt_x</p:attrName>
                                          <p:attrName>ppt_y</p:attrName>
                                        </p:attrNameLst>
                                      </p:cBhvr>
                                      <p:rCtr x="-7279" y="5231"/>
                                    </p:animMotion>
                                  </p:childTnLst>
                                </p:cTn>
                              </p:par>
                            </p:childTnLst>
                          </p:cTn>
                        </p:par>
                        <p:par>
                          <p:cTn id="45" fill="hold">
                            <p:stCondLst>
                              <p:cond delay="1500"/>
                            </p:stCondLst>
                            <p:childTnLst>
                              <p:par>
                                <p:cTn id="46" presetID="35" presetClass="path" presetSubtype="0" accel="50000" decel="50000" fill="hold" nodeType="afterEffect">
                                  <p:stCondLst>
                                    <p:cond delay="0"/>
                                  </p:stCondLst>
                                  <p:childTnLst>
                                    <p:animMotion origin="layout" path="M -4.79167E-6 -4.07407E-6 L -0.33476 -0.00162 " pathEditMode="relative" rAng="0" ptsTypes="AA">
                                      <p:cBhvr>
                                        <p:cTn id="47" dur="1500" fill="hold"/>
                                        <p:tgtEl>
                                          <p:spTgt spid="28"/>
                                        </p:tgtEl>
                                        <p:attrNameLst>
                                          <p:attrName>ppt_x</p:attrName>
                                          <p:attrName>ppt_y</p:attrName>
                                        </p:attrNameLst>
                                      </p:cBhvr>
                                      <p:rCtr x="-16745" y="-93"/>
                                    </p:animMotion>
                                  </p:childTnLst>
                                </p:cTn>
                              </p:par>
                            </p:childTnLst>
                          </p:cTn>
                        </p:par>
                        <p:par>
                          <p:cTn id="48" fill="hold">
                            <p:stCondLst>
                              <p:cond delay="3000"/>
                            </p:stCondLst>
                            <p:childTnLst>
                              <p:par>
                                <p:cTn id="49" presetID="45" presetClass="exit" presetSubtype="0" fill="hold" grpId="0" nodeType="afterEffect">
                                  <p:stCondLst>
                                    <p:cond delay="0"/>
                                  </p:stCondLst>
                                  <p:childTnLst>
                                    <p:animEffect transition="out" filter="fade">
                                      <p:cBhvr>
                                        <p:cTn id="50" dur="1000"/>
                                        <p:tgtEl>
                                          <p:spTgt spid="140"/>
                                        </p:tgtEl>
                                      </p:cBhvr>
                                    </p:animEffect>
                                    <p:anim calcmode="lin" valueType="num">
                                      <p:cBhvr>
                                        <p:cTn id="51" dur="1000"/>
                                        <p:tgtEl>
                                          <p:spTgt spid="14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52" dur="1000"/>
                                        <p:tgtEl>
                                          <p:spTgt spid="140"/>
                                        </p:tgtEl>
                                        <p:attrNameLst>
                                          <p:attrName>ppt_h</p:attrName>
                                        </p:attrNameLst>
                                      </p:cBhvr>
                                      <p:tavLst>
                                        <p:tav tm="0">
                                          <p:val>
                                            <p:strVal val="ppt_h"/>
                                          </p:val>
                                        </p:tav>
                                        <p:tav tm="100000">
                                          <p:val>
                                            <p:strVal val="ppt_h"/>
                                          </p:val>
                                        </p:tav>
                                      </p:tavLst>
                                    </p:anim>
                                    <p:set>
                                      <p:cBhvr>
                                        <p:cTn id="53" dur="1" fill="hold">
                                          <p:stCondLst>
                                            <p:cond delay="999"/>
                                          </p:stCondLst>
                                        </p:cTn>
                                        <p:tgtEl>
                                          <p:spTgt spid="140"/>
                                        </p:tgtEl>
                                        <p:attrNameLst>
                                          <p:attrName>style.visibility</p:attrName>
                                        </p:attrNameLst>
                                      </p:cBhvr>
                                      <p:to>
                                        <p:strVal val="hidden"/>
                                      </p:to>
                                    </p:set>
                                  </p:childTnLst>
                                </p:cTn>
                              </p:par>
                            </p:childTnLst>
                          </p:cTn>
                        </p:par>
                        <p:par>
                          <p:cTn id="54" fill="hold">
                            <p:stCondLst>
                              <p:cond delay="4000"/>
                            </p:stCondLst>
                            <p:childTnLst>
                              <p:par>
                                <p:cTn id="55" presetID="10" presetClass="entr" presetSubtype="0" fill="hold" grpId="1" nodeType="afterEffect">
                                  <p:stCondLst>
                                    <p:cond delay="0"/>
                                  </p:stCondLst>
                                  <p:childTnLst>
                                    <p:set>
                                      <p:cBhvr>
                                        <p:cTn id="56" dur="1" fill="hold">
                                          <p:stCondLst>
                                            <p:cond delay="0"/>
                                          </p:stCondLst>
                                        </p:cTn>
                                        <p:tgtEl>
                                          <p:spTgt spid="141"/>
                                        </p:tgtEl>
                                        <p:attrNameLst>
                                          <p:attrName>style.visibility</p:attrName>
                                        </p:attrNameLst>
                                      </p:cBhvr>
                                      <p:to>
                                        <p:strVal val="visible"/>
                                      </p:to>
                                    </p:set>
                                    <p:animEffect transition="in" filter="fade">
                                      <p:cBhvr>
                                        <p:cTn id="57" dur="500"/>
                                        <p:tgtEl>
                                          <p:spTgt spid="141"/>
                                        </p:tgtEl>
                                      </p:cBhvr>
                                    </p:animEffect>
                                  </p:childTnLst>
                                </p:cTn>
                              </p:par>
                            </p:childTnLst>
                          </p:cTn>
                        </p:par>
                        <p:par>
                          <p:cTn id="58" fill="hold">
                            <p:stCondLst>
                              <p:cond delay="5500"/>
                            </p:stCondLst>
                            <p:childTnLst>
                              <p:par>
                                <p:cTn id="59" presetID="63" presetClass="path" presetSubtype="0" accel="50000" decel="50000" fill="hold" nodeType="afterEffect">
                                  <p:stCondLst>
                                    <p:cond delay="0"/>
                                  </p:stCondLst>
                                  <p:childTnLst>
                                    <p:animMotion origin="layout" path="M -0.33477 -0.00162 L -0.20066 -0.00208 " pathEditMode="relative" rAng="0" ptsTypes="AA">
                                      <p:cBhvr>
                                        <p:cTn id="60" dur="1500" fill="hold"/>
                                        <p:tgtEl>
                                          <p:spTgt spid="28"/>
                                        </p:tgtEl>
                                        <p:attrNameLst>
                                          <p:attrName>ppt_x</p:attrName>
                                          <p:attrName>ppt_y</p:attrName>
                                        </p:attrNameLst>
                                      </p:cBhvr>
                                      <p:rCtr x="6706" y="-23"/>
                                    </p:animMotion>
                                  </p:childTnLst>
                                </p:cTn>
                              </p:par>
                              <p:par>
                                <p:cTn id="61" presetID="35" presetClass="path" presetSubtype="0" accel="50000" decel="50000" fill="hold" nodeType="withEffect">
                                  <p:stCondLst>
                                    <p:cond delay="0"/>
                                  </p:stCondLst>
                                  <p:childTnLst>
                                    <p:animMotion origin="layout" path="M -4.58333E-6 4.81481E-6 L -0.13372 0.00231 " pathEditMode="relative" rAng="0" ptsTypes="AA">
                                      <p:cBhvr>
                                        <p:cTn id="62" dur="1500" fill="hold"/>
                                        <p:tgtEl>
                                          <p:spTgt spid="100"/>
                                        </p:tgtEl>
                                        <p:attrNameLst>
                                          <p:attrName>ppt_x</p:attrName>
                                          <p:attrName>ppt_y</p:attrName>
                                        </p:attrNameLst>
                                      </p:cBhvr>
                                      <p:rCtr x="-6693" y="116"/>
                                    </p:animMotion>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15"/>
                                        </p:tgtEl>
                                        <p:attrNameLst>
                                          <p:attrName>style.visibility</p:attrName>
                                        </p:attrNameLst>
                                      </p:cBhvr>
                                      <p:to>
                                        <p:strVal val="visible"/>
                                      </p:to>
                                    </p:set>
                                    <p:animEffect transition="in" filter="wipe(up)">
                                      <p:cBhvr>
                                        <p:cTn id="67" dur="1500"/>
                                        <p:tgtEl>
                                          <p:spTgt spid="115"/>
                                        </p:tgtEl>
                                      </p:cBhvr>
                                    </p:animEffect>
                                  </p:childTnLst>
                                </p:cTn>
                              </p:par>
                            </p:childTnLst>
                          </p:cTn>
                        </p:par>
                        <p:par>
                          <p:cTn id="68" fill="hold">
                            <p:stCondLst>
                              <p:cond delay="1500"/>
                            </p:stCondLst>
                            <p:childTnLst>
                              <p:par>
                                <p:cTn id="69" presetID="45" presetClass="exit" presetSubtype="0" fill="hold" grpId="0" nodeType="afterEffect">
                                  <p:stCondLst>
                                    <p:cond delay="0"/>
                                  </p:stCondLst>
                                  <p:childTnLst>
                                    <p:animEffect transition="out" filter="fade">
                                      <p:cBhvr>
                                        <p:cTn id="70" dur="1000"/>
                                        <p:tgtEl>
                                          <p:spTgt spid="141"/>
                                        </p:tgtEl>
                                      </p:cBhvr>
                                    </p:animEffect>
                                    <p:anim calcmode="lin" valueType="num">
                                      <p:cBhvr>
                                        <p:cTn id="71" dur="1000"/>
                                        <p:tgtEl>
                                          <p:spTgt spid="141"/>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72" dur="1000"/>
                                        <p:tgtEl>
                                          <p:spTgt spid="141"/>
                                        </p:tgtEl>
                                        <p:attrNameLst>
                                          <p:attrName>ppt_h</p:attrName>
                                        </p:attrNameLst>
                                      </p:cBhvr>
                                      <p:tavLst>
                                        <p:tav tm="0">
                                          <p:val>
                                            <p:strVal val="ppt_h"/>
                                          </p:val>
                                        </p:tav>
                                        <p:tav tm="100000">
                                          <p:val>
                                            <p:strVal val="ppt_h"/>
                                          </p:val>
                                        </p:tav>
                                      </p:tavLst>
                                    </p:anim>
                                    <p:set>
                                      <p:cBhvr>
                                        <p:cTn id="73" dur="1" fill="hold">
                                          <p:stCondLst>
                                            <p:cond delay="999"/>
                                          </p:stCondLst>
                                        </p:cTn>
                                        <p:tgtEl>
                                          <p:spTgt spid="141"/>
                                        </p:tgtEl>
                                        <p:attrNameLst>
                                          <p:attrName>style.visibility</p:attrName>
                                        </p:attrNameLst>
                                      </p:cBhvr>
                                      <p:to>
                                        <p:strVal val="hidden"/>
                                      </p:to>
                                    </p:set>
                                  </p:childTnLst>
                                </p:cTn>
                              </p:par>
                            </p:childTnLst>
                          </p:cTn>
                        </p:par>
                        <p:par>
                          <p:cTn id="74" fill="hold">
                            <p:stCondLst>
                              <p:cond delay="2500"/>
                            </p:stCondLst>
                            <p:childTnLst>
                              <p:par>
                                <p:cTn id="75" presetID="10" presetClass="entr" presetSubtype="0" fill="hold" grpId="2" nodeType="afterEffect">
                                  <p:stCondLst>
                                    <p:cond delay="0"/>
                                  </p:stCondLst>
                                  <p:childTnLst>
                                    <p:set>
                                      <p:cBhvr>
                                        <p:cTn id="76" dur="1" fill="hold">
                                          <p:stCondLst>
                                            <p:cond delay="0"/>
                                          </p:stCondLst>
                                        </p:cTn>
                                        <p:tgtEl>
                                          <p:spTgt spid="140"/>
                                        </p:tgtEl>
                                        <p:attrNameLst>
                                          <p:attrName>style.visibility</p:attrName>
                                        </p:attrNameLst>
                                      </p:cBhvr>
                                      <p:to>
                                        <p:strVal val="visible"/>
                                      </p:to>
                                    </p:set>
                                    <p:animEffect transition="in" filter="fade">
                                      <p:cBhvr>
                                        <p:cTn id="77" dur="500"/>
                                        <p:tgtEl>
                                          <p:spTgt spid="140"/>
                                        </p:tgtEl>
                                      </p:cBhvr>
                                    </p:animEffect>
                                  </p:childTnLst>
                                </p:cTn>
                              </p:par>
                            </p:childTnLst>
                          </p:cTn>
                        </p:par>
                        <p:par>
                          <p:cTn id="78" fill="hold">
                            <p:stCondLst>
                              <p:cond delay="3000"/>
                            </p:stCondLst>
                            <p:childTnLst>
                              <p:par>
                                <p:cTn id="79" presetID="1" presetClass="entr" presetSubtype="0" fill="hold" nodeType="afterEffect">
                                  <p:stCondLst>
                                    <p:cond delay="0"/>
                                  </p:stCondLst>
                                  <p:childTnLst>
                                    <p:set>
                                      <p:cBhvr>
                                        <p:cTn id="80" dur="1" fill="hold">
                                          <p:stCondLst>
                                            <p:cond delay="0"/>
                                          </p:stCondLst>
                                        </p:cTn>
                                        <p:tgtEl>
                                          <p:spTgt spid="123"/>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115"/>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27"/>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21"/>
                                        </p:tgtEl>
                                        <p:attrNameLst>
                                          <p:attrName>style.visibility</p:attrName>
                                        </p:attrNameLst>
                                      </p:cBhvr>
                                      <p:to>
                                        <p:strVal val="hidden"/>
                                      </p:to>
                                    </p:set>
                                  </p:childTnLst>
                                </p:cTn>
                              </p:par>
                            </p:childTnLst>
                          </p:cTn>
                        </p:par>
                        <p:par>
                          <p:cTn id="87" fill="hold">
                            <p:stCondLst>
                              <p:cond delay="3000"/>
                            </p:stCondLst>
                            <p:childTnLst>
                              <p:par>
                                <p:cTn id="88" presetID="63" presetClass="path" presetSubtype="0" accel="50000" decel="50000" fill="hold" nodeType="afterEffect">
                                  <p:stCondLst>
                                    <p:cond delay="0"/>
                                  </p:stCondLst>
                                  <p:childTnLst>
                                    <p:animMotion origin="layout" path="M 3.75E-6 2.77556E-17 L 0.49908 -0.0331 " pathEditMode="relative" rAng="0" ptsTypes="AA">
                                      <p:cBhvr>
                                        <p:cTn id="89" dur="2000" fill="hold"/>
                                        <p:tgtEl>
                                          <p:spTgt spid="123"/>
                                        </p:tgtEl>
                                        <p:attrNameLst>
                                          <p:attrName>ppt_x</p:attrName>
                                          <p:attrName>ppt_y</p:attrName>
                                        </p:attrNameLst>
                                      </p:cBhvr>
                                      <p:rCtr x="24948" y="-1667"/>
                                    </p:animMotion>
                                  </p:childTnLst>
                                </p:cTn>
                              </p:par>
                            </p:childTnLst>
                          </p:cTn>
                        </p:par>
                        <p:par>
                          <p:cTn id="90" fill="hold">
                            <p:stCondLst>
                              <p:cond delay="5000"/>
                            </p:stCondLst>
                            <p:childTnLst>
                              <p:par>
                                <p:cTn id="91" presetID="35" presetClass="path" presetSubtype="0" accel="50000" decel="50000" fill="hold" nodeType="afterEffect">
                                  <p:stCondLst>
                                    <p:cond delay="0"/>
                                  </p:stCondLst>
                                  <p:childTnLst>
                                    <p:animMotion origin="layout" path="M 0.49908 -0.0331 L 0.29895 -0.03356 " pathEditMode="relative" rAng="0" ptsTypes="AA">
                                      <p:cBhvr>
                                        <p:cTn id="92" dur="1500" fill="hold"/>
                                        <p:tgtEl>
                                          <p:spTgt spid="123"/>
                                        </p:tgtEl>
                                        <p:attrNameLst>
                                          <p:attrName>ppt_x</p:attrName>
                                          <p:attrName>ppt_y</p:attrName>
                                        </p:attrNameLst>
                                      </p:cBhvr>
                                      <p:rCtr x="-10013" y="139"/>
                                    </p:animMotion>
                                  </p:childTnLst>
                                </p:cTn>
                              </p:par>
                              <p:par>
                                <p:cTn id="93" presetID="63" presetClass="path" presetSubtype="0" accel="50000" decel="50000" fill="hold" nodeType="withEffect">
                                  <p:stCondLst>
                                    <p:cond delay="0"/>
                                  </p:stCondLst>
                                  <p:childTnLst>
                                    <p:animMotion origin="layout" path="M -0.20066 -0.00209 L 4.375E-6 -4.81481E-6 " pathEditMode="relative" rAng="0" ptsTypes="AA">
                                      <p:cBhvr>
                                        <p:cTn id="94" dur="1500" fill="hold"/>
                                        <p:tgtEl>
                                          <p:spTgt spid="28"/>
                                        </p:tgtEl>
                                        <p:attrNameLst>
                                          <p:attrName>ppt_x</p:attrName>
                                          <p:attrName>ppt_y</p:attrName>
                                        </p:attrNameLst>
                                      </p:cBhvr>
                                      <p:rCtr x="10026" y="93"/>
                                    </p:animMotion>
                                  </p:childTnLst>
                                </p:cTn>
                              </p:par>
                            </p:childTnLst>
                          </p:cTn>
                        </p:par>
                      </p:childTnLst>
                    </p:cTn>
                  </p:par>
                  <p:par>
                    <p:cTn id="95" fill="hold">
                      <p:stCondLst>
                        <p:cond delay="indefinite"/>
                      </p:stCondLst>
                      <p:childTnLst>
                        <p:par>
                          <p:cTn id="96" fill="hold">
                            <p:stCondLst>
                              <p:cond delay="0"/>
                            </p:stCondLst>
                            <p:childTnLst>
                              <p:par>
                                <p:cTn id="97" presetID="32" presetClass="emph" presetSubtype="0" fill="hold" nodeType="clickEffect">
                                  <p:stCondLst>
                                    <p:cond delay="0"/>
                                  </p:stCondLst>
                                  <p:childTnLst>
                                    <p:animRot by="120000">
                                      <p:cBhvr>
                                        <p:cTn id="98" dur="150" fill="hold">
                                          <p:stCondLst>
                                            <p:cond delay="0"/>
                                          </p:stCondLst>
                                        </p:cTn>
                                        <p:tgtEl>
                                          <p:spTgt spid="79"/>
                                        </p:tgtEl>
                                        <p:attrNameLst>
                                          <p:attrName>r</p:attrName>
                                        </p:attrNameLst>
                                      </p:cBhvr>
                                    </p:animRot>
                                    <p:animRot by="-240000">
                                      <p:cBhvr>
                                        <p:cTn id="99" dur="300" fill="hold">
                                          <p:stCondLst>
                                            <p:cond delay="300"/>
                                          </p:stCondLst>
                                        </p:cTn>
                                        <p:tgtEl>
                                          <p:spTgt spid="79"/>
                                        </p:tgtEl>
                                        <p:attrNameLst>
                                          <p:attrName>r</p:attrName>
                                        </p:attrNameLst>
                                      </p:cBhvr>
                                    </p:animRot>
                                    <p:animRot by="240000">
                                      <p:cBhvr>
                                        <p:cTn id="100" dur="300" fill="hold">
                                          <p:stCondLst>
                                            <p:cond delay="600"/>
                                          </p:stCondLst>
                                        </p:cTn>
                                        <p:tgtEl>
                                          <p:spTgt spid="79"/>
                                        </p:tgtEl>
                                        <p:attrNameLst>
                                          <p:attrName>r</p:attrName>
                                        </p:attrNameLst>
                                      </p:cBhvr>
                                    </p:animRot>
                                    <p:animRot by="-240000">
                                      <p:cBhvr>
                                        <p:cTn id="101" dur="300" fill="hold">
                                          <p:stCondLst>
                                            <p:cond delay="900"/>
                                          </p:stCondLst>
                                        </p:cTn>
                                        <p:tgtEl>
                                          <p:spTgt spid="79"/>
                                        </p:tgtEl>
                                        <p:attrNameLst>
                                          <p:attrName>r</p:attrName>
                                        </p:attrNameLst>
                                      </p:cBhvr>
                                    </p:animRot>
                                    <p:animRot by="120000">
                                      <p:cBhvr>
                                        <p:cTn id="102" dur="300" fill="hold">
                                          <p:stCondLst>
                                            <p:cond delay="1200"/>
                                          </p:stCondLst>
                                        </p:cTn>
                                        <p:tgtEl>
                                          <p:spTgt spid="79"/>
                                        </p:tgtEl>
                                        <p:attrNameLst>
                                          <p:attrName>r</p:attrName>
                                        </p:attrNameLst>
                                      </p:cBhvr>
                                    </p:animRot>
                                  </p:childTnLst>
                                </p:cTn>
                              </p:par>
                            </p:childTnLst>
                          </p:cTn>
                        </p:par>
                      </p:childTnLst>
                    </p:cTn>
                  </p:par>
                  <p:par>
                    <p:cTn id="103" fill="hold">
                      <p:stCondLst>
                        <p:cond delay="indefinite"/>
                      </p:stCondLst>
                      <p:childTnLst>
                        <p:par>
                          <p:cTn id="104" fill="hold">
                            <p:stCondLst>
                              <p:cond delay="0"/>
                            </p:stCondLst>
                            <p:childTnLst>
                              <p:par>
                                <p:cTn id="105" presetID="42" presetClass="path" presetSubtype="0" accel="50000" decel="50000" fill="hold" nodeType="clickEffect">
                                  <p:stCondLst>
                                    <p:cond delay="0"/>
                                  </p:stCondLst>
                                  <p:childTnLst>
                                    <p:animMotion origin="layout" path="M -0.13372 0.00231 L -0.32005 0.10393 " pathEditMode="relative" rAng="0" ptsTypes="AA">
                                      <p:cBhvr>
                                        <p:cTn id="106" dur="1500" fill="hold"/>
                                        <p:tgtEl>
                                          <p:spTgt spid="100"/>
                                        </p:tgtEl>
                                        <p:attrNameLst>
                                          <p:attrName>ppt_x</p:attrName>
                                          <p:attrName>ppt_y</p:attrName>
                                        </p:attrNameLst>
                                      </p:cBhvr>
                                      <p:rCtr x="-9323" y="5069"/>
                                    </p:animMotion>
                                  </p:childTnLst>
                                </p:cTn>
                              </p:par>
                            </p:childTnLst>
                          </p:cTn>
                        </p:par>
                        <p:par>
                          <p:cTn id="107" fill="hold">
                            <p:stCondLst>
                              <p:cond delay="1500"/>
                            </p:stCondLst>
                            <p:childTnLst>
                              <p:par>
                                <p:cTn id="108" presetID="35" presetClass="path" presetSubtype="0" accel="50000" decel="50000" fill="hold" nodeType="afterEffect">
                                  <p:stCondLst>
                                    <p:cond delay="0"/>
                                  </p:stCondLst>
                                  <p:childTnLst>
                                    <p:animMotion origin="layout" path="M 4.375E-6 -4.81481E-6 L -0.33477 -0.00162 " pathEditMode="relative" rAng="0" ptsTypes="AA">
                                      <p:cBhvr>
                                        <p:cTn id="109" dur="1500" fill="hold"/>
                                        <p:tgtEl>
                                          <p:spTgt spid="28"/>
                                        </p:tgtEl>
                                        <p:attrNameLst>
                                          <p:attrName>ppt_x</p:attrName>
                                          <p:attrName>ppt_y</p:attrName>
                                        </p:attrNameLst>
                                      </p:cBhvr>
                                      <p:rCtr x="-16719" y="-116"/>
                                    </p:animMotion>
                                  </p:childTnLst>
                                </p:cTn>
                              </p:par>
                            </p:childTnLst>
                          </p:cTn>
                        </p:par>
                        <p:par>
                          <p:cTn id="110" fill="hold">
                            <p:stCondLst>
                              <p:cond delay="3000"/>
                            </p:stCondLst>
                            <p:childTnLst>
                              <p:par>
                                <p:cTn id="111" presetID="45" presetClass="exit" presetSubtype="0" fill="hold" grpId="3" nodeType="afterEffect">
                                  <p:stCondLst>
                                    <p:cond delay="0"/>
                                  </p:stCondLst>
                                  <p:childTnLst>
                                    <p:animEffect transition="out" filter="fade">
                                      <p:cBhvr>
                                        <p:cTn id="112" dur="1000"/>
                                        <p:tgtEl>
                                          <p:spTgt spid="140"/>
                                        </p:tgtEl>
                                      </p:cBhvr>
                                    </p:animEffect>
                                    <p:anim calcmode="lin" valueType="num">
                                      <p:cBhvr>
                                        <p:cTn id="113" dur="1000"/>
                                        <p:tgtEl>
                                          <p:spTgt spid="14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14" dur="1000"/>
                                        <p:tgtEl>
                                          <p:spTgt spid="140"/>
                                        </p:tgtEl>
                                        <p:attrNameLst>
                                          <p:attrName>ppt_h</p:attrName>
                                        </p:attrNameLst>
                                      </p:cBhvr>
                                      <p:tavLst>
                                        <p:tav tm="0">
                                          <p:val>
                                            <p:strVal val="ppt_h"/>
                                          </p:val>
                                        </p:tav>
                                        <p:tav tm="100000">
                                          <p:val>
                                            <p:strVal val="ppt_h"/>
                                          </p:val>
                                        </p:tav>
                                      </p:tavLst>
                                    </p:anim>
                                    <p:set>
                                      <p:cBhvr>
                                        <p:cTn id="115" dur="1" fill="hold">
                                          <p:stCondLst>
                                            <p:cond delay="999"/>
                                          </p:stCondLst>
                                        </p:cTn>
                                        <p:tgtEl>
                                          <p:spTgt spid="140"/>
                                        </p:tgtEl>
                                        <p:attrNameLst>
                                          <p:attrName>style.visibility</p:attrName>
                                        </p:attrNameLst>
                                      </p:cBhvr>
                                      <p:to>
                                        <p:strVal val="hidden"/>
                                      </p:to>
                                    </p:set>
                                  </p:childTnLst>
                                </p:cTn>
                              </p:par>
                            </p:childTnLst>
                          </p:cTn>
                        </p:par>
                        <p:par>
                          <p:cTn id="116" fill="hold">
                            <p:stCondLst>
                              <p:cond delay="4000"/>
                            </p:stCondLst>
                            <p:childTnLst>
                              <p:par>
                                <p:cTn id="117" presetID="10" presetClass="entr" presetSubtype="0" fill="hold" grpId="2" nodeType="afterEffect">
                                  <p:stCondLst>
                                    <p:cond delay="0"/>
                                  </p:stCondLst>
                                  <p:childTnLst>
                                    <p:set>
                                      <p:cBhvr>
                                        <p:cTn id="118" dur="1" fill="hold">
                                          <p:stCondLst>
                                            <p:cond delay="0"/>
                                          </p:stCondLst>
                                        </p:cTn>
                                        <p:tgtEl>
                                          <p:spTgt spid="141"/>
                                        </p:tgtEl>
                                        <p:attrNameLst>
                                          <p:attrName>style.visibility</p:attrName>
                                        </p:attrNameLst>
                                      </p:cBhvr>
                                      <p:to>
                                        <p:strVal val="visible"/>
                                      </p:to>
                                    </p:set>
                                    <p:animEffect transition="in" filter="fade">
                                      <p:cBhvr>
                                        <p:cTn id="119" dur="500"/>
                                        <p:tgtEl>
                                          <p:spTgt spid="141"/>
                                        </p:tgtEl>
                                      </p:cBhvr>
                                    </p:animEffect>
                                  </p:childTnLst>
                                </p:cTn>
                              </p:par>
                            </p:childTnLst>
                          </p:cTn>
                        </p:par>
                        <p:par>
                          <p:cTn id="120" fill="hold">
                            <p:stCondLst>
                              <p:cond delay="4500"/>
                            </p:stCondLst>
                            <p:childTnLst>
                              <p:par>
                                <p:cTn id="121" presetID="63" presetClass="path" presetSubtype="0" accel="50000" decel="50000" fill="hold" nodeType="afterEffect">
                                  <p:stCondLst>
                                    <p:cond delay="0"/>
                                  </p:stCondLst>
                                  <p:childTnLst>
                                    <p:animMotion origin="layout" path="M -0.33477 -0.00162 L -0.26797 -0.00185 " pathEditMode="relative" rAng="0" ptsTypes="AA">
                                      <p:cBhvr>
                                        <p:cTn id="122" dur="1500" fill="hold"/>
                                        <p:tgtEl>
                                          <p:spTgt spid="28"/>
                                        </p:tgtEl>
                                        <p:attrNameLst>
                                          <p:attrName>ppt_x</p:attrName>
                                          <p:attrName>ppt_y</p:attrName>
                                        </p:attrNameLst>
                                      </p:cBhvr>
                                      <p:rCtr x="3346" y="-23"/>
                                    </p:animMotion>
                                  </p:childTnLst>
                                </p:cTn>
                              </p:par>
                              <p:par>
                                <p:cTn id="123" presetID="35" presetClass="path" presetSubtype="0" accel="50000" decel="50000" fill="hold" nodeType="withEffect">
                                  <p:stCondLst>
                                    <p:cond delay="0"/>
                                  </p:stCondLst>
                                  <p:childTnLst>
                                    <p:animMotion origin="layout" path="M -0.13385 -0.00139 L -0.20078 -0.00093 " pathEditMode="relative" rAng="0" ptsTypes="AA">
                                      <p:cBhvr>
                                        <p:cTn id="124" dur="1500" fill="hold"/>
                                        <p:tgtEl>
                                          <p:spTgt spid="24"/>
                                        </p:tgtEl>
                                        <p:attrNameLst>
                                          <p:attrName>ppt_x</p:attrName>
                                          <p:attrName>ppt_y</p:attrName>
                                        </p:attrNameLst>
                                      </p:cBhvr>
                                      <p:rCtr x="-3411" y="93"/>
                                    </p:animMotion>
                                  </p:childTnLst>
                                </p:cTn>
                              </p:par>
                            </p:childTnLst>
                          </p:cTn>
                        </p:par>
                        <p:par>
                          <p:cTn id="125" fill="hold">
                            <p:stCondLst>
                              <p:cond delay="6000"/>
                            </p:stCondLst>
                            <p:childTnLst>
                              <p:par>
                                <p:cTn id="126" presetID="63" presetClass="path" presetSubtype="0" accel="50000" decel="50000" fill="hold" nodeType="afterEffect">
                                  <p:stCondLst>
                                    <p:cond delay="0"/>
                                  </p:stCondLst>
                                  <p:childTnLst>
                                    <p:animMotion origin="layout" path="M -0.26784 -0.00208 L -0.06745 -0.00301 " pathEditMode="relative" rAng="0" ptsTypes="AA">
                                      <p:cBhvr>
                                        <p:cTn id="127" dur="1500" fill="hold"/>
                                        <p:tgtEl>
                                          <p:spTgt spid="28"/>
                                        </p:tgtEl>
                                        <p:attrNameLst>
                                          <p:attrName>ppt_x</p:attrName>
                                          <p:attrName>ppt_y</p:attrName>
                                        </p:attrNameLst>
                                      </p:cBhvr>
                                      <p:rCtr x="10013" y="46"/>
                                    </p:animMotion>
                                  </p:childTnLst>
                                </p:cTn>
                              </p:par>
                              <p:par>
                                <p:cTn id="128" presetID="35" presetClass="path" presetSubtype="0" accel="50000" decel="50000" fill="hold" nodeType="withEffect">
                                  <p:stCondLst>
                                    <p:cond delay="0"/>
                                  </p:stCondLst>
                                  <p:childTnLst>
                                    <p:animMotion origin="layout" path="M 2.08333E-6 -4.07407E-6 L -0.20065 0.00138 " pathEditMode="relative" rAng="0" ptsTypes="AA">
                                      <p:cBhvr>
                                        <p:cTn id="129" dur="1500" fill="hold"/>
                                        <p:tgtEl>
                                          <p:spTgt spid="25"/>
                                        </p:tgtEl>
                                        <p:attrNameLst>
                                          <p:attrName>ppt_x</p:attrName>
                                          <p:attrName>ppt_y</p:attrName>
                                        </p:attrNameLst>
                                      </p:cBhvr>
                                      <p:rCtr x="-10026" y="0"/>
                                    </p:animMotion>
                                  </p:childTnLst>
                                </p:cTn>
                              </p:par>
                            </p:childTnLst>
                          </p:cTn>
                        </p:par>
                      </p:childTnLst>
                    </p:cTn>
                  </p:par>
                  <p:par>
                    <p:cTn id="130" fill="hold">
                      <p:stCondLst>
                        <p:cond delay="indefinite"/>
                      </p:stCondLst>
                      <p:childTnLst>
                        <p:par>
                          <p:cTn id="131" fill="hold">
                            <p:stCondLst>
                              <p:cond delay="0"/>
                            </p:stCondLst>
                            <p:childTnLst>
                              <p:par>
                                <p:cTn id="132" presetID="42" presetClass="path" presetSubtype="0" accel="50000" decel="50000" fill="hold" nodeType="clickEffect">
                                  <p:stCondLst>
                                    <p:cond delay="0"/>
                                  </p:stCondLst>
                                  <p:childTnLst>
                                    <p:animMotion origin="layout" path="M -0.20078 -0.00093 L -0.34414 0.1037 " pathEditMode="relative" rAng="0" ptsTypes="AA">
                                      <p:cBhvr>
                                        <p:cTn id="133" dur="1500" fill="hold"/>
                                        <p:tgtEl>
                                          <p:spTgt spid="24"/>
                                        </p:tgtEl>
                                        <p:attrNameLst>
                                          <p:attrName>ppt_x</p:attrName>
                                          <p:attrName>ppt_y</p:attrName>
                                        </p:attrNameLst>
                                      </p:cBhvr>
                                      <p:rCtr x="-7174" y="5231"/>
                                    </p:animMotion>
                                  </p:childTnLst>
                                </p:cTn>
                              </p:par>
                            </p:childTnLst>
                          </p:cTn>
                        </p:par>
                        <p:par>
                          <p:cTn id="134" fill="hold">
                            <p:stCondLst>
                              <p:cond delay="1500"/>
                            </p:stCondLst>
                            <p:childTnLst>
                              <p:par>
                                <p:cTn id="135" presetID="35" presetClass="path" presetSubtype="0" accel="50000" decel="50000" fill="hold" nodeType="afterEffect">
                                  <p:stCondLst>
                                    <p:cond delay="0"/>
                                  </p:stCondLst>
                                  <p:childTnLst>
                                    <p:animMotion origin="layout" path="M -0.06745 -0.003 L -0.33476 -0.00162 " pathEditMode="relative" rAng="0" ptsTypes="AA">
                                      <p:cBhvr>
                                        <p:cTn id="136" dur="1500" fill="hold"/>
                                        <p:tgtEl>
                                          <p:spTgt spid="28"/>
                                        </p:tgtEl>
                                        <p:attrNameLst>
                                          <p:attrName>ppt_x</p:attrName>
                                          <p:attrName>ppt_y</p:attrName>
                                        </p:attrNameLst>
                                      </p:cBhvr>
                                      <p:rCtr x="-13516" y="185"/>
                                    </p:animMotion>
                                  </p:childTnLst>
                                </p:cTn>
                              </p:par>
                            </p:childTnLst>
                          </p:cTn>
                        </p:par>
                        <p:par>
                          <p:cTn id="137" fill="hold">
                            <p:stCondLst>
                              <p:cond delay="3000"/>
                            </p:stCondLst>
                            <p:childTnLst>
                              <p:par>
                                <p:cTn id="138" presetID="45" presetClass="exit" presetSubtype="0" fill="hold" grpId="3" nodeType="afterEffect">
                                  <p:stCondLst>
                                    <p:cond delay="0"/>
                                  </p:stCondLst>
                                  <p:childTnLst>
                                    <p:animEffect transition="out" filter="fade">
                                      <p:cBhvr>
                                        <p:cTn id="139" dur="1000"/>
                                        <p:tgtEl>
                                          <p:spTgt spid="141"/>
                                        </p:tgtEl>
                                      </p:cBhvr>
                                    </p:animEffect>
                                    <p:anim calcmode="lin" valueType="num">
                                      <p:cBhvr>
                                        <p:cTn id="140" dur="1000"/>
                                        <p:tgtEl>
                                          <p:spTgt spid="141"/>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41" dur="1000"/>
                                        <p:tgtEl>
                                          <p:spTgt spid="141"/>
                                        </p:tgtEl>
                                        <p:attrNameLst>
                                          <p:attrName>ppt_h</p:attrName>
                                        </p:attrNameLst>
                                      </p:cBhvr>
                                      <p:tavLst>
                                        <p:tav tm="0">
                                          <p:val>
                                            <p:strVal val="ppt_h"/>
                                          </p:val>
                                        </p:tav>
                                        <p:tav tm="100000">
                                          <p:val>
                                            <p:strVal val="ppt_h"/>
                                          </p:val>
                                        </p:tav>
                                      </p:tavLst>
                                    </p:anim>
                                    <p:set>
                                      <p:cBhvr>
                                        <p:cTn id="142" dur="1" fill="hold">
                                          <p:stCondLst>
                                            <p:cond delay="999"/>
                                          </p:stCondLst>
                                        </p:cTn>
                                        <p:tgtEl>
                                          <p:spTgt spid="141"/>
                                        </p:tgtEl>
                                        <p:attrNameLst>
                                          <p:attrName>style.visibility</p:attrName>
                                        </p:attrNameLst>
                                      </p:cBhvr>
                                      <p:to>
                                        <p:strVal val="hidden"/>
                                      </p:to>
                                    </p:set>
                                  </p:childTnLst>
                                </p:cTn>
                              </p:par>
                            </p:childTnLst>
                          </p:cTn>
                        </p:par>
                        <p:par>
                          <p:cTn id="143" fill="hold">
                            <p:stCondLst>
                              <p:cond delay="4000"/>
                            </p:stCondLst>
                            <p:childTnLst>
                              <p:par>
                                <p:cTn id="144" presetID="10" presetClass="entr" presetSubtype="0" fill="hold" grpId="1" nodeType="afterEffect">
                                  <p:stCondLst>
                                    <p:cond delay="0"/>
                                  </p:stCondLst>
                                  <p:childTnLst>
                                    <p:set>
                                      <p:cBhvr>
                                        <p:cTn id="145" dur="1" fill="hold">
                                          <p:stCondLst>
                                            <p:cond delay="0"/>
                                          </p:stCondLst>
                                        </p:cTn>
                                        <p:tgtEl>
                                          <p:spTgt spid="73"/>
                                        </p:tgtEl>
                                        <p:attrNameLst>
                                          <p:attrName>style.visibility</p:attrName>
                                        </p:attrNameLst>
                                      </p:cBhvr>
                                      <p:to>
                                        <p:strVal val="visible"/>
                                      </p:to>
                                    </p:set>
                                    <p:animEffect transition="in" filter="fade">
                                      <p:cBhvr>
                                        <p:cTn id="146" dur="500"/>
                                        <p:tgtEl>
                                          <p:spTgt spid="73"/>
                                        </p:tgtEl>
                                      </p:cBhvr>
                                    </p:animEffect>
                                  </p:childTnLst>
                                </p:cTn>
                              </p:par>
                            </p:childTnLst>
                          </p:cTn>
                        </p:par>
                        <p:par>
                          <p:cTn id="147" fill="hold">
                            <p:stCondLst>
                              <p:cond delay="4500"/>
                            </p:stCondLst>
                            <p:childTnLst>
                              <p:par>
                                <p:cTn id="148" presetID="63" presetClass="path" presetSubtype="0" accel="50000" decel="50000" fill="hold" nodeType="afterEffect">
                                  <p:stCondLst>
                                    <p:cond delay="0"/>
                                  </p:stCondLst>
                                  <p:childTnLst>
                                    <p:animMotion origin="layout" path="M -0.33477 -0.00162 L -0.26797 -0.00185 " pathEditMode="relative" rAng="0" ptsTypes="AA">
                                      <p:cBhvr>
                                        <p:cTn id="149" dur="1500" fill="hold"/>
                                        <p:tgtEl>
                                          <p:spTgt spid="28"/>
                                        </p:tgtEl>
                                        <p:attrNameLst>
                                          <p:attrName>ppt_x</p:attrName>
                                          <p:attrName>ppt_y</p:attrName>
                                        </p:attrNameLst>
                                      </p:cBhvr>
                                      <p:rCtr x="3346" y="-139"/>
                                    </p:animMotion>
                                  </p:childTnLst>
                                </p:cTn>
                              </p:par>
                              <p:par>
                                <p:cTn id="150" presetID="35" presetClass="path" presetSubtype="0" accel="50000" decel="50000" fill="hold" nodeType="withEffect">
                                  <p:stCondLst>
                                    <p:cond delay="0"/>
                                  </p:stCondLst>
                                  <p:childTnLst>
                                    <p:animMotion origin="layout" path="M -0.20052 0.00116 L -0.26745 0.00162 " pathEditMode="relative" rAng="0" ptsTypes="AA">
                                      <p:cBhvr>
                                        <p:cTn id="151" dur="1500" fill="hold"/>
                                        <p:tgtEl>
                                          <p:spTgt spid="25"/>
                                        </p:tgtEl>
                                        <p:attrNameLst>
                                          <p:attrName>ppt_x</p:attrName>
                                          <p:attrName>ppt_y</p:attrName>
                                        </p:attrNameLst>
                                      </p:cBhvr>
                                      <p:rCtr x="-3346" y="116"/>
                                    </p:animMotion>
                                  </p:childTnLst>
                                </p:cTn>
                              </p:par>
                            </p:childTnLst>
                          </p:cTn>
                        </p:par>
                        <p:par>
                          <p:cTn id="152" fill="hold">
                            <p:stCondLst>
                              <p:cond delay="6000"/>
                            </p:stCondLst>
                            <p:childTnLst>
                              <p:par>
                                <p:cTn id="153" presetID="63" presetClass="path" presetSubtype="0" accel="50000" decel="50000" fill="hold" nodeType="afterEffect">
                                  <p:stCondLst>
                                    <p:cond delay="0"/>
                                  </p:stCondLst>
                                  <p:childTnLst>
                                    <p:animMotion origin="layout" path="M -0.26784 -0.00208 L -0.13399 -0.0007 " pathEditMode="relative" rAng="0" ptsTypes="AA">
                                      <p:cBhvr>
                                        <p:cTn id="154" dur="1500" fill="hold"/>
                                        <p:tgtEl>
                                          <p:spTgt spid="28"/>
                                        </p:tgtEl>
                                        <p:attrNameLst>
                                          <p:attrName>ppt_x</p:attrName>
                                          <p:attrName>ppt_y</p:attrName>
                                        </p:attrNameLst>
                                      </p:cBhvr>
                                      <p:rCtr x="6680" y="139"/>
                                    </p:animMotion>
                                  </p:childTnLst>
                                </p:cTn>
                              </p:par>
                              <p:par>
                                <p:cTn id="155" presetID="35" presetClass="path" presetSubtype="0" accel="50000" decel="50000" fill="hold" nodeType="withEffect">
                                  <p:stCondLst>
                                    <p:cond delay="0"/>
                                  </p:stCondLst>
                                  <p:childTnLst>
                                    <p:animMotion origin="layout" path="M -0.2013 0.00208 L -0.33515 0.00046 " pathEditMode="relative" rAng="0" ptsTypes="AA">
                                      <p:cBhvr>
                                        <p:cTn id="156" dur="1500" fill="hold"/>
                                        <p:tgtEl>
                                          <p:spTgt spid="26"/>
                                        </p:tgtEl>
                                        <p:attrNameLst>
                                          <p:attrName>ppt_x</p:attrName>
                                          <p:attrName>ppt_y</p:attrName>
                                        </p:attrNameLst>
                                      </p:cBhvr>
                                      <p:rCtr x="-6693" y="-208"/>
                                    </p:animMotion>
                                  </p:childTnLst>
                                </p:cTn>
                              </p:par>
                            </p:childTnLst>
                          </p:cTn>
                        </p:par>
                      </p:childTnLst>
                    </p:cTn>
                  </p:par>
                  <p:par>
                    <p:cTn id="157" fill="hold">
                      <p:stCondLst>
                        <p:cond delay="indefinite"/>
                      </p:stCondLst>
                      <p:childTnLst>
                        <p:par>
                          <p:cTn id="158" fill="hold">
                            <p:stCondLst>
                              <p:cond delay="0"/>
                            </p:stCondLst>
                            <p:childTnLst>
                              <p:par>
                                <p:cTn id="159" presetID="22" presetClass="entr" presetSubtype="1" fill="hold" nodeType="clickEffect">
                                  <p:stCondLst>
                                    <p:cond delay="0"/>
                                  </p:stCondLst>
                                  <p:childTnLst>
                                    <p:set>
                                      <p:cBhvr>
                                        <p:cTn id="160" dur="1" fill="hold">
                                          <p:stCondLst>
                                            <p:cond delay="0"/>
                                          </p:stCondLst>
                                        </p:cTn>
                                        <p:tgtEl>
                                          <p:spTgt spid="142"/>
                                        </p:tgtEl>
                                        <p:attrNameLst>
                                          <p:attrName>style.visibility</p:attrName>
                                        </p:attrNameLst>
                                      </p:cBhvr>
                                      <p:to>
                                        <p:strVal val="visible"/>
                                      </p:to>
                                    </p:set>
                                    <p:animEffect transition="in" filter="wipe(up)">
                                      <p:cBhvr>
                                        <p:cTn id="161" dur="1500"/>
                                        <p:tgtEl>
                                          <p:spTgt spid="142"/>
                                        </p:tgtEl>
                                      </p:cBhvr>
                                    </p:animEffect>
                                  </p:childTnLst>
                                </p:cTn>
                              </p:par>
                            </p:childTnLst>
                          </p:cTn>
                        </p:par>
                        <p:par>
                          <p:cTn id="162" fill="hold">
                            <p:stCondLst>
                              <p:cond delay="1500"/>
                            </p:stCondLst>
                            <p:childTnLst>
                              <p:par>
                                <p:cTn id="163" presetID="45" presetClass="exit" presetSubtype="0" fill="hold" grpId="0" nodeType="afterEffect">
                                  <p:stCondLst>
                                    <p:cond delay="0"/>
                                  </p:stCondLst>
                                  <p:childTnLst>
                                    <p:animEffect transition="out" filter="fade">
                                      <p:cBhvr>
                                        <p:cTn id="164" dur="1000"/>
                                        <p:tgtEl>
                                          <p:spTgt spid="73"/>
                                        </p:tgtEl>
                                      </p:cBhvr>
                                    </p:animEffect>
                                    <p:anim calcmode="lin" valueType="num">
                                      <p:cBhvr>
                                        <p:cTn id="165" dur="1000"/>
                                        <p:tgtEl>
                                          <p:spTgt spid="7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66" dur="1000"/>
                                        <p:tgtEl>
                                          <p:spTgt spid="73"/>
                                        </p:tgtEl>
                                        <p:attrNameLst>
                                          <p:attrName>ppt_h</p:attrName>
                                        </p:attrNameLst>
                                      </p:cBhvr>
                                      <p:tavLst>
                                        <p:tav tm="0">
                                          <p:val>
                                            <p:strVal val="ppt_h"/>
                                          </p:val>
                                        </p:tav>
                                        <p:tav tm="100000">
                                          <p:val>
                                            <p:strVal val="ppt_h"/>
                                          </p:val>
                                        </p:tav>
                                      </p:tavLst>
                                    </p:anim>
                                    <p:set>
                                      <p:cBhvr>
                                        <p:cTn id="167" dur="1" fill="hold">
                                          <p:stCondLst>
                                            <p:cond delay="999"/>
                                          </p:stCondLst>
                                        </p:cTn>
                                        <p:tgtEl>
                                          <p:spTgt spid="73"/>
                                        </p:tgtEl>
                                        <p:attrNameLst>
                                          <p:attrName>style.visibility</p:attrName>
                                        </p:attrNameLst>
                                      </p:cBhvr>
                                      <p:to>
                                        <p:strVal val="hidden"/>
                                      </p:to>
                                    </p:set>
                                  </p:childTnLst>
                                </p:cTn>
                              </p:par>
                            </p:childTnLst>
                          </p:cTn>
                        </p:par>
                        <p:par>
                          <p:cTn id="168" fill="hold">
                            <p:stCondLst>
                              <p:cond delay="2500"/>
                            </p:stCondLst>
                            <p:childTnLst>
                              <p:par>
                                <p:cTn id="169" presetID="10" presetClass="entr" presetSubtype="0" fill="hold" grpId="5" nodeType="afterEffect">
                                  <p:stCondLst>
                                    <p:cond delay="0"/>
                                  </p:stCondLst>
                                  <p:childTnLst>
                                    <p:set>
                                      <p:cBhvr>
                                        <p:cTn id="170" dur="1" fill="hold">
                                          <p:stCondLst>
                                            <p:cond delay="0"/>
                                          </p:stCondLst>
                                        </p:cTn>
                                        <p:tgtEl>
                                          <p:spTgt spid="141"/>
                                        </p:tgtEl>
                                        <p:attrNameLst>
                                          <p:attrName>style.visibility</p:attrName>
                                        </p:attrNameLst>
                                      </p:cBhvr>
                                      <p:to>
                                        <p:strVal val="visible"/>
                                      </p:to>
                                    </p:set>
                                    <p:animEffect transition="in" filter="fade">
                                      <p:cBhvr>
                                        <p:cTn id="171" dur="500"/>
                                        <p:tgtEl>
                                          <p:spTgt spid="141"/>
                                        </p:tgtEl>
                                      </p:cBhvr>
                                    </p:animEffect>
                                  </p:childTnLst>
                                </p:cTn>
                              </p:par>
                              <p:par>
                                <p:cTn id="172" presetID="1" presetClass="exit" presetSubtype="0" fill="hold" nodeType="withEffect">
                                  <p:stCondLst>
                                    <p:cond delay="0"/>
                                  </p:stCondLst>
                                  <p:childTnLst>
                                    <p:set>
                                      <p:cBhvr>
                                        <p:cTn id="173" dur="1" fill="hold">
                                          <p:stCondLst>
                                            <p:cond delay="0"/>
                                          </p:stCondLst>
                                        </p:cTn>
                                        <p:tgtEl>
                                          <p:spTgt spid="142"/>
                                        </p:tgtEl>
                                        <p:attrNameLst>
                                          <p:attrName>style.visibility</p:attrName>
                                        </p:attrNameLst>
                                      </p:cBhvr>
                                      <p:to>
                                        <p:strVal val="hidden"/>
                                      </p:to>
                                    </p:set>
                                  </p:childTnLst>
                                </p:cTn>
                              </p:par>
                              <p:par>
                                <p:cTn id="174" presetID="1" presetClass="exit" presetSubtype="0" fill="hold" nodeType="withEffect">
                                  <p:stCondLst>
                                    <p:cond delay="0"/>
                                  </p:stCondLst>
                                  <p:childTnLst>
                                    <p:set>
                                      <p:cBhvr>
                                        <p:cTn id="175" dur="1" fill="hold">
                                          <p:stCondLst>
                                            <p:cond delay="0"/>
                                          </p:stCondLst>
                                        </p:cTn>
                                        <p:tgtEl>
                                          <p:spTgt spid="100"/>
                                        </p:tgtEl>
                                        <p:attrNameLst>
                                          <p:attrName>style.visibility</p:attrName>
                                        </p:attrNameLst>
                                      </p:cBhvr>
                                      <p:to>
                                        <p:strVal val="hidden"/>
                                      </p:to>
                                    </p:set>
                                  </p:childTnLst>
                                </p:cTn>
                              </p:par>
                              <p:par>
                                <p:cTn id="176" presetID="1" presetClass="exit" presetSubtype="0" fill="hold" nodeType="withEffect">
                                  <p:stCondLst>
                                    <p:cond delay="0"/>
                                  </p:stCondLst>
                                  <p:childTnLst>
                                    <p:set>
                                      <p:cBhvr>
                                        <p:cTn id="177" dur="1" fill="hold">
                                          <p:stCondLst>
                                            <p:cond delay="0"/>
                                          </p:stCondLst>
                                        </p:cTn>
                                        <p:tgtEl>
                                          <p:spTgt spid="24"/>
                                        </p:tgtEl>
                                        <p:attrNameLst>
                                          <p:attrName>style.visibility</p:attrName>
                                        </p:attrNameLst>
                                      </p:cBhvr>
                                      <p:to>
                                        <p:strVal val="hidden"/>
                                      </p:to>
                                    </p:set>
                                  </p:childTnLst>
                                </p:cTn>
                              </p:par>
                              <p:par>
                                <p:cTn id="178" presetID="1" presetClass="entr" presetSubtype="0" fill="hold" nodeType="withEffect">
                                  <p:stCondLst>
                                    <p:cond delay="0"/>
                                  </p:stCondLst>
                                  <p:childTnLst>
                                    <p:set>
                                      <p:cBhvr>
                                        <p:cTn id="179" dur="1" fill="hold">
                                          <p:stCondLst>
                                            <p:cond delay="0"/>
                                          </p:stCondLst>
                                        </p:cTn>
                                        <p:tgtEl>
                                          <p:spTgt spid="181"/>
                                        </p:tgtEl>
                                        <p:attrNameLst>
                                          <p:attrName>style.visibility</p:attrName>
                                        </p:attrNameLst>
                                      </p:cBhvr>
                                      <p:to>
                                        <p:strVal val="visible"/>
                                      </p:to>
                                    </p:set>
                                  </p:childTnLst>
                                </p:cTn>
                              </p:par>
                            </p:childTnLst>
                          </p:cTn>
                        </p:par>
                        <p:par>
                          <p:cTn id="180" fill="hold">
                            <p:stCondLst>
                              <p:cond delay="3000"/>
                            </p:stCondLst>
                            <p:childTnLst>
                              <p:par>
                                <p:cTn id="181" presetID="63" presetClass="path" presetSubtype="0" accel="50000" decel="50000" fill="hold" nodeType="afterEffect">
                                  <p:stCondLst>
                                    <p:cond delay="0"/>
                                  </p:stCondLst>
                                  <p:childTnLst>
                                    <p:animMotion origin="layout" path="M -6.25E-7 -3.33333E-6 L 0.43125 -0.03032 " pathEditMode="relative" rAng="0" ptsTypes="AA">
                                      <p:cBhvr>
                                        <p:cTn id="182" dur="2000" fill="hold"/>
                                        <p:tgtEl>
                                          <p:spTgt spid="181"/>
                                        </p:tgtEl>
                                        <p:attrNameLst>
                                          <p:attrName>ppt_x</p:attrName>
                                          <p:attrName>ppt_y</p:attrName>
                                        </p:attrNameLst>
                                      </p:cBhvr>
                                      <p:rCtr x="21563" y="-1528"/>
                                    </p:animMotion>
                                  </p:childTnLst>
                                </p:cTn>
                              </p:par>
                            </p:childTnLst>
                          </p:cTn>
                        </p:par>
                        <p:par>
                          <p:cTn id="183" fill="hold">
                            <p:stCondLst>
                              <p:cond delay="5000"/>
                            </p:stCondLst>
                            <p:childTnLst>
                              <p:par>
                                <p:cTn id="184" presetID="35" presetClass="path" presetSubtype="0" accel="50000" decel="50000" fill="hold" nodeType="afterEffect">
                                  <p:stCondLst>
                                    <p:cond delay="0"/>
                                  </p:stCondLst>
                                  <p:childTnLst>
                                    <p:animMotion origin="layout" path="M 0.43125 -0.03032 L 0.23307 -0.02986 " pathEditMode="relative" rAng="0" ptsTypes="AA">
                                      <p:cBhvr>
                                        <p:cTn id="185" dur="1500" fill="hold"/>
                                        <p:tgtEl>
                                          <p:spTgt spid="181"/>
                                        </p:tgtEl>
                                        <p:attrNameLst>
                                          <p:attrName>ppt_x</p:attrName>
                                          <p:attrName>ppt_y</p:attrName>
                                        </p:attrNameLst>
                                      </p:cBhvr>
                                      <p:rCtr x="-9909" y="23"/>
                                    </p:animMotion>
                                  </p:childTnLst>
                                </p:cTn>
                              </p:par>
                              <p:par>
                                <p:cTn id="186" presetID="63" presetClass="path" presetSubtype="0" accel="50000" decel="50000" fill="hold" nodeType="withEffect">
                                  <p:stCondLst>
                                    <p:cond delay="0"/>
                                  </p:stCondLst>
                                  <p:childTnLst>
                                    <p:animMotion origin="layout" path="M -0.33502 0.00023 L -0.1345 -0.00093 " pathEditMode="relative" rAng="0" ptsTypes="AA">
                                      <p:cBhvr>
                                        <p:cTn id="187" dur="1500" fill="hold"/>
                                        <p:tgtEl>
                                          <p:spTgt spid="26"/>
                                        </p:tgtEl>
                                        <p:attrNameLst>
                                          <p:attrName>ppt_x</p:attrName>
                                          <p:attrName>ppt_y</p:attrName>
                                        </p:attrNameLst>
                                      </p:cBhvr>
                                      <p:rCtr x="10013"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p:bldP spid="139" grpId="0"/>
      <p:bldP spid="140" grpId="0"/>
      <p:bldP spid="140" grpId="1"/>
      <p:bldP spid="140" grpId="2"/>
      <p:bldP spid="140" grpId="3"/>
      <p:bldP spid="141" grpId="0"/>
      <p:bldP spid="141" grpId="1"/>
      <p:bldP spid="141" grpId="2"/>
      <p:bldP spid="141" grpId="3"/>
      <p:bldP spid="141" grpId="5"/>
      <p:bldP spid="73" grpId="0"/>
      <p:bldP spid="7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E49C2-AC4C-7414-26F2-0CE85F4814D3}"/>
            </a:ext>
          </a:extLst>
        </p:cNvPr>
        <p:cNvGrpSpPr/>
        <p:nvPr/>
      </p:nvGrpSpPr>
      <p:grpSpPr>
        <a:xfrm>
          <a:off x="0" y="0"/>
          <a:ext cx="0" cy="0"/>
          <a:chOff x="0" y="0"/>
          <a:chExt cx="0" cy="0"/>
        </a:xfrm>
      </p:grpSpPr>
      <p:grpSp>
        <p:nvGrpSpPr>
          <p:cNvPr id="234" name="组合 233">
            <a:extLst>
              <a:ext uri="{FF2B5EF4-FFF2-40B4-BE49-F238E27FC236}">
                <a16:creationId xmlns:a16="http://schemas.microsoft.com/office/drawing/2014/main" id="{33075789-C544-1207-5107-DB65E714EA68}"/>
              </a:ext>
            </a:extLst>
          </p:cNvPr>
          <p:cNvGrpSpPr/>
          <p:nvPr/>
        </p:nvGrpSpPr>
        <p:grpSpPr>
          <a:xfrm>
            <a:off x="829338" y="971133"/>
            <a:ext cx="1173049" cy="2007639"/>
            <a:chOff x="8022703" y="1110263"/>
            <a:chExt cx="1173049" cy="2007639"/>
          </a:xfrm>
        </p:grpSpPr>
        <p:grpSp>
          <p:nvGrpSpPr>
            <p:cNvPr id="197" name="组合 196">
              <a:extLst>
                <a:ext uri="{FF2B5EF4-FFF2-40B4-BE49-F238E27FC236}">
                  <a16:creationId xmlns:a16="http://schemas.microsoft.com/office/drawing/2014/main" id="{5F239265-546B-BFF6-CD40-EF7476AB96A9}"/>
                </a:ext>
              </a:extLst>
            </p:cNvPr>
            <p:cNvGrpSpPr/>
            <p:nvPr/>
          </p:nvGrpSpPr>
          <p:grpSpPr>
            <a:xfrm>
              <a:off x="8022703" y="1588650"/>
              <a:ext cx="948488" cy="1529252"/>
              <a:chOff x="3374832" y="1594330"/>
              <a:chExt cx="948488" cy="1529252"/>
            </a:xfrm>
          </p:grpSpPr>
          <p:grpSp>
            <p:nvGrpSpPr>
              <p:cNvPr id="198" name="组合 197">
                <a:extLst>
                  <a:ext uri="{FF2B5EF4-FFF2-40B4-BE49-F238E27FC236}">
                    <a16:creationId xmlns:a16="http://schemas.microsoft.com/office/drawing/2014/main" id="{FD8CD9F9-8CCE-A658-6812-BF96C5F1351D}"/>
                  </a:ext>
                </a:extLst>
              </p:cNvPr>
              <p:cNvGrpSpPr/>
              <p:nvPr/>
            </p:nvGrpSpPr>
            <p:grpSpPr>
              <a:xfrm>
                <a:off x="3770863" y="1594330"/>
                <a:ext cx="369948" cy="509292"/>
                <a:chOff x="1367788" y="986598"/>
                <a:chExt cx="369948" cy="509292"/>
              </a:xfrm>
            </p:grpSpPr>
            <p:sp>
              <p:nvSpPr>
                <p:cNvPr id="220" name="椭圆 219">
                  <a:extLst>
                    <a:ext uri="{FF2B5EF4-FFF2-40B4-BE49-F238E27FC236}">
                      <a16:creationId xmlns:a16="http://schemas.microsoft.com/office/drawing/2014/main" id="{1D4081AF-64D7-3E9D-8035-450860FB79E8}"/>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21" name="直接箭头连接符 220">
                  <a:extLst>
                    <a:ext uri="{FF2B5EF4-FFF2-40B4-BE49-F238E27FC236}">
                      <a16:creationId xmlns:a16="http://schemas.microsoft.com/office/drawing/2014/main" id="{A739F189-DF82-A1B4-3D65-334E650C8B08}"/>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22" name="直接箭头连接符 221">
                  <a:extLst>
                    <a:ext uri="{FF2B5EF4-FFF2-40B4-BE49-F238E27FC236}">
                      <a16:creationId xmlns:a16="http://schemas.microsoft.com/office/drawing/2014/main" id="{1E60E455-B63F-5550-3578-82CF86813581}"/>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23" name="文本框 95">
                  <a:extLst>
                    <a:ext uri="{FF2B5EF4-FFF2-40B4-BE49-F238E27FC236}">
                      <a16:creationId xmlns:a16="http://schemas.microsoft.com/office/drawing/2014/main" id="{64D2EB4C-44C8-4B8B-0DFB-3372E4AB3A80}"/>
                    </a:ext>
                  </a:extLst>
                </p:cNvPr>
                <p:cNvSpPr txBox="1"/>
                <p:nvPr/>
              </p:nvSpPr>
              <p:spPr>
                <a:xfrm>
                  <a:off x="1397547" y="1016492"/>
                  <a:ext cx="295405" cy="2657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60"/>
                    </a:lnSpc>
                  </a:pPr>
                  <a:r>
                    <a:rPr lang="en-US" altLang="zh-CN" b="1" dirty="0">
                      <a:solidFill>
                        <a:srgbClr val="0070C0"/>
                      </a:solidFill>
                      <a:cs typeface="Courier New" panose="02070309020205020404" pitchFamily="49" charset="0"/>
                    </a:rPr>
                    <a:t>19</a:t>
                  </a:r>
                  <a:endParaRPr lang="zh-CN" altLang="en-US" b="1" dirty="0">
                    <a:solidFill>
                      <a:srgbClr val="0070C0"/>
                    </a:solidFill>
                    <a:cs typeface="Courier New" panose="02070309020205020404" pitchFamily="49" charset="0"/>
                  </a:endParaRPr>
                </a:p>
              </p:txBody>
            </p:sp>
          </p:grpSp>
          <p:grpSp>
            <p:nvGrpSpPr>
              <p:cNvPr id="199" name="组合 198">
                <a:extLst>
                  <a:ext uri="{FF2B5EF4-FFF2-40B4-BE49-F238E27FC236}">
                    <a16:creationId xmlns:a16="http://schemas.microsoft.com/office/drawing/2014/main" id="{42D67B5D-6141-9FF3-BF66-62134A538F78}"/>
                  </a:ext>
                </a:extLst>
              </p:cNvPr>
              <p:cNvGrpSpPr/>
              <p:nvPr/>
            </p:nvGrpSpPr>
            <p:grpSpPr>
              <a:xfrm>
                <a:off x="3997825" y="2085807"/>
                <a:ext cx="325495" cy="544582"/>
                <a:chOff x="4596179" y="952104"/>
                <a:chExt cx="431999" cy="728092"/>
              </a:xfrm>
            </p:grpSpPr>
            <p:grpSp>
              <p:nvGrpSpPr>
                <p:cNvPr id="216" name="组合 215">
                  <a:extLst>
                    <a:ext uri="{FF2B5EF4-FFF2-40B4-BE49-F238E27FC236}">
                      <a16:creationId xmlns:a16="http://schemas.microsoft.com/office/drawing/2014/main" id="{F23FF4D1-1638-C6DB-5579-D2983B7CE41E}"/>
                    </a:ext>
                  </a:extLst>
                </p:cNvPr>
                <p:cNvGrpSpPr/>
                <p:nvPr/>
              </p:nvGrpSpPr>
              <p:grpSpPr>
                <a:xfrm>
                  <a:off x="4596179" y="952104"/>
                  <a:ext cx="431999" cy="432000"/>
                  <a:chOff x="4785858" y="4606900"/>
                  <a:chExt cx="431999" cy="432000"/>
                </a:xfrm>
              </p:grpSpPr>
              <p:sp>
                <p:nvSpPr>
                  <p:cNvPr id="218" name="椭圆 217">
                    <a:extLst>
                      <a:ext uri="{FF2B5EF4-FFF2-40B4-BE49-F238E27FC236}">
                        <a16:creationId xmlns:a16="http://schemas.microsoft.com/office/drawing/2014/main" id="{E1D9CCD4-6773-5626-5134-0B4FB4B70C70}"/>
                      </a:ext>
                    </a:extLst>
                  </p:cNvPr>
                  <p:cNvSpPr>
                    <a:spLocks noChangeArrowheads="1"/>
                  </p:cNvSpPr>
                  <p:nvPr/>
                </p:nvSpPr>
                <p:spPr bwMode="auto">
                  <a:xfrm>
                    <a:off x="4785858" y="4606900"/>
                    <a:ext cx="431999"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9" name="矩形 218">
                    <a:extLst>
                      <a:ext uri="{FF2B5EF4-FFF2-40B4-BE49-F238E27FC236}">
                        <a16:creationId xmlns:a16="http://schemas.microsoft.com/office/drawing/2014/main" id="{D6E70C76-6805-AE0C-7458-9496D2F217F8}"/>
                      </a:ext>
                    </a:extLst>
                  </p:cNvPr>
                  <p:cNvSpPr>
                    <a:spLocks noChangeArrowheads="1"/>
                  </p:cNvSpPr>
                  <p:nvPr/>
                </p:nvSpPr>
                <p:spPr bwMode="auto">
                  <a:xfrm>
                    <a:off x="4796212" y="4633714"/>
                    <a:ext cx="414680"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217" name="矩形 216">
                  <a:extLst>
                    <a:ext uri="{FF2B5EF4-FFF2-40B4-BE49-F238E27FC236}">
                      <a16:creationId xmlns:a16="http://schemas.microsoft.com/office/drawing/2014/main" id="{A346DA74-AE3F-3735-4C8C-EC256627B108}"/>
                    </a:ext>
                  </a:extLst>
                </p:cNvPr>
                <p:cNvSpPr>
                  <a:spLocks noChangeArrowheads="1"/>
                </p:cNvSpPr>
                <p:nvPr/>
              </p:nvSpPr>
              <p:spPr bwMode="auto">
                <a:xfrm>
                  <a:off x="4678533" y="1309854"/>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h</a:t>
                  </a:r>
                </a:p>
              </p:txBody>
            </p:sp>
          </p:grpSp>
          <p:grpSp>
            <p:nvGrpSpPr>
              <p:cNvPr id="200" name="组合 199">
                <a:extLst>
                  <a:ext uri="{FF2B5EF4-FFF2-40B4-BE49-F238E27FC236}">
                    <a16:creationId xmlns:a16="http://schemas.microsoft.com/office/drawing/2014/main" id="{C3B3E8F2-C2BC-2DA0-1516-30E0F8BCA2A4}"/>
                  </a:ext>
                </a:extLst>
              </p:cNvPr>
              <p:cNvGrpSpPr/>
              <p:nvPr/>
            </p:nvGrpSpPr>
            <p:grpSpPr>
              <a:xfrm>
                <a:off x="3374832" y="2087143"/>
                <a:ext cx="732387" cy="1036439"/>
                <a:chOff x="1234327" y="986598"/>
                <a:chExt cx="732387" cy="1036439"/>
              </a:xfrm>
            </p:grpSpPr>
            <p:grpSp>
              <p:nvGrpSpPr>
                <p:cNvPr id="201" name="组合 200">
                  <a:extLst>
                    <a:ext uri="{FF2B5EF4-FFF2-40B4-BE49-F238E27FC236}">
                      <a16:creationId xmlns:a16="http://schemas.microsoft.com/office/drawing/2014/main" id="{595BD1A4-CF30-8D16-48EB-464CD56CD5E2}"/>
                    </a:ext>
                  </a:extLst>
                </p:cNvPr>
                <p:cNvGrpSpPr/>
                <p:nvPr/>
              </p:nvGrpSpPr>
              <p:grpSpPr>
                <a:xfrm>
                  <a:off x="1234327" y="1474277"/>
                  <a:ext cx="325492" cy="525380"/>
                  <a:chOff x="3700363" y="944502"/>
                  <a:chExt cx="432000" cy="702422"/>
                </a:xfrm>
              </p:grpSpPr>
              <p:grpSp>
                <p:nvGrpSpPr>
                  <p:cNvPr id="212" name="组合 211">
                    <a:extLst>
                      <a:ext uri="{FF2B5EF4-FFF2-40B4-BE49-F238E27FC236}">
                        <a16:creationId xmlns:a16="http://schemas.microsoft.com/office/drawing/2014/main" id="{2D3A09AE-D27C-5BF3-90E8-976DAA21CF39}"/>
                      </a:ext>
                    </a:extLst>
                  </p:cNvPr>
                  <p:cNvGrpSpPr/>
                  <p:nvPr/>
                </p:nvGrpSpPr>
                <p:grpSpPr>
                  <a:xfrm>
                    <a:off x="3700363" y="944502"/>
                    <a:ext cx="432000" cy="432000"/>
                    <a:chOff x="4922912" y="4599491"/>
                    <a:chExt cx="432000" cy="432000"/>
                  </a:xfrm>
                </p:grpSpPr>
                <p:sp>
                  <p:nvSpPr>
                    <p:cNvPr id="214" name="椭圆 213">
                      <a:extLst>
                        <a:ext uri="{FF2B5EF4-FFF2-40B4-BE49-F238E27FC236}">
                          <a16:creationId xmlns:a16="http://schemas.microsoft.com/office/drawing/2014/main" id="{B8ACB3F0-A51A-5A4F-918D-CFA25FF91D7B}"/>
                        </a:ext>
                      </a:extLst>
                    </p:cNvPr>
                    <p:cNvSpPr>
                      <a:spLocks noChangeArrowheads="1"/>
                    </p:cNvSpPr>
                    <p:nvPr/>
                  </p:nvSpPr>
                  <p:spPr bwMode="auto">
                    <a:xfrm>
                      <a:off x="4922912" y="459949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5" name="矩形 214">
                      <a:extLst>
                        <a:ext uri="{FF2B5EF4-FFF2-40B4-BE49-F238E27FC236}">
                          <a16:creationId xmlns:a16="http://schemas.microsoft.com/office/drawing/2014/main" id="{F03F2B8F-69A8-1019-8C28-05E883EFEF10}"/>
                        </a:ext>
                      </a:extLst>
                    </p:cNvPr>
                    <p:cNvSpPr>
                      <a:spLocks noChangeArrowheads="1"/>
                    </p:cNvSpPr>
                    <p:nvPr/>
                  </p:nvSpPr>
                  <p:spPr bwMode="auto">
                    <a:xfrm>
                      <a:off x="4963087" y="4689971"/>
                      <a:ext cx="3551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213" name="矩形 212">
                    <a:extLst>
                      <a:ext uri="{FF2B5EF4-FFF2-40B4-BE49-F238E27FC236}">
                        <a16:creationId xmlns:a16="http://schemas.microsoft.com/office/drawing/2014/main" id="{3833BDA8-C8FE-E1C8-88B7-3377B49831F2}"/>
                      </a:ext>
                    </a:extLst>
                  </p:cNvPr>
                  <p:cNvSpPr>
                    <a:spLocks noChangeArrowheads="1"/>
                  </p:cNvSpPr>
                  <p:nvPr/>
                </p:nvSpPr>
                <p:spPr bwMode="auto">
                  <a:xfrm>
                    <a:off x="3764681" y="1276582"/>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g</a:t>
                    </a:r>
                  </a:p>
                </p:txBody>
              </p:sp>
            </p:grpSp>
            <p:grpSp>
              <p:nvGrpSpPr>
                <p:cNvPr id="202" name="组合 201">
                  <a:extLst>
                    <a:ext uri="{FF2B5EF4-FFF2-40B4-BE49-F238E27FC236}">
                      <a16:creationId xmlns:a16="http://schemas.microsoft.com/office/drawing/2014/main" id="{121983A2-90E8-F541-3C96-F35B9EC61959}"/>
                    </a:ext>
                  </a:extLst>
                </p:cNvPr>
                <p:cNvGrpSpPr/>
                <p:nvPr/>
              </p:nvGrpSpPr>
              <p:grpSpPr>
                <a:xfrm>
                  <a:off x="1634963" y="1475774"/>
                  <a:ext cx="331751" cy="547263"/>
                  <a:chOff x="5771109" y="933900"/>
                  <a:chExt cx="440305" cy="731679"/>
                </a:xfrm>
              </p:grpSpPr>
              <p:grpSp>
                <p:nvGrpSpPr>
                  <p:cNvPr id="208" name="组合 207">
                    <a:extLst>
                      <a:ext uri="{FF2B5EF4-FFF2-40B4-BE49-F238E27FC236}">
                        <a16:creationId xmlns:a16="http://schemas.microsoft.com/office/drawing/2014/main" id="{7CBF02E1-8C97-C079-CE9E-26036D4329C4}"/>
                      </a:ext>
                    </a:extLst>
                  </p:cNvPr>
                  <p:cNvGrpSpPr/>
                  <p:nvPr/>
                </p:nvGrpSpPr>
                <p:grpSpPr>
                  <a:xfrm>
                    <a:off x="5771109" y="933900"/>
                    <a:ext cx="440305" cy="432000"/>
                    <a:chOff x="4841057" y="4606900"/>
                    <a:chExt cx="440305" cy="432000"/>
                  </a:xfrm>
                </p:grpSpPr>
                <p:sp>
                  <p:nvSpPr>
                    <p:cNvPr id="210" name="椭圆 209">
                      <a:extLst>
                        <a:ext uri="{FF2B5EF4-FFF2-40B4-BE49-F238E27FC236}">
                          <a16:creationId xmlns:a16="http://schemas.microsoft.com/office/drawing/2014/main" id="{4495A91C-6137-A374-713E-40AF5A3E2B72}"/>
                        </a:ext>
                      </a:extLst>
                    </p:cNvPr>
                    <p:cNvSpPr>
                      <a:spLocks noChangeArrowheads="1"/>
                    </p:cNvSpPr>
                    <p:nvPr/>
                  </p:nvSpPr>
                  <p:spPr bwMode="auto">
                    <a:xfrm>
                      <a:off x="4849360" y="4606900"/>
                      <a:ext cx="432002"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1" name="矩形 210">
                      <a:extLst>
                        <a:ext uri="{FF2B5EF4-FFF2-40B4-BE49-F238E27FC236}">
                          <a16:creationId xmlns:a16="http://schemas.microsoft.com/office/drawing/2014/main" id="{6B86CC83-395D-E960-5EED-26AD275F4BFB}"/>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209" name="矩形 208">
                    <a:extLst>
                      <a:ext uri="{FF2B5EF4-FFF2-40B4-BE49-F238E27FC236}">
                        <a16:creationId xmlns:a16="http://schemas.microsoft.com/office/drawing/2014/main" id="{6A4D3DD7-3E53-AF51-A754-AF0714FD61CE}"/>
                      </a:ext>
                    </a:extLst>
                  </p:cNvPr>
                  <p:cNvSpPr>
                    <a:spLocks noChangeArrowheads="1"/>
                  </p:cNvSpPr>
                  <p:nvPr/>
                </p:nvSpPr>
                <p:spPr bwMode="auto">
                  <a:xfrm>
                    <a:off x="5877808"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a</a:t>
                    </a:r>
                  </a:p>
                </p:txBody>
              </p:sp>
            </p:grpSp>
            <p:grpSp>
              <p:nvGrpSpPr>
                <p:cNvPr id="203" name="组合 202">
                  <a:extLst>
                    <a:ext uri="{FF2B5EF4-FFF2-40B4-BE49-F238E27FC236}">
                      <a16:creationId xmlns:a16="http://schemas.microsoft.com/office/drawing/2014/main" id="{1AB5B031-2568-224E-F96A-32C1A9EEF45A}"/>
                    </a:ext>
                  </a:extLst>
                </p:cNvPr>
                <p:cNvGrpSpPr/>
                <p:nvPr/>
              </p:nvGrpSpPr>
              <p:grpSpPr>
                <a:xfrm>
                  <a:off x="1450918" y="986598"/>
                  <a:ext cx="326295" cy="509292"/>
                  <a:chOff x="1450918" y="986598"/>
                  <a:chExt cx="326295" cy="509292"/>
                </a:xfrm>
              </p:grpSpPr>
              <p:sp>
                <p:nvSpPr>
                  <p:cNvPr id="204" name="椭圆 203">
                    <a:extLst>
                      <a:ext uri="{FF2B5EF4-FFF2-40B4-BE49-F238E27FC236}">
                        <a16:creationId xmlns:a16="http://schemas.microsoft.com/office/drawing/2014/main" id="{1214EE3B-F815-5D2A-CBE8-C65E872B6132}"/>
                      </a:ext>
                    </a:extLst>
                  </p:cNvPr>
                  <p:cNvSpPr>
                    <a:spLocks noChangeArrowheads="1"/>
                  </p:cNvSpPr>
                  <p:nvPr/>
                </p:nvSpPr>
                <p:spPr bwMode="auto">
                  <a:xfrm>
                    <a:off x="1451720"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05" name="直接箭头连接符 204">
                    <a:extLst>
                      <a:ext uri="{FF2B5EF4-FFF2-40B4-BE49-F238E27FC236}">
                        <a16:creationId xmlns:a16="http://schemas.microsoft.com/office/drawing/2014/main" id="{DFF7C091-A732-992E-8389-30821C91927C}"/>
                      </a:ext>
                    </a:extLst>
                  </p:cNvPr>
                  <p:cNvCxnSpPr>
                    <a:cxnSpLocks/>
                  </p:cNvCxnSpPr>
                  <p:nvPr/>
                </p:nvCxnSpPr>
                <p:spPr>
                  <a:xfrm flipH="1">
                    <a:off x="145091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D74DC008-683E-9495-0691-E9AB67FCD4F9}"/>
                      </a:ext>
                    </a:extLst>
                  </p:cNvPr>
                  <p:cNvCxnSpPr>
                    <a:cxnSpLocks/>
                  </p:cNvCxnSpPr>
                  <p:nvPr/>
                </p:nvCxnSpPr>
                <p:spPr>
                  <a:xfrm>
                    <a:off x="1673575"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7" name="文本框 206">
                    <a:extLst>
                      <a:ext uri="{FF2B5EF4-FFF2-40B4-BE49-F238E27FC236}">
                        <a16:creationId xmlns:a16="http://schemas.microsoft.com/office/drawing/2014/main" id="{45EC9A40-BE44-66AF-D5F6-A6C717F28073}"/>
                      </a:ext>
                    </a:extLst>
                  </p:cNvPr>
                  <p:cNvSpPr txBox="1"/>
                  <p:nvPr/>
                </p:nvSpPr>
                <p:spPr>
                  <a:xfrm>
                    <a:off x="1529039" y="1017255"/>
                    <a:ext cx="177297"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8</a:t>
                    </a:r>
                    <a:endParaRPr lang="zh-CN" altLang="en-US" b="1" dirty="0">
                      <a:solidFill>
                        <a:srgbClr val="0070C0"/>
                      </a:solidFill>
                      <a:cs typeface="Courier New" panose="02070309020205020404" pitchFamily="49" charset="0"/>
                    </a:endParaRPr>
                  </a:p>
                </p:txBody>
              </p:sp>
            </p:grpSp>
          </p:grpSp>
        </p:grpSp>
        <p:grpSp>
          <p:nvGrpSpPr>
            <p:cNvPr id="229" name="组合 228">
              <a:extLst>
                <a:ext uri="{FF2B5EF4-FFF2-40B4-BE49-F238E27FC236}">
                  <a16:creationId xmlns:a16="http://schemas.microsoft.com/office/drawing/2014/main" id="{B1344B24-CC23-49D3-AACF-22FB66A6B3AD}"/>
                </a:ext>
              </a:extLst>
            </p:cNvPr>
            <p:cNvGrpSpPr/>
            <p:nvPr/>
          </p:nvGrpSpPr>
          <p:grpSpPr>
            <a:xfrm>
              <a:off x="8620967" y="1110263"/>
              <a:ext cx="369948" cy="509292"/>
              <a:chOff x="1367788" y="986598"/>
              <a:chExt cx="369948" cy="509292"/>
            </a:xfrm>
          </p:grpSpPr>
          <p:sp>
            <p:nvSpPr>
              <p:cNvPr id="230" name="椭圆 229">
                <a:extLst>
                  <a:ext uri="{FF2B5EF4-FFF2-40B4-BE49-F238E27FC236}">
                    <a16:creationId xmlns:a16="http://schemas.microsoft.com/office/drawing/2014/main" id="{56616B74-04A9-A9A7-447D-E13F72DC9C14}"/>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31" name="直接箭头连接符 230">
                <a:extLst>
                  <a:ext uri="{FF2B5EF4-FFF2-40B4-BE49-F238E27FC236}">
                    <a16:creationId xmlns:a16="http://schemas.microsoft.com/office/drawing/2014/main" id="{A1E23B13-7E02-1051-7A31-81913A057C1A}"/>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2" name="直接箭头连接符 231">
                <a:extLst>
                  <a:ext uri="{FF2B5EF4-FFF2-40B4-BE49-F238E27FC236}">
                    <a16:creationId xmlns:a16="http://schemas.microsoft.com/office/drawing/2014/main" id="{8A759957-697A-1866-4493-91D0D8644C94}"/>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33" name="文本框 232">
                <a:extLst>
                  <a:ext uri="{FF2B5EF4-FFF2-40B4-BE49-F238E27FC236}">
                    <a16:creationId xmlns:a16="http://schemas.microsoft.com/office/drawing/2014/main" id="{D70EB79A-7256-82F1-B200-B36AD72D3020}"/>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42</a:t>
                </a:r>
                <a:endParaRPr lang="zh-CN" altLang="en-US" b="1" dirty="0">
                  <a:solidFill>
                    <a:srgbClr val="0070C0"/>
                  </a:solidFill>
                  <a:cs typeface="Courier New" panose="02070309020205020404" pitchFamily="49" charset="0"/>
                </a:endParaRPr>
              </a:p>
            </p:txBody>
          </p:sp>
        </p:grpSp>
        <p:grpSp>
          <p:nvGrpSpPr>
            <p:cNvPr id="224" name="组合 223">
              <a:extLst>
                <a:ext uri="{FF2B5EF4-FFF2-40B4-BE49-F238E27FC236}">
                  <a16:creationId xmlns:a16="http://schemas.microsoft.com/office/drawing/2014/main" id="{66C9EB47-B0D2-0CD9-D559-19647EB31FFB}"/>
                </a:ext>
              </a:extLst>
            </p:cNvPr>
            <p:cNvGrpSpPr/>
            <p:nvPr/>
          </p:nvGrpSpPr>
          <p:grpSpPr>
            <a:xfrm>
              <a:off x="8862763" y="1588428"/>
              <a:ext cx="332989" cy="552309"/>
              <a:chOff x="9001705" y="942353"/>
              <a:chExt cx="441949" cy="738426"/>
            </a:xfrm>
          </p:grpSpPr>
          <p:grpSp>
            <p:nvGrpSpPr>
              <p:cNvPr id="225" name="组合 224">
                <a:extLst>
                  <a:ext uri="{FF2B5EF4-FFF2-40B4-BE49-F238E27FC236}">
                    <a16:creationId xmlns:a16="http://schemas.microsoft.com/office/drawing/2014/main" id="{2158C602-DD1D-D2EE-8C27-57932DF1DADA}"/>
                  </a:ext>
                </a:extLst>
              </p:cNvPr>
              <p:cNvGrpSpPr/>
              <p:nvPr/>
            </p:nvGrpSpPr>
            <p:grpSpPr>
              <a:xfrm>
                <a:off x="9001705" y="942353"/>
                <a:ext cx="441949" cy="432000"/>
                <a:chOff x="4859407" y="4619585"/>
                <a:chExt cx="441949" cy="432000"/>
              </a:xfrm>
            </p:grpSpPr>
            <p:sp>
              <p:nvSpPr>
                <p:cNvPr id="227" name="椭圆 226">
                  <a:extLst>
                    <a:ext uri="{FF2B5EF4-FFF2-40B4-BE49-F238E27FC236}">
                      <a16:creationId xmlns:a16="http://schemas.microsoft.com/office/drawing/2014/main" id="{F89C011F-6FA7-A8A0-7D97-581AD6334AAB}"/>
                    </a:ext>
                  </a:extLst>
                </p:cNvPr>
                <p:cNvSpPr>
                  <a:spLocks noChangeArrowheads="1"/>
                </p:cNvSpPr>
                <p:nvPr/>
              </p:nvSpPr>
              <p:spPr bwMode="auto">
                <a:xfrm>
                  <a:off x="4859407" y="4619585"/>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8" name="矩形 227">
                  <a:extLst>
                    <a:ext uri="{FF2B5EF4-FFF2-40B4-BE49-F238E27FC236}">
                      <a16:creationId xmlns:a16="http://schemas.microsoft.com/office/drawing/2014/main" id="{955463AC-2CA0-74E7-3A34-6E032175F0B7}"/>
                    </a:ext>
                  </a:extLst>
                </p:cNvPr>
                <p:cNvSpPr>
                  <a:spLocks noChangeArrowheads="1"/>
                </p:cNvSpPr>
                <p:nvPr/>
              </p:nvSpPr>
              <p:spPr bwMode="auto">
                <a:xfrm>
                  <a:off x="4869489" y="4688633"/>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23</a:t>
                  </a:r>
                </a:p>
              </p:txBody>
            </p:sp>
          </p:grpSp>
          <p:sp>
            <p:nvSpPr>
              <p:cNvPr id="226" name="矩形 225">
                <a:extLst>
                  <a:ext uri="{FF2B5EF4-FFF2-40B4-BE49-F238E27FC236}">
                    <a16:creationId xmlns:a16="http://schemas.microsoft.com/office/drawing/2014/main" id="{84349DF6-964D-5A97-0882-0AE13042D0B9}"/>
                  </a:ext>
                </a:extLst>
              </p:cNvPr>
              <p:cNvSpPr>
                <a:spLocks noChangeArrowheads="1"/>
              </p:cNvSpPr>
              <p:nvPr/>
            </p:nvSpPr>
            <p:spPr bwMode="auto">
              <a:xfrm>
                <a:off x="9083750" y="13104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f</a:t>
                </a:r>
              </a:p>
            </p:txBody>
          </p:sp>
        </p:grpSp>
      </p:grpSp>
      <p:sp>
        <p:nvSpPr>
          <p:cNvPr id="2" name="灯片编号占位符 1">
            <a:extLst>
              <a:ext uri="{FF2B5EF4-FFF2-40B4-BE49-F238E27FC236}">
                <a16:creationId xmlns:a16="http://schemas.microsoft.com/office/drawing/2014/main" id="{5DCB51F0-0D35-B97E-4B78-76E5C0C79DF5}"/>
              </a:ext>
            </a:extLst>
          </p:cNvPr>
          <p:cNvSpPr>
            <a:spLocks noGrp="1"/>
          </p:cNvSpPr>
          <p:nvPr>
            <p:ph type="sldNum" sz="quarter" idx="12"/>
          </p:nvPr>
        </p:nvSpPr>
        <p:spPr/>
        <p:txBody>
          <a:bodyPr/>
          <a:lstStyle/>
          <a:p>
            <a:fld id="{D7C0FE0B-717B-41AE-9FA2-CA4BF851D1C3}" type="slidenum">
              <a:rPr lang="zh-CN" altLang="en-US" smtClean="0"/>
              <a:t>33</a:t>
            </a:fld>
            <a:endParaRPr lang="zh-CN" altLang="en-US"/>
          </a:p>
        </p:txBody>
      </p:sp>
      <p:grpSp>
        <p:nvGrpSpPr>
          <p:cNvPr id="72" name="组合 71">
            <a:extLst>
              <a:ext uri="{FF2B5EF4-FFF2-40B4-BE49-F238E27FC236}">
                <a16:creationId xmlns:a16="http://schemas.microsoft.com/office/drawing/2014/main" id="{A1FE2818-F029-7B9D-368F-93654A67197E}"/>
              </a:ext>
            </a:extLst>
          </p:cNvPr>
          <p:cNvGrpSpPr/>
          <p:nvPr/>
        </p:nvGrpSpPr>
        <p:grpSpPr>
          <a:xfrm>
            <a:off x="1086892" y="107479"/>
            <a:ext cx="8613918" cy="699106"/>
            <a:chOff x="1086892" y="107479"/>
            <a:chExt cx="8613918" cy="699106"/>
          </a:xfrm>
        </p:grpSpPr>
        <p:grpSp>
          <p:nvGrpSpPr>
            <p:cNvPr id="5" name="组合 4">
              <a:extLst>
                <a:ext uri="{FF2B5EF4-FFF2-40B4-BE49-F238E27FC236}">
                  <a16:creationId xmlns:a16="http://schemas.microsoft.com/office/drawing/2014/main" id="{3D4A0670-E723-A349-1875-580857609F67}"/>
                </a:ext>
              </a:extLst>
            </p:cNvPr>
            <p:cNvGrpSpPr/>
            <p:nvPr/>
          </p:nvGrpSpPr>
          <p:grpSpPr>
            <a:xfrm>
              <a:off x="3178123" y="396029"/>
              <a:ext cx="6522687" cy="197278"/>
              <a:chOff x="1296928" y="792919"/>
              <a:chExt cx="8657017" cy="263756"/>
            </a:xfrm>
          </p:grpSpPr>
          <p:sp>
            <p:nvSpPr>
              <p:cNvPr id="61" name="矩形 60">
                <a:extLst>
                  <a:ext uri="{FF2B5EF4-FFF2-40B4-BE49-F238E27FC236}">
                    <a16:creationId xmlns:a16="http://schemas.microsoft.com/office/drawing/2014/main" id="{F0D281B6-C8B6-398F-8377-E8E65CF059D8}"/>
                  </a:ext>
                </a:extLst>
              </p:cNvPr>
              <p:cNvSpPr/>
              <p:nvPr/>
            </p:nvSpPr>
            <p:spPr>
              <a:xfrm>
                <a:off x="1296928" y="798110"/>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2" name="矩形 61">
                <a:extLst>
                  <a:ext uri="{FF2B5EF4-FFF2-40B4-BE49-F238E27FC236}">
                    <a16:creationId xmlns:a16="http://schemas.microsoft.com/office/drawing/2014/main" id="{EB367A87-116A-A6C6-0A5C-D4F3388C3D81}"/>
                  </a:ext>
                </a:extLst>
              </p:cNvPr>
              <p:cNvSpPr/>
              <p:nvPr/>
            </p:nvSpPr>
            <p:spPr>
              <a:xfrm>
                <a:off x="2380423" y="796962"/>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3" name="矩形 62">
                <a:extLst>
                  <a:ext uri="{FF2B5EF4-FFF2-40B4-BE49-F238E27FC236}">
                    <a16:creationId xmlns:a16="http://schemas.microsoft.com/office/drawing/2014/main" id="{85869708-874C-8EA1-8E06-2C413896BF60}"/>
                  </a:ext>
                </a:extLst>
              </p:cNvPr>
              <p:cNvSpPr/>
              <p:nvPr/>
            </p:nvSpPr>
            <p:spPr>
              <a:xfrm>
                <a:off x="3462233" y="796554"/>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4" name="矩形 63">
                <a:extLst>
                  <a:ext uri="{FF2B5EF4-FFF2-40B4-BE49-F238E27FC236}">
                    <a16:creationId xmlns:a16="http://schemas.microsoft.com/office/drawing/2014/main" id="{08CBA93B-6C5F-EC84-B436-7EA5F0360C51}"/>
                  </a:ext>
                </a:extLst>
              </p:cNvPr>
              <p:cNvSpPr/>
              <p:nvPr/>
            </p:nvSpPr>
            <p:spPr>
              <a:xfrm>
                <a:off x="4545728" y="795406"/>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5" name="矩形 64">
                <a:extLst>
                  <a:ext uri="{FF2B5EF4-FFF2-40B4-BE49-F238E27FC236}">
                    <a16:creationId xmlns:a16="http://schemas.microsoft.com/office/drawing/2014/main" id="{73F0C3CC-21E5-CF2E-6CB1-B6D18CFD45FB}"/>
                  </a:ext>
                </a:extLst>
              </p:cNvPr>
              <p:cNvSpPr/>
              <p:nvPr/>
            </p:nvSpPr>
            <p:spPr>
              <a:xfrm>
                <a:off x="5622996" y="795623"/>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6" name="矩形 65">
                <a:extLst>
                  <a:ext uri="{FF2B5EF4-FFF2-40B4-BE49-F238E27FC236}">
                    <a16:creationId xmlns:a16="http://schemas.microsoft.com/office/drawing/2014/main" id="{CD7EE268-B53F-29E1-6A2B-C200B377A2BC}"/>
                  </a:ext>
                </a:extLst>
              </p:cNvPr>
              <p:cNvSpPr/>
              <p:nvPr/>
            </p:nvSpPr>
            <p:spPr>
              <a:xfrm>
                <a:off x="6706491" y="794475"/>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7" name="矩形 66">
                <a:extLst>
                  <a:ext uri="{FF2B5EF4-FFF2-40B4-BE49-F238E27FC236}">
                    <a16:creationId xmlns:a16="http://schemas.microsoft.com/office/drawing/2014/main" id="{8268CADF-7791-A28F-3C58-98A7205A2A8A}"/>
                  </a:ext>
                </a:extLst>
              </p:cNvPr>
              <p:cNvSpPr/>
              <p:nvPr/>
            </p:nvSpPr>
            <p:spPr>
              <a:xfrm>
                <a:off x="7788301" y="794067"/>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8" name="矩形 67">
                <a:extLst>
                  <a:ext uri="{FF2B5EF4-FFF2-40B4-BE49-F238E27FC236}">
                    <a16:creationId xmlns:a16="http://schemas.microsoft.com/office/drawing/2014/main" id="{B1A0E565-AC10-07D8-1772-67DCAA84D409}"/>
                  </a:ext>
                </a:extLst>
              </p:cNvPr>
              <p:cNvSpPr/>
              <p:nvPr/>
            </p:nvSpPr>
            <p:spPr>
              <a:xfrm>
                <a:off x="8871796" y="792919"/>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grpSp>
        <p:sp>
          <p:nvSpPr>
            <p:cNvPr id="14" name="文本框 183">
              <a:extLst>
                <a:ext uri="{FF2B5EF4-FFF2-40B4-BE49-F238E27FC236}">
                  <a16:creationId xmlns:a16="http://schemas.microsoft.com/office/drawing/2014/main" id="{B29AC58F-E4FA-DDAE-898D-F00D4CE703E1}"/>
                </a:ext>
              </a:extLst>
            </p:cNvPr>
            <p:cNvSpPr txBox="1"/>
            <p:nvPr/>
          </p:nvSpPr>
          <p:spPr>
            <a:xfrm>
              <a:off x="2706952" y="107479"/>
              <a:ext cx="6993858"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0           1            2             3            4            5            6            7             8</a:t>
              </a:r>
              <a:endParaRPr lang="zh-CN" altLang="en-US" dirty="0"/>
            </a:p>
          </p:txBody>
        </p:sp>
        <p:sp>
          <p:nvSpPr>
            <p:cNvPr id="15" name="矩形 14">
              <a:extLst>
                <a:ext uri="{FF2B5EF4-FFF2-40B4-BE49-F238E27FC236}">
                  <a16:creationId xmlns:a16="http://schemas.microsoft.com/office/drawing/2014/main" id="{8FCB63C4-0991-4BE3-BF70-8C2C0349065B}"/>
                </a:ext>
              </a:extLst>
            </p:cNvPr>
            <p:cNvSpPr/>
            <p:nvPr/>
          </p:nvSpPr>
          <p:spPr>
            <a:xfrm>
              <a:off x="2362264" y="403716"/>
              <a:ext cx="815352" cy="193395"/>
            </a:xfrm>
            <a:prstGeom prst="rect">
              <a:avLst/>
            </a:prstGeom>
            <a:pattFill prst="wdUpDiag">
              <a:fgClr>
                <a:schemeClr val="bg2">
                  <a:lumMod val="25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grpSp>
          <p:nvGrpSpPr>
            <p:cNvPr id="71" name="组合 70">
              <a:extLst>
                <a:ext uri="{FF2B5EF4-FFF2-40B4-BE49-F238E27FC236}">
                  <a16:creationId xmlns:a16="http://schemas.microsoft.com/office/drawing/2014/main" id="{E6147851-36DE-8FA2-C076-E07B978FC60D}"/>
                </a:ext>
              </a:extLst>
            </p:cNvPr>
            <p:cNvGrpSpPr/>
            <p:nvPr/>
          </p:nvGrpSpPr>
          <p:grpSpPr>
            <a:xfrm>
              <a:off x="1086892" y="128732"/>
              <a:ext cx="1275371" cy="677853"/>
              <a:chOff x="1086892" y="128732"/>
              <a:chExt cx="1275371" cy="677853"/>
            </a:xfrm>
          </p:grpSpPr>
          <p:grpSp>
            <p:nvGrpSpPr>
              <p:cNvPr id="4" name="组合 3">
                <a:extLst>
                  <a:ext uri="{FF2B5EF4-FFF2-40B4-BE49-F238E27FC236}">
                    <a16:creationId xmlns:a16="http://schemas.microsoft.com/office/drawing/2014/main" id="{4535B95D-A991-9C1C-3FC5-C24115030723}"/>
                  </a:ext>
                </a:extLst>
              </p:cNvPr>
              <p:cNvGrpSpPr/>
              <p:nvPr/>
            </p:nvGrpSpPr>
            <p:grpSpPr>
              <a:xfrm>
                <a:off x="1671654" y="387638"/>
                <a:ext cx="473294" cy="418947"/>
                <a:chOff x="1144795" y="2638260"/>
                <a:chExt cx="628164" cy="560124"/>
              </a:xfrm>
            </p:grpSpPr>
            <p:sp>
              <p:nvSpPr>
                <p:cNvPr id="69" name="矩形 68">
                  <a:extLst>
                    <a:ext uri="{FF2B5EF4-FFF2-40B4-BE49-F238E27FC236}">
                      <a16:creationId xmlns:a16="http://schemas.microsoft.com/office/drawing/2014/main" id="{DEE08821-994F-EA76-EF1C-7F7B52FA2439}"/>
                    </a:ext>
                  </a:extLst>
                </p:cNvPr>
                <p:cNvSpPr/>
                <p:nvPr/>
              </p:nvSpPr>
              <p:spPr>
                <a:xfrm>
                  <a:off x="1144795" y="2638260"/>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70" name="矩形 69">
                  <a:extLst>
                    <a:ext uri="{FF2B5EF4-FFF2-40B4-BE49-F238E27FC236}">
                      <a16:creationId xmlns:a16="http://schemas.microsoft.com/office/drawing/2014/main" id="{8CC04BFA-6222-45BA-AF49-9259B8008229}"/>
                    </a:ext>
                  </a:extLst>
                </p:cNvPr>
                <p:cNvSpPr/>
                <p:nvPr/>
              </p:nvSpPr>
              <p:spPr>
                <a:xfrm>
                  <a:off x="1144795" y="2918322"/>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latin typeface="Courier New" panose="02070309020205020404" pitchFamily="49" charset="0"/>
                    <a:cs typeface="Courier New" panose="02070309020205020404" pitchFamily="49" charset="0"/>
                  </a:endParaRPr>
                </a:p>
              </p:txBody>
            </p:sp>
          </p:grpSp>
          <p:cxnSp>
            <p:nvCxnSpPr>
              <p:cNvPr id="16" name="直接箭头连接符 15">
                <a:extLst>
                  <a:ext uri="{FF2B5EF4-FFF2-40B4-BE49-F238E27FC236}">
                    <a16:creationId xmlns:a16="http://schemas.microsoft.com/office/drawing/2014/main" id="{0CA56EC2-305C-383D-C501-410538A6C8E2}"/>
                  </a:ext>
                </a:extLst>
              </p:cNvPr>
              <p:cNvCxnSpPr>
                <a:cxnSpLocks/>
                <a:endCxn id="15" idx="1"/>
              </p:cNvCxnSpPr>
              <p:nvPr/>
            </p:nvCxnSpPr>
            <p:spPr>
              <a:xfrm>
                <a:off x="1908301" y="500413"/>
                <a:ext cx="453962" cy="1"/>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0349F18D-5FC6-B352-9D57-AA6DAA27C732}"/>
                  </a:ext>
                </a:extLst>
              </p:cNvPr>
              <p:cNvSpPr>
                <a:spLocks noChangeArrowheads="1"/>
              </p:cNvSpPr>
              <p:nvPr/>
            </p:nvSpPr>
            <p:spPr bwMode="auto">
              <a:xfrm>
                <a:off x="1086892" y="386381"/>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err="1">
                    <a:latin typeface="Courier New" panose="02070309020205020404" pitchFamily="49" charset="0"/>
                    <a:ea typeface="楷体_GB2312" pitchFamily="49" charset="-122"/>
                    <a:cs typeface="Courier New" panose="02070309020205020404" pitchFamily="49" charset="0"/>
                  </a:rPr>
                  <a:t>elem</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8" name="矩形 17">
                <a:extLst>
                  <a:ext uri="{FF2B5EF4-FFF2-40B4-BE49-F238E27FC236}">
                    <a16:creationId xmlns:a16="http://schemas.microsoft.com/office/drawing/2014/main" id="{A4D387EC-FEA0-BEB9-7F0D-5A73511E3E64}"/>
                  </a:ext>
                </a:extLst>
              </p:cNvPr>
              <p:cNvSpPr>
                <a:spLocks noChangeArrowheads="1"/>
              </p:cNvSpPr>
              <p:nvPr/>
            </p:nvSpPr>
            <p:spPr bwMode="auto">
              <a:xfrm>
                <a:off x="1091114" y="586925"/>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latin typeface="Courier New" panose="02070309020205020404" pitchFamily="49" charset="0"/>
                    <a:ea typeface="楷体_GB2312" pitchFamily="49" charset="-122"/>
                    <a:cs typeface="Courier New" panose="02070309020205020404" pitchFamily="49" charset="0"/>
                  </a:rPr>
                  <a:t>len</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9" name="矩形 18">
                <a:extLst>
                  <a:ext uri="{FF2B5EF4-FFF2-40B4-BE49-F238E27FC236}">
                    <a16:creationId xmlns:a16="http://schemas.microsoft.com/office/drawing/2014/main" id="{6BFD7D15-1F7F-08EB-C610-8F8F95816EFE}"/>
                  </a:ext>
                </a:extLst>
              </p:cNvPr>
              <p:cNvSpPr>
                <a:spLocks noChangeArrowheads="1"/>
              </p:cNvSpPr>
              <p:nvPr/>
            </p:nvSpPr>
            <p:spPr bwMode="auto">
              <a:xfrm>
                <a:off x="1170275" y="128732"/>
                <a:ext cx="239160"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H</a:t>
                </a:r>
              </a:p>
            </p:txBody>
          </p:sp>
          <p:cxnSp>
            <p:nvCxnSpPr>
              <p:cNvPr id="20" name="直接箭头连接符 19">
                <a:extLst>
                  <a:ext uri="{FF2B5EF4-FFF2-40B4-BE49-F238E27FC236}">
                    <a16:creationId xmlns:a16="http://schemas.microsoft.com/office/drawing/2014/main" id="{1BC7F078-1956-00C2-9E9B-32F032D4A054}"/>
                  </a:ext>
                </a:extLst>
              </p:cNvPr>
              <p:cNvCxnSpPr>
                <a:cxnSpLocks/>
                <a:stCxn id="19" idx="3"/>
              </p:cNvCxnSpPr>
              <p:nvPr/>
            </p:nvCxnSpPr>
            <p:spPr>
              <a:xfrm>
                <a:off x="1409435" y="232323"/>
                <a:ext cx="258001" cy="14835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cxnSp>
        <p:nvCxnSpPr>
          <p:cNvPr id="9" name="直接箭头连接符 8">
            <a:extLst>
              <a:ext uri="{FF2B5EF4-FFF2-40B4-BE49-F238E27FC236}">
                <a16:creationId xmlns:a16="http://schemas.microsoft.com/office/drawing/2014/main" id="{7F08C26D-3D60-85C6-144B-7BD98CCA6580}"/>
              </a:ext>
            </a:extLst>
          </p:cNvPr>
          <p:cNvCxnSpPr/>
          <p:nvPr/>
        </p:nvCxnSpPr>
        <p:spPr>
          <a:xfrm>
            <a:off x="6840799" y="48997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BF5D836C-A7E2-B403-F2D5-6F1654FD6584}"/>
              </a:ext>
            </a:extLst>
          </p:cNvPr>
          <p:cNvCxnSpPr/>
          <p:nvPr/>
        </p:nvCxnSpPr>
        <p:spPr>
          <a:xfrm>
            <a:off x="6028370" y="505635"/>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00CB04E-DCF5-6509-C8CA-F7D17F03DDBE}"/>
              </a:ext>
            </a:extLst>
          </p:cNvPr>
          <p:cNvCxnSpPr/>
          <p:nvPr/>
        </p:nvCxnSpPr>
        <p:spPr>
          <a:xfrm>
            <a:off x="5215991" y="491115"/>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375AF0DA-3014-3D73-5B93-7BE286F10EC9}"/>
              </a:ext>
            </a:extLst>
          </p:cNvPr>
          <p:cNvCxnSpPr/>
          <p:nvPr/>
        </p:nvCxnSpPr>
        <p:spPr>
          <a:xfrm>
            <a:off x="4396906" y="50155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B8F30774-41DB-74C2-3633-0715EBBF0E49}"/>
              </a:ext>
            </a:extLst>
          </p:cNvPr>
          <p:cNvCxnSpPr/>
          <p:nvPr/>
        </p:nvCxnSpPr>
        <p:spPr>
          <a:xfrm>
            <a:off x="3586554" y="49519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D86065C6-100D-6B64-C09E-591D5DBF4DCE}"/>
              </a:ext>
            </a:extLst>
          </p:cNvPr>
          <p:cNvGrpSpPr/>
          <p:nvPr/>
        </p:nvGrpSpPr>
        <p:grpSpPr>
          <a:xfrm>
            <a:off x="6687864" y="754281"/>
            <a:ext cx="332989" cy="552309"/>
            <a:chOff x="9001705" y="942353"/>
            <a:chExt cx="441949" cy="738426"/>
          </a:xfrm>
        </p:grpSpPr>
        <p:grpSp>
          <p:nvGrpSpPr>
            <p:cNvPr id="37" name="组合 36">
              <a:extLst>
                <a:ext uri="{FF2B5EF4-FFF2-40B4-BE49-F238E27FC236}">
                  <a16:creationId xmlns:a16="http://schemas.microsoft.com/office/drawing/2014/main" id="{BC8E098F-BFB2-5B85-2336-FF66C9D7DD87}"/>
                </a:ext>
              </a:extLst>
            </p:cNvPr>
            <p:cNvGrpSpPr/>
            <p:nvPr/>
          </p:nvGrpSpPr>
          <p:grpSpPr>
            <a:xfrm>
              <a:off x="9001705" y="942353"/>
              <a:ext cx="441949" cy="432000"/>
              <a:chOff x="4859407" y="4619585"/>
              <a:chExt cx="441949" cy="432000"/>
            </a:xfrm>
          </p:grpSpPr>
          <p:sp>
            <p:nvSpPr>
              <p:cNvPr id="39" name="椭圆 38">
                <a:extLst>
                  <a:ext uri="{FF2B5EF4-FFF2-40B4-BE49-F238E27FC236}">
                    <a16:creationId xmlns:a16="http://schemas.microsoft.com/office/drawing/2014/main" id="{53546245-9E3F-E091-89A0-93C8007D4DEE}"/>
                  </a:ext>
                </a:extLst>
              </p:cNvPr>
              <p:cNvSpPr>
                <a:spLocks noChangeArrowheads="1"/>
              </p:cNvSpPr>
              <p:nvPr/>
            </p:nvSpPr>
            <p:spPr bwMode="auto">
              <a:xfrm>
                <a:off x="4859407" y="4619585"/>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矩形 39">
                <a:extLst>
                  <a:ext uri="{FF2B5EF4-FFF2-40B4-BE49-F238E27FC236}">
                    <a16:creationId xmlns:a16="http://schemas.microsoft.com/office/drawing/2014/main" id="{3B71E527-A456-DE56-AEB8-CD9CE82101A2}"/>
                  </a:ext>
                </a:extLst>
              </p:cNvPr>
              <p:cNvSpPr>
                <a:spLocks noChangeArrowheads="1"/>
              </p:cNvSpPr>
              <p:nvPr/>
            </p:nvSpPr>
            <p:spPr bwMode="auto">
              <a:xfrm>
                <a:off x="4869489" y="4688633"/>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23</a:t>
                </a:r>
              </a:p>
            </p:txBody>
          </p:sp>
        </p:grpSp>
        <p:sp>
          <p:nvSpPr>
            <p:cNvPr id="38" name="矩形 37">
              <a:extLst>
                <a:ext uri="{FF2B5EF4-FFF2-40B4-BE49-F238E27FC236}">
                  <a16:creationId xmlns:a16="http://schemas.microsoft.com/office/drawing/2014/main" id="{4069F783-060B-FE2F-9D49-9E5D0CD7835C}"/>
                </a:ext>
              </a:extLst>
            </p:cNvPr>
            <p:cNvSpPr>
              <a:spLocks noChangeArrowheads="1"/>
            </p:cNvSpPr>
            <p:nvPr/>
          </p:nvSpPr>
          <p:spPr bwMode="auto">
            <a:xfrm>
              <a:off x="9083750" y="13104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f</a:t>
              </a:r>
            </a:p>
          </p:txBody>
        </p:sp>
      </p:grpSp>
      <p:grpSp>
        <p:nvGrpSpPr>
          <p:cNvPr id="28" name="组合 27">
            <a:extLst>
              <a:ext uri="{FF2B5EF4-FFF2-40B4-BE49-F238E27FC236}">
                <a16:creationId xmlns:a16="http://schemas.microsoft.com/office/drawing/2014/main" id="{80551C7A-0FE7-1D62-AE97-98010D54AC2E}"/>
              </a:ext>
            </a:extLst>
          </p:cNvPr>
          <p:cNvGrpSpPr/>
          <p:nvPr/>
        </p:nvGrpSpPr>
        <p:grpSpPr>
          <a:xfrm>
            <a:off x="5867121" y="763767"/>
            <a:ext cx="335909" cy="566376"/>
            <a:chOff x="11169046" y="936617"/>
            <a:chExt cx="445824" cy="757232"/>
          </a:xfrm>
        </p:grpSpPr>
        <p:grpSp>
          <p:nvGrpSpPr>
            <p:cNvPr id="29" name="组合 28">
              <a:extLst>
                <a:ext uri="{FF2B5EF4-FFF2-40B4-BE49-F238E27FC236}">
                  <a16:creationId xmlns:a16="http://schemas.microsoft.com/office/drawing/2014/main" id="{F6B14057-0E58-84ED-9A07-05084C5C271F}"/>
                </a:ext>
              </a:extLst>
            </p:cNvPr>
            <p:cNvGrpSpPr/>
            <p:nvPr/>
          </p:nvGrpSpPr>
          <p:grpSpPr>
            <a:xfrm>
              <a:off x="11169046" y="936617"/>
              <a:ext cx="445824" cy="432000"/>
              <a:chOff x="4865986" y="4606900"/>
              <a:chExt cx="445824" cy="432000"/>
            </a:xfrm>
          </p:grpSpPr>
          <p:sp>
            <p:nvSpPr>
              <p:cNvPr id="31" name="椭圆 30">
                <a:extLst>
                  <a:ext uri="{FF2B5EF4-FFF2-40B4-BE49-F238E27FC236}">
                    <a16:creationId xmlns:a16="http://schemas.microsoft.com/office/drawing/2014/main" id="{FCB9F2A0-C0C8-AFD0-3DFA-999A868B09BF}"/>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矩形 31">
                <a:extLst>
                  <a:ext uri="{FF2B5EF4-FFF2-40B4-BE49-F238E27FC236}">
                    <a16:creationId xmlns:a16="http://schemas.microsoft.com/office/drawing/2014/main" id="{D841E47E-C9B3-ECAA-5BB0-2E56B1B29529}"/>
                  </a:ext>
                </a:extLst>
              </p:cNvPr>
              <p:cNvSpPr>
                <a:spLocks noChangeArrowheads="1"/>
              </p:cNvSpPr>
              <p:nvPr/>
            </p:nvSpPr>
            <p:spPr bwMode="auto">
              <a:xfrm>
                <a:off x="4879943" y="4695289"/>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29</a:t>
                </a:r>
              </a:p>
            </p:txBody>
          </p:sp>
        </p:grpSp>
        <p:sp>
          <p:nvSpPr>
            <p:cNvPr id="30" name="矩形 29">
              <a:extLst>
                <a:ext uri="{FF2B5EF4-FFF2-40B4-BE49-F238E27FC236}">
                  <a16:creationId xmlns:a16="http://schemas.microsoft.com/office/drawing/2014/main" id="{FEFCC7F5-D62E-8F2A-4B04-01BD672DA152}"/>
                </a:ext>
              </a:extLst>
            </p:cNvPr>
            <p:cNvSpPr>
              <a:spLocks noChangeArrowheads="1"/>
            </p:cNvSpPr>
            <p:nvPr/>
          </p:nvSpPr>
          <p:spPr bwMode="auto">
            <a:xfrm>
              <a:off x="11285323" y="132350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b</a:t>
              </a:r>
            </a:p>
          </p:txBody>
        </p:sp>
      </p:grpSp>
      <p:sp>
        <p:nvSpPr>
          <p:cNvPr id="74" name="文本框 73">
            <a:extLst>
              <a:ext uri="{FF2B5EF4-FFF2-40B4-BE49-F238E27FC236}">
                <a16:creationId xmlns:a16="http://schemas.microsoft.com/office/drawing/2014/main" id="{C75B1CF8-D5BC-3909-BFF9-08B1FF0E0969}"/>
              </a:ext>
            </a:extLst>
          </p:cNvPr>
          <p:cNvSpPr txBox="1"/>
          <p:nvPr/>
        </p:nvSpPr>
        <p:spPr>
          <a:xfrm>
            <a:off x="811491" y="3399961"/>
            <a:ext cx="10765931" cy="3340145"/>
          </a:xfrm>
          <a:prstGeom prst="rect">
            <a:avLst/>
          </a:prstGeom>
          <a:solidFill>
            <a:schemeClr val="tx2">
              <a:lumMod val="10000"/>
              <a:lumOff val="90000"/>
            </a:schemeClr>
          </a:solidFill>
          <a:ln>
            <a:solidFill>
              <a:srgbClr val="7030A0"/>
            </a:solidFill>
          </a:ln>
        </p:spPr>
        <p:txBody>
          <a:bodyPr wrap="square">
            <a:spAutoFit/>
          </a:bodyPr>
          <a:lstStyle/>
          <a:p>
            <a:pPr marL="108000" algn="just">
              <a:lnSpc>
                <a:spcPct val="9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MakeHFTree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weight[],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6.15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构造赫夫曼树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由长度为</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的字符数组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data</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和权值数组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weight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构造并返回赫夫曼树，使用小顶堆存储森林</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Heap H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InitHeap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新建容量为</a:t>
            </a:r>
            <a:r>
              <a:rPr lang="en-US" altLang="zh-CN" b="1" kern="100" dirty="0" err="1">
                <a:solidFill>
                  <a:srgbClr val="041ABC"/>
                </a:solidFill>
                <a:latin typeface="Courier New" panose="02070309020205020404" pitchFamily="49" charset="0"/>
                <a:ea typeface="宋体" panose="02010600030101010101" pitchFamily="2" charset="-122"/>
                <a:cs typeface="Times New Roman" panose="02020603050405020304" pitchFamily="18" charset="0"/>
              </a:rPr>
              <a:t>n+1</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的空堆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&lt;n;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生成每个权值节点并插入</a:t>
            </a:r>
            <a:r>
              <a:rPr lang="zh-CN"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小顶堆</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H</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data[</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字符</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weight[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权值</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Insert(H,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for</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循环结束时，优先队列内是单节点树的森林</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构造赫夫曼树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return</a:t>
            </a:r>
            <a:r>
              <a:rPr lang="en-US" altLang="zh-CN" b="1" kern="100" dirty="0">
                <a:latin typeface="Courier New" panose="02070309020205020404" pitchFamily="49" charset="0"/>
                <a:cs typeface="Times New Roman" panose="02020603050405020304" pitchFamily="18" charset="0"/>
              </a:rPr>
              <a:t>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返回构造的赫夫曼树</a:t>
            </a:r>
            <a:endPar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5" name="文本框 74">
            <a:extLst>
              <a:ext uri="{FF2B5EF4-FFF2-40B4-BE49-F238E27FC236}">
                <a16:creationId xmlns:a16="http://schemas.microsoft.com/office/drawing/2014/main" id="{CE712076-6D4A-7852-ED08-91C798AB72F3}"/>
              </a:ext>
            </a:extLst>
          </p:cNvPr>
          <p:cNvSpPr txBox="1"/>
          <p:nvPr/>
        </p:nvSpPr>
        <p:spPr>
          <a:xfrm>
            <a:off x="941568" y="3805292"/>
            <a:ext cx="10498942" cy="2338974"/>
          </a:xfrm>
          <a:prstGeom prst="rect">
            <a:avLst/>
          </a:prstGeom>
          <a:solidFill>
            <a:srgbClr val="E7FFFF"/>
          </a:solidFill>
        </p:spPr>
        <p:txBody>
          <a:bodyPr wrap="square">
            <a:spAutoFit/>
          </a:bodyPr>
          <a:lstStyle/>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建小顶堆</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H</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endPar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&gt; 1)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while</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循环每次将权值最小的两棵树合二为一</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从堆取权值最小两棵树为左、右子树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根节点</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内部节点数据域为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-&gt;weight + rt-&gt;weight;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根节点的权值为左右孩子权值之和</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rt;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接上左右子树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Insert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将组合成的新树插入堆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每次合二为一减少了一棵树，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while</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循环结束时，优先队列只含的一棵树即为所求</a:t>
            </a:r>
          </a:p>
        </p:txBody>
      </p:sp>
      <p:sp>
        <p:nvSpPr>
          <p:cNvPr id="76" name="文本框 75">
            <a:extLst>
              <a:ext uri="{FF2B5EF4-FFF2-40B4-BE49-F238E27FC236}">
                <a16:creationId xmlns:a16="http://schemas.microsoft.com/office/drawing/2014/main" id="{EB4A2B5F-CBBE-836A-46A5-7E8C12F65D8F}"/>
              </a:ext>
            </a:extLst>
          </p:cNvPr>
          <p:cNvSpPr txBox="1"/>
          <p:nvPr/>
        </p:nvSpPr>
        <p:spPr>
          <a:xfrm>
            <a:off x="319648" y="4254425"/>
            <a:ext cx="467346" cy="1631216"/>
          </a:xfrm>
          <a:prstGeom prst="rect">
            <a:avLst/>
          </a:prstGeom>
          <a:noFill/>
        </p:spPr>
        <p:txBody>
          <a:bodyPr wrap="square" rtlCol="0">
            <a:spAutoFit/>
          </a:bodyPr>
          <a:lstStyle/>
          <a:p>
            <a:r>
              <a:rPr lang="zh-CN" altLang="en-US" sz="2000" b="1" dirty="0">
                <a:solidFill>
                  <a:srgbClr val="C00000"/>
                </a:solidFill>
                <a:effectLst>
                  <a:outerShdw blurRad="38100" dist="38100" dir="2700000" algn="tl">
                    <a:srgbClr val="000000">
                      <a:alpha val="43137"/>
                    </a:srgbClr>
                  </a:outerShdw>
                </a:effectLst>
                <a:latin typeface="+mj-ea"/>
                <a:ea typeface="+mj-ea"/>
              </a:rPr>
              <a:t>建</a:t>
            </a:r>
            <a:endParaRPr lang="en-US" altLang="zh-CN" sz="2000" b="1" dirty="0">
              <a:solidFill>
                <a:srgbClr val="C00000"/>
              </a:solidFill>
              <a:effectLst>
                <a:outerShdw blurRad="38100" dist="38100" dir="2700000" algn="tl">
                  <a:srgbClr val="000000">
                    <a:alpha val="43137"/>
                  </a:srgbClr>
                </a:outerShdw>
              </a:effectLst>
              <a:latin typeface="+mj-ea"/>
              <a:ea typeface="+mj-ea"/>
            </a:endParaRPr>
          </a:p>
          <a:p>
            <a:r>
              <a:rPr lang="zh-CN" altLang="en-US" sz="2000" b="1" dirty="0">
                <a:solidFill>
                  <a:srgbClr val="C00000"/>
                </a:solidFill>
                <a:effectLst>
                  <a:outerShdw blurRad="38100" dist="38100" dir="2700000" algn="tl">
                    <a:srgbClr val="000000">
                      <a:alpha val="43137"/>
                    </a:srgbClr>
                  </a:outerShdw>
                </a:effectLst>
                <a:latin typeface="+mj-ea"/>
                <a:ea typeface="+mj-ea"/>
              </a:rPr>
              <a:t>赫夫曼树</a:t>
            </a:r>
          </a:p>
        </p:txBody>
      </p:sp>
      <p:sp>
        <p:nvSpPr>
          <p:cNvPr id="77" name="左大括号 76">
            <a:extLst>
              <a:ext uri="{FF2B5EF4-FFF2-40B4-BE49-F238E27FC236}">
                <a16:creationId xmlns:a16="http://schemas.microsoft.com/office/drawing/2014/main" id="{9DEA8A99-BEA9-0DB2-AB16-95E4E9A63D70}"/>
              </a:ext>
            </a:extLst>
          </p:cNvPr>
          <p:cNvSpPr/>
          <p:nvPr/>
        </p:nvSpPr>
        <p:spPr>
          <a:xfrm>
            <a:off x="762496" y="4099034"/>
            <a:ext cx="484658" cy="1949669"/>
          </a:xfrm>
          <a:prstGeom prst="leftBrace">
            <a:avLst/>
          </a:prstGeom>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cxnSp>
        <p:nvCxnSpPr>
          <p:cNvPr id="79" name="直接连接符 78">
            <a:extLst>
              <a:ext uri="{FF2B5EF4-FFF2-40B4-BE49-F238E27FC236}">
                <a16:creationId xmlns:a16="http://schemas.microsoft.com/office/drawing/2014/main" id="{C170C588-0537-929B-3F5D-89F8E96DEE90}"/>
              </a:ext>
            </a:extLst>
          </p:cNvPr>
          <p:cNvCxnSpPr/>
          <p:nvPr/>
        </p:nvCxnSpPr>
        <p:spPr>
          <a:xfrm>
            <a:off x="1247154" y="4325007"/>
            <a:ext cx="264167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90" name="组合 89">
            <a:extLst>
              <a:ext uri="{FF2B5EF4-FFF2-40B4-BE49-F238E27FC236}">
                <a16:creationId xmlns:a16="http://schemas.microsoft.com/office/drawing/2014/main" id="{549DC39E-EFB0-CDD5-9502-91F955DDB061}"/>
              </a:ext>
            </a:extLst>
          </p:cNvPr>
          <p:cNvGrpSpPr/>
          <p:nvPr/>
        </p:nvGrpSpPr>
        <p:grpSpPr>
          <a:xfrm>
            <a:off x="595442" y="1409272"/>
            <a:ext cx="649976" cy="380480"/>
            <a:chOff x="2422635" y="2012731"/>
            <a:chExt cx="649976" cy="380480"/>
          </a:xfrm>
        </p:grpSpPr>
        <p:sp>
          <p:nvSpPr>
            <p:cNvPr id="87" name="文本框 86">
              <a:extLst>
                <a:ext uri="{FF2B5EF4-FFF2-40B4-BE49-F238E27FC236}">
                  <a16:creationId xmlns:a16="http://schemas.microsoft.com/office/drawing/2014/main" id="{F2FE69BD-C552-51EB-0C40-8EFB5527240B}"/>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err="1">
                  <a:latin typeface="Courier New" panose="02070309020205020404" pitchFamily="49" charset="0"/>
                  <a:cs typeface="Times New Roman" panose="02020603050405020304" pitchFamily="18" charset="0"/>
                </a:rPr>
                <a:t>lt</a:t>
              </a:r>
              <a:endParaRPr lang="zh-CN" altLang="en-US" sz="2000" dirty="0"/>
            </a:p>
          </p:txBody>
        </p:sp>
        <p:cxnSp>
          <p:nvCxnSpPr>
            <p:cNvPr id="88" name="直接箭头连接符 87">
              <a:extLst>
                <a:ext uri="{FF2B5EF4-FFF2-40B4-BE49-F238E27FC236}">
                  <a16:creationId xmlns:a16="http://schemas.microsoft.com/office/drawing/2014/main" id="{CAD45F20-453E-F173-7351-2C93647109C4}"/>
                </a:ext>
              </a:extLst>
            </p:cNvPr>
            <p:cNvCxnSpPr>
              <a:cxnSpLocks/>
            </p:cNvCxnSpPr>
            <p:nvPr/>
          </p:nvCxnSpPr>
          <p:spPr>
            <a:xfrm>
              <a:off x="2784797" y="2220816"/>
              <a:ext cx="287814"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7" name="组合 96">
            <a:extLst>
              <a:ext uri="{FF2B5EF4-FFF2-40B4-BE49-F238E27FC236}">
                <a16:creationId xmlns:a16="http://schemas.microsoft.com/office/drawing/2014/main" id="{0ABCF3C1-6523-872F-95AC-D84E6F2B16B4}"/>
              </a:ext>
            </a:extLst>
          </p:cNvPr>
          <p:cNvGrpSpPr/>
          <p:nvPr/>
        </p:nvGrpSpPr>
        <p:grpSpPr>
          <a:xfrm>
            <a:off x="1990564" y="1432148"/>
            <a:ext cx="697006" cy="380480"/>
            <a:chOff x="2102989" y="2012731"/>
            <a:chExt cx="697006" cy="380480"/>
          </a:xfrm>
        </p:grpSpPr>
        <p:sp>
          <p:nvSpPr>
            <p:cNvPr id="98" name="文本框 97">
              <a:extLst>
                <a:ext uri="{FF2B5EF4-FFF2-40B4-BE49-F238E27FC236}">
                  <a16:creationId xmlns:a16="http://schemas.microsoft.com/office/drawing/2014/main" id="{744365F9-A778-4934-9E07-CC85C5538C6F}"/>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a:latin typeface="Courier New" panose="02070309020205020404" pitchFamily="49" charset="0"/>
                  <a:cs typeface="Times New Roman" panose="02020603050405020304" pitchFamily="18" charset="0"/>
                </a:rPr>
                <a:t>rt</a:t>
              </a:r>
              <a:endParaRPr lang="zh-CN" altLang="en-US" sz="2000" dirty="0"/>
            </a:p>
          </p:txBody>
        </p:sp>
        <p:cxnSp>
          <p:nvCxnSpPr>
            <p:cNvPr id="99" name="直接箭头连接符 98">
              <a:extLst>
                <a:ext uri="{FF2B5EF4-FFF2-40B4-BE49-F238E27FC236}">
                  <a16:creationId xmlns:a16="http://schemas.microsoft.com/office/drawing/2014/main" id="{5CB05EE9-5F1B-F106-7AC0-77D785B10ADC}"/>
                </a:ext>
              </a:extLst>
            </p:cNvPr>
            <p:cNvCxnSpPr>
              <a:cxnSpLocks/>
            </p:cNvCxnSpPr>
            <p:nvPr/>
          </p:nvCxnSpPr>
          <p:spPr>
            <a:xfrm flipH="1">
              <a:off x="2102989" y="2202971"/>
              <a:ext cx="258043"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227B5C87-8F16-F3F6-6E3D-3EC199CDFFB7}"/>
              </a:ext>
            </a:extLst>
          </p:cNvPr>
          <p:cNvSpPr txBox="1"/>
          <p:nvPr/>
        </p:nvSpPr>
        <p:spPr>
          <a:xfrm>
            <a:off x="9824346" y="744132"/>
            <a:ext cx="2185495" cy="2031325"/>
          </a:xfrm>
          <a:prstGeom prst="rect">
            <a:avLst/>
          </a:prstGeom>
          <a:noFill/>
        </p:spPr>
        <p:txBody>
          <a:bodyPr wrap="square" rtlCol="0">
            <a:spAutoFit/>
          </a:bodyPr>
          <a:lstStyle/>
          <a:p>
            <a:pPr algn="just"/>
            <a:r>
              <a:rPr lang="zh-CN" altLang="en-US" b="1" dirty="0">
                <a:solidFill>
                  <a:srgbClr val="C00000"/>
                </a:solidFill>
                <a:effectLst>
                  <a:outerShdw blurRad="38100" dist="38100" dir="2700000" algn="tl">
                    <a:srgbClr val="000000">
                      <a:alpha val="43137"/>
                    </a:srgbClr>
                  </a:outerShdw>
                </a:effectLst>
                <a:latin typeface="+mj-ea"/>
                <a:ea typeface="+mj-ea"/>
              </a:rPr>
              <a:t>堆的两个操作要点：</a:t>
            </a:r>
            <a:endParaRPr lang="en-US" altLang="zh-CN" b="1" dirty="0">
              <a:solidFill>
                <a:srgbClr val="C00000"/>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err="1">
                <a:solidFill>
                  <a:srgbClr val="C00000"/>
                </a:solidFill>
                <a:effectLst>
                  <a:outerShdw blurRad="38100" dist="38100" dir="2700000" algn="tl">
                    <a:srgbClr val="000000">
                      <a:alpha val="43137"/>
                    </a:srgbClr>
                  </a:outerShdw>
                </a:effectLst>
                <a:latin typeface="+mj-ea"/>
                <a:ea typeface="+mj-ea"/>
              </a:rPr>
              <a:t>DelTop</a:t>
            </a:r>
            <a:r>
              <a:rPr lang="en-US" altLang="zh-CN" b="1" dirty="0">
                <a:solidFill>
                  <a:srgbClr val="C00000"/>
                </a:solidFill>
                <a:effectLst>
                  <a:outerShdw blurRad="38100" dist="38100" dir="2700000" algn="tl">
                    <a:srgbClr val="000000">
                      <a:alpha val="43137"/>
                    </a:srgbClr>
                  </a:outerShdw>
                </a:effectLst>
                <a:latin typeface="+mj-ea"/>
                <a:ea typeface="+mj-ea"/>
              </a:rPr>
              <a:t>(H)</a:t>
            </a:r>
            <a:r>
              <a:rPr lang="zh-CN" altLang="en-US" b="1" dirty="0">
                <a:solidFill>
                  <a:srgbClr val="041ABC"/>
                </a:solidFill>
                <a:effectLst>
                  <a:outerShdw blurRad="38100" dist="38100" dir="2700000" algn="tl">
                    <a:srgbClr val="000000">
                      <a:alpha val="43137"/>
                    </a:srgbClr>
                  </a:outerShdw>
                </a:effectLst>
                <a:latin typeface="+mj-ea"/>
                <a:ea typeface="+mj-ea"/>
              </a:rPr>
              <a:t> 可能发生一次向下调整过程；</a:t>
            </a:r>
            <a:endParaRPr lang="en-US" altLang="zh-CN" b="1" dirty="0">
              <a:solidFill>
                <a:srgbClr val="041ABC"/>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a:solidFill>
                  <a:srgbClr val="C00000"/>
                </a:solidFill>
                <a:effectLst>
                  <a:outerShdw blurRad="38100" dist="38100" dir="2700000" algn="tl">
                    <a:srgbClr val="000000">
                      <a:alpha val="43137"/>
                    </a:srgbClr>
                  </a:outerShdw>
                </a:effectLst>
                <a:latin typeface="+mj-ea"/>
                <a:ea typeface="+mj-ea"/>
              </a:rPr>
              <a:t>Insert(</a:t>
            </a:r>
            <a:r>
              <a:rPr lang="en-US" altLang="zh-CN" b="1" dirty="0" err="1">
                <a:solidFill>
                  <a:srgbClr val="C00000"/>
                </a:solidFill>
                <a:effectLst>
                  <a:outerShdw blurRad="38100" dist="38100" dir="2700000" algn="tl">
                    <a:srgbClr val="000000">
                      <a:alpha val="43137"/>
                    </a:srgbClr>
                  </a:outerShdw>
                </a:effectLst>
                <a:latin typeface="+mj-ea"/>
                <a:ea typeface="+mj-ea"/>
              </a:rPr>
              <a:t>H,root</a:t>
            </a:r>
            <a:r>
              <a:rPr lang="en-US" altLang="zh-CN" b="1" dirty="0">
                <a:solidFill>
                  <a:srgbClr val="C00000"/>
                </a:solidFill>
                <a:effectLst>
                  <a:outerShdw blurRad="38100" dist="38100" dir="2700000" algn="tl">
                    <a:srgbClr val="000000">
                      <a:alpha val="43137"/>
                    </a:srgbClr>
                  </a:outerShdw>
                </a:effectLst>
                <a:latin typeface="+mj-ea"/>
                <a:ea typeface="+mj-ea"/>
              </a:rPr>
              <a:t>)</a:t>
            </a:r>
            <a:r>
              <a:rPr lang="zh-CN" altLang="en-US" b="1" dirty="0">
                <a:solidFill>
                  <a:srgbClr val="041ABC"/>
                </a:solidFill>
                <a:effectLst>
                  <a:outerShdw blurRad="38100" dist="38100" dir="2700000" algn="tl">
                    <a:srgbClr val="000000">
                      <a:alpha val="43137"/>
                    </a:srgbClr>
                  </a:outerShdw>
                </a:effectLst>
                <a:latin typeface="+mj-ea"/>
                <a:ea typeface="+mj-ea"/>
              </a:rPr>
              <a:t>可能发生一次向上调整过程。</a:t>
            </a:r>
          </a:p>
        </p:txBody>
      </p:sp>
      <p:sp>
        <p:nvSpPr>
          <p:cNvPr id="139" name="文本框 138">
            <a:extLst>
              <a:ext uri="{FF2B5EF4-FFF2-40B4-BE49-F238E27FC236}">
                <a16:creationId xmlns:a16="http://schemas.microsoft.com/office/drawing/2014/main" id="{AEC490C6-F023-B926-0DE0-5127CD5A6F42}"/>
              </a:ext>
            </a:extLst>
          </p:cNvPr>
          <p:cNvSpPr txBox="1"/>
          <p:nvPr/>
        </p:nvSpPr>
        <p:spPr>
          <a:xfrm>
            <a:off x="9824346" y="2875982"/>
            <a:ext cx="2031325" cy="369332"/>
          </a:xfrm>
          <a:prstGeom prst="rect">
            <a:avLst/>
          </a:prstGeom>
          <a:noFill/>
        </p:spPr>
        <p:txBody>
          <a:bodyPr wrap="none" rtlCol="0">
            <a:spAutoFit/>
          </a:bodyPr>
          <a:lstStyle/>
          <a:p>
            <a:r>
              <a:rPr lang="zh-CN" altLang="en-US" dirty="0">
                <a:solidFill>
                  <a:srgbClr val="FF0000"/>
                </a:solidFill>
                <a:effectLst>
                  <a:outerShdw blurRad="38100" dist="38100" dir="2700000" algn="tl">
                    <a:srgbClr val="000000">
                      <a:alpha val="43137"/>
                    </a:srgbClr>
                  </a:outerShdw>
                </a:effectLst>
                <a:latin typeface="+mj-ea"/>
                <a:ea typeface="+mj-ea"/>
              </a:rPr>
              <a:t>以下简化演示过程</a:t>
            </a:r>
          </a:p>
        </p:txBody>
      </p:sp>
      <p:sp>
        <p:nvSpPr>
          <p:cNvPr id="141" name="文本框 140">
            <a:extLst>
              <a:ext uri="{FF2B5EF4-FFF2-40B4-BE49-F238E27FC236}">
                <a16:creationId xmlns:a16="http://schemas.microsoft.com/office/drawing/2014/main" id="{29A5A9E4-0122-7E2F-846B-4EB130B98012}"/>
              </a:ext>
            </a:extLst>
          </p:cNvPr>
          <p:cNvSpPr txBox="1"/>
          <p:nvPr/>
        </p:nvSpPr>
        <p:spPr>
          <a:xfrm>
            <a:off x="1725210" y="518582"/>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5</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181" name="组合 180">
            <a:extLst>
              <a:ext uri="{FF2B5EF4-FFF2-40B4-BE49-F238E27FC236}">
                <a16:creationId xmlns:a16="http://schemas.microsoft.com/office/drawing/2014/main" id="{EBE3A58A-49BC-7119-90F9-31DB9E08E14F}"/>
              </a:ext>
            </a:extLst>
          </p:cNvPr>
          <p:cNvGrpSpPr/>
          <p:nvPr/>
        </p:nvGrpSpPr>
        <p:grpSpPr>
          <a:xfrm>
            <a:off x="3809067" y="758487"/>
            <a:ext cx="948488" cy="1529252"/>
            <a:chOff x="3374832" y="1594330"/>
            <a:chExt cx="948488" cy="1529252"/>
          </a:xfrm>
        </p:grpSpPr>
        <p:grpSp>
          <p:nvGrpSpPr>
            <p:cNvPr id="124" name="组合 123">
              <a:extLst>
                <a:ext uri="{FF2B5EF4-FFF2-40B4-BE49-F238E27FC236}">
                  <a16:creationId xmlns:a16="http://schemas.microsoft.com/office/drawing/2014/main" id="{65A57B79-5CF0-CD87-BD0A-FD67106E0073}"/>
                </a:ext>
              </a:extLst>
            </p:cNvPr>
            <p:cNvGrpSpPr/>
            <p:nvPr/>
          </p:nvGrpSpPr>
          <p:grpSpPr>
            <a:xfrm>
              <a:off x="3770863" y="1594330"/>
              <a:ext cx="369948" cy="509292"/>
              <a:chOff x="1367788" y="986598"/>
              <a:chExt cx="369948" cy="509292"/>
            </a:xfrm>
          </p:grpSpPr>
          <p:sp>
            <p:nvSpPr>
              <p:cNvPr id="135" name="椭圆 134">
                <a:extLst>
                  <a:ext uri="{FF2B5EF4-FFF2-40B4-BE49-F238E27FC236}">
                    <a16:creationId xmlns:a16="http://schemas.microsoft.com/office/drawing/2014/main" id="{F0508A7E-6528-370B-ECB2-F81EE7CE5122}"/>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36" name="直接箭头连接符 135">
                <a:extLst>
                  <a:ext uri="{FF2B5EF4-FFF2-40B4-BE49-F238E27FC236}">
                    <a16:creationId xmlns:a16="http://schemas.microsoft.com/office/drawing/2014/main" id="{CA437D69-CECC-307D-0816-E81EBC8F4630}"/>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FBB4667E-1BD1-FE1F-43EB-F2B33C7382D0}"/>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38" name="文本框 95">
                <a:extLst>
                  <a:ext uri="{FF2B5EF4-FFF2-40B4-BE49-F238E27FC236}">
                    <a16:creationId xmlns:a16="http://schemas.microsoft.com/office/drawing/2014/main" id="{0C66784D-021A-D5A2-8375-1CF62E828A0D}"/>
                  </a:ext>
                </a:extLst>
              </p:cNvPr>
              <p:cNvSpPr txBox="1"/>
              <p:nvPr/>
            </p:nvSpPr>
            <p:spPr>
              <a:xfrm>
                <a:off x="1397547" y="1016492"/>
                <a:ext cx="295405" cy="2657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60"/>
                  </a:lnSpc>
                </a:pPr>
                <a:r>
                  <a:rPr lang="en-US" altLang="zh-CN" b="1" dirty="0">
                    <a:solidFill>
                      <a:srgbClr val="0070C0"/>
                    </a:solidFill>
                    <a:cs typeface="Courier New" panose="02070309020205020404" pitchFamily="49" charset="0"/>
                  </a:rPr>
                  <a:t>19</a:t>
                </a:r>
                <a:endParaRPr lang="zh-CN" altLang="en-US" b="1" dirty="0">
                  <a:solidFill>
                    <a:srgbClr val="0070C0"/>
                  </a:solidFill>
                  <a:cs typeface="Courier New" panose="02070309020205020404" pitchFamily="49" charset="0"/>
                </a:endParaRPr>
              </a:p>
            </p:txBody>
          </p:sp>
        </p:grpSp>
        <p:grpSp>
          <p:nvGrpSpPr>
            <p:cNvPr id="125" name="组合 124">
              <a:extLst>
                <a:ext uri="{FF2B5EF4-FFF2-40B4-BE49-F238E27FC236}">
                  <a16:creationId xmlns:a16="http://schemas.microsoft.com/office/drawing/2014/main" id="{1DB95CEF-0EB2-FD1D-C80B-577800F35174}"/>
                </a:ext>
              </a:extLst>
            </p:cNvPr>
            <p:cNvGrpSpPr/>
            <p:nvPr/>
          </p:nvGrpSpPr>
          <p:grpSpPr>
            <a:xfrm>
              <a:off x="3997825" y="2085807"/>
              <a:ext cx="325495" cy="544582"/>
              <a:chOff x="4596179" y="952104"/>
              <a:chExt cx="431999" cy="728092"/>
            </a:xfrm>
          </p:grpSpPr>
          <p:grpSp>
            <p:nvGrpSpPr>
              <p:cNvPr id="131" name="组合 130">
                <a:extLst>
                  <a:ext uri="{FF2B5EF4-FFF2-40B4-BE49-F238E27FC236}">
                    <a16:creationId xmlns:a16="http://schemas.microsoft.com/office/drawing/2014/main" id="{D68CA6FB-2CD4-339C-C245-680344981667}"/>
                  </a:ext>
                </a:extLst>
              </p:cNvPr>
              <p:cNvGrpSpPr/>
              <p:nvPr/>
            </p:nvGrpSpPr>
            <p:grpSpPr>
              <a:xfrm>
                <a:off x="4596179" y="952104"/>
                <a:ext cx="431999" cy="432000"/>
                <a:chOff x="4785858" y="4606900"/>
                <a:chExt cx="431999" cy="432000"/>
              </a:xfrm>
            </p:grpSpPr>
            <p:sp>
              <p:nvSpPr>
                <p:cNvPr id="133" name="椭圆 132">
                  <a:extLst>
                    <a:ext uri="{FF2B5EF4-FFF2-40B4-BE49-F238E27FC236}">
                      <a16:creationId xmlns:a16="http://schemas.microsoft.com/office/drawing/2014/main" id="{DA36FD3E-93D7-1A93-B656-3F324D05D69C}"/>
                    </a:ext>
                  </a:extLst>
                </p:cNvPr>
                <p:cNvSpPr>
                  <a:spLocks noChangeArrowheads="1"/>
                </p:cNvSpPr>
                <p:nvPr/>
              </p:nvSpPr>
              <p:spPr bwMode="auto">
                <a:xfrm>
                  <a:off x="4785858" y="4606900"/>
                  <a:ext cx="431999"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4" name="矩形 133">
                  <a:extLst>
                    <a:ext uri="{FF2B5EF4-FFF2-40B4-BE49-F238E27FC236}">
                      <a16:creationId xmlns:a16="http://schemas.microsoft.com/office/drawing/2014/main" id="{DB4AED1A-4BCD-5F7B-E76A-E07446379D30}"/>
                    </a:ext>
                  </a:extLst>
                </p:cNvPr>
                <p:cNvSpPr>
                  <a:spLocks noChangeArrowheads="1"/>
                </p:cNvSpPr>
                <p:nvPr/>
              </p:nvSpPr>
              <p:spPr bwMode="auto">
                <a:xfrm>
                  <a:off x="4796212" y="4633714"/>
                  <a:ext cx="414680"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132" name="矩形 131">
                <a:extLst>
                  <a:ext uri="{FF2B5EF4-FFF2-40B4-BE49-F238E27FC236}">
                    <a16:creationId xmlns:a16="http://schemas.microsoft.com/office/drawing/2014/main" id="{F548C724-1986-96F9-D2F1-820D301240B3}"/>
                  </a:ext>
                </a:extLst>
              </p:cNvPr>
              <p:cNvSpPr>
                <a:spLocks noChangeArrowheads="1"/>
              </p:cNvSpPr>
              <p:nvPr/>
            </p:nvSpPr>
            <p:spPr bwMode="auto">
              <a:xfrm>
                <a:off x="4678533" y="1309854"/>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h</a:t>
                </a:r>
              </a:p>
            </p:txBody>
          </p:sp>
        </p:grpSp>
        <p:grpSp>
          <p:nvGrpSpPr>
            <p:cNvPr id="165" name="组合 164">
              <a:extLst>
                <a:ext uri="{FF2B5EF4-FFF2-40B4-BE49-F238E27FC236}">
                  <a16:creationId xmlns:a16="http://schemas.microsoft.com/office/drawing/2014/main" id="{17531510-5AFD-AFF2-2055-3B0EF0E75EAF}"/>
                </a:ext>
              </a:extLst>
            </p:cNvPr>
            <p:cNvGrpSpPr/>
            <p:nvPr/>
          </p:nvGrpSpPr>
          <p:grpSpPr>
            <a:xfrm>
              <a:off x="3374832" y="2087143"/>
              <a:ext cx="732387" cy="1036439"/>
              <a:chOff x="1234327" y="986598"/>
              <a:chExt cx="732387" cy="1036439"/>
            </a:xfrm>
          </p:grpSpPr>
          <p:grpSp>
            <p:nvGrpSpPr>
              <p:cNvPr id="166" name="组合 165">
                <a:extLst>
                  <a:ext uri="{FF2B5EF4-FFF2-40B4-BE49-F238E27FC236}">
                    <a16:creationId xmlns:a16="http://schemas.microsoft.com/office/drawing/2014/main" id="{B9F983B5-A9EA-D6E2-92F0-47C7BEF97EA4}"/>
                  </a:ext>
                </a:extLst>
              </p:cNvPr>
              <p:cNvGrpSpPr/>
              <p:nvPr/>
            </p:nvGrpSpPr>
            <p:grpSpPr>
              <a:xfrm>
                <a:off x="1234327" y="1474277"/>
                <a:ext cx="325492" cy="525380"/>
                <a:chOff x="3700363" y="944502"/>
                <a:chExt cx="432000" cy="702422"/>
              </a:xfrm>
            </p:grpSpPr>
            <p:grpSp>
              <p:nvGrpSpPr>
                <p:cNvPr id="177" name="组合 176">
                  <a:extLst>
                    <a:ext uri="{FF2B5EF4-FFF2-40B4-BE49-F238E27FC236}">
                      <a16:creationId xmlns:a16="http://schemas.microsoft.com/office/drawing/2014/main" id="{4D2C0266-42CF-9135-B525-437282FFCCBC}"/>
                    </a:ext>
                  </a:extLst>
                </p:cNvPr>
                <p:cNvGrpSpPr/>
                <p:nvPr/>
              </p:nvGrpSpPr>
              <p:grpSpPr>
                <a:xfrm>
                  <a:off x="3700363" y="944502"/>
                  <a:ext cx="432000" cy="432000"/>
                  <a:chOff x="4922912" y="4599491"/>
                  <a:chExt cx="432000" cy="432000"/>
                </a:xfrm>
              </p:grpSpPr>
              <p:sp>
                <p:nvSpPr>
                  <p:cNvPr id="179" name="椭圆 178">
                    <a:extLst>
                      <a:ext uri="{FF2B5EF4-FFF2-40B4-BE49-F238E27FC236}">
                        <a16:creationId xmlns:a16="http://schemas.microsoft.com/office/drawing/2014/main" id="{B31E4542-DB56-069B-CF3B-9C8D0EBBB0E8}"/>
                      </a:ext>
                    </a:extLst>
                  </p:cNvPr>
                  <p:cNvSpPr>
                    <a:spLocks noChangeArrowheads="1"/>
                  </p:cNvSpPr>
                  <p:nvPr/>
                </p:nvSpPr>
                <p:spPr bwMode="auto">
                  <a:xfrm>
                    <a:off x="4922912" y="459949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0" name="矩形 179">
                    <a:extLst>
                      <a:ext uri="{FF2B5EF4-FFF2-40B4-BE49-F238E27FC236}">
                        <a16:creationId xmlns:a16="http://schemas.microsoft.com/office/drawing/2014/main" id="{58683D6E-185D-DC9D-804A-C2D735AD9332}"/>
                      </a:ext>
                    </a:extLst>
                  </p:cNvPr>
                  <p:cNvSpPr>
                    <a:spLocks noChangeArrowheads="1"/>
                  </p:cNvSpPr>
                  <p:nvPr/>
                </p:nvSpPr>
                <p:spPr bwMode="auto">
                  <a:xfrm>
                    <a:off x="4963087" y="4689971"/>
                    <a:ext cx="3551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178" name="矩形 177">
                  <a:extLst>
                    <a:ext uri="{FF2B5EF4-FFF2-40B4-BE49-F238E27FC236}">
                      <a16:creationId xmlns:a16="http://schemas.microsoft.com/office/drawing/2014/main" id="{F1FB7D4B-CF29-8704-6B3C-B9480675BAC6}"/>
                    </a:ext>
                  </a:extLst>
                </p:cNvPr>
                <p:cNvSpPr>
                  <a:spLocks noChangeArrowheads="1"/>
                </p:cNvSpPr>
                <p:nvPr/>
              </p:nvSpPr>
              <p:spPr bwMode="auto">
                <a:xfrm>
                  <a:off x="3764681" y="1276582"/>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g</a:t>
                  </a:r>
                </a:p>
              </p:txBody>
            </p:sp>
          </p:grpSp>
          <p:grpSp>
            <p:nvGrpSpPr>
              <p:cNvPr id="167" name="组合 166">
                <a:extLst>
                  <a:ext uri="{FF2B5EF4-FFF2-40B4-BE49-F238E27FC236}">
                    <a16:creationId xmlns:a16="http://schemas.microsoft.com/office/drawing/2014/main" id="{3D53AB68-4629-F539-F077-1F0004BE904E}"/>
                  </a:ext>
                </a:extLst>
              </p:cNvPr>
              <p:cNvGrpSpPr/>
              <p:nvPr/>
            </p:nvGrpSpPr>
            <p:grpSpPr>
              <a:xfrm>
                <a:off x="1634963" y="1475774"/>
                <a:ext cx="331751" cy="547263"/>
                <a:chOff x="5771109" y="933900"/>
                <a:chExt cx="440305" cy="731679"/>
              </a:xfrm>
            </p:grpSpPr>
            <p:grpSp>
              <p:nvGrpSpPr>
                <p:cNvPr id="173" name="组合 172">
                  <a:extLst>
                    <a:ext uri="{FF2B5EF4-FFF2-40B4-BE49-F238E27FC236}">
                      <a16:creationId xmlns:a16="http://schemas.microsoft.com/office/drawing/2014/main" id="{B36F1B6C-5FAE-C76E-5FAC-51CE5213E4B3}"/>
                    </a:ext>
                  </a:extLst>
                </p:cNvPr>
                <p:cNvGrpSpPr/>
                <p:nvPr/>
              </p:nvGrpSpPr>
              <p:grpSpPr>
                <a:xfrm>
                  <a:off x="5771109" y="933900"/>
                  <a:ext cx="440305" cy="432000"/>
                  <a:chOff x="4841057" y="4606900"/>
                  <a:chExt cx="440305" cy="432000"/>
                </a:xfrm>
              </p:grpSpPr>
              <p:sp>
                <p:nvSpPr>
                  <p:cNvPr id="175" name="椭圆 174">
                    <a:extLst>
                      <a:ext uri="{FF2B5EF4-FFF2-40B4-BE49-F238E27FC236}">
                        <a16:creationId xmlns:a16="http://schemas.microsoft.com/office/drawing/2014/main" id="{1AD65761-B9C5-6BCA-621A-C8A01AF5AF30}"/>
                      </a:ext>
                    </a:extLst>
                  </p:cNvPr>
                  <p:cNvSpPr>
                    <a:spLocks noChangeArrowheads="1"/>
                  </p:cNvSpPr>
                  <p:nvPr/>
                </p:nvSpPr>
                <p:spPr bwMode="auto">
                  <a:xfrm>
                    <a:off x="4849360" y="4606900"/>
                    <a:ext cx="432002"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6" name="矩形 175">
                    <a:extLst>
                      <a:ext uri="{FF2B5EF4-FFF2-40B4-BE49-F238E27FC236}">
                        <a16:creationId xmlns:a16="http://schemas.microsoft.com/office/drawing/2014/main" id="{BC93D03E-225D-D0B3-1A0A-A4A7374BB76C}"/>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174" name="矩形 173">
                  <a:extLst>
                    <a:ext uri="{FF2B5EF4-FFF2-40B4-BE49-F238E27FC236}">
                      <a16:creationId xmlns:a16="http://schemas.microsoft.com/office/drawing/2014/main" id="{13AB6A1C-806D-B2F2-EB9C-0D838CDE635C}"/>
                    </a:ext>
                  </a:extLst>
                </p:cNvPr>
                <p:cNvSpPr>
                  <a:spLocks noChangeArrowheads="1"/>
                </p:cNvSpPr>
                <p:nvPr/>
              </p:nvSpPr>
              <p:spPr bwMode="auto">
                <a:xfrm>
                  <a:off x="5877808"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a</a:t>
                  </a:r>
                </a:p>
              </p:txBody>
            </p:sp>
          </p:grpSp>
          <p:grpSp>
            <p:nvGrpSpPr>
              <p:cNvPr id="168" name="组合 167">
                <a:extLst>
                  <a:ext uri="{FF2B5EF4-FFF2-40B4-BE49-F238E27FC236}">
                    <a16:creationId xmlns:a16="http://schemas.microsoft.com/office/drawing/2014/main" id="{37BA00C9-1D8A-D789-E4D7-238BD559E6D4}"/>
                  </a:ext>
                </a:extLst>
              </p:cNvPr>
              <p:cNvGrpSpPr/>
              <p:nvPr/>
            </p:nvGrpSpPr>
            <p:grpSpPr>
              <a:xfrm>
                <a:off x="1450918" y="986598"/>
                <a:ext cx="326295" cy="509292"/>
                <a:chOff x="1450918" y="986598"/>
                <a:chExt cx="326295" cy="509292"/>
              </a:xfrm>
            </p:grpSpPr>
            <p:sp>
              <p:nvSpPr>
                <p:cNvPr id="169" name="椭圆 168">
                  <a:extLst>
                    <a:ext uri="{FF2B5EF4-FFF2-40B4-BE49-F238E27FC236}">
                      <a16:creationId xmlns:a16="http://schemas.microsoft.com/office/drawing/2014/main" id="{9975775A-640E-CFD3-5C0B-6CB06B2C0D32}"/>
                    </a:ext>
                  </a:extLst>
                </p:cNvPr>
                <p:cNvSpPr>
                  <a:spLocks noChangeArrowheads="1"/>
                </p:cNvSpPr>
                <p:nvPr/>
              </p:nvSpPr>
              <p:spPr bwMode="auto">
                <a:xfrm>
                  <a:off x="1451720"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70" name="直接箭头连接符 169">
                  <a:extLst>
                    <a:ext uri="{FF2B5EF4-FFF2-40B4-BE49-F238E27FC236}">
                      <a16:creationId xmlns:a16="http://schemas.microsoft.com/office/drawing/2014/main" id="{05DD8149-FAEC-6D26-FD74-A82DB9D80881}"/>
                    </a:ext>
                  </a:extLst>
                </p:cNvPr>
                <p:cNvCxnSpPr>
                  <a:cxnSpLocks/>
                </p:cNvCxnSpPr>
                <p:nvPr/>
              </p:nvCxnSpPr>
              <p:spPr>
                <a:xfrm flipH="1">
                  <a:off x="145091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71" name="直接箭头连接符 170">
                  <a:extLst>
                    <a:ext uri="{FF2B5EF4-FFF2-40B4-BE49-F238E27FC236}">
                      <a16:creationId xmlns:a16="http://schemas.microsoft.com/office/drawing/2014/main" id="{24826A01-C266-F94F-5AEB-365BF56C2470}"/>
                    </a:ext>
                  </a:extLst>
                </p:cNvPr>
                <p:cNvCxnSpPr>
                  <a:cxnSpLocks/>
                </p:cNvCxnSpPr>
                <p:nvPr/>
              </p:nvCxnSpPr>
              <p:spPr>
                <a:xfrm>
                  <a:off x="1673575"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72" name="文本框 171">
                  <a:extLst>
                    <a:ext uri="{FF2B5EF4-FFF2-40B4-BE49-F238E27FC236}">
                      <a16:creationId xmlns:a16="http://schemas.microsoft.com/office/drawing/2014/main" id="{0212A5DF-C2B2-70C9-39E4-D2D9004E25AD}"/>
                    </a:ext>
                  </a:extLst>
                </p:cNvPr>
                <p:cNvSpPr txBox="1"/>
                <p:nvPr/>
              </p:nvSpPr>
              <p:spPr>
                <a:xfrm>
                  <a:off x="1529039" y="1017255"/>
                  <a:ext cx="177297"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8</a:t>
                  </a:r>
                  <a:endParaRPr lang="zh-CN" altLang="en-US" b="1" dirty="0">
                    <a:solidFill>
                      <a:srgbClr val="0070C0"/>
                    </a:solidFill>
                    <a:cs typeface="Courier New" panose="02070309020205020404" pitchFamily="49" charset="0"/>
                  </a:endParaRPr>
                </a:p>
              </p:txBody>
            </p:sp>
          </p:grpSp>
        </p:grpSp>
      </p:grpSp>
      <p:sp>
        <p:nvSpPr>
          <p:cNvPr id="73" name="文本框 72">
            <a:extLst>
              <a:ext uri="{FF2B5EF4-FFF2-40B4-BE49-F238E27FC236}">
                <a16:creationId xmlns:a16="http://schemas.microsoft.com/office/drawing/2014/main" id="{77B72D14-8FDC-9C9C-5030-E9C250B59FDE}"/>
              </a:ext>
            </a:extLst>
          </p:cNvPr>
          <p:cNvSpPr txBox="1"/>
          <p:nvPr/>
        </p:nvSpPr>
        <p:spPr>
          <a:xfrm>
            <a:off x="1721193" y="518582"/>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4</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190" name="组合 189">
            <a:extLst>
              <a:ext uri="{FF2B5EF4-FFF2-40B4-BE49-F238E27FC236}">
                <a16:creationId xmlns:a16="http://schemas.microsoft.com/office/drawing/2014/main" id="{FF72F694-3345-43AE-C90B-B0FBB8259124}"/>
              </a:ext>
            </a:extLst>
          </p:cNvPr>
          <p:cNvGrpSpPr/>
          <p:nvPr/>
        </p:nvGrpSpPr>
        <p:grpSpPr>
          <a:xfrm>
            <a:off x="1244356" y="969601"/>
            <a:ext cx="977359" cy="1550523"/>
            <a:chOff x="7776522" y="1540648"/>
            <a:chExt cx="977359" cy="1550523"/>
          </a:xfrm>
        </p:grpSpPr>
        <p:grpSp>
          <p:nvGrpSpPr>
            <p:cNvPr id="142" name="组合 141">
              <a:extLst>
                <a:ext uri="{FF2B5EF4-FFF2-40B4-BE49-F238E27FC236}">
                  <a16:creationId xmlns:a16="http://schemas.microsoft.com/office/drawing/2014/main" id="{5F4DE59C-ECA0-7517-A165-A5BDAF58DE55}"/>
                </a:ext>
              </a:extLst>
            </p:cNvPr>
            <p:cNvGrpSpPr/>
            <p:nvPr/>
          </p:nvGrpSpPr>
          <p:grpSpPr>
            <a:xfrm>
              <a:off x="7962625" y="1540648"/>
              <a:ext cx="369948" cy="509292"/>
              <a:chOff x="1367788" y="986598"/>
              <a:chExt cx="369948" cy="509292"/>
            </a:xfrm>
          </p:grpSpPr>
          <p:sp>
            <p:nvSpPr>
              <p:cNvPr id="143" name="椭圆 142">
                <a:extLst>
                  <a:ext uri="{FF2B5EF4-FFF2-40B4-BE49-F238E27FC236}">
                    <a16:creationId xmlns:a16="http://schemas.microsoft.com/office/drawing/2014/main" id="{D39019AD-9EA7-56E5-F233-4C1A8D0C31C6}"/>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44" name="直接箭头连接符 143">
                <a:extLst>
                  <a:ext uri="{FF2B5EF4-FFF2-40B4-BE49-F238E27FC236}">
                    <a16:creationId xmlns:a16="http://schemas.microsoft.com/office/drawing/2014/main" id="{21E1D4A2-B1F5-D0E5-57CE-28947B3CBB45}"/>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1D1CA72A-32CF-3204-E07D-E64D59907E03}"/>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6" name="文本框 145">
                <a:extLst>
                  <a:ext uri="{FF2B5EF4-FFF2-40B4-BE49-F238E27FC236}">
                    <a16:creationId xmlns:a16="http://schemas.microsoft.com/office/drawing/2014/main" id="{996575C4-2109-C06A-9F84-3665C95EB0A8}"/>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29</a:t>
                </a:r>
                <a:endParaRPr lang="zh-CN" altLang="en-US" b="1" dirty="0">
                  <a:solidFill>
                    <a:srgbClr val="0070C0"/>
                  </a:solidFill>
                  <a:cs typeface="Courier New" panose="02070309020205020404" pitchFamily="49" charset="0"/>
                </a:endParaRPr>
              </a:p>
            </p:txBody>
          </p:sp>
        </p:grpSp>
        <p:grpSp>
          <p:nvGrpSpPr>
            <p:cNvPr id="80" name="组合 79">
              <a:extLst>
                <a:ext uri="{FF2B5EF4-FFF2-40B4-BE49-F238E27FC236}">
                  <a16:creationId xmlns:a16="http://schemas.microsoft.com/office/drawing/2014/main" id="{A32AACF6-FBC9-D4BF-E531-FB5385FE9BF5}"/>
                </a:ext>
              </a:extLst>
            </p:cNvPr>
            <p:cNvGrpSpPr/>
            <p:nvPr/>
          </p:nvGrpSpPr>
          <p:grpSpPr>
            <a:xfrm>
              <a:off x="7776522" y="2029595"/>
              <a:ext cx="327730" cy="540587"/>
              <a:chOff x="7916983" y="942825"/>
              <a:chExt cx="434969" cy="722754"/>
            </a:xfrm>
          </p:grpSpPr>
          <p:grpSp>
            <p:nvGrpSpPr>
              <p:cNvPr id="84" name="组合 83">
                <a:extLst>
                  <a:ext uri="{FF2B5EF4-FFF2-40B4-BE49-F238E27FC236}">
                    <a16:creationId xmlns:a16="http://schemas.microsoft.com/office/drawing/2014/main" id="{A7A9080A-0C11-4919-CC2D-1B3315F787D5}"/>
                  </a:ext>
                </a:extLst>
              </p:cNvPr>
              <p:cNvGrpSpPr/>
              <p:nvPr/>
            </p:nvGrpSpPr>
            <p:grpSpPr>
              <a:xfrm>
                <a:off x="7916983" y="942825"/>
                <a:ext cx="434969" cy="432000"/>
                <a:chOff x="4859408" y="4606901"/>
                <a:chExt cx="434969" cy="432000"/>
              </a:xfrm>
            </p:grpSpPr>
            <p:sp>
              <p:nvSpPr>
                <p:cNvPr id="86" name="椭圆 85">
                  <a:extLst>
                    <a:ext uri="{FF2B5EF4-FFF2-40B4-BE49-F238E27FC236}">
                      <a16:creationId xmlns:a16="http://schemas.microsoft.com/office/drawing/2014/main" id="{ECE277F9-DF2A-8428-BEB0-E210DF0FE32B}"/>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矩形 90">
                  <a:extLst>
                    <a:ext uri="{FF2B5EF4-FFF2-40B4-BE49-F238E27FC236}">
                      <a16:creationId xmlns:a16="http://schemas.microsoft.com/office/drawing/2014/main" id="{17899B51-1226-BF6B-D2B4-14B8775CE6C6}"/>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85" name="矩形 84">
                <a:extLst>
                  <a:ext uri="{FF2B5EF4-FFF2-40B4-BE49-F238E27FC236}">
                    <a16:creationId xmlns:a16="http://schemas.microsoft.com/office/drawing/2014/main" id="{9132E9CE-AF02-2C08-6CCE-9ACCD0452BD2}"/>
                  </a:ext>
                </a:extLst>
              </p:cNvPr>
              <p:cNvSpPr>
                <a:spLocks noChangeArrowheads="1"/>
              </p:cNvSpPr>
              <p:nvPr/>
            </p:nvSpPr>
            <p:spPr bwMode="auto">
              <a:xfrm>
                <a:off x="8018361"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e</a:t>
                </a:r>
              </a:p>
            </p:txBody>
          </p:sp>
        </p:grpSp>
        <p:grpSp>
          <p:nvGrpSpPr>
            <p:cNvPr id="92" name="组合 91">
              <a:extLst>
                <a:ext uri="{FF2B5EF4-FFF2-40B4-BE49-F238E27FC236}">
                  <a16:creationId xmlns:a16="http://schemas.microsoft.com/office/drawing/2014/main" id="{E0A681ED-E88A-2E00-7364-5C0E7F56434A}"/>
                </a:ext>
              </a:extLst>
            </p:cNvPr>
            <p:cNvGrpSpPr/>
            <p:nvPr/>
          </p:nvGrpSpPr>
          <p:grpSpPr>
            <a:xfrm>
              <a:off x="8000997" y="2031643"/>
              <a:ext cx="752884" cy="1059528"/>
              <a:chOff x="1202778" y="976002"/>
              <a:chExt cx="752884" cy="1059528"/>
            </a:xfrm>
          </p:grpSpPr>
          <p:grpSp>
            <p:nvGrpSpPr>
              <p:cNvPr id="93" name="组合 92">
                <a:extLst>
                  <a:ext uri="{FF2B5EF4-FFF2-40B4-BE49-F238E27FC236}">
                    <a16:creationId xmlns:a16="http://schemas.microsoft.com/office/drawing/2014/main" id="{5D616214-0857-65A3-5265-9DA813ADF94E}"/>
                  </a:ext>
                </a:extLst>
              </p:cNvPr>
              <p:cNvGrpSpPr/>
              <p:nvPr/>
            </p:nvGrpSpPr>
            <p:grpSpPr>
              <a:xfrm>
                <a:off x="1381046" y="976002"/>
                <a:ext cx="369948" cy="514834"/>
                <a:chOff x="1367788" y="986598"/>
                <a:chExt cx="369948" cy="514834"/>
              </a:xfrm>
            </p:grpSpPr>
            <p:sp>
              <p:nvSpPr>
                <p:cNvPr id="186" name="椭圆 185">
                  <a:extLst>
                    <a:ext uri="{FF2B5EF4-FFF2-40B4-BE49-F238E27FC236}">
                      <a16:creationId xmlns:a16="http://schemas.microsoft.com/office/drawing/2014/main" id="{5A8AAE95-B06C-1693-03A3-FF547A841509}"/>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87" name="直接箭头连接符 186">
                  <a:extLst>
                    <a:ext uri="{FF2B5EF4-FFF2-40B4-BE49-F238E27FC236}">
                      <a16:creationId xmlns:a16="http://schemas.microsoft.com/office/drawing/2014/main" id="{64904BF5-1226-42DA-DEA2-AAF5128EBE60}"/>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88" name="直接箭头连接符 187">
                  <a:extLst>
                    <a:ext uri="{FF2B5EF4-FFF2-40B4-BE49-F238E27FC236}">
                      <a16:creationId xmlns:a16="http://schemas.microsoft.com/office/drawing/2014/main" id="{FA8A45D2-B754-5A19-02DA-57B32E8CC936}"/>
                    </a:ext>
                  </a:extLst>
                </p:cNvPr>
                <p:cNvCxnSpPr>
                  <a:cxnSpLocks/>
                </p:cNvCxnSpPr>
                <p:nvPr/>
              </p:nvCxnSpPr>
              <p:spPr>
                <a:xfrm>
                  <a:off x="1640323" y="1294243"/>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89" name="文本框 188">
                  <a:extLst>
                    <a:ext uri="{FF2B5EF4-FFF2-40B4-BE49-F238E27FC236}">
                      <a16:creationId xmlns:a16="http://schemas.microsoft.com/office/drawing/2014/main" id="{6F1E4E14-9078-5E1A-9B40-A8067783AC41}"/>
                    </a:ext>
                  </a:extLst>
                </p:cNvPr>
                <p:cNvSpPr txBox="1"/>
                <p:nvPr/>
              </p:nvSpPr>
              <p:spPr>
                <a:xfrm>
                  <a:off x="1397547" y="1016492"/>
                  <a:ext cx="295405"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15</a:t>
                  </a:r>
                  <a:endParaRPr lang="zh-CN" altLang="en-US" b="1" dirty="0">
                    <a:solidFill>
                      <a:srgbClr val="0070C0"/>
                    </a:solidFill>
                    <a:cs typeface="Courier New" panose="02070309020205020404" pitchFamily="49" charset="0"/>
                  </a:endParaRPr>
                </a:p>
              </p:txBody>
            </p:sp>
          </p:grpSp>
          <p:grpSp>
            <p:nvGrpSpPr>
              <p:cNvPr id="94" name="组合 93">
                <a:extLst>
                  <a:ext uri="{FF2B5EF4-FFF2-40B4-BE49-F238E27FC236}">
                    <a16:creationId xmlns:a16="http://schemas.microsoft.com/office/drawing/2014/main" id="{FC214107-8171-5081-78FB-6D1FB1AE3949}"/>
                  </a:ext>
                </a:extLst>
              </p:cNvPr>
              <p:cNvGrpSpPr/>
              <p:nvPr/>
            </p:nvGrpSpPr>
            <p:grpSpPr>
              <a:xfrm>
                <a:off x="1630167" y="1478563"/>
                <a:ext cx="325495" cy="556967"/>
                <a:chOff x="4625599" y="966924"/>
                <a:chExt cx="432000" cy="744653"/>
              </a:xfrm>
            </p:grpSpPr>
            <p:grpSp>
              <p:nvGrpSpPr>
                <p:cNvPr id="182" name="组合 181">
                  <a:extLst>
                    <a:ext uri="{FF2B5EF4-FFF2-40B4-BE49-F238E27FC236}">
                      <a16:creationId xmlns:a16="http://schemas.microsoft.com/office/drawing/2014/main" id="{71447AE6-7374-61F0-D59D-589D7120D1A8}"/>
                    </a:ext>
                  </a:extLst>
                </p:cNvPr>
                <p:cNvGrpSpPr/>
                <p:nvPr/>
              </p:nvGrpSpPr>
              <p:grpSpPr>
                <a:xfrm>
                  <a:off x="4625599" y="966924"/>
                  <a:ext cx="432000" cy="432000"/>
                  <a:chOff x="4815278" y="4621720"/>
                  <a:chExt cx="432000" cy="432000"/>
                </a:xfrm>
              </p:grpSpPr>
              <p:sp>
                <p:nvSpPr>
                  <p:cNvPr id="184" name="椭圆 183">
                    <a:extLst>
                      <a:ext uri="{FF2B5EF4-FFF2-40B4-BE49-F238E27FC236}">
                        <a16:creationId xmlns:a16="http://schemas.microsoft.com/office/drawing/2014/main" id="{1D3B2698-48CD-7002-BA42-E85E5BC50239}"/>
                      </a:ext>
                    </a:extLst>
                  </p:cNvPr>
                  <p:cNvSpPr>
                    <a:spLocks noChangeArrowheads="1"/>
                  </p:cNvSpPr>
                  <p:nvPr/>
                </p:nvSpPr>
                <p:spPr bwMode="auto">
                  <a:xfrm>
                    <a:off x="4815278" y="462172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5" name="矩形 184">
                    <a:extLst>
                      <a:ext uri="{FF2B5EF4-FFF2-40B4-BE49-F238E27FC236}">
                        <a16:creationId xmlns:a16="http://schemas.microsoft.com/office/drawing/2014/main" id="{ACE8F0EA-97D3-88AD-5634-68ADDAF12378}"/>
                      </a:ext>
                    </a:extLst>
                  </p:cNvPr>
                  <p:cNvSpPr>
                    <a:spLocks noChangeArrowheads="1"/>
                  </p:cNvSpPr>
                  <p:nvPr/>
                </p:nvSpPr>
                <p:spPr bwMode="auto">
                  <a:xfrm>
                    <a:off x="4863891" y="4633718"/>
                    <a:ext cx="320429"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183" name="矩形 182">
                  <a:extLst>
                    <a:ext uri="{FF2B5EF4-FFF2-40B4-BE49-F238E27FC236}">
                      <a16:creationId xmlns:a16="http://schemas.microsoft.com/office/drawing/2014/main" id="{92987C7B-B58E-3E90-5410-60893AC91FFA}"/>
                    </a:ext>
                  </a:extLst>
                </p:cNvPr>
                <p:cNvSpPr>
                  <a:spLocks noChangeArrowheads="1"/>
                </p:cNvSpPr>
                <p:nvPr/>
              </p:nvSpPr>
              <p:spPr bwMode="auto">
                <a:xfrm>
                  <a:off x="4721514" y="134123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95" name="组合 94">
                <a:extLst>
                  <a:ext uri="{FF2B5EF4-FFF2-40B4-BE49-F238E27FC236}">
                    <a16:creationId xmlns:a16="http://schemas.microsoft.com/office/drawing/2014/main" id="{9E0AED86-C660-D19D-D6E1-1D26B56FF306}"/>
                  </a:ext>
                </a:extLst>
              </p:cNvPr>
              <p:cNvGrpSpPr/>
              <p:nvPr/>
            </p:nvGrpSpPr>
            <p:grpSpPr>
              <a:xfrm>
                <a:off x="1202778" y="1468180"/>
                <a:ext cx="325493" cy="536079"/>
                <a:chOff x="10141247" y="936749"/>
                <a:chExt cx="432000" cy="716727"/>
              </a:xfrm>
            </p:grpSpPr>
            <p:grpSp>
              <p:nvGrpSpPr>
                <p:cNvPr id="103" name="组合 102">
                  <a:extLst>
                    <a:ext uri="{FF2B5EF4-FFF2-40B4-BE49-F238E27FC236}">
                      <a16:creationId xmlns:a16="http://schemas.microsoft.com/office/drawing/2014/main" id="{29F338AB-600F-52C1-F9E7-C265966C186A}"/>
                    </a:ext>
                  </a:extLst>
                </p:cNvPr>
                <p:cNvGrpSpPr/>
                <p:nvPr/>
              </p:nvGrpSpPr>
              <p:grpSpPr>
                <a:xfrm>
                  <a:off x="10141247" y="936749"/>
                  <a:ext cx="432000" cy="432000"/>
                  <a:chOff x="4932184" y="4606900"/>
                  <a:chExt cx="432000" cy="432000"/>
                </a:xfrm>
              </p:grpSpPr>
              <p:sp>
                <p:nvSpPr>
                  <p:cNvPr id="163" name="椭圆 162">
                    <a:extLst>
                      <a:ext uri="{FF2B5EF4-FFF2-40B4-BE49-F238E27FC236}">
                        <a16:creationId xmlns:a16="http://schemas.microsoft.com/office/drawing/2014/main" id="{25096D50-218B-46F2-2901-FE1FCCEBC063}"/>
                      </a:ext>
                    </a:extLst>
                  </p:cNvPr>
                  <p:cNvSpPr>
                    <a:spLocks noChangeArrowheads="1"/>
                  </p:cNvSpPr>
                  <p:nvPr/>
                </p:nvSpPr>
                <p:spPr bwMode="auto">
                  <a:xfrm>
                    <a:off x="4932184"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4" name="矩形 163">
                    <a:extLst>
                      <a:ext uri="{FF2B5EF4-FFF2-40B4-BE49-F238E27FC236}">
                        <a16:creationId xmlns:a16="http://schemas.microsoft.com/office/drawing/2014/main" id="{DD6EB45D-BA0D-38C0-D8BA-27780A3D4D4E}"/>
                      </a:ext>
                    </a:extLst>
                  </p:cNvPr>
                  <p:cNvSpPr>
                    <a:spLocks noChangeArrowheads="1"/>
                  </p:cNvSpPr>
                  <p:nvPr/>
                </p:nvSpPr>
                <p:spPr bwMode="auto">
                  <a:xfrm>
                    <a:off x="4961032" y="4647921"/>
                    <a:ext cx="351901"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120" name="矩形 119">
                  <a:extLst>
                    <a:ext uri="{FF2B5EF4-FFF2-40B4-BE49-F238E27FC236}">
                      <a16:creationId xmlns:a16="http://schemas.microsoft.com/office/drawing/2014/main" id="{ABD77578-EC31-C6E3-08EB-577E2A2F6FFD}"/>
                    </a:ext>
                  </a:extLst>
                </p:cNvPr>
                <p:cNvSpPr>
                  <a:spLocks noChangeArrowheads="1"/>
                </p:cNvSpPr>
                <p:nvPr/>
              </p:nvSpPr>
              <p:spPr bwMode="auto">
                <a:xfrm>
                  <a:off x="10218789" y="1283134"/>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grpSp>
      <p:grpSp>
        <p:nvGrpSpPr>
          <p:cNvPr id="191" name="组合 190">
            <a:extLst>
              <a:ext uri="{FF2B5EF4-FFF2-40B4-BE49-F238E27FC236}">
                <a16:creationId xmlns:a16="http://schemas.microsoft.com/office/drawing/2014/main" id="{F471394E-F7C8-9A71-2964-10DC3DCDB958}"/>
              </a:ext>
            </a:extLst>
          </p:cNvPr>
          <p:cNvGrpSpPr/>
          <p:nvPr/>
        </p:nvGrpSpPr>
        <p:grpSpPr>
          <a:xfrm>
            <a:off x="1431794" y="967917"/>
            <a:ext cx="369948" cy="509292"/>
            <a:chOff x="1367788" y="986598"/>
            <a:chExt cx="369948" cy="509292"/>
          </a:xfrm>
        </p:grpSpPr>
        <p:sp>
          <p:nvSpPr>
            <p:cNvPr id="192" name="椭圆 191">
              <a:extLst>
                <a:ext uri="{FF2B5EF4-FFF2-40B4-BE49-F238E27FC236}">
                  <a16:creationId xmlns:a16="http://schemas.microsoft.com/office/drawing/2014/main" id="{AD076F5A-2771-0A1A-1E0E-55EEBEDD592C}"/>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93" name="直接箭头连接符 192">
              <a:extLst>
                <a:ext uri="{FF2B5EF4-FFF2-40B4-BE49-F238E27FC236}">
                  <a16:creationId xmlns:a16="http://schemas.microsoft.com/office/drawing/2014/main" id="{04CA2488-D7A6-EA7D-0BC2-1E6738168591}"/>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94" name="直接箭头连接符 193">
              <a:extLst>
                <a:ext uri="{FF2B5EF4-FFF2-40B4-BE49-F238E27FC236}">
                  <a16:creationId xmlns:a16="http://schemas.microsoft.com/office/drawing/2014/main" id="{AE673006-49BE-40C8-564B-D6D8B95D9B75}"/>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5C9B0D33-2AB5-2720-3E48-664F6D7CBE90}"/>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29</a:t>
              </a:r>
              <a:endParaRPr lang="zh-CN" altLang="en-US" b="1" dirty="0">
                <a:solidFill>
                  <a:srgbClr val="0070C0"/>
                </a:solidFill>
                <a:cs typeface="Courier New" panose="02070309020205020404" pitchFamily="49" charset="0"/>
              </a:endParaRPr>
            </a:p>
          </p:txBody>
        </p:sp>
      </p:grpSp>
      <p:grpSp>
        <p:nvGrpSpPr>
          <p:cNvPr id="123" name="组合 122">
            <a:extLst>
              <a:ext uri="{FF2B5EF4-FFF2-40B4-BE49-F238E27FC236}">
                <a16:creationId xmlns:a16="http://schemas.microsoft.com/office/drawing/2014/main" id="{8A2CD36D-4BA5-24C4-EEB5-9D18230A5F66}"/>
              </a:ext>
            </a:extLst>
          </p:cNvPr>
          <p:cNvGrpSpPr/>
          <p:nvPr/>
        </p:nvGrpSpPr>
        <p:grpSpPr>
          <a:xfrm>
            <a:off x="4850388" y="741889"/>
            <a:ext cx="752884" cy="1059528"/>
            <a:chOff x="1202778" y="976002"/>
            <a:chExt cx="752884" cy="1059528"/>
          </a:xfrm>
        </p:grpSpPr>
        <p:grpSp>
          <p:nvGrpSpPr>
            <p:cNvPr id="81" name="组合 80">
              <a:extLst>
                <a:ext uri="{FF2B5EF4-FFF2-40B4-BE49-F238E27FC236}">
                  <a16:creationId xmlns:a16="http://schemas.microsoft.com/office/drawing/2014/main" id="{A43721E2-FE43-9F93-D012-64D73CA47A5B}"/>
                </a:ext>
              </a:extLst>
            </p:cNvPr>
            <p:cNvGrpSpPr/>
            <p:nvPr/>
          </p:nvGrpSpPr>
          <p:grpSpPr>
            <a:xfrm>
              <a:off x="1381046" y="976002"/>
              <a:ext cx="369948" cy="514834"/>
              <a:chOff x="1367788" y="986598"/>
              <a:chExt cx="369948" cy="514834"/>
            </a:xfrm>
          </p:grpSpPr>
          <p:sp>
            <p:nvSpPr>
              <p:cNvPr id="82" name="椭圆 81">
                <a:extLst>
                  <a:ext uri="{FF2B5EF4-FFF2-40B4-BE49-F238E27FC236}">
                    <a16:creationId xmlns:a16="http://schemas.microsoft.com/office/drawing/2014/main" id="{6FC1B35A-0BFD-A614-7784-837429BA3BD8}"/>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83" name="直接箭头连接符 82">
                <a:extLst>
                  <a:ext uri="{FF2B5EF4-FFF2-40B4-BE49-F238E27FC236}">
                    <a16:creationId xmlns:a16="http://schemas.microsoft.com/office/drawing/2014/main" id="{DA59AF0E-2DE5-074F-3E4F-5BAA0742B715}"/>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38451289-5EAD-6930-CFD2-0C161CA71827}"/>
                  </a:ext>
                </a:extLst>
              </p:cNvPr>
              <p:cNvCxnSpPr>
                <a:cxnSpLocks/>
              </p:cNvCxnSpPr>
              <p:nvPr/>
            </p:nvCxnSpPr>
            <p:spPr>
              <a:xfrm>
                <a:off x="1640323" y="1294243"/>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B327F25E-88A8-7421-B3D6-0555F2DFB12C}"/>
                  </a:ext>
                </a:extLst>
              </p:cNvPr>
              <p:cNvSpPr txBox="1"/>
              <p:nvPr/>
            </p:nvSpPr>
            <p:spPr>
              <a:xfrm>
                <a:off x="1397547" y="1016492"/>
                <a:ext cx="295405"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15</a:t>
                </a:r>
                <a:endParaRPr lang="zh-CN" altLang="en-US" b="1" dirty="0">
                  <a:solidFill>
                    <a:srgbClr val="0070C0"/>
                  </a:solidFill>
                  <a:cs typeface="Courier New" panose="02070309020205020404" pitchFamily="49" charset="0"/>
                </a:endParaRPr>
              </a:p>
            </p:txBody>
          </p:sp>
        </p:grpSp>
        <p:grpSp>
          <p:nvGrpSpPr>
            <p:cNvPr id="101" name="组合 100">
              <a:extLst>
                <a:ext uri="{FF2B5EF4-FFF2-40B4-BE49-F238E27FC236}">
                  <a16:creationId xmlns:a16="http://schemas.microsoft.com/office/drawing/2014/main" id="{99275D40-6485-4E70-A94D-63A10893C134}"/>
                </a:ext>
              </a:extLst>
            </p:cNvPr>
            <p:cNvGrpSpPr/>
            <p:nvPr/>
          </p:nvGrpSpPr>
          <p:grpSpPr>
            <a:xfrm>
              <a:off x="1630167" y="1478563"/>
              <a:ext cx="325495" cy="556967"/>
              <a:chOff x="4625599" y="966924"/>
              <a:chExt cx="432000" cy="744653"/>
            </a:xfrm>
          </p:grpSpPr>
          <p:grpSp>
            <p:nvGrpSpPr>
              <p:cNvPr id="104" name="组合 103">
                <a:extLst>
                  <a:ext uri="{FF2B5EF4-FFF2-40B4-BE49-F238E27FC236}">
                    <a16:creationId xmlns:a16="http://schemas.microsoft.com/office/drawing/2014/main" id="{9F354CFE-1892-79F2-CC67-6E80DF811F70}"/>
                  </a:ext>
                </a:extLst>
              </p:cNvPr>
              <p:cNvGrpSpPr/>
              <p:nvPr/>
            </p:nvGrpSpPr>
            <p:grpSpPr>
              <a:xfrm>
                <a:off x="4625599" y="966924"/>
                <a:ext cx="432000" cy="432000"/>
                <a:chOff x="4815278" y="4621720"/>
                <a:chExt cx="432000" cy="432000"/>
              </a:xfrm>
            </p:grpSpPr>
            <p:sp>
              <p:nvSpPr>
                <p:cNvPr id="107" name="椭圆 106">
                  <a:extLst>
                    <a:ext uri="{FF2B5EF4-FFF2-40B4-BE49-F238E27FC236}">
                      <a16:creationId xmlns:a16="http://schemas.microsoft.com/office/drawing/2014/main" id="{D30DA437-0DEA-65E2-6C6D-E16B2A156BD2}"/>
                    </a:ext>
                  </a:extLst>
                </p:cNvPr>
                <p:cNvSpPr>
                  <a:spLocks noChangeArrowheads="1"/>
                </p:cNvSpPr>
                <p:nvPr/>
              </p:nvSpPr>
              <p:spPr bwMode="auto">
                <a:xfrm>
                  <a:off x="4815278" y="462172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8" name="矩形 107">
                  <a:extLst>
                    <a:ext uri="{FF2B5EF4-FFF2-40B4-BE49-F238E27FC236}">
                      <a16:creationId xmlns:a16="http://schemas.microsoft.com/office/drawing/2014/main" id="{D63EB58F-DBDA-C112-0B19-092F742C9003}"/>
                    </a:ext>
                  </a:extLst>
                </p:cNvPr>
                <p:cNvSpPr>
                  <a:spLocks noChangeArrowheads="1"/>
                </p:cNvSpPr>
                <p:nvPr/>
              </p:nvSpPr>
              <p:spPr bwMode="auto">
                <a:xfrm>
                  <a:off x="4863891" y="4633718"/>
                  <a:ext cx="320429"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105" name="矩形 104">
                <a:extLst>
                  <a:ext uri="{FF2B5EF4-FFF2-40B4-BE49-F238E27FC236}">
                    <a16:creationId xmlns:a16="http://schemas.microsoft.com/office/drawing/2014/main" id="{AF5B4772-7A56-257A-1C6B-74985BC288FB}"/>
                  </a:ext>
                </a:extLst>
              </p:cNvPr>
              <p:cNvSpPr>
                <a:spLocks noChangeArrowheads="1"/>
              </p:cNvSpPr>
              <p:nvPr/>
            </p:nvSpPr>
            <p:spPr bwMode="auto">
              <a:xfrm>
                <a:off x="4721514" y="134123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110" name="组合 109">
              <a:extLst>
                <a:ext uri="{FF2B5EF4-FFF2-40B4-BE49-F238E27FC236}">
                  <a16:creationId xmlns:a16="http://schemas.microsoft.com/office/drawing/2014/main" id="{C7D5DF33-4291-211A-BC6B-F127AE61E3B2}"/>
                </a:ext>
              </a:extLst>
            </p:cNvPr>
            <p:cNvGrpSpPr/>
            <p:nvPr/>
          </p:nvGrpSpPr>
          <p:grpSpPr>
            <a:xfrm>
              <a:off x="1202778" y="1468180"/>
              <a:ext cx="325493" cy="536079"/>
              <a:chOff x="10141247" y="936749"/>
              <a:chExt cx="432000" cy="716727"/>
            </a:xfrm>
          </p:grpSpPr>
          <p:grpSp>
            <p:nvGrpSpPr>
              <p:cNvPr id="111" name="组合 110">
                <a:extLst>
                  <a:ext uri="{FF2B5EF4-FFF2-40B4-BE49-F238E27FC236}">
                    <a16:creationId xmlns:a16="http://schemas.microsoft.com/office/drawing/2014/main" id="{D136F8E9-9C39-E20C-4904-B07647F41F9A}"/>
                  </a:ext>
                </a:extLst>
              </p:cNvPr>
              <p:cNvGrpSpPr/>
              <p:nvPr/>
            </p:nvGrpSpPr>
            <p:grpSpPr>
              <a:xfrm>
                <a:off x="10141247" y="936749"/>
                <a:ext cx="432000" cy="432000"/>
                <a:chOff x="4932184" y="4606900"/>
                <a:chExt cx="432000" cy="432000"/>
              </a:xfrm>
            </p:grpSpPr>
            <p:sp>
              <p:nvSpPr>
                <p:cNvPr id="113" name="椭圆 112">
                  <a:extLst>
                    <a:ext uri="{FF2B5EF4-FFF2-40B4-BE49-F238E27FC236}">
                      <a16:creationId xmlns:a16="http://schemas.microsoft.com/office/drawing/2014/main" id="{4EBA6147-BD19-F309-B743-A919F668CCD5}"/>
                    </a:ext>
                  </a:extLst>
                </p:cNvPr>
                <p:cNvSpPr>
                  <a:spLocks noChangeArrowheads="1"/>
                </p:cNvSpPr>
                <p:nvPr/>
              </p:nvSpPr>
              <p:spPr bwMode="auto">
                <a:xfrm>
                  <a:off x="4932184"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4" name="矩形 113">
                  <a:extLst>
                    <a:ext uri="{FF2B5EF4-FFF2-40B4-BE49-F238E27FC236}">
                      <a16:creationId xmlns:a16="http://schemas.microsoft.com/office/drawing/2014/main" id="{137397C2-399E-1D00-5614-007149796FF0}"/>
                    </a:ext>
                  </a:extLst>
                </p:cNvPr>
                <p:cNvSpPr>
                  <a:spLocks noChangeArrowheads="1"/>
                </p:cNvSpPr>
                <p:nvPr/>
              </p:nvSpPr>
              <p:spPr bwMode="auto">
                <a:xfrm>
                  <a:off x="4961032" y="4647921"/>
                  <a:ext cx="351901"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112" name="矩形 111">
                <a:extLst>
                  <a:ext uri="{FF2B5EF4-FFF2-40B4-BE49-F238E27FC236}">
                    <a16:creationId xmlns:a16="http://schemas.microsoft.com/office/drawing/2014/main" id="{BB50E87B-33B5-A256-C993-47EFFEB6C379}"/>
                  </a:ext>
                </a:extLst>
              </p:cNvPr>
              <p:cNvSpPr>
                <a:spLocks noChangeArrowheads="1"/>
              </p:cNvSpPr>
              <p:nvPr/>
            </p:nvSpPr>
            <p:spPr bwMode="auto">
              <a:xfrm>
                <a:off x="10218789" y="1283134"/>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grpSp>
        <p:nvGrpSpPr>
          <p:cNvPr id="25" name="组合 24">
            <a:extLst>
              <a:ext uri="{FF2B5EF4-FFF2-40B4-BE49-F238E27FC236}">
                <a16:creationId xmlns:a16="http://schemas.microsoft.com/office/drawing/2014/main" id="{C7EE2918-A3F3-E888-469B-E7027EF1BFE6}"/>
              </a:ext>
            </a:extLst>
          </p:cNvPr>
          <p:cNvGrpSpPr/>
          <p:nvPr/>
        </p:nvGrpSpPr>
        <p:grpSpPr>
          <a:xfrm>
            <a:off x="3415973" y="753810"/>
            <a:ext cx="327730" cy="540587"/>
            <a:chOff x="7916983" y="942825"/>
            <a:chExt cx="434969" cy="722754"/>
          </a:xfrm>
        </p:grpSpPr>
        <p:grpSp>
          <p:nvGrpSpPr>
            <p:cNvPr id="41" name="组合 40">
              <a:extLst>
                <a:ext uri="{FF2B5EF4-FFF2-40B4-BE49-F238E27FC236}">
                  <a16:creationId xmlns:a16="http://schemas.microsoft.com/office/drawing/2014/main" id="{1A26824A-878E-DEC7-6571-5672CA995A2A}"/>
                </a:ext>
              </a:extLst>
            </p:cNvPr>
            <p:cNvGrpSpPr/>
            <p:nvPr/>
          </p:nvGrpSpPr>
          <p:grpSpPr>
            <a:xfrm>
              <a:off x="7916983" y="942825"/>
              <a:ext cx="434969" cy="432000"/>
              <a:chOff x="4859408" y="4606901"/>
              <a:chExt cx="434969" cy="432000"/>
            </a:xfrm>
          </p:grpSpPr>
          <p:sp>
            <p:nvSpPr>
              <p:cNvPr id="43" name="椭圆 42">
                <a:extLst>
                  <a:ext uri="{FF2B5EF4-FFF2-40B4-BE49-F238E27FC236}">
                    <a16:creationId xmlns:a16="http://schemas.microsoft.com/office/drawing/2014/main" id="{3E8E38DD-D35A-CF89-48DB-D4B870838D17}"/>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矩形 43">
                <a:extLst>
                  <a:ext uri="{FF2B5EF4-FFF2-40B4-BE49-F238E27FC236}">
                    <a16:creationId xmlns:a16="http://schemas.microsoft.com/office/drawing/2014/main" id="{2F4C131F-4F1D-4E3C-5E7B-379B3956F546}"/>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42" name="矩形 41">
              <a:extLst>
                <a:ext uri="{FF2B5EF4-FFF2-40B4-BE49-F238E27FC236}">
                  <a16:creationId xmlns:a16="http://schemas.microsoft.com/office/drawing/2014/main" id="{8FA6FDF4-41E3-2DCC-42E1-1F4B4CD8C27D}"/>
                </a:ext>
              </a:extLst>
            </p:cNvPr>
            <p:cNvSpPr>
              <a:spLocks noChangeArrowheads="1"/>
            </p:cNvSpPr>
            <p:nvPr/>
          </p:nvSpPr>
          <p:spPr bwMode="auto">
            <a:xfrm>
              <a:off x="8018361"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e</a:t>
              </a:r>
            </a:p>
          </p:txBody>
        </p:sp>
      </p:grpSp>
      <p:sp>
        <p:nvSpPr>
          <p:cNvPr id="196" name="文本框 195">
            <a:extLst>
              <a:ext uri="{FF2B5EF4-FFF2-40B4-BE49-F238E27FC236}">
                <a16:creationId xmlns:a16="http://schemas.microsoft.com/office/drawing/2014/main" id="{C4082B35-4210-C604-DDDA-B7C70DCF2F62}"/>
              </a:ext>
            </a:extLst>
          </p:cNvPr>
          <p:cNvSpPr txBox="1"/>
          <p:nvPr/>
        </p:nvSpPr>
        <p:spPr>
          <a:xfrm>
            <a:off x="1731709" y="521493"/>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235" name="文本框 234">
            <a:extLst>
              <a:ext uri="{FF2B5EF4-FFF2-40B4-BE49-F238E27FC236}">
                <a16:creationId xmlns:a16="http://schemas.microsoft.com/office/drawing/2014/main" id="{DB8583FD-3F88-0494-7C0E-A43901119E2D}"/>
              </a:ext>
            </a:extLst>
          </p:cNvPr>
          <p:cNvSpPr txBox="1"/>
          <p:nvPr/>
        </p:nvSpPr>
        <p:spPr>
          <a:xfrm>
            <a:off x="1723243" y="514997"/>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2</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236" name="组合 235">
            <a:extLst>
              <a:ext uri="{FF2B5EF4-FFF2-40B4-BE49-F238E27FC236}">
                <a16:creationId xmlns:a16="http://schemas.microsoft.com/office/drawing/2014/main" id="{D8A91ECF-6536-A695-B2E3-075D59FA44B2}"/>
              </a:ext>
            </a:extLst>
          </p:cNvPr>
          <p:cNvGrpSpPr/>
          <p:nvPr/>
        </p:nvGrpSpPr>
        <p:grpSpPr>
          <a:xfrm>
            <a:off x="1423868" y="970152"/>
            <a:ext cx="369948" cy="509292"/>
            <a:chOff x="1367788" y="986598"/>
            <a:chExt cx="369948" cy="509292"/>
          </a:xfrm>
        </p:grpSpPr>
        <p:sp>
          <p:nvSpPr>
            <p:cNvPr id="237" name="椭圆 236">
              <a:extLst>
                <a:ext uri="{FF2B5EF4-FFF2-40B4-BE49-F238E27FC236}">
                  <a16:creationId xmlns:a16="http://schemas.microsoft.com/office/drawing/2014/main" id="{07EC4311-7369-0F25-0AA2-032AF2C4F932}"/>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38" name="直接箭头连接符 237">
              <a:extLst>
                <a:ext uri="{FF2B5EF4-FFF2-40B4-BE49-F238E27FC236}">
                  <a16:creationId xmlns:a16="http://schemas.microsoft.com/office/drawing/2014/main" id="{4ECABB2D-6C12-1214-248E-FA66C55F1A5B}"/>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9" name="直接箭头连接符 238">
              <a:extLst>
                <a:ext uri="{FF2B5EF4-FFF2-40B4-BE49-F238E27FC236}">
                  <a16:creationId xmlns:a16="http://schemas.microsoft.com/office/drawing/2014/main" id="{FD895955-5586-F7DE-2C1E-188F42C191C5}"/>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40" name="文本框 239">
              <a:extLst>
                <a:ext uri="{FF2B5EF4-FFF2-40B4-BE49-F238E27FC236}">
                  <a16:creationId xmlns:a16="http://schemas.microsoft.com/office/drawing/2014/main" id="{A3F8620D-63D7-C189-A5ED-1F5AF72D5EB8}"/>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42</a:t>
              </a:r>
              <a:endParaRPr lang="zh-CN" altLang="en-US" b="1" dirty="0">
                <a:solidFill>
                  <a:srgbClr val="0070C0"/>
                </a:solidFill>
                <a:cs typeface="Courier New" panose="02070309020205020404" pitchFamily="49" charset="0"/>
              </a:endParaRPr>
            </a:p>
          </p:txBody>
        </p:sp>
      </p:grpSp>
    </p:spTree>
    <p:extLst>
      <p:ext uri="{BB962C8B-B14F-4D97-AF65-F5344CB8AC3E}">
        <p14:creationId xmlns:p14="http://schemas.microsoft.com/office/powerpoint/2010/main" val="402527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79"/>
                                        </p:tgtEl>
                                        <p:attrNameLst>
                                          <p:attrName>r</p:attrName>
                                        </p:attrNameLst>
                                      </p:cBhvr>
                                    </p:animRot>
                                    <p:animRot by="-240000">
                                      <p:cBhvr>
                                        <p:cTn id="7" dur="200" fill="hold">
                                          <p:stCondLst>
                                            <p:cond delay="200"/>
                                          </p:stCondLst>
                                        </p:cTn>
                                        <p:tgtEl>
                                          <p:spTgt spid="79"/>
                                        </p:tgtEl>
                                        <p:attrNameLst>
                                          <p:attrName>r</p:attrName>
                                        </p:attrNameLst>
                                      </p:cBhvr>
                                    </p:animRot>
                                    <p:animRot by="240000">
                                      <p:cBhvr>
                                        <p:cTn id="8" dur="200" fill="hold">
                                          <p:stCondLst>
                                            <p:cond delay="400"/>
                                          </p:stCondLst>
                                        </p:cTn>
                                        <p:tgtEl>
                                          <p:spTgt spid="79"/>
                                        </p:tgtEl>
                                        <p:attrNameLst>
                                          <p:attrName>r</p:attrName>
                                        </p:attrNameLst>
                                      </p:cBhvr>
                                    </p:animRot>
                                    <p:animRot by="-240000">
                                      <p:cBhvr>
                                        <p:cTn id="9" dur="200" fill="hold">
                                          <p:stCondLst>
                                            <p:cond delay="600"/>
                                          </p:stCondLst>
                                        </p:cTn>
                                        <p:tgtEl>
                                          <p:spTgt spid="79"/>
                                        </p:tgtEl>
                                        <p:attrNameLst>
                                          <p:attrName>r</p:attrName>
                                        </p:attrNameLst>
                                      </p:cBhvr>
                                    </p:animRot>
                                    <p:animRot by="120000">
                                      <p:cBhvr>
                                        <p:cTn id="10" dur="200" fill="hold">
                                          <p:stCondLst>
                                            <p:cond delay="800"/>
                                          </p:stCondLst>
                                        </p:cTn>
                                        <p:tgtEl>
                                          <p:spTgt spid="79"/>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2.08333E-7 4.44444E-6 L -0.17799 0.10185 " pathEditMode="relative" rAng="0" ptsTypes="AA">
                                      <p:cBhvr>
                                        <p:cTn id="14" dur="1500" fill="hold"/>
                                        <p:tgtEl>
                                          <p:spTgt spid="25"/>
                                        </p:tgtEl>
                                        <p:attrNameLst>
                                          <p:attrName>ppt_x</p:attrName>
                                          <p:attrName>ppt_y</p:attrName>
                                        </p:attrNameLst>
                                      </p:cBhvr>
                                      <p:rCtr x="-8906" y="5093"/>
                                    </p:animMotion>
                                  </p:childTnLst>
                                </p:cTn>
                              </p:par>
                            </p:childTnLst>
                          </p:cTn>
                        </p:par>
                        <p:par>
                          <p:cTn id="15" fill="hold">
                            <p:stCondLst>
                              <p:cond delay="1500"/>
                            </p:stCondLst>
                            <p:childTnLst>
                              <p:par>
                                <p:cTn id="16" presetID="35" presetClass="path" presetSubtype="0" accel="50000" decel="50000" fill="hold" nodeType="afterEffect">
                                  <p:stCondLst>
                                    <p:cond delay="0"/>
                                  </p:stCondLst>
                                  <p:childTnLst>
                                    <p:animMotion origin="layout" path="M 4.16667E-7 -1.48148E-6 L -0.26862 -0.00093 " pathEditMode="relative" rAng="0" ptsTypes="AA">
                                      <p:cBhvr>
                                        <p:cTn id="17" dur="1500" fill="hold"/>
                                        <p:tgtEl>
                                          <p:spTgt spid="26"/>
                                        </p:tgtEl>
                                        <p:attrNameLst>
                                          <p:attrName>ppt_x</p:attrName>
                                          <p:attrName>ppt_y</p:attrName>
                                        </p:attrNameLst>
                                      </p:cBhvr>
                                      <p:rCtr x="-13411" y="23"/>
                                    </p:animMotion>
                                  </p:childTnLst>
                                </p:cTn>
                              </p:par>
                            </p:childTnLst>
                          </p:cTn>
                        </p:par>
                        <p:par>
                          <p:cTn id="18" fill="hold">
                            <p:stCondLst>
                              <p:cond delay="3000"/>
                            </p:stCondLst>
                            <p:childTnLst>
                              <p:par>
                                <p:cTn id="19" presetID="45" presetClass="exit" presetSubtype="0" fill="hold" grpId="0" nodeType="afterEffect">
                                  <p:stCondLst>
                                    <p:cond delay="0"/>
                                  </p:stCondLst>
                                  <p:childTnLst>
                                    <p:animEffect transition="out" filter="fade">
                                      <p:cBhvr>
                                        <p:cTn id="20" dur="1000"/>
                                        <p:tgtEl>
                                          <p:spTgt spid="141"/>
                                        </p:tgtEl>
                                      </p:cBhvr>
                                    </p:animEffect>
                                    <p:anim calcmode="lin" valueType="num">
                                      <p:cBhvr>
                                        <p:cTn id="21" dur="1000"/>
                                        <p:tgtEl>
                                          <p:spTgt spid="141"/>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 dur="1000"/>
                                        <p:tgtEl>
                                          <p:spTgt spid="141"/>
                                        </p:tgtEl>
                                        <p:attrNameLst>
                                          <p:attrName>ppt_h</p:attrName>
                                        </p:attrNameLst>
                                      </p:cBhvr>
                                      <p:tavLst>
                                        <p:tav tm="0">
                                          <p:val>
                                            <p:strVal val="ppt_h"/>
                                          </p:val>
                                        </p:tav>
                                        <p:tav tm="100000">
                                          <p:val>
                                            <p:strVal val="ppt_h"/>
                                          </p:val>
                                        </p:tav>
                                      </p:tavLst>
                                    </p:anim>
                                    <p:set>
                                      <p:cBhvr>
                                        <p:cTn id="23" dur="1" fill="hold">
                                          <p:stCondLst>
                                            <p:cond delay="999"/>
                                          </p:stCondLst>
                                        </p:cTn>
                                        <p:tgtEl>
                                          <p:spTgt spid="141"/>
                                        </p:tgtEl>
                                        <p:attrNameLst>
                                          <p:attrName>style.visibility</p:attrName>
                                        </p:attrNameLst>
                                      </p:cBhvr>
                                      <p:to>
                                        <p:strVal val="hidden"/>
                                      </p:to>
                                    </p:set>
                                  </p:childTnLst>
                                </p:cTn>
                              </p:par>
                            </p:childTnLst>
                          </p:cTn>
                        </p:par>
                        <p:par>
                          <p:cTn id="24" fill="hold">
                            <p:stCondLst>
                              <p:cond delay="4000"/>
                            </p:stCondLst>
                            <p:childTnLst>
                              <p:par>
                                <p:cTn id="25" presetID="10" presetClass="entr" presetSubtype="0" fill="hold" grpId="0" nodeType="after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500"/>
                                        <p:tgtEl>
                                          <p:spTgt spid="73"/>
                                        </p:tgtEl>
                                      </p:cBhvr>
                                    </p:animEffect>
                                  </p:childTnLst>
                                </p:cTn>
                              </p:par>
                            </p:childTnLst>
                          </p:cTn>
                        </p:par>
                        <p:par>
                          <p:cTn id="28" fill="hold">
                            <p:stCondLst>
                              <p:cond delay="4500"/>
                            </p:stCondLst>
                            <p:childTnLst>
                              <p:par>
                                <p:cTn id="29" presetID="63" presetClass="path" presetSubtype="0" accel="50000" decel="50000" fill="hold" nodeType="afterEffect">
                                  <p:stCondLst>
                                    <p:cond delay="0"/>
                                  </p:stCondLst>
                                  <p:childTnLst>
                                    <p:animMotion origin="layout" path="M -0.26862 -0.00092 L -0.13438 -0.00162 " pathEditMode="relative" rAng="0" ptsTypes="AA">
                                      <p:cBhvr>
                                        <p:cTn id="30" dur="1500" fill="hold"/>
                                        <p:tgtEl>
                                          <p:spTgt spid="26"/>
                                        </p:tgtEl>
                                        <p:attrNameLst>
                                          <p:attrName>ppt_x</p:attrName>
                                          <p:attrName>ppt_y</p:attrName>
                                        </p:attrNameLst>
                                      </p:cBhvr>
                                      <p:rCtr x="6706" y="-46"/>
                                    </p:animMotion>
                                  </p:childTnLst>
                                </p:cTn>
                              </p:par>
                              <p:par>
                                <p:cTn id="31" presetID="35" presetClass="path" presetSubtype="0" accel="50000" decel="50000" fill="hold" nodeType="withEffect">
                                  <p:stCondLst>
                                    <p:cond delay="0"/>
                                  </p:stCondLst>
                                  <p:childTnLst>
                                    <p:animMotion origin="layout" path="M 4.16667E-6 3.33333E-6 L -0.13451 0.00115 " pathEditMode="relative" rAng="0" ptsTypes="AA">
                                      <p:cBhvr>
                                        <p:cTn id="32" dur="1500" fill="hold"/>
                                        <p:tgtEl>
                                          <p:spTgt spid="123"/>
                                        </p:tgtEl>
                                        <p:attrNameLst>
                                          <p:attrName>ppt_x</p:attrName>
                                          <p:attrName>ppt_y</p:attrName>
                                        </p:attrNameLst>
                                      </p:cBhvr>
                                      <p:rCtr x="-6732" y="46"/>
                                    </p:animMotion>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0.13451 0.00115 L -0.2767 0.10532 " pathEditMode="relative" rAng="0" ptsTypes="AA">
                                      <p:cBhvr>
                                        <p:cTn id="36" dur="1500" fill="hold"/>
                                        <p:tgtEl>
                                          <p:spTgt spid="123"/>
                                        </p:tgtEl>
                                        <p:attrNameLst>
                                          <p:attrName>ppt_x</p:attrName>
                                          <p:attrName>ppt_y</p:attrName>
                                        </p:attrNameLst>
                                      </p:cBhvr>
                                      <p:rCtr x="-7109" y="5208"/>
                                    </p:animMotion>
                                  </p:childTnLst>
                                </p:cTn>
                              </p:par>
                            </p:childTnLst>
                          </p:cTn>
                        </p:par>
                        <p:par>
                          <p:cTn id="37" fill="hold">
                            <p:stCondLst>
                              <p:cond delay="1500"/>
                            </p:stCondLst>
                            <p:childTnLst>
                              <p:par>
                                <p:cTn id="38" presetID="35" presetClass="path" presetSubtype="0" accel="50000" decel="50000" fill="hold" nodeType="afterEffect">
                                  <p:stCondLst>
                                    <p:cond delay="0"/>
                                  </p:stCondLst>
                                  <p:childTnLst>
                                    <p:animMotion origin="layout" path="M -1.875E-6 3.7037E-6 L -0.2013 -0.00325 " pathEditMode="relative" rAng="0" ptsTypes="AA">
                                      <p:cBhvr>
                                        <p:cTn id="39" dur="1500" fill="hold"/>
                                        <p:tgtEl>
                                          <p:spTgt spid="28"/>
                                        </p:tgtEl>
                                        <p:attrNameLst>
                                          <p:attrName>ppt_x</p:attrName>
                                          <p:attrName>ppt_y</p:attrName>
                                        </p:attrNameLst>
                                      </p:cBhvr>
                                      <p:rCtr x="-10039" y="-93"/>
                                    </p:animMotion>
                                  </p:childTnLst>
                                </p:cTn>
                              </p:par>
                            </p:childTnLst>
                          </p:cTn>
                        </p:par>
                        <p:par>
                          <p:cTn id="40" fill="hold">
                            <p:stCondLst>
                              <p:cond delay="3000"/>
                            </p:stCondLst>
                            <p:childTnLst>
                              <p:par>
                                <p:cTn id="41" presetID="45" presetClass="exit" presetSubtype="0" fill="hold" grpId="1" nodeType="afterEffect">
                                  <p:stCondLst>
                                    <p:cond delay="0"/>
                                  </p:stCondLst>
                                  <p:childTnLst>
                                    <p:animEffect transition="out" filter="fade">
                                      <p:cBhvr>
                                        <p:cTn id="42" dur="1000"/>
                                        <p:tgtEl>
                                          <p:spTgt spid="73"/>
                                        </p:tgtEl>
                                      </p:cBhvr>
                                    </p:animEffect>
                                    <p:anim calcmode="lin" valueType="num">
                                      <p:cBhvr>
                                        <p:cTn id="43" dur="1000"/>
                                        <p:tgtEl>
                                          <p:spTgt spid="7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44" dur="1000"/>
                                        <p:tgtEl>
                                          <p:spTgt spid="73"/>
                                        </p:tgtEl>
                                        <p:attrNameLst>
                                          <p:attrName>ppt_h</p:attrName>
                                        </p:attrNameLst>
                                      </p:cBhvr>
                                      <p:tavLst>
                                        <p:tav tm="0">
                                          <p:val>
                                            <p:strVal val="ppt_h"/>
                                          </p:val>
                                        </p:tav>
                                        <p:tav tm="100000">
                                          <p:val>
                                            <p:strVal val="ppt_h"/>
                                          </p:val>
                                        </p:tav>
                                      </p:tavLst>
                                    </p:anim>
                                    <p:set>
                                      <p:cBhvr>
                                        <p:cTn id="45" dur="1" fill="hold">
                                          <p:stCondLst>
                                            <p:cond delay="999"/>
                                          </p:stCondLst>
                                        </p:cTn>
                                        <p:tgtEl>
                                          <p:spTgt spid="73"/>
                                        </p:tgtEl>
                                        <p:attrNameLst>
                                          <p:attrName>style.visibility</p:attrName>
                                        </p:attrNameLst>
                                      </p:cBhvr>
                                      <p:to>
                                        <p:strVal val="hidden"/>
                                      </p:to>
                                    </p:set>
                                  </p:childTnLst>
                                </p:cTn>
                              </p:par>
                            </p:childTnLst>
                          </p:cTn>
                        </p:par>
                        <p:par>
                          <p:cTn id="46" fill="hold">
                            <p:stCondLst>
                              <p:cond delay="4000"/>
                            </p:stCondLst>
                            <p:childTnLst>
                              <p:par>
                                <p:cTn id="47" presetID="10" presetClass="entr" presetSubtype="0" fill="hold" grpId="0" nodeType="afterEffect">
                                  <p:stCondLst>
                                    <p:cond delay="0"/>
                                  </p:stCondLst>
                                  <p:childTnLst>
                                    <p:set>
                                      <p:cBhvr>
                                        <p:cTn id="48" dur="1" fill="hold">
                                          <p:stCondLst>
                                            <p:cond delay="0"/>
                                          </p:stCondLst>
                                        </p:cTn>
                                        <p:tgtEl>
                                          <p:spTgt spid="196"/>
                                        </p:tgtEl>
                                        <p:attrNameLst>
                                          <p:attrName>style.visibility</p:attrName>
                                        </p:attrNameLst>
                                      </p:cBhvr>
                                      <p:to>
                                        <p:strVal val="visible"/>
                                      </p:to>
                                    </p:set>
                                    <p:animEffect transition="in" filter="fade">
                                      <p:cBhvr>
                                        <p:cTn id="49" dur="500"/>
                                        <p:tgtEl>
                                          <p:spTgt spid="196"/>
                                        </p:tgtEl>
                                      </p:cBhvr>
                                    </p:animEffect>
                                  </p:childTnLst>
                                </p:cTn>
                              </p:par>
                            </p:childTnLst>
                          </p:cTn>
                        </p:par>
                        <p:par>
                          <p:cTn id="50" fill="hold">
                            <p:stCondLst>
                              <p:cond delay="4500"/>
                            </p:stCondLst>
                            <p:childTnLst>
                              <p:par>
                                <p:cTn id="51" presetID="63" presetClass="path" presetSubtype="0" accel="50000" decel="50000" fill="hold" nodeType="afterEffect">
                                  <p:stCondLst>
                                    <p:cond delay="0"/>
                                  </p:stCondLst>
                                  <p:childTnLst>
                                    <p:animMotion origin="layout" path="M -0.2013 -0.00324 L -0.13372 3.7037E-6 " pathEditMode="relative" rAng="0" ptsTypes="AA">
                                      <p:cBhvr>
                                        <p:cTn id="52" dur="1500" fill="hold"/>
                                        <p:tgtEl>
                                          <p:spTgt spid="28"/>
                                        </p:tgtEl>
                                        <p:attrNameLst>
                                          <p:attrName>ppt_x</p:attrName>
                                          <p:attrName>ppt_y</p:attrName>
                                        </p:attrNameLst>
                                      </p:cBhvr>
                                      <p:rCtr x="3372" y="162"/>
                                    </p:animMotion>
                                  </p:childTnLst>
                                </p:cTn>
                              </p:par>
                              <p:par>
                                <p:cTn id="53" presetID="35" presetClass="path" presetSubtype="0" accel="50000" decel="50000" fill="hold" nodeType="withEffect">
                                  <p:stCondLst>
                                    <p:cond delay="0"/>
                                  </p:stCondLst>
                                  <p:childTnLst>
                                    <p:animMotion origin="layout" path="M -2.08333E-6 -7.40741E-7 L -0.06692 -0.00116 " pathEditMode="relative" rAng="0" ptsTypes="AA">
                                      <p:cBhvr>
                                        <p:cTn id="54" dur="1500" fill="hold"/>
                                        <p:tgtEl>
                                          <p:spTgt spid="181"/>
                                        </p:tgtEl>
                                        <p:attrNameLst>
                                          <p:attrName>ppt_x</p:attrName>
                                          <p:attrName>ppt_y</p:attrName>
                                        </p:attrNameLst>
                                      </p:cBhvr>
                                      <p:rCtr x="-3346" y="-69"/>
                                    </p:animMotion>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191"/>
                                        </p:tgtEl>
                                        <p:attrNameLst>
                                          <p:attrName>style.visibility</p:attrName>
                                        </p:attrNameLst>
                                      </p:cBhvr>
                                      <p:to>
                                        <p:strVal val="visible"/>
                                      </p:to>
                                    </p:set>
                                    <p:animEffect transition="in" filter="wipe(up)">
                                      <p:cBhvr>
                                        <p:cTn id="59" dur="1500"/>
                                        <p:tgtEl>
                                          <p:spTgt spid="191"/>
                                        </p:tgtEl>
                                      </p:cBhvr>
                                    </p:animEffect>
                                  </p:childTnLst>
                                </p:cTn>
                              </p:par>
                            </p:childTnLst>
                          </p:cTn>
                        </p:par>
                        <p:par>
                          <p:cTn id="60" fill="hold">
                            <p:stCondLst>
                              <p:cond delay="1500"/>
                            </p:stCondLst>
                            <p:childTnLst>
                              <p:par>
                                <p:cTn id="61" presetID="45" presetClass="exit" presetSubtype="0" fill="hold" grpId="1" nodeType="afterEffect">
                                  <p:stCondLst>
                                    <p:cond delay="0"/>
                                  </p:stCondLst>
                                  <p:childTnLst>
                                    <p:animEffect transition="out" filter="fade">
                                      <p:cBhvr>
                                        <p:cTn id="62" dur="1000"/>
                                        <p:tgtEl>
                                          <p:spTgt spid="196"/>
                                        </p:tgtEl>
                                      </p:cBhvr>
                                    </p:animEffect>
                                    <p:anim calcmode="lin" valueType="num">
                                      <p:cBhvr>
                                        <p:cTn id="63" dur="1000"/>
                                        <p:tgtEl>
                                          <p:spTgt spid="19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64" dur="1000"/>
                                        <p:tgtEl>
                                          <p:spTgt spid="196"/>
                                        </p:tgtEl>
                                        <p:attrNameLst>
                                          <p:attrName>ppt_h</p:attrName>
                                        </p:attrNameLst>
                                      </p:cBhvr>
                                      <p:tavLst>
                                        <p:tav tm="0">
                                          <p:val>
                                            <p:strVal val="ppt_h"/>
                                          </p:val>
                                        </p:tav>
                                        <p:tav tm="100000">
                                          <p:val>
                                            <p:strVal val="ppt_h"/>
                                          </p:val>
                                        </p:tav>
                                      </p:tavLst>
                                    </p:anim>
                                    <p:set>
                                      <p:cBhvr>
                                        <p:cTn id="65" dur="1" fill="hold">
                                          <p:stCondLst>
                                            <p:cond delay="999"/>
                                          </p:stCondLst>
                                        </p:cTn>
                                        <p:tgtEl>
                                          <p:spTgt spid="196"/>
                                        </p:tgtEl>
                                        <p:attrNameLst>
                                          <p:attrName>style.visibility</p:attrName>
                                        </p:attrNameLst>
                                      </p:cBhvr>
                                      <p:to>
                                        <p:strVal val="hidden"/>
                                      </p:to>
                                    </p:set>
                                  </p:childTnLst>
                                </p:cTn>
                              </p:par>
                            </p:childTnLst>
                          </p:cTn>
                        </p:par>
                        <p:par>
                          <p:cTn id="66" fill="hold">
                            <p:stCondLst>
                              <p:cond delay="2500"/>
                            </p:stCondLst>
                            <p:childTnLst>
                              <p:par>
                                <p:cTn id="67" presetID="1" presetClass="entr" presetSubtype="0" fill="hold" grpId="2" nodeType="afterEffect">
                                  <p:stCondLst>
                                    <p:cond delay="0"/>
                                  </p:stCondLst>
                                  <p:childTnLst>
                                    <p:set>
                                      <p:cBhvr>
                                        <p:cTn id="68" dur="1" fill="hold">
                                          <p:stCondLst>
                                            <p:cond delay="0"/>
                                          </p:stCondLst>
                                        </p:cTn>
                                        <p:tgtEl>
                                          <p:spTgt spid="73"/>
                                        </p:tgtEl>
                                        <p:attrNameLst>
                                          <p:attrName>style.visibility</p:attrName>
                                        </p:attrNameLst>
                                      </p:cBhvr>
                                      <p:to>
                                        <p:strVal val="visible"/>
                                      </p:to>
                                    </p:set>
                                  </p:childTnLst>
                                </p:cTn>
                              </p:par>
                            </p:childTnLst>
                          </p:cTn>
                        </p:par>
                        <p:par>
                          <p:cTn id="69" fill="hold">
                            <p:stCondLst>
                              <p:cond delay="2500"/>
                            </p:stCondLst>
                            <p:childTnLst>
                              <p:par>
                                <p:cTn id="70" presetID="1" presetClass="exit" presetSubtype="0" fill="hold" nodeType="afterEffect">
                                  <p:stCondLst>
                                    <p:cond delay="0"/>
                                  </p:stCondLst>
                                  <p:childTnLst>
                                    <p:set>
                                      <p:cBhvr>
                                        <p:cTn id="71" dur="1" fill="hold">
                                          <p:stCondLst>
                                            <p:cond delay="0"/>
                                          </p:stCondLst>
                                        </p:cTn>
                                        <p:tgtEl>
                                          <p:spTgt spid="191"/>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25"/>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123"/>
                                        </p:tgtEl>
                                        <p:attrNameLst>
                                          <p:attrName>style.visibility</p:attrName>
                                        </p:attrNameLst>
                                      </p:cBhvr>
                                      <p:to>
                                        <p:strVal val="hidden"/>
                                      </p:to>
                                    </p:set>
                                  </p:childTnLst>
                                </p:cTn>
                              </p:par>
                              <p:par>
                                <p:cTn id="76" presetID="1" presetClass="entr" presetSubtype="0" fill="hold" nodeType="withEffect">
                                  <p:stCondLst>
                                    <p:cond delay="0"/>
                                  </p:stCondLst>
                                  <p:childTnLst>
                                    <p:set>
                                      <p:cBhvr>
                                        <p:cTn id="77" dur="1" fill="hold">
                                          <p:stCondLst>
                                            <p:cond delay="0"/>
                                          </p:stCondLst>
                                        </p:cTn>
                                        <p:tgtEl>
                                          <p:spTgt spid="190"/>
                                        </p:tgtEl>
                                        <p:attrNameLst>
                                          <p:attrName>style.visibility</p:attrName>
                                        </p:attrNameLst>
                                      </p:cBhvr>
                                      <p:to>
                                        <p:strVal val="visible"/>
                                      </p:to>
                                    </p:set>
                                  </p:childTnLst>
                                </p:cTn>
                              </p:par>
                            </p:childTnLst>
                          </p:cTn>
                        </p:par>
                        <p:par>
                          <p:cTn id="78" fill="hold">
                            <p:stCondLst>
                              <p:cond delay="2500"/>
                            </p:stCondLst>
                            <p:childTnLst>
                              <p:par>
                                <p:cTn id="79" presetID="63" presetClass="path" presetSubtype="0" accel="50000" decel="50000" fill="hold" nodeType="afterEffect">
                                  <p:stCondLst>
                                    <p:cond delay="0"/>
                                  </p:stCondLst>
                                  <p:childTnLst>
                                    <p:animMotion origin="layout" path="M 2.5E-6 1.85185E-6 L 0.3608 -0.02847 " pathEditMode="relative" rAng="0" ptsTypes="AA">
                                      <p:cBhvr>
                                        <p:cTn id="80" dur="2000" fill="hold"/>
                                        <p:tgtEl>
                                          <p:spTgt spid="190"/>
                                        </p:tgtEl>
                                        <p:attrNameLst>
                                          <p:attrName>ppt_x</p:attrName>
                                          <p:attrName>ppt_y</p:attrName>
                                        </p:attrNameLst>
                                      </p:cBhvr>
                                      <p:rCtr x="18034" y="-1435"/>
                                    </p:animMotion>
                                  </p:childTnLst>
                                </p:cTn>
                              </p:par>
                            </p:childTnLst>
                          </p:cTn>
                        </p:par>
                      </p:childTnLst>
                    </p:cTn>
                  </p:par>
                  <p:par>
                    <p:cTn id="81" fill="hold">
                      <p:stCondLst>
                        <p:cond delay="indefinite"/>
                      </p:stCondLst>
                      <p:childTnLst>
                        <p:par>
                          <p:cTn id="82" fill="hold">
                            <p:stCondLst>
                              <p:cond delay="0"/>
                            </p:stCondLst>
                            <p:childTnLst>
                              <p:par>
                                <p:cTn id="83" presetID="32" presetClass="emph" presetSubtype="0" fill="hold" nodeType="clickEffect">
                                  <p:stCondLst>
                                    <p:cond delay="0"/>
                                  </p:stCondLst>
                                  <p:childTnLst>
                                    <p:animRot by="120000">
                                      <p:cBhvr>
                                        <p:cTn id="84" dur="150" fill="hold">
                                          <p:stCondLst>
                                            <p:cond delay="0"/>
                                          </p:stCondLst>
                                        </p:cTn>
                                        <p:tgtEl>
                                          <p:spTgt spid="79"/>
                                        </p:tgtEl>
                                        <p:attrNameLst>
                                          <p:attrName>r</p:attrName>
                                        </p:attrNameLst>
                                      </p:cBhvr>
                                    </p:animRot>
                                    <p:animRot by="-240000">
                                      <p:cBhvr>
                                        <p:cTn id="85" dur="300" fill="hold">
                                          <p:stCondLst>
                                            <p:cond delay="300"/>
                                          </p:stCondLst>
                                        </p:cTn>
                                        <p:tgtEl>
                                          <p:spTgt spid="79"/>
                                        </p:tgtEl>
                                        <p:attrNameLst>
                                          <p:attrName>r</p:attrName>
                                        </p:attrNameLst>
                                      </p:cBhvr>
                                    </p:animRot>
                                    <p:animRot by="240000">
                                      <p:cBhvr>
                                        <p:cTn id="86" dur="300" fill="hold">
                                          <p:stCondLst>
                                            <p:cond delay="600"/>
                                          </p:stCondLst>
                                        </p:cTn>
                                        <p:tgtEl>
                                          <p:spTgt spid="79"/>
                                        </p:tgtEl>
                                        <p:attrNameLst>
                                          <p:attrName>r</p:attrName>
                                        </p:attrNameLst>
                                      </p:cBhvr>
                                    </p:animRot>
                                    <p:animRot by="-240000">
                                      <p:cBhvr>
                                        <p:cTn id="87" dur="300" fill="hold">
                                          <p:stCondLst>
                                            <p:cond delay="900"/>
                                          </p:stCondLst>
                                        </p:cTn>
                                        <p:tgtEl>
                                          <p:spTgt spid="79"/>
                                        </p:tgtEl>
                                        <p:attrNameLst>
                                          <p:attrName>r</p:attrName>
                                        </p:attrNameLst>
                                      </p:cBhvr>
                                    </p:animRot>
                                    <p:animRot by="120000">
                                      <p:cBhvr>
                                        <p:cTn id="88" dur="300" fill="hold">
                                          <p:stCondLst>
                                            <p:cond delay="1200"/>
                                          </p:stCondLst>
                                        </p:cTn>
                                        <p:tgtEl>
                                          <p:spTgt spid="79"/>
                                        </p:tgtEl>
                                        <p:attrNameLst>
                                          <p:attrName>r</p:attrName>
                                        </p:attrNameLst>
                                      </p:cBhvr>
                                    </p:animRot>
                                  </p:childTnLst>
                                </p:cTn>
                              </p:par>
                            </p:childTnLst>
                          </p:cTn>
                        </p:par>
                      </p:childTnLst>
                    </p:cTn>
                  </p:par>
                  <p:par>
                    <p:cTn id="89" fill="hold">
                      <p:stCondLst>
                        <p:cond delay="indefinite"/>
                      </p:stCondLst>
                      <p:childTnLst>
                        <p:par>
                          <p:cTn id="90" fill="hold">
                            <p:stCondLst>
                              <p:cond delay="0"/>
                            </p:stCondLst>
                            <p:childTnLst>
                              <p:par>
                                <p:cTn id="91" presetID="42" presetClass="path" presetSubtype="0" accel="50000" decel="50000" fill="hold" nodeType="clickEffect">
                                  <p:stCondLst>
                                    <p:cond delay="0"/>
                                  </p:stCondLst>
                                  <p:childTnLst>
                                    <p:animMotion origin="layout" path="M -0.06692 -0.00116 L -0.24297 0.10139 " pathEditMode="relative" rAng="0" ptsTypes="AA">
                                      <p:cBhvr>
                                        <p:cTn id="92" dur="1500" fill="hold"/>
                                        <p:tgtEl>
                                          <p:spTgt spid="181"/>
                                        </p:tgtEl>
                                        <p:attrNameLst>
                                          <p:attrName>ppt_x</p:attrName>
                                          <p:attrName>ppt_y</p:attrName>
                                        </p:attrNameLst>
                                      </p:cBhvr>
                                      <p:rCtr x="-8802" y="5046"/>
                                    </p:animMotion>
                                  </p:childTnLst>
                                </p:cTn>
                              </p:par>
                            </p:childTnLst>
                          </p:cTn>
                        </p:par>
                        <p:par>
                          <p:cTn id="93" fill="hold">
                            <p:stCondLst>
                              <p:cond delay="1500"/>
                            </p:stCondLst>
                            <p:childTnLst>
                              <p:par>
                                <p:cTn id="94" presetID="35" presetClass="path" presetSubtype="0" accel="50000" decel="50000" fill="hold" nodeType="afterEffect">
                                  <p:stCondLst>
                                    <p:cond delay="0"/>
                                  </p:stCondLst>
                                  <p:childTnLst>
                                    <p:animMotion origin="layout" path="M 0.3608 -0.02847 L 0.1608 -0.03125 " pathEditMode="relative" rAng="0" ptsTypes="AA">
                                      <p:cBhvr>
                                        <p:cTn id="95" dur="1500" fill="hold"/>
                                        <p:tgtEl>
                                          <p:spTgt spid="190"/>
                                        </p:tgtEl>
                                        <p:attrNameLst>
                                          <p:attrName>ppt_x</p:attrName>
                                          <p:attrName>ppt_y</p:attrName>
                                        </p:attrNameLst>
                                      </p:cBhvr>
                                      <p:rCtr x="-10000" y="-139"/>
                                    </p:animMotion>
                                  </p:childTnLst>
                                </p:cTn>
                              </p:par>
                            </p:childTnLst>
                          </p:cTn>
                        </p:par>
                        <p:par>
                          <p:cTn id="96" fill="hold">
                            <p:stCondLst>
                              <p:cond delay="3000"/>
                            </p:stCondLst>
                            <p:childTnLst>
                              <p:par>
                                <p:cTn id="97" presetID="45" presetClass="exit" presetSubtype="0" fill="hold" grpId="3" nodeType="afterEffect">
                                  <p:stCondLst>
                                    <p:cond delay="0"/>
                                  </p:stCondLst>
                                  <p:childTnLst>
                                    <p:animEffect transition="out" filter="fade">
                                      <p:cBhvr>
                                        <p:cTn id="98" dur="1000"/>
                                        <p:tgtEl>
                                          <p:spTgt spid="73"/>
                                        </p:tgtEl>
                                      </p:cBhvr>
                                    </p:animEffect>
                                    <p:anim calcmode="lin" valueType="num">
                                      <p:cBhvr>
                                        <p:cTn id="99" dur="1000"/>
                                        <p:tgtEl>
                                          <p:spTgt spid="7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00" dur="1000"/>
                                        <p:tgtEl>
                                          <p:spTgt spid="73"/>
                                        </p:tgtEl>
                                        <p:attrNameLst>
                                          <p:attrName>ppt_h</p:attrName>
                                        </p:attrNameLst>
                                      </p:cBhvr>
                                      <p:tavLst>
                                        <p:tav tm="0">
                                          <p:val>
                                            <p:strVal val="ppt_h"/>
                                          </p:val>
                                        </p:tav>
                                        <p:tav tm="100000">
                                          <p:val>
                                            <p:strVal val="ppt_h"/>
                                          </p:val>
                                        </p:tav>
                                      </p:tavLst>
                                    </p:anim>
                                    <p:set>
                                      <p:cBhvr>
                                        <p:cTn id="101" dur="1" fill="hold">
                                          <p:stCondLst>
                                            <p:cond delay="999"/>
                                          </p:stCondLst>
                                        </p:cTn>
                                        <p:tgtEl>
                                          <p:spTgt spid="73"/>
                                        </p:tgtEl>
                                        <p:attrNameLst>
                                          <p:attrName>style.visibility</p:attrName>
                                        </p:attrNameLst>
                                      </p:cBhvr>
                                      <p:to>
                                        <p:strVal val="hidden"/>
                                      </p:to>
                                    </p:set>
                                  </p:childTnLst>
                                </p:cTn>
                              </p:par>
                            </p:childTnLst>
                          </p:cTn>
                        </p:par>
                        <p:par>
                          <p:cTn id="102" fill="hold">
                            <p:stCondLst>
                              <p:cond delay="4000"/>
                            </p:stCondLst>
                            <p:childTnLst>
                              <p:par>
                                <p:cTn id="103" presetID="1" presetClass="entr" presetSubtype="0" fill="hold" grpId="2" nodeType="afterEffect">
                                  <p:stCondLst>
                                    <p:cond delay="0"/>
                                  </p:stCondLst>
                                  <p:childTnLst>
                                    <p:set>
                                      <p:cBhvr>
                                        <p:cTn id="104" dur="1" fill="hold">
                                          <p:stCondLst>
                                            <p:cond delay="0"/>
                                          </p:stCondLst>
                                        </p:cTn>
                                        <p:tgtEl>
                                          <p:spTgt spid="196"/>
                                        </p:tgtEl>
                                        <p:attrNameLst>
                                          <p:attrName>style.visibility</p:attrName>
                                        </p:attrNameLst>
                                      </p:cBhvr>
                                      <p:to>
                                        <p:strVal val="visible"/>
                                      </p:to>
                                    </p:set>
                                  </p:childTnLst>
                                </p:cTn>
                              </p:par>
                            </p:childTnLst>
                          </p:cTn>
                        </p:par>
                        <p:par>
                          <p:cTn id="105" fill="hold">
                            <p:stCondLst>
                              <p:cond delay="4000"/>
                            </p:stCondLst>
                            <p:childTnLst>
                              <p:par>
                                <p:cTn id="106" presetID="63" presetClass="path" presetSubtype="0" accel="50000" decel="50000" fill="hold" nodeType="afterEffect">
                                  <p:stCondLst>
                                    <p:cond delay="0"/>
                                  </p:stCondLst>
                                  <p:childTnLst>
                                    <p:animMotion origin="layout" path="M 0.1608 -0.03125 L 0.29492 -0.03264 " pathEditMode="relative" rAng="0" ptsTypes="AA">
                                      <p:cBhvr>
                                        <p:cTn id="107" dur="1500" fill="hold"/>
                                        <p:tgtEl>
                                          <p:spTgt spid="190"/>
                                        </p:tgtEl>
                                        <p:attrNameLst>
                                          <p:attrName>ppt_x</p:attrName>
                                          <p:attrName>ppt_y</p:attrName>
                                        </p:attrNameLst>
                                      </p:cBhvr>
                                      <p:rCtr x="6719" y="-69"/>
                                    </p:animMotion>
                                  </p:childTnLst>
                                </p:cTn>
                              </p:par>
                              <p:par>
                                <p:cTn id="108" presetID="35" presetClass="path" presetSubtype="0" accel="50000" decel="50000" fill="hold" nodeType="withEffect">
                                  <p:stCondLst>
                                    <p:cond delay="0"/>
                                  </p:stCondLst>
                                  <p:childTnLst>
                                    <p:animMotion origin="layout" path="M -0.13438 -0.00162 L -0.26862 -0.00093 " pathEditMode="relative" rAng="0" ptsTypes="AA">
                                      <p:cBhvr>
                                        <p:cTn id="109" dur="1500" fill="hold"/>
                                        <p:tgtEl>
                                          <p:spTgt spid="26"/>
                                        </p:tgtEl>
                                        <p:attrNameLst>
                                          <p:attrName>ppt_x</p:attrName>
                                          <p:attrName>ppt_y</p:attrName>
                                        </p:attrNameLst>
                                      </p:cBhvr>
                                      <p:rCtr x="-6693" y="69"/>
                                    </p:animMotion>
                                  </p:childTnLst>
                                </p:cTn>
                              </p:par>
                            </p:childTnLst>
                          </p:cTn>
                        </p:par>
                      </p:childTnLst>
                    </p:cTn>
                  </p:par>
                  <p:par>
                    <p:cTn id="110" fill="hold">
                      <p:stCondLst>
                        <p:cond delay="indefinite"/>
                      </p:stCondLst>
                      <p:childTnLst>
                        <p:par>
                          <p:cTn id="111" fill="hold">
                            <p:stCondLst>
                              <p:cond delay="0"/>
                            </p:stCondLst>
                            <p:childTnLst>
                              <p:par>
                                <p:cTn id="112" presetID="42" presetClass="path" presetSubtype="0" accel="50000" decel="50000" fill="hold" nodeType="clickEffect">
                                  <p:stCondLst>
                                    <p:cond delay="0"/>
                                  </p:stCondLst>
                                  <p:childTnLst>
                                    <p:animMotion origin="layout" path="M -0.26862 -0.00092 L -0.41146 0.10255 " pathEditMode="relative" rAng="0" ptsTypes="AA">
                                      <p:cBhvr>
                                        <p:cTn id="113" dur="1500" fill="hold"/>
                                        <p:tgtEl>
                                          <p:spTgt spid="26"/>
                                        </p:tgtEl>
                                        <p:attrNameLst>
                                          <p:attrName>ppt_x</p:attrName>
                                          <p:attrName>ppt_y</p:attrName>
                                        </p:attrNameLst>
                                      </p:cBhvr>
                                      <p:rCtr x="-7148" y="5162"/>
                                    </p:animMotion>
                                  </p:childTnLst>
                                </p:cTn>
                              </p:par>
                            </p:childTnLst>
                          </p:cTn>
                        </p:par>
                        <p:par>
                          <p:cTn id="114" fill="hold">
                            <p:stCondLst>
                              <p:cond delay="1500"/>
                            </p:stCondLst>
                            <p:childTnLst>
                              <p:par>
                                <p:cTn id="115" presetID="35" presetClass="path" presetSubtype="0" accel="50000" decel="50000" fill="hold" nodeType="afterEffect">
                                  <p:stCondLst>
                                    <p:cond delay="0"/>
                                  </p:stCondLst>
                                  <p:childTnLst>
                                    <p:animMotion origin="layout" path="M 0.29492 -0.03264 L 0.16081 -0.03125 " pathEditMode="relative" rAng="0" ptsTypes="AA">
                                      <p:cBhvr>
                                        <p:cTn id="116" dur="1500" fill="hold"/>
                                        <p:tgtEl>
                                          <p:spTgt spid="190"/>
                                        </p:tgtEl>
                                        <p:attrNameLst>
                                          <p:attrName>ppt_x</p:attrName>
                                          <p:attrName>ppt_y</p:attrName>
                                        </p:attrNameLst>
                                      </p:cBhvr>
                                      <p:rCtr x="-6706" y="69"/>
                                    </p:animMotion>
                                  </p:childTnLst>
                                </p:cTn>
                              </p:par>
                            </p:childTnLst>
                          </p:cTn>
                        </p:par>
                        <p:par>
                          <p:cTn id="117" fill="hold">
                            <p:stCondLst>
                              <p:cond delay="3000"/>
                            </p:stCondLst>
                            <p:childTnLst>
                              <p:par>
                                <p:cTn id="118" presetID="45" presetClass="exit" presetSubtype="0" fill="hold" grpId="3" nodeType="afterEffect">
                                  <p:stCondLst>
                                    <p:cond delay="0"/>
                                  </p:stCondLst>
                                  <p:childTnLst>
                                    <p:animEffect transition="out" filter="fade">
                                      <p:cBhvr>
                                        <p:cTn id="119" dur="1000"/>
                                        <p:tgtEl>
                                          <p:spTgt spid="196"/>
                                        </p:tgtEl>
                                      </p:cBhvr>
                                    </p:animEffect>
                                    <p:anim calcmode="lin" valueType="num">
                                      <p:cBhvr>
                                        <p:cTn id="120" dur="1000"/>
                                        <p:tgtEl>
                                          <p:spTgt spid="19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1" dur="1000"/>
                                        <p:tgtEl>
                                          <p:spTgt spid="196"/>
                                        </p:tgtEl>
                                        <p:attrNameLst>
                                          <p:attrName>ppt_h</p:attrName>
                                        </p:attrNameLst>
                                      </p:cBhvr>
                                      <p:tavLst>
                                        <p:tav tm="0">
                                          <p:val>
                                            <p:strVal val="ppt_h"/>
                                          </p:val>
                                        </p:tav>
                                        <p:tav tm="100000">
                                          <p:val>
                                            <p:strVal val="ppt_h"/>
                                          </p:val>
                                        </p:tav>
                                      </p:tavLst>
                                    </p:anim>
                                    <p:set>
                                      <p:cBhvr>
                                        <p:cTn id="122" dur="1" fill="hold">
                                          <p:stCondLst>
                                            <p:cond delay="999"/>
                                          </p:stCondLst>
                                        </p:cTn>
                                        <p:tgtEl>
                                          <p:spTgt spid="196"/>
                                        </p:tgtEl>
                                        <p:attrNameLst>
                                          <p:attrName>style.visibility</p:attrName>
                                        </p:attrNameLst>
                                      </p:cBhvr>
                                      <p:to>
                                        <p:strVal val="hidden"/>
                                      </p:to>
                                    </p:set>
                                  </p:childTnLst>
                                </p:cTn>
                              </p:par>
                            </p:childTnLst>
                          </p:cTn>
                        </p:par>
                        <p:par>
                          <p:cTn id="123" fill="hold">
                            <p:stCondLst>
                              <p:cond delay="4000"/>
                            </p:stCondLst>
                            <p:childTnLst>
                              <p:par>
                                <p:cTn id="124" presetID="10" presetClass="entr" presetSubtype="0" fill="hold" grpId="0" nodeType="afterEffect">
                                  <p:stCondLst>
                                    <p:cond delay="0"/>
                                  </p:stCondLst>
                                  <p:childTnLst>
                                    <p:set>
                                      <p:cBhvr>
                                        <p:cTn id="125" dur="1" fill="hold">
                                          <p:stCondLst>
                                            <p:cond delay="0"/>
                                          </p:stCondLst>
                                        </p:cTn>
                                        <p:tgtEl>
                                          <p:spTgt spid="235"/>
                                        </p:tgtEl>
                                        <p:attrNameLst>
                                          <p:attrName>style.visibility</p:attrName>
                                        </p:attrNameLst>
                                      </p:cBhvr>
                                      <p:to>
                                        <p:strVal val="visible"/>
                                      </p:to>
                                    </p:set>
                                    <p:animEffect transition="in" filter="fade">
                                      <p:cBhvr>
                                        <p:cTn id="126" dur="500"/>
                                        <p:tgtEl>
                                          <p:spTgt spid="235"/>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nodeType="clickEffect">
                                  <p:stCondLst>
                                    <p:cond delay="0"/>
                                  </p:stCondLst>
                                  <p:childTnLst>
                                    <p:set>
                                      <p:cBhvr>
                                        <p:cTn id="130" dur="1" fill="hold">
                                          <p:stCondLst>
                                            <p:cond delay="0"/>
                                          </p:stCondLst>
                                        </p:cTn>
                                        <p:tgtEl>
                                          <p:spTgt spid="236"/>
                                        </p:tgtEl>
                                        <p:attrNameLst>
                                          <p:attrName>style.visibility</p:attrName>
                                        </p:attrNameLst>
                                      </p:cBhvr>
                                      <p:to>
                                        <p:strVal val="visible"/>
                                      </p:to>
                                    </p:set>
                                    <p:animEffect transition="in" filter="wipe(up)">
                                      <p:cBhvr>
                                        <p:cTn id="131" dur="1500"/>
                                        <p:tgtEl>
                                          <p:spTgt spid="236"/>
                                        </p:tgtEl>
                                      </p:cBhvr>
                                    </p:animEffect>
                                  </p:childTnLst>
                                </p:cTn>
                              </p:par>
                            </p:childTnLst>
                          </p:cTn>
                        </p:par>
                        <p:par>
                          <p:cTn id="132" fill="hold">
                            <p:stCondLst>
                              <p:cond delay="1500"/>
                            </p:stCondLst>
                            <p:childTnLst>
                              <p:par>
                                <p:cTn id="133" presetID="45" presetClass="exit" presetSubtype="0" fill="hold" grpId="1" nodeType="afterEffect">
                                  <p:stCondLst>
                                    <p:cond delay="0"/>
                                  </p:stCondLst>
                                  <p:childTnLst>
                                    <p:animEffect transition="out" filter="fade">
                                      <p:cBhvr>
                                        <p:cTn id="134" dur="1000"/>
                                        <p:tgtEl>
                                          <p:spTgt spid="235"/>
                                        </p:tgtEl>
                                      </p:cBhvr>
                                    </p:animEffect>
                                    <p:anim calcmode="lin" valueType="num">
                                      <p:cBhvr>
                                        <p:cTn id="135" dur="1000"/>
                                        <p:tgtEl>
                                          <p:spTgt spid="23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6" dur="1000"/>
                                        <p:tgtEl>
                                          <p:spTgt spid="235"/>
                                        </p:tgtEl>
                                        <p:attrNameLst>
                                          <p:attrName>ppt_h</p:attrName>
                                        </p:attrNameLst>
                                      </p:cBhvr>
                                      <p:tavLst>
                                        <p:tav tm="0">
                                          <p:val>
                                            <p:strVal val="ppt_h"/>
                                          </p:val>
                                        </p:tav>
                                        <p:tav tm="100000">
                                          <p:val>
                                            <p:strVal val="ppt_h"/>
                                          </p:val>
                                        </p:tav>
                                      </p:tavLst>
                                    </p:anim>
                                    <p:set>
                                      <p:cBhvr>
                                        <p:cTn id="137" dur="1" fill="hold">
                                          <p:stCondLst>
                                            <p:cond delay="999"/>
                                          </p:stCondLst>
                                        </p:cTn>
                                        <p:tgtEl>
                                          <p:spTgt spid="235"/>
                                        </p:tgtEl>
                                        <p:attrNameLst>
                                          <p:attrName>style.visibility</p:attrName>
                                        </p:attrNameLst>
                                      </p:cBhvr>
                                      <p:to>
                                        <p:strVal val="hidden"/>
                                      </p:to>
                                    </p:set>
                                  </p:childTnLst>
                                </p:cTn>
                              </p:par>
                            </p:childTnLst>
                          </p:cTn>
                        </p:par>
                        <p:par>
                          <p:cTn id="138" fill="hold">
                            <p:stCondLst>
                              <p:cond delay="2500"/>
                            </p:stCondLst>
                            <p:childTnLst>
                              <p:par>
                                <p:cTn id="139" presetID="1" presetClass="entr" presetSubtype="0" fill="hold" grpId="4" nodeType="afterEffect">
                                  <p:stCondLst>
                                    <p:cond delay="0"/>
                                  </p:stCondLst>
                                  <p:childTnLst>
                                    <p:set>
                                      <p:cBhvr>
                                        <p:cTn id="140" dur="1" fill="hold">
                                          <p:stCondLst>
                                            <p:cond delay="0"/>
                                          </p:stCondLst>
                                        </p:cTn>
                                        <p:tgtEl>
                                          <p:spTgt spid="196"/>
                                        </p:tgtEl>
                                        <p:attrNameLst>
                                          <p:attrName>style.visibility</p:attrName>
                                        </p:attrNameLst>
                                      </p:cBhvr>
                                      <p:to>
                                        <p:strVal val="visible"/>
                                      </p:to>
                                    </p:set>
                                  </p:childTnLst>
                                </p:cTn>
                              </p:par>
                            </p:childTnLst>
                          </p:cTn>
                        </p:par>
                        <p:par>
                          <p:cTn id="141" fill="hold">
                            <p:stCondLst>
                              <p:cond delay="2500"/>
                            </p:stCondLst>
                            <p:childTnLst>
                              <p:par>
                                <p:cTn id="142" presetID="1" presetClass="exit" presetSubtype="0" fill="hold" nodeType="afterEffect">
                                  <p:stCondLst>
                                    <p:cond delay="0"/>
                                  </p:stCondLst>
                                  <p:childTnLst>
                                    <p:set>
                                      <p:cBhvr>
                                        <p:cTn id="143" dur="1" fill="hold">
                                          <p:stCondLst>
                                            <p:cond delay="0"/>
                                          </p:stCondLst>
                                        </p:cTn>
                                        <p:tgtEl>
                                          <p:spTgt spid="236"/>
                                        </p:tgtEl>
                                        <p:attrNameLst>
                                          <p:attrName>style.visibility</p:attrName>
                                        </p:attrNameLst>
                                      </p:cBhvr>
                                      <p:to>
                                        <p:strVal val="hidden"/>
                                      </p:to>
                                    </p:set>
                                  </p:childTnLst>
                                </p:cTn>
                              </p:par>
                              <p:par>
                                <p:cTn id="144" presetID="1" presetClass="exit" presetSubtype="0" fill="hold" nodeType="withEffect">
                                  <p:stCondLst>
                                    <p:cond delay="0"/>
                                  </p:stCondLst>
                                  <p:childTnLst>
                                    <p:set>
                                      <p:cBhvr>
                                        <p:cTn id="145" dur="1" fill="hold">
                                          <p:stCondLst>
                                            <p:cond delay="0"/>
                                          </p:stCondLst>
                                        </p:cTn>
                                        <p:tgtEl>
                                          <p:spTgt spid="181"/>
                                        </p:tgtEl>
                                        <p:attrNameLst>
                                          <p:attrName>style.visibility</p:attrName>
                                        </p:attrNameLst>
                                      </p:cBhvr>
                                      <p:to>
                                        <p:strVal val="hidden"/>
                                      </p:to>
                                    </p:set>
                                  </p:childTnLst>
                                </p:cTn>
                              </p:par>
                              <p:par>
                                <p:cTn id="146" presetID="1" presetClass="exit" presetSubtype="0" fill="hold" nodeType="withEffect">
                                  <p:stCondLst>
                                    <p:cond delay="0"/>
                                  </p:stCondLst>
                                  <p:childTnLst>
                                    <p:set>
                                      <p:cBhvr>
                                        <p:cTn id="147" dur="1" fill="hold">
                                          <p:stCondLst>
                                            <p:cond delay="0"/>
                                          </p:stCondLst>
                                        </p:cTn>
                                        <p:tgtEl>
                                          <p:spTgt spid="26"/>
                                        </p:tgtEl>
                                        <p:attrNameLst>
                                          <p:attrName>style.visibility</p:attrName>
                                        </p:attrNameLst>
                                      </p:cBhvr>
                                      <p:to>
                                        <p:strVal val="hidden"/>
                                      </p:to>
                                    </p:set>
                                  </p:childTnLst>
                                </p:cTn>
                              </p:par>
                              <p:par>
                                <p:cTn id="148" presetID="1" presetClass="entr" presetSubtype="0" fill="hold" nodeType="withEffect">
                                  <p:stCondLst>
                                    <p:cond delay="0"/>
                                  </p:stCondLst>
                                  <p:childTnLst>
                                    <p:set>
                                      <p:cBhvr>
                                        <p:cTn id="149" dur="1" fill="hold">
                                          <p:stCondLst>
                                            <p:cond delay="0"/>
                                          </p:stCondLst>
                                        </p:cTn>
                                        <p:tgtEl>
                                          <p:spTgt spid="234"/>
                                        </p:tgtEl>
                                        <p:attrNameLst>
                                          <p:attrName>style.visibility</p:attrName>
                                        </p:attrNameLst>
                                      </p:cBhvr>
                                      <p:to>
                                        <p:strVal val="visible"/>
                                      </p:to>
                                    </p:set>
                                  </p:childTnLst>
                                </p:cTn>
                              </p:par>
                            </p:childTnLst>
                          </p:cTn>
                        </p:par>
                        <p:par>
                          <p:cTn id="150" fill="hold">
                            <p:stCondLst>
                              <p:cond delay="2500"/>
                            </p:stCondLst>
                            <p:childTnLst>
                              <p:par>
                                <p:cTn id="151" presetID="63" presetClass="path" presetSubtype="0" accel="50000" decel="50000" fill="hold" nodeType="afterEffect">
                                  <p:stCondLst>
                                    <p:cond delay="0"/>
                                  </p:stCondLst>
                                  <p:childTnLst>
                                    <p:animMotion origin="layout" path="M 4.375E-6 -2.96296E-6 L 0.29492 -0.03287 " pathEditMode="relative" rAng="0" ptsTypes="AA">
                                      <p:cBhvr>
                                        <p:cTn id="152" dur="2000" fill="hold"/>
                                        <p:tgtEl>
                                          <p:spTgt spid="234"/>
                                        </p:tgtEl>
                                        <p:attrNameLst>
                                          <p:attrName>ppt_x</p:attrName>
                                          <p:attrName>ppt_y</p:attrName>
                                        </p:attrNameLst>
                                      </p:cBhvr>
                                      <p:rCtr x="14740" y="-16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73" grpId="0"/>
      <p:bldP spid="73" grpId="1"/>
      <p:bldP spid="73" grpId="2"/>
      <p:bldP spid="73" grpId="3"/>
      <p:bldP spid="196" grpId="0"/>
      <p:bldP spid="196" grpId="1"/>
      <p:bldP spid="196" grpId="2"/>
      <p:bldP spid="196" grpId="3"/>
      <p:bldP spid="196" grpId="4"/>
      <p:bldP spid="235" grpId="0"/>
      <p:bldP spid="235"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3576-BEAE-2ACE-1906-3E53036E42F7}"/>
            </a:ext>
          </a:extLst>
        </p:cNvPr>
        <p:cNvGrpSpPr/>
        <p:nvPr/>
      </p:nvGrpSpPr>
      <p:grpSpPr>
        <a:xfrm>
          <a:off x="0" y="0"/>
          <a:ext cx="0" cy="0"/>
          <a:chOff x="0" y="0"/>
          <a:chExt cx="0" cy="0"/>
        </a:xfrm>
      </p:grpSpPr>
      <p:grpSp>
        <p:nvGrpSpPr>
          <p:cNvPr id="234" name="组合 233">
            <a:extLst>
              <a:ext uri="{FF2B5EF4-FFF2-40B4-BE49-F238E27FC236}">
                <a16:creationId xmlns:a16="http://schemas.microsoft.com/office/drawing/2014/main" id="{F3023887-504D-FB5B-5DF3-7EF643320985}"/>
              </a:ext>
            </a:extLst>
          </p:cNvPr>
          <p:cNvGrpSpPr/>
          <p:nvPr/>
        </p:nvGrpSpPr>
        <p:grpSpPr>
          <a:xfrm>
            <a:off x="4421524" y="744293"/>
            <a:ext cx="1173049" cy="2007639"/>
            <a:chOff x="8022703" y="1110263"/>
            <a:chExt cx="1173049" cy="2007639"/>
          </a:xfrm>
        </p:grpSpPr>
        <p:grpSp>
          <p:nvGrpSpPr>
            <p:cNvPr id="197" name="组合 196">
              <a:extLst>
                <a:ext uri="{FF2B5EF4-FFF2-40B4-BE49-F238E27FC236}">
                  <a16:creationId xmlns:a16="http://schemas.microsoft.com/office/drawing/2014/main" id="{F197268B-3EE3-387B-A778-D3E0EE0929A7}"/>
                </a:ext>
              </a:extLst>
            </p:cNvPr>
            <p:cNvGrpSpPr/>
            <p:nvPr/>
          </p:nvGrpSpPr>
          <p:grpSpPr>
            <a:xfrm>
              <a:off x="8022703" y="1588650"/>
              <a:ext cx="948488" cy="1529252"/>
              <a:chOff x="3374832" y="1594330"/>
              <a:chExt cx="948488" cy="1529252"/>
            </a:xfrm>
          </p:grpSpPr>
          <p:grpSp>
            <p:nvGrpSpPr>
              <p:cNvPr id="198" name="组合 197">
                <a:extLst>
                  <a:ext uri="{FF2B5EF4-FFF2-40B4-BE49-F238E27FC236}">
                    <a16:creationId xmlns:a16="http://schemas.microsoft.com/office/drawing/2014/main" id="{87C74E07-2B36-5B69-00C4-6CA89C2C8294}"/>
                  </a:ext>
                </a:extLst>
              </p:cNvPr>
              <p:cNvGrpSpPr/>
              <p:nvPr/>
            </p:nvGrpSpPr>
            <p:grpSpPr>
              <a:xfrm>
                <a:off x="3770863" y="1594330"/>
                <a:ext cx="369948" cy="509292"/>
                <a:chOff x="1367788" y="986598"/>
                <a:chExt cx="369948" cy="509292"/>
              </a:xfrm>
            </p:grpSpPr>
            <p:sp>
              <p:nvSpPr>
                <p:cNvPr id="220" name="椭圆 219">
                  <a:extLst>
                    <a:ext uri="{FF2B5EF4-FFF2-40B4-BE49-F238E27FC236}">
                      <a16:creationId xmlns:a16="http://schemas.microsoft.com/office/drawing/2014/main" id="{712B7FB3-CCF0-1746-AE5B-381A680ED303}"/>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21" name="直接箭头连接符 220">
                  <a:extLst>
                    <a:ext uri="{FF2B5EF4-FFF2-40B4-BE49-F238E27FC236}">
                      <a16:creationId xmlns:a16="http://schemas.microsoft.com/office/drawing/2014/main" id="{20489CB3-7670-1DF1-24DF-D09A22657408}"/>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22" name="直接箭头连接符 221">
                  <a:extLst>
                    <a:ext uri="{FF2B5EF4-FFF2-40B4-BE49-F238E27FC236}">
                      <a16:creationId xmlns:a16="http://schemas.microsoft.com/office/drawing/2014/main" id="{B34C99B0-E556-760D-5674-1AA81E5598F0}"/>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23" name="文本框 95">
                  <a:extLst>
                    <a:ext uri="{FF2B5EF4-FFF2-40B4-BE49-F238E27FC236}">
                      <a16:creationId xmlns:a16="http://schemas.microsoft.com/office/drawing/2014/main" id="{B8DF7882-73BD-06C4-5B17-52BEF25082C5}"/>
                    </a:ext>
                  </a:extLst>
                </p:cNvPr>
                <p:cNvSpPr txBox="1"/>
                <p:nvPr/>
              </p:nvSpPr>
              <p:spPr>
                <a:xfrm>
                  <a:off x="1397547" y="1016492"/>
                  <a:ext cx="295405" cy="2657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60"/>
                    </a:lnSpc>
                  </a:pPr>
                  <a:r>
                    <a:rPr lang="en-US" altLang="zh-CN" b="1" dirty="0">
                      <a:solidFill>
                        <a:srgbClr val="0070C0"/>
                      </a:solidFill>
                      <a:cs typeface="Courier New" panose="02070309020205020404" pitchFamily="49" charset="0"/>
                    </a:rPr>
                    <a:t>19</a:t>
                  </a:r>
                  <a:endParaRPr lang="zh-CN" altLang="en-US" b="1" dirty="0">
                    <a:solidFill>
                      <a:srgbClr val="0070C0"/>
                    </a:solidFill>
                    <a:cs typeface="Courier New" panose="02070309020205020404" pitchFamily="49" charset="0"/>
                  </a:endParaRPr>
                </a:p>
              </p:txBody>
            </p:sp>
          </p:grpSp>
          <p:grpSp>
            <p:nvGrpSpPr>
              <p:cNvPr id="199" name="组合 198">
                <a:extLst>
                  <a:ext uri="{FF2B5EF4-FFF2-40B4-BE49-F238E27FC236}">
                    <a16:creationId xmlns:a16="http://schemas.microsoft.com/office/drawing/2014/main" id="{C8075F24-6755-88D0-D76D-57A9AFCA5CD6}"/>
                  </a:ext>
                </a:extLst>
              </p:cNvPr>
              <p:cNvGrpSpPr/>
              <p:nvPr/>
            </p:nvGrpSpPr>
            <p:grpSpPr>
              <a:xfrm>
                <a:off x="3997825" y="2085807"/>
                <a:ext cx="325495" cy="544582"/>
                <a:chOff x="4596179" y="952104"/>
                <a:chExt cx="431999" cy="728092"/>
              </a:xfrm>
            </p:grpSpPr>
            <p:grpSp>
              <p:nvGrpSpPr>
                <p:cNvPr id="216" name="组合 215">
                  <a:extLst>
                    <a:ext uri="{FF2B5EF4-FFF2-40B4-BE49-F238E27FC236}">
                      <a16:creationId xmlns:a16="http://schemas.microsoft.com/office/drawing/2014/main" id="{E8F16A57-99D5-42AA-5B37-3AE520285690}"/>
                    </a:ext>
                  </a:extLst>
                </p:cNvPr>
                <p:cNvGrpSpPr/>
                <p:nvPr/>
              </p:nvGrpSpPr>
              <p:grpSpPr>
                <a:xfrm>
                  <a:off x="4596179" y="952104"/>
                  <a:ext cx="431999" cy="432000"/>
                  <a:chOff x="4785858" y="4606900"/>
                  <a:chExt cx="431999" cy="432000"/>
                </a:xfrm>
              </p:grpSpPr>
              <p:sp>
                <p:nvSpPr>
                  <p:cNvPr id="218" name="椭圆 217">
                    <a:extLst>
                      <a:ext uri="{FF2B5EF4-FFF2-40B4-BE49-F238E27FC236}">
                        <a16:creationId xmlns:a16="http://schemas.microsoft.com/office/drawing/2014/main" id="{8CAD75C9-C9F2-92EA-B7C0-4FDD83EAC087}"/>
                      </a:ext>
                    </a:extLst>
                  </p:cNvPr>
                  <p:cNvSpPr>
                    <a:spLocks noChangeArrowheads="1"/>
                  </p:cNvSpPr>
                  <p:nvPr/>
                </p:nvSpPr>
                <p:spPr bwMode="auto">
                  <a:xfrm>
                    <a:off x="4785858" y="4606900"/>
                    <a:ext cx="431999"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9" name="矩形 218">
                    <a:extLst>
                      <a:ext uri="{FF2B5EF4-FFF2-40B4-BE49-F238E27FC236}">
                        <a16:creationId xmlns:a16="http://schemas.microsoft.com/office/drawing/2014/main" id="{288B480A-6FC0-E849-1D57-5544C6D45C2A}"/>
                      </a:ext>
                    </a:extLst>
                  </p:cNvPr>
                  <p:cNvSpPr>
                    <a:spLocks noChangeArrowheads="1"/>
                  </p:cNvSpPr>
                  <p:nvPr/>
                </p:nvSpPr>
                <p:spPr bwMode="auto">
                  <a:xfrm>
                    <a:off x="4796212" y="4633714"/>
                    <a:ext cx="414680"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217" name="矩形 216">
                  <a:extLst>
                    <a:ext uri="{FF2B5EF4-FFF2-40B4-BE49-F238E27FC236}">
                      <a16:creationId xmlns:a16="http://schemas.microsoft.com/office/drawing/2014/main" id="{29290A1B-B2A7-E919-A5E1-5263D458CF6A}"/>
                    </a:ext>
                  </a:extLst>
                </p:cNvPr>
                <p:cNvSpPr>
                  <a:spLocks noChangeArrowheads="1"/>
                </p:cNvSpPr>
                <p:nvPr/>
              </p:nvSpPr>
              <p:spPr bwMode="auto">
                <a:xfrm>
                  <a:off x="4678533" y="1309854"/>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h</a:t>
                  </a:r>
                </a:p>
              </p:txBody>
            </p:sp>
          </p:grpSp>
          <p:grpSp>
            <p:nvGrpSpPr>
              <p:cNvPr id="200" name="组合 199">
                <a:extLst>
                  <a:ext uri="{FF2B5EF4-FFF2-40B4-BE49-F238E27FC236}">
                    <a16:creationId xmlns:a16="http://schemas.microsoft.com/office/drawing/2014/main" id="{3E426C07-DA8E-200F-F558-F302F46FE3A8}"/>
                  </a:ext>
                </a:extLst>
              </p:cNvPr>
              <p:cNvGrpSpPr/>
              <p:nvPr/>
            </p:nvGrpSpPr>
            <p:grpSpPr>
              <a:xfrm>
                <a:off x="3374832" y="2087143"/>
                <a:ext cx="732387" cy="1036439"/>
                <a:chOff x="1234327" y="986598"/>
                <a:chExt cx="732387" cy="1036439"/>
              </a:xfrm>
            </p:grpSpPr>
            <p:grpSp>
              <p:nvGrpSpPr>
                <p:cNvPr id="201" name="组合 200">
                  <a:extLst>
                    <a:ext uri="{FF2B5EF4-FFF2-40B4-BE49-F238E27FC236}">
                      <a16:creationId xmlns:a16="http://schemas.microsoft.com/office/drawing/2014/main" id="{96689194-D284-F8A6-EDE2-64187A83C08F}"/>
                    </a:ext>
                  </a:extLst>
                </p:cNvPr>
                <p:cNvGrpSpPr/>
                <p:nvPr/>
              </p:nvGrpSpPr>
              <p:grpSpPr>
                <a:xfrm>
                  <a:off x="1234327" y="1474277"/>
                  <a:ext cx="325492" cy="525380"/>
                  <a:chOff x="3700363" y="944502"/>
                  <a:chExt cx="432000" cy="702422"/>
                </a:xfrm>
              </p:grpSpPr>
              <p:grpSp>
                <p:nvGrpSpPr>
                  <p:cNvPr id="212" name="组合 211">
                    <a:extLst>
                      <a:ext uri="{FF2B5EF4-FFF2-40B4-BE49-F238E27FC236}">
                        <a16:creationId xmlns:a16="http://schemas.microsoft.com/office/drawing/2014/main" id="{F35B64A1-F593-BA4B-1700-AC9562FCA6B0}"/>
                      </a:ext>
                    </a:extLst>
                  </p:cNvPr>
                  <p:cNvGrpSpPr/>
                  <p:nvPr/>
                </p:nvGrpSpPr>
                <p:grpSpPr>
                  <a:xfrm>
                    <a:off x="3700363" y="944502"/>
                    <a:ext cx="432000" cy="432000"/>
                    <a:chOff x="4922912" y="4599491"/>
                    <a:chExt cx="432000" cy="432000"/>
                  </a:xfrm>
                </p:grpSpPr>
                <p:sp>
                  <p:nvSpPr>
                    <p:cNvPr id="214" name="椭圆 213">
                      <a:extLst>
                        <a:ext uri="{FF2B5EF4-FFF2-40B4-BE49-F238E27FC236}">
                          <a16:creationId xmlns:a16="http://schemas.microsoft.com/office/drawing/2014/main" id="{111ED9E2-74D7-C575-55C8-48C337280829}"/>
                        </a:ext>
                      </a:extLst>
                    </p:cNvPr>
                    <p:cNvSpPr>
                      <a:spLocks noChangeArrowheads="1"/>
                    </p:cNvSpPr>
                    <p:nvPr/>
                  </p:nvSpPr>
                  <p:spPr bwMode="auto">
                    <a:xfrm>
                      <a:off x="4922912" y="459949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5" name="矩形 214">
                      <a:extLst>
                        <a:ext uri="{FF2B5EF4-FFF2-40B4-BE49-F238E27FC236}">
                          <a16:creationId xmlns:a16="http://schemas.microsoft.com/office/drawing/2014/main" id="{D3F21015-43A7-D830-8E75-1AFC3DEF4C27}"/>
                        </a:ext>
                      </a:extLst>
                    </p:cNvPr>
                    <p:cNvSpPr>
                      <a:spLocks noChangeArrowheads="1"/>
                    </p:cNvSpPr>
                    <p:nvPr/>
                  </p:nvSpPr>
                  <p:spPr bwMode="auto">
                    <a:xfrm>
                      <a:off x="4963087" y="4689971"/>
                      <a:ext cx="3551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213" name="矩形 212">
                    <a:extLst>
                      <a:ext uri="{FF2B5EF4-FFF2-40B4-BE49-F238E27FC236}">
                        <a16:creationId xmlns:a16="http://schemas.microsoft.com/office/drawing/2014/main" id="{88EAEC78-0699-6260-3BAA-94281FD2BBF2}"/>
                      </a:ext>
                    </a:extLst>
                  </p:cNvPr>
                  <p:cNvSpPr>
                    <a:spLocks noChangeArrowheads="1"/>
                  </p:cNvSpPr>
                  <p:nvPr/>
                </p:nvSpPr>
                <p:spPr bwMode="auto">
                  <a:xfrm>
                    <a:off x="3764681" y="1276582"/>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g</a:t>
                    </a:r>
                  </a:p>
                </p:txBody>
              </p:sp>
            </p:grpSp>
            <p:grpSp>
              <p:nvGrpSpPr>
                <p:cNvPr id="202" name="组合 201">
                  <a:extLst>
                    <a:ext uri="{FF2B5EF4-FFF2-40B4-BE49-F238E27FC236}">
                      <a16:creationId xmlns:a16="http://schemas.microsoft.com/office/drawing/2014/main" id="{ADBE748E-BCA3-05B9-EB1F-8936F987FC22}"/>
                    </a:ext>
                  </a:extLst>
                </p:cNvPr>
                <p:cNvGrpSpPr/>
                <p:nvPr/>
              </p:nvGrpSpPr>
              <p:grpSpPr>
                <a:xfrm>
                  <a:off x="1634963" y="1475774"/>
                  <a:ext cx="331751" cy="547263"/>
                  <a:chOff x="5771109" y="933900"/>
                  <a:chExt cx="440305" cy="731679"/>
                </a:xfrm>
              </p:grpSpPr>
              <p:grpSp>
                <p:nvGrpSpPr>
                  <p:cNvPr id="208" name="组合 207">
                    <a:extLst>
                      <a:ext uri="{FF2B5EF4-FFF2-40B4-BE49-F238E27FC236}">
                        <a16:creationId xmlns:a16="http://schemas.microsoft.com/office/drawing/2014/main" id="{55A5AAB5-79E1-FE62-E07E-3FC97A994524}"/>
                      </a:ext>
                    </a:extLst>
                  </p:cNvPr>
                  <p:cNvGrpSpPr/>
                  <p:nvPr/>
                </p:nvGrpSpPr>
                <p:grpSpPr>
                  <a:xfrm>
                    <a:off x="5771109" y="933900"/>
                    <a:ext cx="440305" cy="432000"/>
                    <a:chOff x="4841057" y="4606900"/>
                    <a:chExt cx="440305" cy="432000"/>
                  </a:xfrm>
                </p:grpSpPr>
                <p:sp>
                  <p:nvSpPr>
                    <p:cNvPr id="210" name="椭圆 209">
                      <a:extLst>
                        <a:ext uri="{FF2B5EF4-FFF2-40B4-BE49-F238E27FC236}">
                          <a16:creationId xmlns:a16="http://schemas.microsoft.com/office/drawing/2014/main" id="{121368E9-6AC3-AE0F-C202-1128C2DEC5F1}"/>
                        </a:ext>
                      </a:extLst>
                    </p:cNvPr>
                    <p:cNvSpPr>
                      <a:spLocks noChangeArrowheads="1"/>
                    </p:cNvSpPr>
                    <p:nvPr/>
                  </p:nvSpPr>
                  <p:spPr bwMode="auto">
                    <a:xfrm>
                      <a:off x="4849360" y="4606900"/>
                      <a:ext cx="432002"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1" name="矩形 210">
                      <a:extLst>
                        <a:ext uri="{FF2B5EF4-FFF2-40B4-BE49-F238E27FC236}">
                          <a16:creationId xmlns:a16="http://schemas.microsoft.com/office/drawing/2014/main" id="{96612F32-DD10-8CAB-10E4-CA84898292AE}"/>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209" name="矩形 208">
                    <a:extLst>
                      <a:ext uri="{FF2B5EF4-FFF2-40B4-BE49-F238E27FC236}">
                        <a16:creationId xmlns:a16="http://schemas.microsoft.com/office/drawing/2014/main" id="{95795528-FE69-BDF8-074F-12E232F4471A}"/>
                      </a:ext>
                    </a:extLst>
                  </p:cNvPr>
                  <p:cNvSpPr>
                    <a:spLocks noChangeArrowheads="1"/>
                  </p:cNvSpPr>
                  <p:nvPr/>
                </p:nvSpPr>
                <p:spPr bwMode="auto">
                  <a:xfrm>
                    <a:off x="5877808"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a</a:t>
                    </a:r>
                  </a:p>
                </p:txBody>
              </p:sp>
            </p:grpSp>
            <p:grpSp>
              <p:nvGrpSpPr>
                <p:cNvPr id="203" name="组合 202">
                  <a:extLst>
                    <a:ext uri="{FF2B5EF4-FFF2-40B4-BE49-F238E27FC236}">
                      <a16:creationId xmlns:a16="http://schemas.microsoft.com/office/drawing/2014/main" id="{34787458-E87C-7482-985C-D27B8B4BA9A1}"/>
                    </a:ext>
                  </a:extLst>
                </p:cNvPr>
                <p:cNvGrpSpPr/>
                <p:nvPr/>
              </p:nvGrpSpPr>
              <p:grpSpPr>
                <a:xfrm>
                  <a:off x="1450918" y="986598"/>
                  <a:ext cx="326295" cy="509292"/>
                  <a:chOff x="1450918" y="986598"/>
                  <a:chExt cx="326295" cy="509292"/>
                </a:xfrm>
              </p:grpSpPr>
              <p:sp>
                <p:nvSpPr>
                  <p:cNvPr id="204" name="椭圆 203">
                    <a:extLst>
                      <a:ext uri="{FF2B5EF4-FFF2-40B4-BE49-F238E27FC236}">
                        <a16:creationId xmlns:a16="http://schemas.microsoft.com/office/drawing/2014/main" id="{E5C2B012-A3A4-4A28-82D1-3ACA081351BC}"/>
                      </a:ext>
                    </a:extLst>
                  </p:cNvPr>
                  <p:cNvSpPr>
                    <a:spLocks noChangeArrowheads="1"/>
                  </p:cNvSpPr>
                  <p:nvPr/>
                </p:nvSpPr>
                <p:spPr bwMode="auto">
                  <a:xfrm>
                    <a:off x="1451720"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05" name="直接箭头连接符 204">
                    <a:extLst>
                      <a:ext uri="{FF2B5EF4-FFF2-40B4-BE49-F238E27FC236}">
                        <a16:creationId xmlns:a16="http://schemas.microsoft.com/office/drawing/2014/main" id="{51C4403F-2753-7957-7F07-B58D0965FEA7}"/>
                      </a:ext>
                    </a:extLst>
                  </p:cNvPr>
                  <p:cNvCxnSpPr>
                    <a:cxnSpLocks/>
                  </p:cNvCxnSpPr>
                  <p:nvPr/>
                </p:nvCxnSpPr>
                <p:spPr>
                  <a:xfrm flipH="1">
                    <a:off x="145091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88BAE9B8-C3C0-A71B-A7D1-2F31F098030B}"/>
                      </a:ext>
                    </a:extLst>
                  </p:cNvPr>
                  <p:cNvCxnSpPr>
                    <a:cxnSpLocks/>
                  </p:cNvCxnSpPr>
                  <p:nvPr/>
                </p:nvCxnSpPr>
                <p:spPr>
                  <a:xfrm>
                    <a:off x="1673575"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7" name="文本框 206">
                    <a:extLst>
                      <a:ext uri="{FF2B5EF4-FFF2-40B4-BE49-F238E27FC236}">
                        <a16:creationId xmlns:a16="http://schemas.microsoft.com/office/drawing/2014/main" id="{2AE43AC4-1668-D2F9-4459-8EE5C47B78D5}"/>
                      </a:ext>
                    </a:extLst>
                  </p:cNvPr>
                  <p:cNvSpPr txBox="1"/>
                  <p:nvPr/>
                </p:nvSpPr>
                <p:spPr>
                  <a:xfrm>
                    <a:off x="1529039" y="1017255"/>
                    <a:ext cx="177297"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8</a:t>
                    </a:r>
                    <a:endParaRPr lang="zh-CN" altLang="en-US" b="1" dirty="0">
                      <a:solidFill>
                        <a:srgbClr val="0070C0"/>
                      </a:solidFill>
                      <a:cs typeface="Courier New" panose="02070309020205020404" pitchFamily="49" charset="0"/>
                    </a:endParaRPr>
                  </a:p>
                </p:txBody>
              </p:sp>
            </p:grpSp>
          </p:grpSp>
        </p:grpSp>
        <p:grpSp>
          <p:nvGrpSpPr>
            <p:cNvPr id="229" name="组合 228">
              <a:extLst>
                <a:ext uri="{FF2B5EF4-FFF2-40B4-BE49-F238E27FC236}">
                  <a16:creationId xmlns:a16="http://schemas.microsoft.com/office/drawing/2014/main" id="{7E5AADCA-FA39-D405-DE32-7303D119FB91}"/>
                </a:ext>
              </a:extLst>
            </p:cNvPr>
            <p:cNvGrpSpPr/>
            <p:nvPr/>
          </p:nvGrpSpPr>
          <p:grpSpPr>
            <a:xfrm>
              <a:off x="8620967" y="1110263"/>
              <a:ext cx="369948" cy="509292"/>
              <a:chOff x="1367788" y="986598"/>
              <a:chExt cx="369948" cy="509292"/>
            </a:xfrm>
          </p:grpSpPr>
          <p:sp>
            <p:nvSpPr>
              <p:cNvPr id="230" name="椭圆 229">
                <a:extLst>
                  <a:ext uri="{FF2B5EF4-FFF2-40B4-BE49-F238E27FC236}">
                    <a16:creationId xmlns:a16="http://schemas.microsoft.com/office/drawing/2014/main" id="{BFAE708B-9ACE-0713-9CB7-1697E6602E8E}"/>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31" name="直接箭头连接符 230">
                <a:extLst>
                  <a:ext uri="{FF2B5EF4-FFF2-40B4-BE49-F238E27FC236}">
                    <a16:creationId xmlns:a16="http://schemas.microsoft.com/office/drawing/2014/main" id="{B173B70B-5AD6-AEFE-ECC2-9466A6890C7A}"/>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2" name="直接箭头连接符 231">
                <a:extLst>
                  <a:ext uri="{FF2B5EF4-FFF2-40B4-BE49-F238E27FC236}">
                    <a16:creationId xmlns:a16="http://schemas.microsoft.com/office/drawing/2014/main" id="{F38C7E68-2EAF-D8DA-AE78-8D52553F4A9A}"/>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33" name="文本框 232">
                <a:extLst>
                  <a:ext uri="{FF2B5EF4-FFF2-40B4-BE49-F238E27FC236}">
                    <a16:creationId xmlns:a16="http://schemas.microsoft.com/office/drawing/2014/main" id="{FEA972F1-8474-118D-F238-A904E8FD6563}"/>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42</a:t>
                </a:r>
                <a:endParaRPr lang="zh-CN" altLang="en-US" b="1" dirty="0">
                  <a:solidFill>
                    <a:srgbClr val="0070C0"/>
                  </a:solidFill>
                  <a:cs typeface="Courier New" panose="02070309020205020404" pitchFamily="49" charset="0"/>
                </a:endParaRPr>
              </a:p>
            </p:txBody>
          </p:sp>
        </p:grpSp>
        <p:grpSp>
          <p:nvGrpSpPr>
            <p:cNvPr id="224" name="组合 223">
              <a:extLst>
                <a:ext uri="{FF2B5EF4-FFF2-40B4-BE49-F238E27FC236}">
                  <a16:creationId xmlns:a16="http://schemas.microsoft.com/office/drawing/2014/main" id="{1A0B1125-E58A-56D9-E227-EBDF9B1AC902}"/>
                </a:ext>
              </a:extLst>
            </p:cNvPr>
            <p:cNvGrpSpPr/>
            <p:nvPr/>
          </p:nvGrpSpPr>
          <p:grpSpPr>
            <a:xfrm>
              <a:off x="8862763" y="1588428"/>
              <a:ext cx="332989" cy="552309"/>
              <a:chOff x="9001705" y="942353"/>
              <a:chExt cx="441949" cy="738426"/>
            </a:xfrm>
          </p:grpSpPr>
          <p:grpSp>
            <p:nvGrpSpPr>
              <p:cNvPr id="225" name="组合 224">
                <a:extLst>
                  <a:ext uri="{FF2B5EF4-FFF2-40B4-BE49-F238E27FC236}">
                    <a16:creationId xmlns:a16="http://schemas.microsoft.com/office/drawing/2014/main" id="{6B5ABAD5-C9E0-0DA0-E693-2039AA5E967D}"/>
                  </a:ext>
                </a:extLst>
              </p:cNvPr>
              <p:cNvGrpSpPr/>
              <p:nvPr/>
            </p:nvGrpSpPr>
            <p:grpSpPr>
              <a:xfrm>
                <a:off x="9001705" y="942353"/>
                <a:ext cx="441949" cy="432000"/>
                <a:chOff x="4859407" y="4619585"/>
                <a:chExt cx="441949" cy="432000"/>
              </a:xfrm>
            </p:grpSpPr>
            <p:sp>
              <p:nvSpPr>
                <p:cNvPr id="227" name="椭圆 226">
                  <a:extLst>
                    <a:ext uri="{FF2B5EF4-FFF2-40B4-BE49-F238E27FC236}">
                      <a16:creationId xmlns:a16="http://schemas.microsoft.com/office/drawing/2014/main" id="{7AB53483-8B83-380A-B69D-7E4A9F242486}"/>
                    </a:ext>
                  </a:extLst>
                </p:cNvPr>
                <p:cNvSpPr>
                  <a:spLocks noChangeArrowheads="1"/>
                </p:cNvSpPr>
                <p:nvPr/>
              </p:nvSpPr>
              <p:spPr bwMode="auto">
                <a:xfrm>
                  <a:off x="4859407" y="4619585"/>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8" name="矩形 227">
                  <a:extLst>
                    <a:ext uri="{FF2B5EF4-FFF2-40B4-BE49-F238E27FC236}">
                      <a16:creationId xmlns:a16="http://schemas.microsoft.com/office/drawing/2014/main" id="{2A36A467-3E04-9FF6-2454-B806094CAC53}"/>
                    </a:ext>
                  </a:extLst>
                </p:cNvPr>
                <p:cNvSpPr>
                  <a:spLocks noChangeArrowheads="1"/>
                </p:cNvSpPr>
                <p:nvPr/>
              </p:nvSpPr>
              <p:spPr bwMode="auto">
                <a:xfrm>
                  <a:off x="4869489" y="4688633"/>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23</a:t>
                  </a:r>
                </a:p>
              </p:txBody>
            </p:sp>
          </p:grpSp>
          <p:sp>
            <p:nvSpPr>
              <p:cNvPr id="226" name="矩形 225">
                <a:extLst>
                  <a:ext uri="{FF2B5EF4-FFF2-40B4-BE49-F238E27FC236}">
                    <a16:creationId xmlns:a16="http://schemas.microsoft.com/office/drawing/2014/main" id="{85E59C48-B259-1A42-67FF-C5BA8434CA11}"/>
                  </a:ext>
                </a:extLst>
              </p:cNvPr>
              <p:cNvSpPr>
                <a:spLocks noChangeArrowheads="1"/>
              </p:cNvSpPr>
              <p:nvPr/>
            </p:nvSpPr>
            <p:spPr bwMode="auto">
              <a:xfrm>
                <a:off x="9083750" y="13104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f</a:t>
                </a:r>
              </a:p>
            </p:txBody>
          </p:sp>
        </p:grpSp>
      </p:grpSp>
      <p:sp>
        <p:nvSpPr>
          <p:cNvPr id="2" name="灯片编号占位符 1">
            <a:extLst>
              <a:ext uri="{FF2B5EF4-FFF2-40B4-BE49-F238E27FC236}">
                <a16:creationId xmlns:a16="http://schemas.microsoft.com/office/drawing/2014/main" id="{294C86C0-FED5-0CA5-09BD-0FFBA39711EC}"/>
              </a:ext>
            </a:extLst>
          </p:cNvPr>
          <p:cNvSpPr>
            <a:spLocks noGrp="1"/>
          </p:cNvSpPr>
          <p:nvPr>
            <p:ph type="sldNum" sz="quarter" idx="12"/>
          </p:nvPr>
        </p:nvSpPr>
        <p:spPr/>
        <p:txBody>
          <a:bodyPr/>
          <a:lstStyle/>
          <a:p>
            <a:fld id="{D7C0FE0B-717B-41AE-9FA2-CA4BF851D1C3}" type="slidenum">
              <a:rPr lang="zh-CN" altLang="en-US" smtClean="0"/>
              <a:t>34</a:t>
            </a:fld>
            <a:endParaRPr lang="zh-CN" altLang="en-US"/>
          </a:p>
        </p:txBody>
      </p:sp>
      <p:grpSp>
        <p:nvGrpSpPr>
          <p:cNvPr id="72" name="组合 71">
            <a:extLst>
              <a:ext uri="{FF2B5EF4-FFF2-40B4-BE49-F238E27FC236}">
                <a16:creationId xmlns:a16="http://schemas.microsoft.com/office/drawing/2014/main" id="{D48B6BDD-1A52-15E4-3E91-0662AD189E50}"/>
              </a:ext>
            </a:extLst>
          </p:cNvPr>
          <p:cNvGrpSpPr/>
          <p:nvPr/>
        </p:nvGrpSpPr>
        <p:grpSpPr>
          <a:xfrm>
            <a:off x="1086892" y="107479"/>
            <a:ext cx="8613918" cy="699106"/>
            <a:chOff x="1086892" y="107479"/>
            <a:chExt cx="8613918" cy="699106"/>
          </a:xfrm>
        </p:grpSpPr>
        <p:grpSp>
          <p:nvGrpSpPr>
            <p:cNvPr id="5" name="组合 4">
              <a:extLst>
                <a:ext uri="{FF2B5EF4-FFF2-40B4-BE49-F238E27FC236}">
                  <a16:creationId xmlns:a16="http://schemas.microsoft.com/office/drawing/2014/main" id="{AD15DACD-F961-DE31-DCF4-2A4C2175AFD8}"/>
                </a:ext>
              </a:extLst>
            </p:cNvPr>
            <p:cNvGrpSpPr/>
            <p:nvPr/>
          </p:nvGrpSpPr>
          <p:grpSpPr>
            <a:xfrm>
              <a:off x="3178123" y="396029"/>
              <a:ext cx="6522687" cy="197278"/>
              <a:chOff x="1296928" y="792919"/>
              <a:chExt cx="8657017" cy="263756"/>
            </a:xfrm>
          </p:grpSpPr>
          <p:sp>
            <p:nvSpPr>
              <p:cNvPr id="61" name="矩形 60">
                <a:extLst>
                  <a:ext uri="{FF2B5EF4-FFF2-40B4-BE49-F238E27FC236}">
                    <a16:creationId xmlns:a16="http://schemas.microsoft.com/office/drawing/2014/main" id="{7ED99D10-743D-3BAF-AF69-6A80EB05D6E3}"/>
                  </a:ext>
                </a:extLst>
              </p:cNvPr>
              <p:cNvSpPr/>
              <p:nvPr/>
            </p:nvSpPr>
            <p:spPr>
              <a:xfrm>
                <a:off x="1296928" y="798110"/>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2" name="矩形 61">
                <a:extLst>
                  <a:ext uri="{FF2B5EF4-FFF2-40B4-BE49-F238E27FC236}">
                    <a16:creationId xmlns:a16="http://schemas.microsoft.com/office/drawing/2014/main" id="{D6C5403C-2482-8FE1-6261-9E177EE654FE}"/>
                  </a:ext>
                </a:extLst>
              </p:cNvPr>
              <p:cNvSpPr/>
              <p:nvPr/>
            </p:nvSpPr>
            <p:spPr>
              <a:xfrm>
                <a:off x="2380423" y="796962"/>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3" name="矩形 62">
                <a:extLst>
                  <a:ext uri="{FF2B5EF4-FFF2-40B4-BE49-F238E27FC236}">
                    <a16:creationId xmlns:a16="http://schemas.microsoft.com/office/drawing/2014/main" id="{858F2A6E-6148-0543-9307-78204B3564A7}"/>
                  </a:ext>
                </a:extLst>
              </p:cNvPr>
              <p:cNvSpPr/>
              <p:nvPr/>
            </p:nvSpPr>
            <p:spPr>
              <a:xfrm>
                <a:off x="3462233" y="796554"/>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4" name="矩形 63">
                <a:extLst>
                  <a:ext uri="{FF2B5EF4-FFF2-40B4-BE49-F238E27FC236}">
                    <a16:creationId xmlns:a16="http://schemas.microsoft.com/office/drawing/2014/main" id="{83CF929D-66C3-4747-0228-7524D20B9C37}"/>
                  </a:ext>
                </a:extLst>
              </p:cNvPr>
              <p:cNvSpPr/>
              <p:nvPr/>
            </p:nvSpPr>
            <p:spPr>
              <a:xfrm>
                <a:off x="4545728" y="795406"/>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5" name="矩形 64">
                <a:extLst>
                  <a:ext uri="{FF2B5EF4-FFF2-40B4-BE49-F238E27FC236}">
                    <a16:creationId xmlns:a16="http://schemas.microsoft.com/office/drawing/2014/main" id="{3EA6E319-ECCE-701B-2010-14344C17DF55}"/>
                  </a:ext>
                </a:extLst>
              </p:cNvPr>
              <p:cNvSpPr/>
              <p:nvPr/>
            </p:nvSpPr>
            <p:spPr>
              <a:xfrm>
                <a:off x="5622996" y="795623"/>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6" name="矩形 65">
                <a:extLst>
                  <a:ext uri="{FF2B5EF4-FFF2-40B4-BE49-F238E27FC236}">
                    <a16:creationId xmlns:a16="http://schemas.microsoft.com/office/drawing/2014/main" id="{BEBB1A88-F654-3A16-34D1-1A9614E97881}"/>
                  </a:ext>
                </a:extLst>
              </p:cNvPr>
              <p:cNvSpPr/>
              <p:nvPr/>
            </p:nvSpPr>
            <p:spPr>
              <a:xfrm>
                <a:off x="6706491" y="794475"/>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7" name="矩形 66">
                <a:extLst>
                  <a:ext uri="{FF2B5EF4-FFF2-40B4-BE49-F238E27FC236}">
                    <a16:creationId xmlns:a16="http://schemas.microsoft.com/office/drawing/2014/main" id="{119EFBB8-3602-5DE5-8D5C-2EFB39AA48E6}"/>
                  </a:ext>
                </a:extLst>
              </p:cNvPr>
              <p:cNvSpPr/>
              <p:nvPr/>
            </p:nvSpPr>
            <p:spPr>
              <a:xfrm>
                <a:off x="7788301" y="794067"/>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68" name="矩形 67">
                <a:extLst>
                  <a:ext uri="{FF2B5EF4-FFF2-40B4-BE49-F238E27FC236}">
                    <a16:creationId xmlns:a16="http://schemas.microsoft.com/office/drawing/2014/main" id="{CE8F854A-1701-7F06-D520-AADFF1CA426A}"/>
                  </a:ext>
                </a:extLst>
              </p:cNvPr>
              <p:cNvSpPr/>
              <p:nvPr/>
            </p:nvSpPr>
            <p:spPr>
              <a:xfrm>
                <a:off x="8871796" y="792919"/>
                <a:ext cx="1082149" cy="2585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grpSp>
        <p:sp>
          <p:nvSpPr>
            <p:cNvPr id="14" name="文本框 183">
              <a:extLst>
                <a:ext uri="{FF2B5EF4-FFF2-40B4-BE49-F238E27FC236}">
                  <a16:creationId xmlns:a16="http://schemas.microsoft.com/office/drawing/2014/main" id="{9A4CCCBD-4055-C77A-FBC6-CACA2553F738}"/>
                </a:ext>
              </a:extLst>
            </p:cNvPr>
            <p:cNvSpPr txBox="1"/>
            <p:nvPr/>
          </p:nvSpPr>
          <p:spPr>
            <a:xfrm>
              <a:off x="2706952" y="107479"/>
              <a:ext cx="6993858"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0           1            2             3            4            5            6            7             8</a:t>
              </a:r>
              <a:endParaRPr lang="zh-CN" altLang="en-US" dirty="0"/>
            </a:p>
          </p:txBody>
        </p:sp>
        <p:sp>
          <p:nvSpPr>
            <p:cNvPr id="15" name="矩形 14">
              <a:extLst>
                <a:ext uri="{FF2B5EF4-FFF2-40B4-BE49-F238E27FC236}">
                  <a16:creationId xmlns:a16="http://schemas.microsoft.com/office/drawing/2014/main" id="{B339CBFD-D91E-8AF7-049D-0A0FDE6C766F}"/>
                </a:ext>
              </a:extLst>
            </p:cNvPr>
            <p:cNvSpPr/>
            <p:nvPr/>
          </p:nvSpPr>
          <p:spPr>
            <a:xfrm>
              <a:off x="2362264" y="403716"/>
              <a:ext cx="815352" cy="193395"/>
            </a:xfrm>
            <a:prstGeom prst="rect">
              <a:avLst/>
            </a:prstGeom>
            <a:pattFill prst="wdUpDiag">
              <a:fgClr>
                <a:schemeClr val="bg2">
                  <a:lumMod val="25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endParaRPr>
            </a:p>
          </p:txBody>
        </p:sp>
        <p:grpSp>
          <p:nvGrpSpPr>
            <p:cNvPr id="71" name="组合 70">
              <a:extLst>
                <a:ext uri="{FF2B5EF4-FFF2-40B4-BE49-F238E27FC236}">
                  <a16:creationId xmlns:a16="http://schemas.microsoft.com/office/drawing/2014/main" id="{CBFF5C7B-CDAC-E78E-6D9B-26DD09E46258}"/>
                </a:ext>
              </a:extLst>
            </p:cNvPr>
            <p:cNvGrpSpPr/>
            <p:nvPr/>
          </p:nvGrpSpPr>
          <p:grpSpPr>
            <a:xfrm>
              <a:off x="1086892" y="128732"/>
              <a:ext cx="1275371" cy="677853"/>
              <a:chOff x="1086892" y="128732"/>
              <a:chExt cx="1275371" cy="677853"/>
            </a:xfrm>
          </p:grpSpPr>
          <p:grpSp>
            <p:nvGrpSpPr>
              <p:cNvPr id="4" name="组合 3">
                <a:extLst>
                  <a:ext uri="{FF2B5EF4-FFF2-40B4-BE49-F238E27FC236}">
                    <a16:creationId xmlns:a16="http://schemas.microsoft.com/office/drawing/2014/main" id="{D69511EC-44FE-CE23-7482-E634B7F7509B}"/>
                  </a:ext>
                </a:extLst>
              </p:cNvPr>
              <p:cNvGrpSpPr/>
              <p:nvPr/>
            </p:nvGrpSpPr>
            <p:grpSpPr>
              <a:xfrm>
                <a:off x="1671654" y="387638"/>
                <a:ext cx="473294" cy="418947"/>
                <a:chOff x="1144795" y="2638260"/>
                <a:chExt cx="628164" cy="560124"/>
              </a:xfrm>
            </p:grpSpPr>
            <p:sp>
              <p:nvSpPr>
                <p:cNvPr id="69" name="矩形 68">
                  <a:extLst>
                    <a:ext uri="{FF2B5EF4-FFF2-40B4-BE49-F238E27FC236}">
                      <a16:creationId xmlns:a16="http://schemas.microsoft.com/office/drawing/2014/main" id="{92E53831-C915-5EFE-23AA-45D76B141671}"/>
                    </a:ext>
                  </a:extLst>
                </p:cNvPr>
                <p:cNvSpPr/>
                <p:nvPr/>
              </p:nvSpPr>
              <p:spPr>
                <a:xfrm>
                  <a:off x="1144795" y="2638260"/>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sym typeface="Symbol" panose="05050102010706020507" pitchFamily="18" charset="2"/>
                    </a:rPr>
                    <a:t></a:t>
                  </a:r>
                  <a:endParaRPr lang="zh-CN" altLang="en-US" dirty="0">
                    <a:solidFill>
                      <a:schemeClr val="tx1"/>
                    </a:solidFill>
                  </a:endParaRPr>
                </a:p>
              </p:txBody>
            </p:sp>
            <p:sp>
              <p:nvSpPr>
                <p:cNvPr id="70" name="矩形 69">
                  <a:extLst>
                    <a:ext uri="{FF2B5EF4-FFF2-40B4-BE49-F238E27FC236}">
                      <a16:creationId xmlns:a16="http://schemas.microsoft.com/office/drawing/2014/main" id="{ECD9377E-99F6-2DB0-B74A-ED02E8808171}"/>
                    </a:ext>
                  </a:extLst>
                </p:cNvPr>
                <p:cNvSpPr/>
                <p:nvPr/>
              </p:nvSpPr>
              <p:spPr>
                <a:xfrm>
                  <a:off x="1144795" y="2918322"/>
                  <a:ext cx="628164" cy="28006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latin typeface="Courier New" panose="02070309020205020404" pitchFamily="49" charset="0"/>
                    <a:cs typeface="Courier New" panose="02070309020205020404" pitchFamily="49" charset="0"/>
                  </a:endParaRPr>
                </a:p>
              </p:txBody>
            </p:sp>
          </p:grpSp>
          <p:cxnSp>
            <p:nvCxnSpPr>
              <p:cNvPr id="16" name="直接箭头连接符 15">
                <a:extLst>
                  <a:ext uri="{FF2B5EF4-FFF2-40B4-BE49-F238E27FC236}">
                    <a16:creationId xmlns:a16="http://schemas.microsoft.com/office/drawing/2014/main" id="{07C9CA78-B9B7-3132-A65A-0842067F59B8}"/>
                  </a:ext>
                </a:extLst>
              </p:cNvPr>
              <p:cNvCxnSpPr>
                <a:cxnSpLocks/>
                <a:endCxn id="15" idx="1"/>
              </p:cNvCxnSpPr>
              <p:nvPr/>
            </p:nvCxnSpPr>
            <p:spPr>
              <a:xfrm>
                <a:off x="1908301" y="500413"/>
                <a:ext cx="453962" cy="1"/>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D7395167-13AC-05D0-8A3B-D7D0EBC2CE60}"/>
                  </a:ext>
                </a:extLst>
              </p:cNvPr>
              <p:cNvSpPr>
                <a:spLocks noChangeArrowheads="1"/>
              </p:cNvSpPr>
              <p:nvPr/>
            </p:nvSpPr>
            <p:spPr bwMode="auto">
              <a:xfrm>
                <a:off x="1086892" y="386381"/>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err="1">
                    <a:latin typeface="Courier New" panose="02070309020205020404" pitchFamily="49" charset="0"/>
                    <a:ea typeface="楷体_GB2312" pitchFamily="49" charset="-122"/>
                    <a:cs typeface="Courier New" panose="02070309020205020404" pitchFamily="49" charset="0"/>
                  </a:rPr>
                  <a:t>elem</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8" name="矩形 17">
                <a:extLst>
                  <a:ext uri="{FF2B5EF4-FFF2-40B4-BE49-F238E27FC236}">
                    <a16:creationId xmlns:a16="http://schemas.microsoft.com/office/drawing/2014/main" id="{582AAFB0-C76A-8E37-8D62-24F5A2390A03}"/>
                  </a:ext>
                </a:extLst>
              </p:cNvPr>
              <p:cNvSpPr>
                <a:spLocks noChangeArrowheads="1"/>
              </p:cNvSpPr>
              <p:nvPr/>
            </p:nvSpPr>
            <p:spPr bwMode="auto">
              <a:xfrm>
                <a:off x="1091114" y="586925"/>
                <a:ext cx="552374"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latin typeface="Courier New" panose="02070309020205020404" pitchFamily="49" charset="0"/>
                    <a:ea typeface="楷体_GB2312" pitchFamily="49" charset="-122"/>
                    <a:cs typeface="Courier New" panose="02070309020205020404" pitchFamily="49" charset="0"/>
                  </a:rPr>
                  <a:t>len</a:t>
                </a:r>
                <a:endParaRPr lang="en-US" altLang="zh-CN" b="1" dirty="0">
                  <a:latin typeface="Courier New" panose="02070309020205020404" pitchFamily="49" charset="0"/>
                  <a:ea typeface="楷体_GB2312" pitchFamily="49" charset="-122"/>
                  <a:cs typeface="Courier New" panose="02070309020205020404" pitchFamily="49" charset="0"/>
                </a:endParaRPr>
              </a:p>
            </p:txBody>
          </p:sp>
          <p:sp>
            <p:nvSpPr>
              <p:cNvPr id="19" name="矩形 18">
                <a:extLst>
                  <a:ext uri="{FF2B5EF4-FFF2-40B4-BE49-F238E27FC236}">
                    <a16:creationId xmlns:a16="http://schemas.microsoft.com/office/drawing/2014/main" id="{351145A7-6429-8FB3-C3DD-5E402429A56C}"/>
                  </a:ext>
                </a:extLst>
              </p:cNvPr>
              <p:cNvSpPr>
                <a:spLocks noChangeArrowheads="1"/>
              </p:cNvSpPr>
              <p:nvPr/>
            </p:nvSpPr>
            <p:spPr bwMode="auto">
              <a:xfrm>
                <a:off x="1170275" y="128732"/>
                <a:ext cx="239160" cy="20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ea typeface="楷体_GB2312" pitchFamily="49" charset="-122"/>
                    <a:cs typeface="Courier New" panose="02070309020205020404" pitchFamily="49" charset="0"/>
                  </a:rPr>
                  <a:t>H</a:t>
                </a:r>
              </a:p>
            </p:txBody>
          </p:sp>
          <p:cxnSp>
            <p:nvCxnSpPr>
              <p:cNvPr id="20" name="直接箭头连接符 19">
                <a:extLst>
                  <a:ext uri="{FF2B5EF4-FFF2-40B4-BE49-F238E27FC236}">
                    <a16:creationId xmlns:a16="http://schemas.microsoft.com/office/drawing/2014/main" id="{4E8CE881-67D3-0FB8-5E3E-C33A27E1BDB4}"/>
                  </a:ext>
                </a:extLst>
              </p:cNvPr>
              <p:cNvCxnSpPr>
                <a:cxnSpLocks/>
                <a:stCxn id="19" idx="3"/>
              </p:cNvCxnSpPr>
              <p:nvPr/>
            </p:nvCxnSpPr>
            <p:spPr>
              <a:xfrm>
                <a:off x="1409435" y="232323"/>
                <a:ext cx="258001" cy="14835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cxnSp>
        <p:nvCxnSpPr>
          <p:cNvPr id="11" name="直接箭头连接符 10">
            <a:extLst>
              <a:ext uri="{FF2B5EF4-FFF2-40B4-BE49-F238E27FC236}">
                <a16:creationId xmlns:a16="http://schemas.microsoft.com/office/drawing/2014/main" id="{6052EBF8-9491-9ECD-0AE7-C3ED64AE03E9}"/>
              </a:ext>
            </a:extLst>
          </p:cNvPr>
          <p:cNvCxnSpPr/>
          <p:nvPr/>
        </p:nvCxnSpPr>
        <p:spPr>
          <a:xfrm>
            <a:off x="5215991" y="491115"/>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2B55BBE6-FC5D-03EC-E6B9-D7EBDAF0B66C}"/>
              </a:ext>
            </a:extLst>
          </p:cNvPr>
          <p:cNvCxnSpPr/>
          <p:nvPr/>
        </p:nvCxnSpPr>
        <p:spPr>
          <a:xfrm>
            <a:off x="4396906" y="501556"/>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8809C554-B8A9-0FB4-29F2-0B4FA9591438}"/>
              </a:ext>
            </a:extLst>
          </p:cNvPr>
          <p:cNvCxnSpPr/>
          <p:nvPr/>
        </p:nvCxnSpPr>
        <p:spPr>
          <a:xfrm>
            <a:off x="3586554" y="495193"/>
            <a:ext cx="0" cy="26383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74EF0D7E-6A8D-7589-5225-66DB9E1474A6}"/>
              </a:ext>
            </a:extLst>
          </p:cNvPr>
          <p:cNvGrpSpPr/>
          <p:nvPr/>
        </p:nvGrpSpPr>
        <p:grpSpPr>
          <a:xfrm>
            <a:off x="4229233" y="751969"/>
            <a:ext cx="335909" cy="566376"/>
            <a:chOff x="11169046" y="936617"/>
            <a:chExt cx="445824" cy="757232"/>
          </a:xfrm>
        </p:grpSpPr>
        <p:grpSp>
          <p:nvGrpSpPr>
            <p:cNvPr id="29" name="组合 28">
              <a:extLst>
                <a:ext uri="{FF2B5EF4-FFF2-40B4-BE49-F238E27FC236}">
                  <a16:creationId xmlns:a16="http://schemas.microsoft.com/office/drawing/2014/main" id="{B6492FDE-07F2-BDC8-1D6D-A60BEAA20A37}"/>
                </a:ext>
              </a:extLst>
            </p:cNvPr>
            <p:cNvGrpSpPr/>
            <p:nvPr/>
          </p:nvGrpSpPr>
          <p:grpSpPr>
            <a:xfrm>
              <a:off x="11169046" y="936617"/>
              <a:ext cx="445824" cy="432000"/>
              <a:chOff x="4865986" y="4606900"/>
              <a:chExt cx="445824" cy="432000"/>
            </a:xfrm>
          </p:grpSpPr>
          <p:sp>
            <p:nvSpPr>
              <p:cNvPr id="31" name="椭圆 30">
                <a:extLst>
                  <a:ext uri="{FF2B5EF4-FFF2-40B4-BE49-F238E27FC236}">
                    <a16:creationId xmlns:a16="http://schemas.microsoft.com/office/drawing/2014/main" id="{D8B3DDCA-A0C7-C000-8072-47A513F474AD}"/>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矩形 31">
                <a:extLst>
                  <a:ext uri="{FF2B5EF4-FFF2-40B4-BE49-F238E27FC236}">
                    <a16:creationId xmlns:a16="http://schemas.microsoft.com/office/drawing/2014/main" id="{F27EE145-9B20-F4F6-35D5-B436F68FD15B}"/>
                  </a:ext>
                </a:extLst>
              </p:cNvPr>
              <p:cNvSpPr>
                <a:spLocks noChangeArrowheads="1"/>
              </p:cNvSpPr>
              <p:nvPr/>
            </p:nvSpPr>
            <p:spPr bwMode="auto">
              <a:xfrm>
                <a:off x="4879943" y="4695289"/>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29</a:t>
                </a:r>
              </a:p>
            </p:txBody>
          </p:sp>
        </p:grpSp>
        <p:sp>
          <p:nvSpPr>
            <p:cNvPr id="30" name="矩形 29">
              <a:extLst>
                <a:ext uri="{FF2B5EF4-FFF2-40B4-BE49-F238E27FC236}">
                  <a16:creationId xmlns:a16="http://schemas.microsoft.com/office/drawing/2014/main" id="{17BFDDB6-D236-478A-AEA2-A23457C2AA1B}"/>
                </a:ext>
              </a:extLst>
            </p:cNvPr>
            <p:cNvSpPr>
              <a:spLocks noChangeArrowheads="1"/>
            </p:cNvSpPr>
            <p:nvPr/>
          </p:nvSpPr>
          <p:spPr bwMode="auto">
            <a:xfrm>
              <a:off x="11285323" y="132350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b</a:t>
              </a:r>
            </a:p>
          </p:txBody>
        </p:sp>
      </p:grpSp>
      <p:sp>
        <p:nvSpPr>
          <p:cNvPr id="74" name="文本框 73">
            <a:extLst>
              <a:ext uri="{FF2B5EF4-FFF2-40B4-BE49-F238E27FC236}">
                <a16:creationId xmlns:a16="http://schemas.microsoft.com/office/drawing/2014/main" id="{41E821F3-98F7-0F26-983B-30445A35F9B8}"/>
              </a:ext>
            </a:extLst>
          </p:cNvPr>
          <p:cNvSpPr txBox="1"/>
          <p:nvPr/>
        </p:nvSpPr>
        <p:spPr>
          <a:xfrm>
            <a:off x="811491" y="3399961"/>
            <a:ext cx="10765931" cy="3340145"/>
          </a:xfrm>
          <a:prstGeom prst="rect">
            <a:avLst/>
          </a:prstGeom>
          <a:solidFill>
            <a:schemeClr val="tx2">
              <a:lumMod val="10000"/>
              <a:lumOff val="90000"/>
            </a:schemeClr>
          </a:solidFill>
          <a:ln>
            <a:solidFill>
              <a:srgbClr val="7030A0"/>
            </a:solidFill>
          </a:ln>
        </p:spPr>
        <p:txBody>
          <a:bodyPr wrap="square">
            <a:spAutoFit/>
          </a:bodyPr>
          <a:lstStyle/>
          <a:p>
            <a:pPr marL="108000" algn="just">
              <a:lnSpc>
                <a:spcPct val="90000"/>
              </a:lnSpc>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MakeHFTree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weight[],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6.15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构造赫夫曼树</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由长度为</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的字符数组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data</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和权值数组</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weight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构造并返回赫夫曼树，使用小顶堆存储森林</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Heap H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InitHeap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新建容量为</a:t>
            </a:r>
            <a:r>
              <a:rPr lang="en-US" altLang="zh-CN" b="1" kern="100" dirty="0" err="1">
                <a:solidFill>
                  <a:srgbClr val="041ABC"/>
                </a:solidFill>
                <a:latin typeface="Courier New" panose="02070309020205020404" pitchFamily="49" charset="0"/>
                <a:ea typeface="宋体" panose="02010600030101010101" pitchFamily="2" charset="-122"/>
                <a:cs typeface="Times New Roman" panose="02020603050405020304" pitchFamily="18" charset="0"/>
              </a:rPr>
              <a:t>n+1</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的空堆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&lt;n;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生成每个权值节点并插入</a:t>
            </a:r>
            <a:r>
              <a:rPr lang="zh-CN"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小顶堆</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H</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data[</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字符</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weight[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权值</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Insert(H,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for</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循环结束时，优先队列内是单节点树的森林</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构造赫夫曼树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p>
          <a:p>
            <a:pPr marL="108000" algn="just">
              <a:lnSpc>
                <a:spcPct val="90000"/>
              </a:lnSpc>
              <a:buNone/>
            </a:pPr>
            <a:r>
              <a:rPr lang="en-US" altLang="zh-CN" b="1" kern="100" dirty="0">
                <a:latin typeface="Courier New" panose="02070309020205020404" pitchFamily="49" charset="0"/>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return</a:t>
            </a:r>
            <a:r>
              <a:rPr lang="en-US" altLang="zh-CN" b="1" kern="100" dirty="0">
                <a:latin typeface="Courier New" panose="02070309020205020404" pitchFamily="49" charset="0"/>
                <a:cs typeface="Times New Roman" panose="02020603050405020304" pitchFamily="18" charset="0"/>
              </a:rPr>
              <a:t>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返回构造的赫夫曼树</a:t>
            </a:r>
            <a:endPar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5" name="文本框 74">
            <a:extLst>
              <a:ext uri="{FF2B5EF4-FFF2-40B4-BE49-F238E27FC236}">
                <a16:creationId xmlns:a16="http://schemas.microsoft.com/office/drawing/2014/main" id="{98B8986F-D388-BE7C-2BBE-2A1193BC5D73}"/>
              </a:ext>
            </a:extLst>
          </p:cNvPr>
          <p:cNvSpPr txBox="1"/>
          <p:nvPr/>
        </p:nvSpPr>
        <p:spPr>
          <a:xfrm>
            <a:off x="941568" y="3805292"/>
            <a:ext cx="10498942" cy="2338974"/>
          </a:xfrm>
          <a:prstGeom prst="rect">
            <a:avLst/>
          </a:prstGeom>
          <a:solidFill>
            <a:srgbClr val="E7FFFF"/>
          </a:solidFill>
        </p:spPr>
        <p:txBody>
          <a:bodyPr wrap="square">
            <a:spAutoFit/>
          </a:bodyPr>
          <a:lstStyle/>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cs typeface="Times New Roman" panose="02020603050405020304" pitchFamily="18" charset="0"/>
              </a:rPr>
              <a:t>••• •••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建小顶堆</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H</a:t>
            </a:r>
            <a:r>
              <a:rPr lang="zh-CN" altLang="en-US" b="1" kern="100" dirty="0">
                <a:solidFill>
                  <a:schemeClr val="accent6">
                    <a:lumMod val="75000"/>
                  </a:schemeClr>
                </a:solidFill>
                <a:latin typeface="Courier New" panose="02070309020205020404" pitchFamily="49" charset="0"/>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a:t>
            </a:r>
            <a:endPar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len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&gt; 1)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while</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循环每次将权值最小的两棵树合二为一</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rt = </a:t>
            </a:r>
            <a:r>
              <a:rPr lang="en-US" altLang="zh-CN" sz="18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从堆取权值最小两棵树为左、右子树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HFTNode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根节点</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root-&gt;data = '*';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内部节点数据域为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root-&gt;weight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-&gt;weight + rt-&gt;weight;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根节点的权值为左右孩子权值之和</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root-&gt;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 rt;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接上左右子树</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Insert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(H, root);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将组合成的新树插入堆</a:t>
            </a:r>
          </a:p>
          <a:p>
            <a:pPr marL="108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每次合二为一减少了一棵树，</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while</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循环结束时，优先队列只含的一棵树即为所求</a:t>
            </a:r>
          </a:p>
        </p:txBody>
      </p:sp>
      <p:sp>
        <p:nvSpPr>
          <p:cNvPr id="76" name="文本框 75">
            <a:extLst>
              <a:ext uri="{FF2B5EF4-FFF2-40B4-BE49-F238E27FC236}">
                <a16:creationId xmlns:a16="http://schemas.microsoft.com/office/drawing/2014/main" id="{47EA3ADA-AEEE-4310-FCAB-9AAAC4D51C80}"/>
              </a:ext>
            </a:extLst>
          </p:cNvPr>
          <p:cNvSpPr txBox="1"/>
          <p:nvPr/>
        </p:nvSpPr>
        <p:spPr>
          <a:xfrm>
            <a:off x="319648" y="4254425"/>
            <a:ext cx="467346" cy="1631216"/>
          </a:xfrm>
          <a:prstGeom prst="rect">
            <a:avLst/>
          </a:prstGeom>
          <a:noFill/>
        </p:spPr>
        <p:txBody>
          <a:bodyPr wrap="square" rtlCol="0">
            <a:spAutoFit/>
          </a:bodyPr>
          <a:lstStyle/>
          <a:p>
            <a:r>
              <a:rPr lang="zh-CN" altLang="en-US" sz="2000" b="1" dirty="0">
                <a:solidFill>
                  <a:srgbClr val="C00000"/>
                </a:solidFill>
                <a:effectLst>
                  <a:outerShdw blurRad="38100" dist="38100" dir="2700000" algn="tl">
                    <a:srgbClr val="000000">
                      <a:alpha val="43137"/>
                    </a:srgbClr>
                  </a:outerShdw>
                </a:effectLst>
                <a:latin typeface="+mj-ea"/>
                <a:ea typeface="+mj-ea"/>
              </a:rPr>
              <a:t>建</a:t>
            </a:r>
            <a:endParaRPr lang="en-US" altLang="zh-CN" sz="2000" b="1" dirty="0">
              <a:solidFill>
                <a:srgbClr val="C00000"/>
              </a:solidFill>
              <a:effectLst>
                <a:outerShdw blurRad="38100" dist="38100" dir="2700000" algn="tl">
                  <a:srgbClr val="000000">
                    <a:alpha val="43137"/>
                  </a:srgbClr>
                </a:outerShdw>
              </a:effectLst>
              <a:latin typeface="+mj-ea"/>
              <a:ea typeface="+mj-ea"/>
            </a:endParaRPr>
          </a:p>
          <a:p>
            <a:r>
              <a:rPr lang="zh-CN" altLang="en-US" sz="2000" b="1" dirty="0">
                <a:solidFill>
                  <a:srgbClr val="C00000"/>
                </a:solidFill>
                <a:effectLst>
                  <a:outerShdw blurRad="38100" dist="38100" dir="2700000" algn="tl">
                    <a:srgbClr val="000000">
                      <a:alpha val="43137"/>
                    </a:srgbClr>
                  </a:outerShdw>
                </a:effectLst>
                <a:latin typeface="+mj-ea"/>
                <a:ea typeface="+mj-ea"/>
              </a:rPr>
              <a:t>赫夫曼树</a:t>
            </a:r>
          </a:p>
        </p:txBody>
      </p:sp>
      <p:sp>
        <p:nvSpPr>
          <p:cNvPr id="77" name="左大括号 76">
            <a:extLst>
              <a:ext uri="{FF2B5EF4-FFF2-40B4-BE49-F238E27FC236}">
                <a16:creationId xmlns:a16="http://schemas.microsoft.com/office/drawing/2014/main" id="{85AF7112-0970-DE20-FFBA-FB50A1715010}"/>
              </a:ext>
            </a:extLst>
          </p:cNvPr>
          <p:cNvSpPr/>
          <p:nvPr/>
        </p:nvSpPr>
        <p:spPr>
          <a:xfrm>
            <a:off x="762496" y="4099034"/>
            <a:ext cx="484658" cy="1949669"/>
          </a:xfrm>
          <a:prstGeom prst="leftBrace">
            <a:avLst/>
          </a:prstGeom>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cxnSp>
        <p:nvCxnSpPr>
          <p:cNvPr id="79" name="直接连接符 78">
            <a:extLst>
              <a:ext uri="{FF2B5EF4-FFF2-40B4-BE49-F238E27FC236}">
                <a16:creationId xmlns:a16="http://schemas.microsoft.com/office/drawing/2014/main" id="{2233B666-55E8-CCA9-6ADE-6B6DB432449D}"/>
              </a:ext>
            </a:extLst>
          </p:cNvPr>
          <p:cNvCxnSpPr/>
          <p:nvPr/>
        </p:nvCxnSpPr>
        <p:spPr>
          <a:xfrm>
            <a:off x="1279658" y="4325007"/>
            <a:ext cx="264167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90" name="组合 89">
            <a:extLst>
              <a:ext uri="{FF2B5EF4-FFF2-40B4-BE49-F238E27FC236}">
                <a16:creationId xmlns:a16="http://schemas.microsoft.com/office/drawing/2014/main" id="{6AB4C5BD-1002-BD93-0C43-8932275B0A24}"/>
              </a:ext>
            </a:extLst>
          </p:cNvPr>
          <p:cNvGrpSpPr/>
          <p:nvPr/>
        </p:nvGrpSpPr>
        <p:grpSpPr>
          <a:xfrm>
            <a:off x="595442" y="1409272"/>
            <a:ext cx="649976" cy="380480"/>
            <a:chOff x="2422635" y="2012731"/>
            <a:chExt cx="649976" cy="380480"/>
          </a:xfrm>
        </p:grpSpPr>
        <p:sp>
          <p:nvSpPr>
            <p:cNvPr id="87" name="文本框 86">
              <a:extLst>
                <a:ext uri="{FF2B5EF4-FFF2-40B4-BE49-F238E27FC236}">
                  <a16:creationId xmlns:a16="http://schemas.microsoft.com/office/drawing/2014/main" id="{CC6851F6-78DE-E34B-37FD-28E17B7D6EFB}"/>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err="1">
                  <a:latin typeface="Courier New" panose="02070309020205020404" pitchFamily="49" charset="0"/>
                  <a:cs typeface="Times New Roman" panose="02020603050405020304" pitchFamily="18" charset="0"/>
                </a:rPr>
                <a:t>lt</a:t>
              </a:r>
              <a:endParaRPr lang="zh-CN" altLang="en-US" sz="2000" dirty="0"/>
            </a:p>
          </p:txBody>
        </p:sp>
        <p:cxnSp>
          <p:nvCxnSpPr>
            <p:cNvPr id="88" name="直接箭头连接符 87">
              <a:extLst>
                <a:ext uri="{FF2B5EF4-FFF2-40B4-BE49-F238E27FC236}">
                  <a16:creationId xmlns:a16="http://schemas.microsoft.com/office/drawing/2014/main" id="{6798569F-59CA-A721-BED2-6765A66E19F3}"/>
                </a:ext>
              </a:extLst>
            </p:cNvPr>
            <p:cNvCxnSpPr>
              <a:cxnSpLocks/>
            </p:cNvCxnSpPr>
            <p:nvPr/>
          </p:nvCxnSpPr>
          <p:spPr>
            <a:xfrm>
              <a:off x="2784797" y="2220816"/>
              <a:ext cx="287814"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7" name="组合 96">
            <a:extLst>
              <a:ext uri="{FF2B5EF4-FFF2-40B4-BE49-F238E27FC236}">
                <a16:creationId xmlns:a16="http://schemas.microsoft.com/office/drawing/2014/main" id="{283CD2A6-0DA9-1300-6B8C-7952437F4CFA}"/>
              </a:ext>
            </a:extLst>
          </p:cNvPr>
          <p:cNvGrpSpPr/>
          <p:nvPr/>
        </p:nvGrpSpPr>
        <p:grpSpPr>
          <a:xfrm>
            <a:off x="1990564" y="1432148"/>
            <a:ext cx="697006" cy="380480"/>
            <a:chOff x="2102989" y="2012731"/>
            <a:chExt cx="697006" cy="380480"/>
          </a:xfrm>
        </p:grpSpPr>
        <p:sp>
          <p:nvSpPr>
            <p:cNvPr id="98" name="文本框 97">
              <a:extLst>
                <a:ext uri="{FF2B5EF4-FFF2-40B4-BE49-F238E27FC236}">
                  <a16:creationId xmlns:a16="http://schemas.microsoft.com/office/drawing/2014/main" id="{81598425-19AA-BED6-2087-87CF1C53B079}"/>
                </a:ext>
              </a:extLst>
            </p:cNvPr>
            <p:cNvSpPr txBox="1"/>
            <p:nvPr/>
          </p:nvSpPr>
          <p:spPr>
            <a:xfrm>
              <a:off x="2422635" y="2012731"/>
              <a:ext cx="377360" cy="380480"/>
            </a:xfrm>
            <a:prstGeom prst="rect">
              <a:avLst/>
            </a:prstGeom>
            <a:noFill/>
          </p:spPr>
          <p:txBody>
            <a:bodyPr wrap="square" lIns="0" tIns="36000" rIns="0" bIns="36000" rtlCol="0">
              <a:spAutoFit/>
            </a:bodyPr>
            <a:lstStyle/>
            <a:p>
              <a:r>
                <a:rPr lang="en-US" altLang="zh-CN" sz="2000" b="1" kern="100" dirty="0">
                  <a:latin typeface="Courier New" panose="02070309020205020404" pitchFamily="49" charset="0"/>
                  <a:cs typeface="Times New Roman" panose="02020603050405020304" pitchFamily="18" charset="0"/>
                </a:rPr>
                <a:t>rt</a:t>
              </a:r>
              <a:endParaRPr lang="zh-CN" altLang="en-US" sz="2000" dirty="0"/>
            </a:p>
          </p:txBody>
        </p:sp>
        <p:cxnSp>
          <p:nvCxnSpPr>
            <p:cNvPr id="99" name="直接箭头连接符 98">
              <a:extLst>
                <a:ext uri="{FF2B5EF4-FFF2-40B4-BE49-F238E27FC236}">
                  <a16:creationId xmlns:a16="http://schemas.microsoft.com/office/drawing/2014/main" id="{D07F15C0-4BAB-16B2-13F8-FC91A492C29A}"/>
                </a:ext>
              </a:extLst>
            </p:cNvPr>
            <p:cNvCxnSpPr>
              <a:cxnSpLocks/>
            </p:cNvCxnSpPr>
            <p:nvPr/>
          </p:nvCxnSpPr>
          <p:spPr>
            <a:xfrm flipH="1">
              <a:off x="2102989" y="2202971"/>
              <a:ext cx="258043" cy="0"/>
            </a:xfrm>
            <a:prstGeom prst="straightConnector1">
              <a:avLst/>
            </a:prstGeom>
            <a:ln w="19050">
              <a:solidFill>
                <a:srgbClr val="8E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8B861A68-87E7-8CFF-F531-00CB0379CEDD}"/>
              </a:ext>
            </a:extLst>
          </p:cNvPr>
          <p:cNvSpPr txBox="1"/>
          <p:nvPr/>
        </p:nvSpPr>
        <p:spPr>
          <a:xfrm>
            <a:off x="9824346" y="744132"/>
            <a:ext cx="2185495" cy="2031325"/>
          </a:xfrm>
          <a:prstGeom prst="rect">
            <a:avLst/>
          </a:prstGeom>
          <a:noFill/>
        </p:spPr>
        <p:txBody>
          <a:bodyPr wrap="square" rtlCol="0">
            <a:spAutoFit/>
          </a:bodyPr>
          <a:lstStyle/>
          <a:p>
            <a:pPr algn="just"/>
            <a:r>
              <a:rPr lang="zh-CN" altLang="en-US" b="1" dirty="0">
                <a:solidFill>
                  <a:srgbClr val="C00000"/>
                </a:solidFill>
                <a:effectLst>
                  <a:outerShdw blurRad="38100" dist="38100" dir="2700000" algn="tl">
                    <a:srgbClr val="000000">
                      <a:alpha val="43137"/>
                    </a:srgbClr>
                  </a:outerShdw>
                </a:effectLst>
                <a:latin typeface="+mj-ea"/>
                <a:ea typeface="+mj-ea"/>
              </a:rPr>
              <a:t>堆的两个操作要点：</a:t>
            </a:r>
            <a:endParaRPr lang="en-US" altLang="zh-CN" b="1" dirty="0">
              <a:solidFill>
                <a:srgbClr val="C00000"/>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err="1">
                <a:solidFill>
                  <a:srgbClr val="C00000"/>
                </a:solidFill>
                <a:effectLst>
                  <a:outerShdw blurRad="38100" dist="38100" dir="2700000" algn="tl">
                    <a:srgbClr val="000000">
                      <a:alpha val="43137"/>
                    </a:srgbClr>
                  </a:outerShdw>
                </a:effectLst>
                <a:latin typeface="+mj-ea"/>
                <a:ea typeface="+mj-ea"/>
              </a:rPr>
              <a:t>DelTop</a:t>
            </a:r>
            <a:r>
              <a:rPr lang="en-US" altLang="zh-CN" b="1" dirty="0">
                <a:solidFill>
                  <a:srgbClr val="C00000"/>
                </a:solidFill>
                <a:effectLst>
                  <a:outerShdw blurRad="38100" dist="38100" dir="2700000" algn="tl">
                    <a:srgbClr val="000000">
                      <a:alpha val="43137"/>
                    </a:srgbClr>
                  </a:outerShdw>
                </a:effectLst>
                <a:latin typeface="+mj-ea"/>
                <a:ea typeface="+mj-ea"/>
              </a:rPr>
              <a:t>(H)</a:t>
            </a:r>
            <a:r>
              <a:rPr lang="zh-CN" altLang="en-US" b="1" dirty="0">
                <a:solidFill>
                  <a:srgbClr val="041ABC"/>
                </a:solidFill>
                <a:effectLst>
                  <a:outerShdw blurRad="38100" dist="38100" dir="2700000" algn="tl">
                    <a:srgbClr val="000000">
                      <a:alpha val="43137"/>
                    </a:srgbClr>
                  </a:outerShdw>
                </a:effectLst>
                <a:latin typeface="+mj-ea"/>
                <a:ea typeface="+mj-ea"/>
              </a:rPr>
              <a:t> 可能发生一次向下调整过程；</a:t>
            </a:r>
            <a:endParaRPr lang="en-US" altLang="zh-CN" b="1" dirty="0">
              <a:solidFill>
                <a:srgbClr val="041ABC"/>
              </a:solidFill>
              <a:effectLst>
                <a:outerShdw blurRad="38100" dist="38100" dir="2700000" algn="tl">
                  <a:srgbClr val="000000">
                    <a:alpha val="43137"/>
                  </a:srgbClr>
                </a:outerShdw>
              </a:effectLst>
              <a:latin typeface="+mj-ea"/>
              <a:ea typeface="+mj-ea"/>
            </a:endParaRPr>
          </a:p>
          <a:p>
            <a:pPr marL="285750" indent="-285750" algn="just">
              <a:buClr>
                <a:schemeClr val="accent2">
                  <a:lumMod val="75000"/>
                </a:schemeClr>
              </a:buClr>
              <a:buFont typeface="Wingdings" panose="05000000000000000000" pitchFamily="2" charset="2"/>
              <a:buChar char="l"/>
            </a:pPr>
            <a:r>
              <a:rPr lang="en-US" altLang="zh-CN" b="1" dirty="0">
                <a:solidFill>
                  <a:srgbClr val="C00000"/>
                </a:solidFill>
                <a:effectLst>
                  <a:outerShdw blurRad="38100" dist="38100" dir="2700000" algn="tl">
                    <a:srgbClr val="000000">
                      <a:alpha val="43137"/>
                    </a:srgbClr>
                  </a:outerShdw>
                </a:effectLst>
                <a:latin typeface="+mj-ea"/>
                <a:ea typeface="+mj-ea"/>
              </a:rPr>
              <a:t>Insert(</a:t>
            </a:r>
            <a:r>
              <a:rPr lang="en-US" altLang="zh-CN" b="1" dirty="0" err="1">
                <a:solidFill>
                  <a:srgbClr val="C00000"/>
                </a:solidFill>
                <a:effectLst>
                  <a:outerShdw blurRad="38100" dist="38100" dir="2700000" algn="tl">
                    <a:srgbClr val="000000">
                      <a:alpha val="43137"/>
                    </a:srgbClr>
                  </a:outerShdw>
                </a:effectLst>
                <a:latin typeface="+mj-ea"/>
                <a:ea typeface="+mj-ea"/>
              </a:rPr>
              <a:t>H,root</a:t>
            </a:r>
            <a:r>
              <a:rPr lang="en-US" altLang="zh-CN" b="1" dirty="0">
                <a:solidFill>
                  <a:srgbClr val="C00000"/>
                </a:solidFill>
                <a:effectLst>
                  <a:outerShdw blurRad="38100" dist="38100" dir="2700000" algn="tl">
                    <a:srgbClr val="000000">
                      <a:alpha val="43137"/>
                    </a:srgbClr>
                  </a:outerShdw>
                </a:effectLst>
                <a:latin typeface="+mj-ea"/>
                <a:ea typeface="+mj-ea"/>
              </a:rPr>
              <a:t>)</a:t>
            </a:r>
            <a:r>
              <a:rPr lang="zh-CN" altLang="en-US" b="1" dirty="0">
                <a:solidFill>
                  <a:srgbClr val="041ABC"/>
                </a:solidFill>
                <a:effectLst>
                  <a:outerShdw blurRad="38100" dist="38100" dir="2700000" algn="tl">
                    <a:srgbClr val="000000">
                      <a:alpha val="43137"/>
                    </a:srgbClr>
                  </a:outerShdw>
                </a:effectLst>
                <a:latin typeface="+mj-ea"/>
                <a:ea typeface="+mj-ea"/>
              </a:rPr>
              <a:t>可能发生一次向上调整过程。</a:t>
            </a:r>
          </a:p>
        </p:txBody>
      </p:sp>
      <p:sp>
        <p:nvSpPr>
          <p:cNvPr id="139" name="文本框 138">
            <a:extLst>
              <a:ext uri="{FF2B5EF4-FFF2-40B4-BE49-F238E27FC236}">
                <a16:creationId xmlns:a16="http://schemas.microsoft.com/office/drawing/2014/main" id="{67C69397-0351-E961-FE06-202831F99926}"/>
              </a:ext>
            </a:extLst>
          </p:cNvPr>
          <p:cNvSpPr txBox="1"/>
          <p:nvPr/>
        </p:nvSpPr>
        <p:spPr>
          <a:xfrm>
            <a:off x="9824346" y="2875982"/>
            <a:ext cx="2031325" cy="369332"/>
          </a:xfrm>
          <a:prstGeom prst="rect">
            <a:avLst/>
          </a:prstGeom>
          <a:noFill/>
        </p:spPr>
        <p:txBody>
          <a:bodyPr wrap="none" rtlCol="0">
            <a:spAutoFit/>
          </a:bodyPr>
          <a:lstStyle/>
          <a:p>
            <a:r>
              <a:rPr lang="zh-CN" altLang="en-US" dirty="0">
                <a:solidFill>
                  <a:srgbClr val="FF0000"/>
                </a:solidFill>
                <a:effectLst>
                  <a:outerShdw blurRad="38100" dist="38100" dir="2700000" algn="tl">
                    <a:srgbClr val="000000">
                      <a:alpha val="43137"/>
                    </a:srgbClr>
                  </a:outerShdw>
                </a:effectLst>
                <a:latin typeface="+mj-ea"/>
                <a:ea typeface="+mj-ea"/>
              </a:rPr>
              <a:t>以下简化演示过程</a:t>
            </a:r>
          </a:p>
        </p:txBody>
      </p:sp>
      <p:grpSp>
        <p:nvGrpSpPr>
          <p:cNvPr id="190" name="组合 189">
            <a:extLst>
              <a:ext uri="{FF2B5EF4-FFF2-40B4-BE49-F238E27FC236}">
                <a16:creationId xmlns:a16="http://schemas.microsoft.com/office/drawing/2014/main" id="{EF12969C-51DC-DA3A-ED03-DA4BBE8F6903}"/>
              </a:ext>
            </a:extLst>
          </p:cNvPr>
          <p:cNvGrpSpPr/>
          <p:nvPr/>
        </p:nvGrpSpPr>
        <p:grpSpPr>
          <a:xfrm>
            <a:off x="3213339" y="742284"/>
            <a:ext cx="977359" cy="1550523"/>
            <a:chOff x="7776522" y="1540648"/>
            <a:chExt cx="977359" cy="1550523"/>
          </a:xfrm>
        </p:grpSpPr>
        <p:grpSp>
          <p:nvGrpSpPr>
            <p:cNvPr id="142" name="组合 141">
              <a:extLst>
                <a:ext uri="{FF2B5EF4-FFF2-40B4-BE49-F238E27FC236}">
                  <a16:creationId xmlns:a16="http://schemas.microsoft.com/office/drawing/2014/main" id="{53A6F032-4B43-F220-3CF1-DB5089661B5C}"/>
                </a:ext>
              </a:extLst>
            </p:cNvPr>
            <p:cNvGrpSpPr/>
            <p:nvPr/>
          </p:nvGrpSpPr>
          <p:grpSpPr>
            <a:xfrm>
              <a:off x="7962625" y="1540648"/>
              <a:ext cx="369948" cy="509292"/>
              <a:chOff x="1367788" y="986598"/>
              <a:chExt cx="369948" cy="509292"/>
            </a:xfrm>
          </p:grpSpPr>
          <p:sp>
            <p:nvSpPr>
              <p:cNvPr id="143" name="椭圆 142">
                <a:extLst>
                  <a:ext uri="{FF2B5EF4-FFF2-40B4-BE49-F238E27FC236}">
                    <a16:creationId xmlns:a16="http://schemas.microsoft.com/office/drawing/2014/main" id="{5B7762C3-000E-68F6-E943-C73270CA047B}"/>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44" name="直接箭头连接符 143">
                <a:extLst>
                  <a:ext uri="{FF2B5EF4-FFF2-40B4-BE49-F238E27FC236}">
                    <a16:creationId xmlns:a16="http://schemas.microsoft.com/office/drawing/2014/main" id="{D9A378F3-31ED-36A7-265E-1A23854F20FF}"/>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1A8571A5-7400-275E-8B96-3BAB9B637A01}"/>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6" name="文本框 145">
                <a:extLst>
                  <a:ext uri="{FF2B5EF4-FFF2-40B4-BE49-F238E27FC236}">
                    <a16:creationId xmlns:a16="http://schemas.microsoft.com/office/drawing/2014/main" id="{D36E044B-DC6A-D83F-0AD3-458005CAA2EC}"/>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29</a:t>
                </a:r>
                <a:endParaRPr lang="zh-CN" altLang="en-US" b="1" dirty="0">
                  <a:solidFill>
                    <a:srgbClr val="0070C0"/>
                  </a:solidFill>
                  <a:cs typeface="Courier New" panose="02070309020205020404" pitchFamily="49" charset="0"/>
                </a:endParaRPr>
              </a:p>
            </p:txBody>
          </p:sp>
        </p:grpSp>
        <p:grpSp>
          <p:nvGrpSpPr>
            <p:cNvPr id="80" name="组合 79">
              <a:extLst>
                <a:ext uri="{FF2B5EF4-FFF2-40B4-BE49-F238E27FC236}">
                  <a16:creationId xmlns:a16="http://schemas.microsoft.com/office/drawing/2014/main" id="{84F9ABF1-EE0F-86EA-81B2-7B5E7119B511}"/>
                </a:ext>
              </a:extLst>
            </p:cNvPr>
            <p:cNvGrpSpPr/>
            <p:nvPr/>
          </p:nvGrpSpPr>
          <p:grpSpPr>
            <a:xfrm>
              <a:off x="7776522" y="2029595"/>
              <a:ext cx="327730" cy="540587"/>
              <a:chOff x="7916983" y="942825"/>
              <a:chExt cx="434969" cy="722754"/>
            </a:xfrm>
          </p:grpSpPr>
          <p:grpSp>
            <p:nvGrpSpPr>
              <p:cNvPr id="84" name="组合 83">
                <a:extLst>
                  <a:ext uri="{FF2B5EF4-FFF2-40B4-BE49-F238E27FC236}">
                    <a16:creationId xmlns:a16="http://schemas.microsoft.com/office/drawing/2014/main" id="{5E097536-791D-2AAB-BE53-601415654551}"/>
                  </a:ext>
                </a:extLst>
              </p:cNvPr>
              <p:cNvGrpSpPr/>
              <p:nvPr/>
            </p:nvGrpSpPr>
            <p:grpSpPr>
              <a:xfrm>
                <a:off x="7916983" y="942825"/>
                <a:ext cx="434969" cy="432000"/>
                <a:chOff x="4859408" y="4606901"/>
                <a:chExt cx="434969" cy="432000"/>
              </a:xfrm>
            </p:grpSpPr>
            <p:sp>
              <p:nvSpPr>
                <p:cNvPr id="86" name="椭圆 85">
                  <a:extLst>
                    <a:ext uri="{FF2B5EF4-FFF2-40B4-BE49-F238E27FC236}">
                      <a16:creationId xmlns:a16="http://schemas.microsoft.com/office/drawing/2014/main" id="{20D923AA-8CB6-BDB4-E890-96CE46E9898A}"/>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矩形 90">
                  <a:extLst>
                    <a:ext uri="{FF2B5EF4-FFF2-40B4-BE49-F238E27FC236}">
                      <a16:creationId xmlns:a16="http://schemas.microsoft.com/office/drawing/2014/main" id="{F2EB8351-897B-8D77-6B1F-81CE47AF256D}"/>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85" name="矩形 84">
                <a:extLst>
                  <a:ext uri="{FF2B5EF4-FFF2-40B4-BE49-F238E27FC236}">
                    <a16:creationId xmlns:a16="http://schemas.microsoft.com/office/drawing/2014/main" id="{4E245A42-83FD-A2CF-007E-1C535A66D54E}"/>
                  </a:ext>
                </a:extLst>
              </p:cNvPr>
              <p:cNvSpPr>
                <a:spLocks noChangeArrowheads="1"/>
              </p:cNvSpPr>
              <p:nvPr/>
            </p:nvSpPr>
            <p:spPr bwMode="auto">
              <a:xfrm>
                <a:off x="8018361"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e</a:t>
                </a:r>
              </a:p>
            </p:txBody>
          </p:sp>
        </p:grpSp>
        <p:grpSp>
          <p:nvGrpSpPr>
            <p:cNvPr id="92" name="组合 91">
              <a:extLst>
                <a:ext uri="{FF2B5EF4-FFF2-40B4-BE49-F238E27FC236}">
                  <a16:creationId xmlns:a16="http://schemas.microsoft.com/office/drawing/2014/main" id="{390AED9B-BE09-70C1-3BB0-E7A1F3E45D17}"/>
                </a:ext>
              </a:extLst>
            </p:cNvPr>
            <p:cNvGrpSpPr/>
            <p:nvPr/>
          </p:nvGrpSpPr>
          <p:grpSpPr>
            <a:xfrm>
              <a:off x="8000997" y="2031643"/>
              <a:ext cx="752884" cy="1059528"/>
              <a:chOff x="1202778" y="976002"/>
              <a:chExt cx="752884" cy="1059528"/>
            </a:xfrm>
          </p:grpSpPr>
          <p:grpSp>
            <p:nvGrpSpPr>
              <p:cNvPr id="93" name="组合 92">
                <a:extLst>
                  <a:ext uri="{FF2B5EF4-FFF2-40B4-BE49-F238E27FC236}">
                    <a16:creationId xmlns:a16="http://schemas.microsoft.com/office/drawing/2014/main" id="{9D4A021F-7AFD-BB9F-CADC-AE66E872D865}"/>
                  </a:ext>
                </a:extLst>
              </p:cNvPr>
              <p:cNvGrpSpPr/>
              <p:nvPr/>
            </p:nvGrpSpPr>
            <p:grpSpPr>
              <a:xfrm>
                <a:off x="1381046" y="976002"/>
                <a:ext cx="369948" cy="514834"/>
                <a:chOff x="1367788" y="986598"/>
                <a:chExt cx="369948" cy="514834"/>
              </a:xfrm>
            </p:grpSpPr>
            <p:sp>
              <p:nvSpPr>
                <p:cNvPr id="186" name="椭圆 185">
                  <a:extLst>
                    <a:ext uri="{FF2B5EF4-FFF2-40B4-BE49-F238E27FC236}">
                      <a16:creationId xmlns:a16="http://schemas.microsoft.com/office/drawing/2014/main" id="{FE749059-A0CE-4C0D-1671-B032D804F8A8}"/>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87" name="直接箭头连接符 186">
                  <a:extLst>
                    <a:ext uri="{FF2B5EF4-FFF2-40B4-BE49-F238E27FC236}">
                      <a16:creationId xmlns:a16="http://schemas.microsoft.com/office/drawing/2014/main" id="{9E33953F-69DE-DEDD-BDC2-6CD3698C71E6}"/>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88" name="直接箭头连接符 187">
                  <a:extLst>
                    <a:ext uri="{FF2B5EF4-FFF2-40B4-BE49-F238E27FC236}">
                      <a16:creationId xmlns:a16="http://schemas.microsoft.com/office/drawing/2014/main" id="{99985A6E-5CD5-3C67-2ECF-587385CC210B}"/>
                    </a:ext>
                  </a:extLst>
                </p:cNvPr>
                <p:cNvCxnSpPr>
                  <a:cxnSpLocks/>
                </p:cNvCxnSpPr>
                <p:nvPr/>
              </p:nvCxnSpPr>
              <p:spPr>
                <a:xfrm>
                  <a:off x="1640323" y="1294243"/>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89" name="文本框 188">
                  <a:extLst>
                    <a:ext uri="{FF2B5EF4-FFF2-40B4-BE49-F238E27FC236}">
                      <a16:creationId xmlns:a16="http://schemas.microsoft.com/office/drawing/2014/main" id="{D18B13BD-880D-EAB2-9B33-8E5476D1E5AA}"/>
                    </a:ext>
                  </a:extLst>
                </p:cNvPr>
                <p:cNvSpPr txBox="1"/>
                <p:nvPr/>
              </p:nvSpPr>
              <p:spPr>
                <a:xfrm>
                  <a:off x="1397547" y="1016492"/>
                  <a:ext cx="295405"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15</a:t>
                  </a:r>
                  <a:endParaRPr lang="zh-CN" altLang="en-US" b="1" dirty="0">
                    <a:solidFill>
                      <a:srgbClr val="0070C0"/>
                    </a:solidFill>
                    <a:cs typeface="Courier New" panose="02070309020205020404" pitchFamily="49" charset="0"/>
                  </a:endParaRPr>
                </a:p>
              </p:txBody>
            </p:sp>
          </p:grpSp>
          <p:grpSp>
            <p:nvGrpSpPr>
              <p:cNvPr id="94" name="组合 93">
                <a:extLst>
                  <a:ext uri="{FF2B5EF4-FFF2-40B4-BE49-F238E27FC236}">
                    <a16:creationId xmlns:a16="http://schemas.microsoft.com/office/drawing/2014/main" id="{B5352C5A-247D-2243-B9C8-38CF2E710D19}"/>
                  </a:ext>
                </a:extLst>
              </p:cNvPr>
              <p:cNvGrpSpPr/>
              <p:nvPr/>
            </p:nvGrpSpPr>
            <p:grpSpPr>
              <a:xfrm>
                <a:off x="1630167" y="1478563"/>
                <a:ext cx="325495" cy="556967"/>
                <a:chOff x="4625599" y="966924"/>
                <a:chExt cx="432000" cy="744653"/>
              </a:xfrm>
            </p:grpSpPr>
            <p:grpSp>
              <p:nvGrpSpPr>
                <p:cNvPr id="182" name="组合 181">
                  <a:extLst>
                    <a:ext uri="{FF2B5EF4-FFF2-40B4-BE49-F238E27FC236}">
                      <a16:creationId xmlns:a16="http://schemas.microsoft.com/office/drawing/2014/main" id="{BD7ECA3F-BEC6-8588-12D1-9512EA3C9BC1}"/>
                    </a:ext>
                  </a:extLst>
                </p:cNvPr>
                <p:cNvGrpSpPr/>
                <p:nvPr/>
              </p:nvGrpSpPr>
              <p:grpSpPr>
                <a:xfrm>
                  <a:off x="4625599" y="966924"/>
                  <a:ext cx="432000" cy="432000"/>
                  <a:chOff x="4815278" y="4621720"/>
                  <a:chExt cx="432000" cy="432000"/>
                </a:xfrm>
              </p:grpSpPr>
              <p:sp>
                <p:nvSpPr>
                  <p:cNvPr id="184" name="椭圆 183">
                    <a:extLst>
                      <a:ext uri="{FF2B5EF4-FFF2-40B4-BE49-F238E27FC236}">
                        <a16:creationId xmlns:a16="http://schemas.microsoft.com/office/drawing/2014/main" id="{DDC5D2F6-4D8F-4C9A-72AB-2BBC1F9BF4CC}"/>
                      </a:ext>
                    </a:extLst>
                  </p:cNvPr>
                  <p:cNvSpPr>
                    <a:spLocks noChangeArrowheads="1"/>
                  </p:cNvSpPr>
                  <p:nvPr/>
                </p:nvSpPr>
                <p:spPr bwMode="auto">
                  <a:xfrm>
                    <a:off x="4815278" y="462172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5" name="矩形 184">
                    <a:extLst>
                      <a:ext uri="{FF2B5EF4-FFF2-40B4-BE49-F238E27FC236}">
                        <a16:creationId xmlns:a16="http://schemas.microsoft.com/office/drawing/2014/main" id="{99C50DBC-2D23-B228-191E-B167D9FA0494}"/>
                      </a:ext>
                    </a:extLst>
                  </p:cNvPr>
                  <p:cNvSpPr>
                    <a:spLocks noChangeArrowheads="1"/>
                  </p:cNvSpPr>
                  <p:nvPr/>
                </p:nvSpPr>
                <p:spPr bwMode="auto">
                  <a:xfrm>
                    <a:off x="4863891" y="4633718"/>
                    <a:ext cx="320429"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183" name="矩形 182">
                  <a:extLst>
                    <a:ext uri="{FF2B5EF4-FFF2-40B4-BE49-F238E27FC236}">
                      <a16:creationId xmlns:a16="http://schemas.microsoft.com/office/drawing/2014/main" id="{65F1E862-E36A-6127-9935-27DF41B16319}"/>
                    </a:ext>
                  </a:extLst>
                </p:cNvPr>
                <p:cNvSpPr>
                  <a:spLocks noChangeArrowheads="1"/>
                </p:cNvSpPr>
                <p:nvPr/>
              </p:nvSpPr>
              <p:spPr bwMode="auto">
                <a:xfrm>
                  <a:off x="4721514" y="134123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95" name="组合 94">
                <a:extLst>
                  <a:ext uri="{FF2B5EF4-FFF2-40B4-BE49-F238E27FC236}">
                    <a16:creationId xmlns:a16="http://schemas.microsoft.com/office/drawing/2014/main" id="{A8F719AB-CEE0-C03D-3E80-C6439149BA2E}"/>
                  </a:ext>
                </a:extLst>
              </p:cNvPr>
              <p:cNvGrpSpPr/>
              <p:nvPr/>
            </p:nvGrpSpPr>
            <p:grpSpPr>
              <a:xfrm>
                <a:off x="1202778" y="1468180"/>
                <a:ext cx="325493" cy="536079"/>
                <a:chOff x="10141247" y="936749"/>
                <a:chExt cx="432000" cy="716727"/>
              </a:xfrm>
            </p:grpSpPr>
            <p:grpSp>
              <p:nvGrpSpPr>
                <p:cNvPr id="103" name="组合 102">
                  <a:extLst>
                    <a:ext uri="{FF2B5EF4-FFF2-40B4-BE49-F238E27FC236}">
                      <a16:creationId xmlns:a16="http://schemas.microsoft.com/office/drawing/2014/main" id="{C7027F45-A9D1-7947-ABCA-18569867F272}"/>
                    </a:ext>
                  </a:extLst>
                </p:cNvPr>
                <p:cNvGrpSpPr/>
                <p:nvPr/>
              </p:nvGrpSpPr>
              <p:grpSpPr>
                <a:xfrm>
                  <a:off x="10141247" y="936749"/>
                  <a:ext cx="432000" cy="432000"/>
                  <a:chOff x="4932184" y="4606900"/>
                  <a:chExt cx="432000" cy="432000"/>
                </a:xfrm>
              </p:grpSpPr>
              <p:sp>
                <p:nvSpPr>
                  <p:cNvPr id="163" name="椭圆 162">
                    <a:extLst>
                      <a:ext uri="{FF2B5EF4-FFF2-40B4-BE49-F238E27FC236}">
                        <a16:creationId xmlns:a16="http://schemas.microsoft.com/office/drawing/2014/main" id="{849850A3-2F13-2294-BCB7-7D26089676BC}"/>
                      </a:ext>
                    </a:extLst>
                  </p:cNvPr>
                  <p:cNvSpPr>
                    <a:spLocks noChangeArrowheads="1"/>
                  </p:cNvSpPr>
                  <p:nvPr/>
                </p:nvSpPr>
                <p:spPr bwMode="auto">
                  <a:xfrm>
                    <a:off x="4932184"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4" name="矩形 163">
                    <a:extLst>
                      <a:ext uri="{FF2B5EF4-FFF2-40B4-BE49-F238E27FC236}">
                        <a16:creationId xmlns:a16="http://schemas.microsoft.com/office/drawing/2014/main" id="{20F8C8CF-9AC4-FD3F-5D34-F56B6249C98A}"/>
                      </a:ext>
                    </a:extLst>
                  </p:cNvPr>
                  <p:cNvSpPr>
                    <a:spLocks noChangeArrowheads="1"/>
                  </p:cNvSpPr>
                  <p:nvPr/>
                </p:nvSpPr>
                <p:spPr bwMode="auto">
                  <a:xfrm>
                    <a:off x="4961032" y="4647921"/>
                    <a:ext cx="351901"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120" name="矩形 119">
                  <a:extLst>
                    <a:ext uri="{FF2B5EF4-FFF2-40B4-BE49-F238E27FC236}">
                      <a16:creationId xmlns:a16="http://schemas.microsoft.com/office/drawing/2014/main" id="{624ADA36-7E2B-224E-2F2D-EF3239B107BF}"/>
                    </a:ext>
                  </a:extLst>
                </p:cNvPr>
                <p:cNvSpPr>
                  <a:spLocks noChangeArrowheads="1"/>
                </p:cNvSpPr>
                <p:nvPr/>
              </p:nvSpPr>
              <p:spPr bwMode="auto">
                <a:xfrm>
                  <a:off x="10218789" y="1283134"/>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grpSp>
      <p:sp>
        <p:nvSpPr>
          <p:cNvPr id="196" name="文本框 195">
            <a:extLst>
              <a:ext uri="{FF2B5EF4-FFF2-40B4-BE49-F238E27FC236}">
                <a16:creationId xmlns:a16="http://schemas.microsoft.com/office/drawing/2014/main" id="{513BE535-F697-96D3-E816-56E70F000E24}"/>
              </a:ext>
            </a:extLst>
          </p:cNvPr>
          <p:cNvSpPr txBox="1"/>
          <p:nvPr/>
        </p:nvSpPr>
        <p:spPr>
          <a:xfrm>
            <a:off x="1732794" y="520790"/>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235" name="文本框 234">
            <a:extLst>
              <a:ext uri="{FF2B5EF4-FFF2-40B4-BE49-F238E27FC236}">
                <a16:creationId xmlns:a16="http://schemas.microsoft.com/office/drawing/2014/main" id="{91748BC3-B43C-E29A-C78F-5F881550B0FF}"/>
              </a:ext>
            </a:extLst>
          </p:cNvPr>
          <p:cNvSpPr txBox="1"/>
          <p:nvPr/>
        </p:nvSpPr>
        <p:spPr>
          <a:xfrm>
            <a:off x="1738002" y="513685"/>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2</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119" name="组合 118">
            <a:extLst>
              <a:ext uri="{FF2B5EF4-FFF2-40B4-BE49-F238E27FC236}">
                <a16:creationId xmlns:a16="http://schemas.microsoft.com/office/drawing/2014/main" id="{16473B06-7CC2-3045-2F77-1BA43FEE51D9}"/>
              </a:ext>
            </a:extLst>
          </p:cNvPr>
          <p:cNvGrpSpPr/>
          <p:nvPr/>
        </p:nvGrpSpPr>
        <p:grpSpPr>
          <a:xfrm>
            <a:off x="1030835" y="948755"/>
            <a:ext cx="991157" cy="2045199"/>
            <a:chOff x="6767758" y="821865"/>
            <a:chExt cx="991157" cy="2045199"/>
          </a:xfrm>
        </p:grpSpPr>
        <p:grpSp>
          <p:nvGrpSpPr>
            <p:cNvPr id="236" name="组合 235">
              <a:extLst>
                <a:ext uri="{FF2B5EF4-FFF2-40B4-BE49-F238E27FC236}">
                  <a16:creationId xmlns:a16="http://schemas.microsoft.com/office/drawing/2014/main" id="{015DE4F4-CDF5-C8D0-62D3-F0CB80FB7C43}"/>
                </a:ext>
              </a:extLst>
            </p:cNvPr>
            <p:cNvGrpSpPr/>
            <p:nvPr/>
          </p:nvGrpSpPr>
          <p:grpSpPr>
            <a:xfrm>
              <a:off x="7177691" y="821865"/>
              <a:ext cx="369948" cy="509292"/>
              <a:chOff x="1367788" y="986598"/>
              <a:chExt cx="369948" cy="509292"/>
            </a:xfrm>
          </p:grpSpPr>
          <p:sp>
            <p:nvSpPr>
              <p:cNvPr id="237" name="椭圆 236">
                <a:extLst>
                  <a:ext uri="{FF2B5EF4-FFF2-40B4-BE49-F238E27FC236}">
                    <a16:creationId xmlns:a16="http://schemas.microsoft.com/office/drawing/2014/main" id="{527C5858-A218-2036-1393-AC91D9F76F2B}"/>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38" name="直接箭头连接符 237">
                <a:extLst>
                  <a:ext uri="{FF2B5EF4-FFF2-40B4-BE49-F238E27FC236}">
                    <a16:creationId xmlns:a16="http://schemas.microsoft.com/office/drawing/2014/main" id="{AC2A39C2-349C-7211-B38F-08F5242318E1}"/>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9" name="直接箭头连接符 238">
                <a:extLst>
                  <a:ext uri="{FF2B5EF4-FFF2-40B4-BE49-F238E27FC236}">
                    <a16:creationId xmlns:a16="http://schemas.microsoft.com/office/drawing/2014/main" id="{EE48C84E-E578-55F8-6062-61ECF7369464}"/>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40" name="文本框 239">
                <a:extLst>
                  <a:ext uri="{FF2B5EF4-FFF2-40B4-BE49-F238E27FC236}">
                    <a16:creationId xmlns:a16="http://schemas.microsoft.com/office/drawing/2014/main" id="{091B1B82-5906-E62E-9010-C2FCCBA0F0F5}"/>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58</a:t>
                </a:r>
                <a:endParaRPr lang="zh-CN" altLang="en-US" b="1" dirty="0">
                  <a:solidFill>
                    <a:srgbClr val="0070C0"/>
                  </a:solidFill>
                  <a:cs typeface="Courier New" panose="02070309020205020404" pitchFamily="49" charset="0"/>
                </a:endParaRPr>
              </a:p>
            </p:txBody>
          </p:sp>
        </p:grpSp>
        <p:grpSp>
          <p:nvGrpSpPr>
            <p:cNvPr id="6" name="组合 5">
              <a:extLst>
                <a:ext uri="{FF2B5EF4-FFF2-40B4-BE49-F238E27FC236}">
                  <a16:creationId xmlns:a16="http://schemas.microsoft.com/office/drawing/2014/main" id="{D1BBE7E7-E3A9-B127-8C92-B396E5ECD924}"/>
                </a:ext>
              </a:extLst>
            </p:cNvPr>
            <p:cNvGrpSpPr/>
            <p:nvPr/>
          </p:nvGrpSpPr>
          <p:grpSpPr>
            <a:xfrm>
              <a:off x="7423006" y="1321723"/>
              <a:ext cx="335909" cy="566376"/>
              <a:chOff x="11169046" y="936617"/>
              <a:chExt cx="445824" cy="757232"/>
            </a:xfrm>
          </p:grpSpPr>
          <p:grpSp>
            <p:nvGrpSpPr>
              <p:cNvPr id="7" name="组合 6">
                <a:extLst>
                  <a:ext uri="{FF2B5EF4-FFF2-40B4-BE49-F238E27FC236}">
                    <a16:creationId xmlns:a16="http://schemas.microsoft.com/office/drawing/2014/main" id="{996BDCC6-D55B-DAED-9FC0-F5F2F6F40392}"/>
                  </a:ext>
                </a:extLst>
              </p:cNvPr>
              <p:cNvGrpSpPr/>
              <p:nvPr/>
            </p:nvGrpSpPr>
            <p:grpSpPr>
              <a:xfrm>
                <a:off x="11169046" y="936617"/>
                <a:ext cx="445824" cy="432000"/>
                <a:chOff x="4865986" y="4606900"/>
                <a:chExt cx="445824" cy="432000"/>
              </a:xfrm>
            </p:grpSpPr>
            <p:sp>
              <p:nvSpPr>
                <p:cNvPr id="21" name="椭圆 20">
                  <a:extLst>
                    <a:ext uri="{FF2B5EF4-FFF2-40B4-BE49-F238E27FC236}">
                      <a16:creationId xmlns:a16="http://schemas.microsoft.com/office/drawing/2014/main" id="{8A70E481-F8C8-1234-007B-3DD2A80D2812}"/>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矩形 21">
                  <a:extLst>
                    <a:ext uri="{FF2B5EF4-FFF2-40B4-BE49-F238E27FC236}">
                      <a16:creationId xmlns:a16="http://schemas.microsoft.com/office/drawing/2014/main" id="{4172B67D-5A67-5214-E147-3879E3EC1A6F}"/>
                    </a:ext>
                  </a:extLst>
                </p:cNvPr>
                <p:cNvSpPr>
                  <a:spLocks noChangeArrowheads="1"/>
                </p:cNvSpPr>
                <p:nvPr/>
              </p:nvSpPr>
              <p:spPr bwMode="auto">
                <a:xfrm>
                  <a:off x="4879943" y="4695289"/>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29</a:t>
                  </a:r>
                </a:p>
              </p:txBody>
            </p:sp>
          </p:grpSp>
          <p:sp>
            <p:nvSpPr>
              <p:cNvPr id="8" name="矩形 7">
                <a:extLst>
                  <a:ext uri="{FF2B5EF4-FFF2-40B4-BE49-F238E27FC236}">
                    <a16:creationId xmlns:a16="http://schemas.microsoft.com/office/drawing/2014/main" id="{CCD85DF2-F757-BA6D-D781-A3B293649B2D}"/>
                  </a:ext>
                </a:extLst>
              </p:cNvPr>
              <p:cNvSpPr>
                <a:spLocks noChangeArrowheads="1"/>
              </p:cNvSpPr>
              <p:nvPr/>
            </p:nvSpPr>
            <p:spPr bwMode="auto">
              <a:xfrm>
                <a:off x="11285323" y="132350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b</a:t>
                </a:r>
              </a:p>
            </p:txBody>
          </p:sp>
        </p:grpSp>
        <p:grpSp>
          <p:nvGrpSpPr>
            <p:cNvPr id="23" name="组合 22">
              <a:extLst>
                <a:ext uri="{FF2B5EF4-FFF2-40B4-BE49-F238E27FC236}">
                  <a16:creationId xmlns:a16="http://schemas.microsoft.com/office/drawing/2014/main" id="{4B12F1AD-E686-405D-6D96-B1A5A93AF3F8}"/>
                </a:ext>
              </a:extLst>
            </p:cNvPr>
            <p:cNvGrpSpPr/>
            <p:nvPr/>
          </p:nvGrpSpPr>
          <p:grpSpPr>
            <a:xfrm>
              <a:off x="6767758" y="1316541"/>
              <a:ext cx="977359" cy="1550523"/>
              <a:chOff x="7776522" y="1540648"/>
              <a:chExt cx="977359" cy="1550523"/>
            </a:xfrm>
          </p:grpSpPr>
          <p:grpSp>
            <p:nvGrpSpPr>
              <p:cNvPr id="24" name="组合 23">
                <a:extLst>
                  <a:ext uri="{FF2B5EF4-FFF2-40B4-BE49-F238E27FC236}">
                    <a16:creationId xmlns:a16="http://schemas.microsoft.com/office/drawing/2014/main" id="{0C2C967D-4EC7-8D93-F385-99B8D13FCFB3}"/>
                  </a:ext>
                </a:extLst>
              </p:cNvPr>
              <p:cNvGrpSpPr/>
              <p:nvPr/>
            </p:nvGrpSpPr>
            <p:grpSpPr>
              <a:xfrm>
                <a:off x="7962625" y="1540648"/>
                <a:ext cx="369948" cy="509292"/>
                <a:chOff x="1367788" y="986598"/>
                <a:chExt cx="369948" cy="509292"/>
              </a:xfrm>
            </p:grpSpPr>
            <p:sp>
              <p:nvSpPr>
                <p:cNvPr id="78" name="椭圆 77">
                  <a:extLst>
                    <a:ext uri="{FF2B5EF4-FFF2-40B4-BE49-F238E27FC236}">
                      <a16:creationId xmlns:a16="http://schemas.microsoft.com/office/drawing/2014/main" id="{0362C379-A953-6921-592A-3AF759CB0654}"/>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00" name="直接箭头连接符 99">
                  <a:extLst>
                    <a:ext uri="{FF2B5EF4-FFF2-40B4-BE49-F238E27FC236}">
                      <a16:creationId xmlns:a16="http://schemas.microsoft.com/office/drawing/2014/main" id="{03CFAF3D-7CB4-4F3A-B6FA-C00D0CCFBF1B}"/>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5A7716F4-94ED-4A39-5155-DEA61753EC05}"/>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6" name="文本框 105">
                  <a:extLst>
                    <a:ext uri="{FF2B5EF4-FFF2-40B4-BE49-F238E27FC236}">
                      <a16:creationId xmlns:a16="http://schemas.microsoft.com/office/drawing/2014/main" id="{0E8DCA81-C401-415C-06D5-F0332F49A873}"/>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29</a:t>
                  </a:r>
                  <a:endParaRPr lang="zh-CN" altLang="en-US" b="1" dirty="0">
                    <a:solidFill>
                      <a:srgbClr val="0070C0"/>
                    </a:solidFill>
                    <a:cs typeface="Courier New" panose="02070309020205020404" pitchFamily="49" charset="0"/>
                  </a:endParaRPr>
                </a:p>
              </p:txBody>
            </p:sp>
          </p:grpSp>
          <p:grpSp>
            <p:nvGrpSpPr>
              <p:cNvPr id="27" name="组合 26">
                <a:extLst>
                  <a:ext uri="{FF2B5EF4-FFF2-40B4-BE49-F238E27FC236}">
                    <a16:creationId xmlns:a16="http://schemas.microsoft.com/office/drawing/2014/main" id="{9058CAF1-3FE4-D3A2-AE64-D227B3448337}"/>
                  </a:ext>
                </a:extLst>
              </p:cNvPr>
              <p:cNvGrpSpPr/>
              <p:nvPr/>
            </p:nvGrpSpPr>
            <p:grpSpPr>
              <a:xfrm>
                <a:off x="7776522" y="2029595"/>
                <a:ext cx="327730" cy="540587"/>
                <a:chOff x="7916983" y="942825"/>
                <a:chExt cx="434969" cy="722754"/>
              </a:xfrm>
            </p:grpSpPr>
            <p:grpSp>
              <p:nvGrpSpPr>
                <p:cNvPr id="57" name="组合 56">
                  <a:extLst>
                    <a:ext uri="{FF2B5EF4-FFF2-40B4-BE49-F238E27FC236}">
                      <a16:creationId xmlns:a16="http://schemas.microsoft.com/office/drawing/2014/main" id="{CA262B4C-43D0-9ED1-4366-587DB91F5DFB}"/>
                    </a:ext>
                  </a:extLst>
                </p:cNvPr>
                <p:cNvGrpSpPr/>
                <p:nvPr/>
              </p:nvGrpSpPr>
              <p:grpSpPr>
                <a:xfrm>
                  <a:off x="7916983" y="942825"/>
                  <a:ext cx="434969" cy="432000"/>
                  <a:chOff x="4859408" y="4606901"/>
                  <a:chExt cx="434969" cy="432000"/>
                </a:xfrm>
              </p:grpSpPr>
              <p:sp>
                <p:nvSpPr>
                  <p:cNvPr id="59" name="椭圆 58">
                    <a:extLst>
                      <a:ext uri="{FF2B5EF4-FFF2-40B4-BE49-F238E27FC236}">
                        <a16:creationId xmlns:a16="http://schemas.microsoft.com/office/drawing/2014/main" id="{49FF8199-699A-FE1E-DACB-9D3635130C14}"/>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矩形 59">
                    <a:extLst>
                      <a:ext uri="{FF2B5EF4-FFF2-40B4-BE49-F238E27FC236}">
                        <a16:creationId xmlns:a16="http://schemas.microsoft.com/office/drawing/2014/main" id="{56BCA1D8-E6B8-8145-50A3-871EDB29D2DE}"/>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58" name="矩形 57">
                  <a:extLst>
                    <a:ext uri="{FF2B5EF4-FFF2-40B4-BE49-F238E27FC236}">
                      <a16:creationId xmlns:a16="http://schemas.microsoft.com/office/drawing/2014/main" id="{48C56904-2C30-189D-3AFF-AA19659255F2}"/>
                    </a:ext>
                  </a:extLst>
                </p:cNvPr>
                <p:cNvSpPr>
                  <a:spLocks noChangeArrowheads="1"/>
                </p:cNvSpPr>
                <p:nvPr/>
              </p:nvSpPr>
              <p:spPr bwMode="auto">
                <a:xfrm>
                  <a:off x="8018361"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e</a:t>
                  </a:r>
                </a:p>
              </p:txBody>
            </p:sp>
          </p:grpSp>
          <p:grpSp>
            <p:nvGrpSpPr>
              <p:cNvPr id="33" name="组合 32">
                <a:extLst>
                  <a:ext uri="{FF2B5EF4-FFF2-40B4-BE49-F238E27FC236}">
                    <a16:creationId xmlns:a16="http://schemas.microsoft.com/office/drawing/2014/main" id="{8D316804-FA3B-31B2-B39A-EF3D2F090BDD}"/>
                  </a:ext>
                </a:extLst>
              </p:cNvPr>
              <p:cNvGrpSpPr/>
              <p:nvPr/>
            </p:nvGrpSpPr>
            <p:grpSpPr>
              <a:xfrm>
                <a:off x="8000997" y="2031643"/>
                <a:ext cx="752884" cy="1059528"/>
                <a:chOff x="1202778" y="976002"/>
                <a:chExt cx="752884" cy="1059528"/>
              </a:xfrm>
            </p:grpSpPr>
            <p:grpSp>
              <p:nvGrpSpPr>
                <p:cNvPr id="34" name="组合 33">
                  <a:extLst>
                    <a:ext uri="{FF2B5EF4-FFF2-40B4-BE49-F238E27FC236}">
                      <a16:creationId xmlns:a16="http://schemas.microsoft.com/office/drawing/2014/main" id="{7C4571BA-FCB3-17FE-D26B-EF2D93B4750A}"/>
                    </a:ext>
                  </a:extLst>
                </p:cNvPr>
                <p:cNvGrpSpPr/>
                <p:nvPr/>
              </p:nvGrpSpPr>
              <p:grpSpPr>
                <a:xfrm>
                  <a:off x="1381046" y="976002"/>
                  <a:ext cx="369948" cy="514834"/>
                  <a:chOff x="1367788" y="986598"/>
                  <a:chExt cx="369948" cy="514834"/>
                </a:xfrm>
              </p:grpSpPr>
              <p:sp>
                <p:nvSpPr>
                  <p:cNvPr id="53" name="椭圆 52">
                    <a:extLst>
                      <a:ext uri="{FF2B5EF4-FFF2-40B4-BE49-F238E27FC236}">
                        <a16:creationId xmlns:a16="http://schemas.microsoft.com/office/drawing/2014/main" id="{CA4B8768-986F-2D42-AB8A-03D3309886AD}"/>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54" name="直接箭头连接符 53">
                    <a:extLst>
                      <a:ext uri="{FF2B5EF4-FFF2-40B4-BE49-F238E27FC236}">
                        <a16:creationId xmlns:a16="http://schemas.microsoft.com/office/drawing/2014/main" id="{2A48B3F7-0BE8-16FA-A569-FEA8BAA3C5E8}"/>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B2B387D1-5AA2-952D-B41F-96149DE704AB}"/>
                      </a:ext>
                    </a:extLst>
                  </p:cNvPr>
                  <p:cNvCxnSpPr>
                    <a:cxnSpLocks/>
                  </p:cNvCxnSpPr>
                  <p:nvPr/>
                </p:nvCxnSpPr>
                <p:spPr>
                  <a:xfrm>
                    <a:off x="1640323" y="1294243"/>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8DFBFCCA-1499-581B-94A8-03C15B2A6201}"/>
                      </a:ext>
                    </a:extLst>
                  </p:cNvPr>
                  <p:cNvSpPr txBox="1"/>
                  <p:nvPr/>
                </p:nvSpPr>
                <p:spPr>
                  <a:xfrm>
                    <a:off x="1397547" y="1016492"/>
                    <a:ext cx="295405"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15</a:t>
                    </a:r>
                    <a:endParaRPr lang="zh-CN" altLang="en-US" b="1" dirty="0">
                      <a:solidFill>
                        <a:srgbClr val="0070C0"/>
                      </a:solidFill>
                      <a:cs typeface="Courier New" panose="02070309020205020404" pitchFamily="49" charset="0"/>
                    </a:endParaRPr>
                  </a:p>
                </p:txBody>
              </p:sp>
            </p:grpSp>
            <p:grpSp>
              <p:nvGrpSpPr>
                <p:cNvPr id="35" name="组合 34">
                  <a:extLst>
                    <a:ext uri="{FF2B5EF4-FFF2-40B4-BE49-F238E27FC236}">
                      <a16:creationId xmlns:a16="http://schemas.microsoft.com/office/drawing/2014/main" id="{507B6A05-8308-5AE5-60F0-E2E6222739D3}"/>
                    </a:ext>
                  </a:extLst>
                </p:cNvPr>
                <p:cNvGrpSpPr/>
                <p:nvPr/>
              </p:nvGrpSpPr>
              <p:grpSpPr>
                <a:xfrm>
                  <a:off x="1630167" y="1478563"/>
                  <a:ext cx="325495" cy="556967"/>
                  <a:chOff x="4625599" y="966924"/>
                  <a:chExt cx="432000" cy="744653"/>
                </a:xfrm>
              </p:grpSpPr>
              <p:grpSp>
                <p:nvGrpSpPr>
                  <p:cNvPr id="49" name="组合 48">
                    <a:extLst>
                      <a:ext uri="{FF2B5EF4-FFF2-40B4-BE49-F238E27FC236}">
                        <a16:creationId xmlns:a16="http://schemas.microsoft.com/office/drawing/2014/main" id="{9531BC40-D2C9-FD7E-CDDB-7B6CE66719EF}"/>
                      </a:ext>
                    </a:extLst>
                  </p:cNvPr>
                  <p:cNvGrpSpPr/>
                  <p:nvPr/>
                </p:nvGrpSpPr>
                <p:grpSpPr>
                  <a:xfrm>
                    <a:off x="4625599" y="966924"/>
                    <a:ext cx="432000" cy="432000"/>
                    <a:chOff x="4815278" y="4621720"/>
                    <a:chExt cx="432000" cy="432000"/>
                  </a:xfrm>
                </p:grpSpPr>
                <p:sp>
                  <p:nvSpPr>
                    <p:cNvPr id="51" name="椭圆 50">
                      <a:extLst>
                        <a:ext uri="{FF2B5EF4-FFF2-40B4-BE49-F238E27FC236}">
                          <a16:creationId xmlns:a16="http://schemas.microsoft.com/office/drawing/2014/main" id="{E82D1253-91C6-04F8-68AE-62EC13268E8B}"/>
                        </a:ext>
                      </a:extLst>
                    </p:cNvPr>
                    <p:cNvSpPr>
                      <a:spLocks noChangeArrowheads="1"/>
                    </p:cNvSpPr>
                    <p:nvPr/>
                  </p:nvSpPr>
                  <p:spPr bwMode="auto">
                    <a:xfrm>
                      <a:off x="4815278" y="462172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矩形 51">
                      <a:extLst>
                        <a:ext uri="{FF2B5EF4-FFF2-40B4-BE49-F238E27FC236}">
                          <a16:creationId xmlns:a16="http://schemas.microsoft.com/office/drawing/2014/main" id="{3C3E65BB-B9C7-23AF-DB22-4B54DE088F50}"/>
                        </a:ext>
                      </a:extLst>
                    </p:cNvPr>
                    <p:cNvSpPr>
                      <a:spLocks noChangeArrowheads="1"/>
                    </p:cNvSpPr>
                    <p:nvPr/>
                  </p:nvSpPr>
                  <p:spPr bwMode="auto">
                    <a:xfrm>
                      <a:off x="4863891" y="4633718"/>
                      <a:ext cx="320429"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50" name="矩形 49">
                    <a:extLst>
                      <a:ext uri="{FF2B5EF4-FFF2-40B4-BE49-F238E27FC236}">
                        <a16:creationId xmlns:a16="http://schemas.microsoft.com/office/drawing/2014/main" id="{7672BF02-0EB5-9684-3B34-66FB35E5F88C}"/>
                      </a:ext>
                    </a:extLst>
                  </p:cNvPr>
                  <p:cNvSpPr>
                    <a:spLocks noChangeArrowheads="1"/>
                  </p:cNvSpPr>
                  <p:nvPr/>
                </p:nvSpPr>
                <p:spPr bwMode="auto">
                  <a:xfrm>
                    <a:off x="4721514" y="134123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36" name="组合 35">
                  <a:extLst>
                    <a:ext uri="{FF2B5EF4-FFF2-40B4-BE49-F238E27FC236}">
                      <a16:creationId xmlns:a16="http://schemas.microsoft.com/office/drawing/2014/main" id="{06B4DA27-AF4B-8A25-FAEF-98BFD2BB3736}"/>
                    </a:ext>
                  </a:extLst>
                </p:cNvPr>
                <p:cNvGrpSpPr/>
                <p:nvPr/>
              </p:nvGrpSpPr>
              <p:grpSpPr>
                <a:xfrm>
                  <a:off x="1202778" y="1468180"/>
                  <a:ext cx="325493" cy="536079"/>
                  <a:chOff x="10141247" y="936749"/>
                  <a:chExt cx="432000" cy="716727"/>
                </a:xfrm>
              </p:grpSpPr>
              <p:grpSp>
                <p:nvGrpSpPr>
                  <p:cNvPr id="45" name="组合 44">
                    <a:extLst>
                      <a:ext uri="{FF2B5EF4-FFF2-40B4-BE49-F238E27FC236}">
                        <a16:creationId xmlns:a16="http://schemas.microsoft.com/office/drawing/2014/main" id="{37CFE194-10BE-CF5E-BDAC-3A9857E92BBD}"/>
                      </a:ext>
                    </a:extLst>
                  </p:cNvPr>
                  <p:cNvGrpSpPr/>
                  <p:nvPr/>
                </p:nvGrpSpPr>
                <p:grpSpPr>
                  <a:xfrm>
                    <a:off x="10141247" y="936749"/>
                    <a:ext cx="432000" cy="432000"/>
                    <a:chOff x="4932184" y="4606900"/>
                    <a:chExt cx="432000" cy="432000"/>
                  </a:xfrm>
                </p:grpSpPr>
                <p:sp>
                  <p:nvSpPr>
                    <p:cNvPr id="47" name="椭圆 46">
                      <a:extLst>
                        <a:ext uri="{FF2B5EF4-FFF2-40B4-BE49-F238E27FC236}">
                          <a16:creationId xmlns:a16="http://schemas.microsoft.com/office/drawing/2014/main" id="{59D67122-E94A-D60F-1C60-DDA9EEE7F9D2}"/>
                        </a:ext>
                      </a:extLst>
                    </p:cNvPr>
                    <p:cNvSpPr>
                      <a:spLocks noChangeArrowheads="1"/>
                    </p:cNvSpPr>
                    <p:nvPr/>
                  </p:nvSpPr>
                  <p:spPr bwMode="auto">
                    <a:xfrm>
                      <a:off x="4932184"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矩形 47">
                      <a:extLst>
                        <a:ext uri="{FF2B5EF4-FFF2-40B4-BE49-F238E27FC236}">
                          <a16:creationId xmlns:a16="http://schemas.microsoft.com/office/drawing/2014/main" id="{96E154DB-A9A0-964D-E6CC-94158095312A}"/>
                        </a:ext>
                      </a:extLst>
                    </p:cNvPr>
                    <p:cNvSpPr>
                      <a:spLocks noChangeArrowheads="1"/>
                    </p:cNvSpPr>
                    <p:nvPr/>
                  </p:nvSpPr>
                  <p:spPr bwMode="auto">
                    <a:xfrm>
                      <a:off x="4961032" y="4647921"/>
                      <a:ext cx="351901"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46" name="矩形 45">
                    <a:extLst>
                      <a:ext uri="{FF2B5EF4-FFF2-40B4-BE49-F238E27FC236}">
                        <a16:creationId xmlns:a16="http://schemas.microsoft.com/office/drawing/2014/main" id="{DBA36C6B-15DA-4E02-6112-E26F049DD886}"/>
                      </a:ext>
                    </a:extLst>
                  </p:cNvPr>
                  <p:cNvSpPr>
                    <a:spLocks noChangeArrowheads="1"/>
                  </p:cNvSpPr>
                  <p:nvPr/>
                </p:nvSpPr>
                <p:spPr bwMode="auto">
                  <a:xfrm>
                    <a:off x="10218789" y="1283134"/>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grpSp>
      </p:grpSp>
      <p:grpSp>
        <p:nvGrpSpPr>
          <p:cNvPr id="109" name="组合 108">
            <a:extLst>
              <a:ext uri="{FF2B5EF4-FFF2-40B4-BE49-F238E27FC236}">
                <a16:creationId xmlns:a16="http://schemas.microsoft.com/office/drawing/2014/main" id="{3D4F631B-2448-7889-9786-9F2778445C6A}"/>
              </a:ext>
            </a:extLst>
          </p:cNvPr>
          <p:cNvGrpSpPr/>
          <p:nvPr/>
        </p:nvGrpSpPr>
        <p:grpSpPr>
          <a:xfrm>
            <a:off x="1403081" y="944468"/>
            <a:ext cx="431143" cy="509292"/>
            <a:chOff x="1329796" y="986598"/>
            <a:chExt cx="431143" cy="509292"/>
          </a:xfrm>
        </p:grpSpPr>
        <p:sp>
          <p:nvSpPr>
            <p:cNvPr id="115" name="椭圆 114">
              <a:extLst>
                <a:ext uri="{FF2B5EF4-FFF2-40B4-BE49-F238E27FC236}">
                  <a16:creationId xmlns:a16="http://schemas.microsoft.com/office/drawing/2014/main" id="{D630F971-9E92-CC1D-236C-0F4D39857614}"/>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16" name="直接箭头连接符 115">
              <a:extLst>
                <a:ext uri="{FF2B5EF4-FFF2-40B4-BE49-F238E27FC236}">
                  <a16:creationId xmlns:a16="http://schemas.microsoft.com/office/drawing/2014/main" id="{8CB9DA9D-0CAB-FE7A-E14E-B7536197ED4C}"/>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7728B6BE-9E51-3831-8342-980944C34417}"/>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a16="http://schemas.microsoft.com/office/drawing/2014/main" id="{9F70A237-950D-A266-DE6E-FBB37EAB8CBE}"/>
                </a:ext>
              </a:extLst>
            </p:cNvPr>
            <p:cNvSpPr txBox="1"/>
            <p:nvPr/>
          </p:nvSpPr>
          <p:spPr>
            <a:xfrm>
              <a:off x="1329796" y="1005406"/>
              <a:ext cx="43114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58</a:t>
              </a:r>
              <a:endParaRPr lang="zh-CN" altLang="en-US" b="1" dirty="0">
                <a:solidFill>
                  <a:srgbClr val="0070C0"/>
                </a:solidFill>
                <a:cs typeface="Courier New" panose="02070309020205020404" pitchFamily="49" charset="0"/>
              </a:endParaRPr>
            </a:p>
          </p:txBody>
        </p:sp>
      </p:grpSp>
      <p:grpSp>
        <p:nvGrpSpPr>
          <p:cNvPr id="319" name="组合 318">
            <a:extLst>
              <a:ext uri="{FF2B5EF4-FFF2-40B4-BE49-F238E27FC236}">
                <a16:creationId xmlns:a16="http://schemas.microsoft.com/office/drawing/2014/main" id="{8FE39358-1D4B-F3EF-6CB6-1599B9925665}"/>
              </a:ext>
            </a:extLst>
          </p:cNvPr>
          <p:cNvGrpSpPr/>
          <p:nvPr/>
        </p:nvGrpSpPr>
        <p:grpSpPr>
          <a:xfrm>
            <a:off x="379402" y="977775"/>
            <a:ext cx="2061885" cy="2426128"/>
            <a:chOff x="6844726" y="955202"/>
            <a:chExt cx="2061885" cy="2426128"/>
          </a:xfrm>
        </p:grpSpPr>
        <p:grpSp>
          <p:nvGrpSpPr>
            <p:cNvPr id="121" name="组合 120">
              <a:extLst>
                <a:ext uri="{FF2B5EF4-FFF2-40B4-BE49-F238E27FC236}">
                  <a16:creationId xmlns:a16="http://schemas.microsoft.com/office/drawing/2014/main" id="{74AB3A11-1DAB-EFC1-DEB9-2B664CAF3F3C}"/>
                </a:ext>
              </a:extLst>
            </p:cNvPr>
            <p:cNvGrpSpPr/>
            <p:nvPr/>
          </p:nvGrpSpPr>
          <p:grpSpPr>
            <a:xfrm>
              <a:off x="6844726" y="1346311"/>
              <a:ext cx="1173049" cy="2007639"/>
              <a:chOff x="8022703" y="1110263"/>
              <a:chExt cx="1173049" cy="2007639"/>
            </a:xfrm>
          </p:grpSpPr>
          <p:grpSp>
            <p:nvGrpSpPr>
              <p:cNvPr id="122" name="组合 121">
                <a:extLst>
                  <a:ext uri="{FF2B5EF4-FFF2-40B4-BE49-F238E27FC236}">
                    <a16:creationId xmlns:a16="http://schemas.microsoft.com/office/drawing/2014/main" id="{6CD211CF-986F-ED5C-C7B2-F6D240AD5AEC}"/>
                  </a:ext>
                </a:extLst>
              </p:cNvPr>
              <p:cNvGrpSpPr/>
              <p:nvPr/>
            </p:nvGrpSpPr>
            <p:grpSpPr>
              <a:xfrm>
                <a:off x="8022703" y="1588650"/>
                <a:ext cx="948488" cy="1529252"/>
                <a:chOff x="3374832" y="1594330"/>
                <a:chExt cx="948488" cy="1529252"/>
              </a:xfrm>
            </p:grpSpPr>
            <p:grpSp>
              <p:nvGrpSpPr>
                <p:cNvPr id="151" name="组合 150">
                  <a:extLst>
                    <a:ext uri="{FF2B5EF4-FFF2-40B4-BE49-F238E27FC236}">
                      <a16:creationId xmlns:a16="http://schemas.microsoft.com/office/drawing/2014/main" id="{38176B99-A23E-6572-B50D-B7552BC878F1}"/>
                    </a:ext>
                  </a:extLst>
                </p:cNvPr>
                <p:cNvGrpSpPr/>
                <p:nvPr/>
              </p:nvGrpSpPr>
              <p:grpSpPr>
                <a:xfrm>
                  <a:off x="3770863" y="1594330"/>
                  <a:ext cx="369948" cy="509292"/>
                  <a:chOff x="1367788" y="986598"/>
                  <a:chExt cx="369948" cy="509292"/>
                </a:xfrm>
              </p:grpSpPr>
              <p:sp>
                <p:nvSpPr>
                  <p:cNvPr id="251" name="椭圆 250">
                    <a:extLst>
                      <a:ext uri="{FF2B5EF4-FFF2-40B4-BE49-F238E27FC236}">
                        <a16:creationId xmlns:a16="http://schemas.microsoft.com/office/drawing/2014/main" id="{8C84500B-E811-EB84-8E2D-32C29A084369}"/>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52" name="直接箭头连接符 251">
                    <a:extLst>
                      <a:ext uri="{FF2B5EF4-FFF2-40B4-BE49-F238E27FC236}">
                        <a16:creationId xmlns:a16="http://schemas.microsoft.com/office/drawing/2014/main" id="{8FA896D3-347C-4BA4-4BF1-C23B8C9AD959}"/>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53" name="直接箭头连接符 252">
                    <a:extLst>
                      <a:ext uri="{FF2B5EF4-FFF2-40B4-BE49-F238E27FC236}">
                        <a16:creationId xmlns:a16="http://schemas.microsoft.com/office/drawing/2014/main" id="{06EF6600-E43B-6B76-525C-5D5CDC7213A0}"/>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54" name="文本框 95">
                    <a:extLst>
                      <a:ext uri="{FF2B5EF4-FFF2-40B4-BE49-F238E27FC236}">
                        <a16:creationId xmlns:a16="http://schemas.microsoft.com/office/drawing/2014/main" id="{1F6768AA-975B-3D42-AC73-CA1F212783FC}"/>
                      </a:ext>
                    </a:extLst>
                  </p:cNvPr>
                  <p:cNvSpPr txBox="1"/>
                  <p:nvPr/>
                </p:nvSpPr>
                <p:spPr>
                  <a:xfrm>
                    <a:off x="1397547" y="1016492"/>
                    <a:ext cx="295405" cy="2657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60"/>
                      </a:lnSpc>
                    </a:pPr>
                    <a:r>
                      <a:rPr lang="en-US" altLang="zh-CN" b="1" dirty="0">
                        <a:solidFill>
                          <a:srgbClr val="0070C0"/>
                        </a:solidFill>
                        <a:cs typeface="Courier New" panose="02070309020205020404" pitchFamily="49" charset="0"/>
                      </a:rPr>
                      <a:t>19</a:t>
                    </a:r>
                    <a:endParaRPr lang="zh-CN" altLang="en-US" b="1" dirty="0">
                      <a:solidFill>
                        <a:srgbClr val="0070C0"/>
                      </a:solidFill>
                      <a:cs typeface="Courier New" panose="02070309020205020404" pitchFamily="49" charset="0"/>
                    </a:endParaRPr>
                  </a:p>
                </p:txBody>
              </p:sp>
            </p:grpSp>
            <p:grpSp>
              <p:nvGrpSpPr>
                <p:cNvPr id="152" name="组合 151">
                  <a:extLst>
                    <a:ext uri="{FF2B5EF4-FFF2-40B4-BE49-F238E27FC236}">
                      <a16:creationId xmlns:a16="http://schemas.microsoft.com/office/drawing/2014/main" id="{298846D0-890F-2F9C-E6B1-C3D4BE56CCF7}"/>
                    </a:ext>
                  </a:extLst>
                </p:cNvPr>
                <p:cNvGrpSpPr/>
                <p:nvPr/>
              </p:nvGrpSpPr>
              <p:grpSpPr>
                <a:xfrm>
                  <a:off x="3997825" y="2085807"/>
                  <a:ext cx="325495" cy="544582"/>
                  <a:chOff x="4596179" y="952104"/>
                  <a:chExt cx="431999" cy="728092"/>
                </a:xfrm>
              </p:grpSpPr>
              <p:grpSp>
                <p:nvGrpSpPr>
                  <p:cNvPr id="247" name="组合 246">
                    <a:extLst>
                      <a:ext uri="{FF2B5EF4-FFF2-40B4-BE49-F238E27FC236}">
                        <a16:creationId xmlns:a16="http://schemas.microsoft.com/office/drawing/2014/main" id="{92F93C50-6DE4-010A-E663-D75B6675014D}"/>
                      </a:ext>
                    </a:extLst>
                  </p:cNvPr>
                  <p:cNvGrpSpPr/>
                  <p:nvPr/>
                </p:nvGrpSpPr>
                <p:grpSpPr>
                  <a:xfrm>
                    <a:off x="4596179" y="952104"/>
                    <a:ext cx="431999" cy="432000"/>
                    <a:chOff x="4785858" y="4606900"/>
                    <a:chExt cx="431999" cy="432000"/>
                  </a:xfrm>
                </p:grpSpPr>
                <p:sp>
                  <p:nvSpPr>
                    <p:cNvPr id="249" name="椭圆 248">
                      <a:extLst>
                        <a:ext uri="{FF2B5EF4-FFF2-40B4-BE49-F238E27FC236}">
                          <a16:creationId xmlns:a16="http://schemas.microsoft.com/office/drawing/2014/main" id="{57715A3F-1780-7776-46D2-0CBE94955DDD}"/>
                        </a:ext>
                      </a:extLst>
                    </p:cNvPr>
                    <p:cNvSpPr>
                      <a:spLocks noChangeArrowheads="1"/>
                    </p:cNvSpPr>
                    <p:nvPr/>
                  </p:nvSpPr>
                  <p:spPr bwMode="auto">
                    <a:xfrm>
                      <a:off x="4785858" y="4606900"/>
                      <a:ext cx="431999"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0" name="矩形 249">
                      <a:extLst>
                        <a:ext uri="{FF2B5EF4-FFF2-40B4-BE49-F238E27FC236}">
                          <a16:creationId xmlns:a16="http://schemas.microsoft.com/office/drawing/2014/main" id="{504788C8-E014-0910-4C9D-A62C7A17812C}"/>
                        </a:ext>
                      </a:extLst>
                    </p:cNvPr>
                    <p:cNvSpPr>
                      <a:spLocks noChangeArrowheads="1"/>
                    </p:cNvSpPr>
                    <p:nvPr/>
                  </p:nvSpPr>
                  <p:spPr bwMode="auto">
                    <a:xfrm>
                      <a:off x="4796212" y="4633714"/>
                      <a:ext cx="414680"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11</a:t>
                      </a:r>
                    </a:p>
                  </p:txBody>
                </p:sp>
              </p:grpSp>
              <p:sp>
                <p:nvSpPr>
                  <p:cNvPr id="248" name="矩形 247">
                    <a:extLst>
                      <a:ext uri="{FF2B5EF4-FFF2-40B4-BE49-F238E27FC236}">
                        <a16:creationId xmlns:a16="http://schemas.microsoft.com/office/drawing/2014/main" id="{67474010-A6C9-89B2-18E0-81359CAD4962}"/>
                      </a:ext>
                    </a:extLst>
                  </p:cNvPr>
                  <p:cNvSpPr>
                    <a:spLocks noChangeArrowheads="1"/>
                  </p:cNvSpPr>
                  <p:nvPr/>
                </p:nvSpPr>
                <p:spPr bwMode="auto">
                  <a:xfrm>
                    <a:off x="4678533" y="1309854"/>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h</a:t>
                    </a:r>
                  </a:p>
                </p:txBody>
              </p:sp>
            </p:grpSp>
            <p:grpSp>
              <p:nvGrpSpPr>
                <p:cNvPr id="153" name="组合 152">
                  <a:extLst>
                    <a:ext uri="{FF2B5EF4-FFF2-40B4-BE49-F238E27FC236}">
                      <a16:creationId xmlns:a16="http://schemas.microsoft.com/office/drawing/2014/main" id="{86C0D956-CD06-668E-BC99-945BF8CD8CD8}"/>
                    </a:ext>
                  </a:extLst>
                </p:cNvPr>
                <p:cNvGrpSpPr/>
                <p:nvPr/>
              </p:nvGrpSpPr>
              <p:grpSpPr>
                <a:xfrm>
                  <a:off x="3374832" y="2087143"/>
                  <a:ext cx="732387" cy="1036439"/>
                  <a:chOff x="1234327" y="986598"/>
                  <a:chExt cx="732387" cy="1036439"/>
                </a:xfrm>
              </p:grpSpPr>
              <p:grpSp>
                <p:nvGrpSpPr>
                  <p:cNvPr id="154" name="组合 153">
                    <a:extLst>
                      <a:ext uri="{FF2B5EF4-FFF2-40B4-BE49-F238E27FC236}">
                        <a16:creationId xmlns:a16="http://schemas.microsoft.com/office/drawing/2014/main" id="{D671D455-CE10-1C95-2628-9F6A7456804D}"/>
                      </a:ext>
                    </a:extLst>
                  </p:cNvPr>
                  <p:cNvGrpSpPr/>
                  <p:nvPr/>
                </p:nvGrpSpPr>
                <p:grpSpPr>
                  <a:xfrm>
                    <a:off x="1234327" y="1474277"/>
                    <a:ext cx="325492" cy="525380"/>
                    <a:chOff x="3700363" y="944502"/>
                    <a:chExt cx="432000" cy="702422"/>
                  </a:xfrm>
                </p:grpSpPr>
                <p:grpSp>
                  <p:nvGrpSpPr>
                    <p:cNvPr id="243" name="组合 242">
                      <a:extLst>
                        <a:ext uri="{FF2B5EF4-FFF2-40B4-BE49-F238E27FC236}">
                          <a16:creationId xmlns:a16="http://schemas.microsoft.com/office/drawing/2014/main" id="{E06D2BF7-CAA7-0605-F2E0-E27313AC074B}"/>
                        </a:ext>
                      </a:extLst>
                    </p:cNvPr>
                    <p:cNvGrpSpPr/>
                    <p:nvPr/>
                  </p:nvGrpSpPr>
                  <p:grpSpPr>
                    <a:xfrm>
                      <a:off x="3700363" y="944502"/>
                      <a:ext cx="432000" cy="432000"/>
                      <a:chOff x="4922912" y="4599491"/>
                      <a:chExt cx="432000" cy="432000"/>
                    </a:xfrm>
                  </p:grpSpPr>
                  <p:sp>
                    <p:nvSpPr>
                      <p:cNvPr id="245" name="椭圆 244">
                        <a:extLst>
                          <a:ext uri="{FF2B5EF4-FFF2-40B4-BE49-F238E27FC236}">
                            <a16:creationId xmlns:a16="http://schemas.microsoft.com/office/drawing/2014/main" id="{77858AD0-3A16-B592-1086-64605B4CBB96}"/>
                          </a:ext>
                        </a:extLst>
                      </p:cNvPr>
                      <p:cNvSpPr>
                        <a:spLocks noChangeArrowheads="1"/>
                      </p:cNvSpPr>
                      <p:nvPr/>
                    </p:nvSpPr>
                    <p:spPr bwMode="auto">
                      <a:xfrm>
                        <a:off x="4922912" y="459949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6" name="矩形 245">
                        <a:extLst>
                          <a:ext uri="{FF2B5EF4-FFF2-40B4-BE49-F238E27FC236}">
                            <a16:creationId xmlns:a16="http://schemas.microsoft.com/office/drawing/2014/main" id="{F4F00804-F496-F2A1-F86A-BFB3F967ABA6}"/>
                          </a:ext>
                        </a:extLst>
                      </p:cNvPr>
                      <p:cNvSpPr>
                        <a:spLocks noChangeArrowheads="1"/>
                      </p:cNvSpPr>
                      <p:nvPr/>
                    </p:nvSpPr>
                    <p:spPr bwMode="auto">
                      <a:xfrm>
                        <a:off x="4963087" y="4689971"/>
                        <a:ext cx="3551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3</a:t>
                        </a:r>
                      </a:p>
                    </p:txBody>
                  </p:sp>
                </p:grpSp>
                <p:sp>
                  <p:nvSpPr>
                    <p:cNvPr id="244" name="矩形 243">
                      <a:extLst>
                        <a:ext uri="{FF2B5EF4-FFF2-40B4-BE49-F238E27FC236}">
                          <a16:creationId xmlns:a16="http://schemas.microsoft.com/office/drawing/2014/main" id="{D6DC13DF-44F7-BBF7-A464-3B976C4D89C7}"/>
                        </a:ext>
                      </a:extLst>
                    </p:cNvPr>
                    <p:cNvSpPr>
                      <a:spLocks noChangeArrowheads="1"/>
                    </p:cNvSpPr>
                    <p:nvPr/>
                  </p:nvSpPr>
                  <p:spPr bwMode="auto">
                    <a:xfrm>
                      <a:off x="3764681" y="1276582"/>
                      <a:ext cx="235312"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g</a:t>
                      </a:r>
                    </a:p>
                  </p:txBody>
                </p:sp>
              </p:grpSp>
              <p:grpSp>
                <p:nvGrpSpPr>
                  <p:cNvPr id="155" name="组合 154">
                    <a:extLst>
                      <a:ext uri="{FF2B5EF4-FFF2-40B4-BE49-F238E27FC236}">
                        <a16:creationId xmlns:a16="http://schemas.microsoft.com/office/drawing/2014/main" id="{290AC474-B91D-B886-39AF-D1C73A197395}"/>
                      </a:ext>
                    </a:extLst>
                  </p:cNvPr>
                  <p:cNvGrpSpPr/>
                  <p:nvPr/>
                </p:nvGrpSpPr>
                <p:grpSpPr>
                  <a:xfrm>
                    <a:off x="1634963" y="1475774"/>
                    <a:ext cx="331751" cy="547263"/>
                    <a:chOff x="5771109" y="933900"/>
                    <a:chExt cx="440305" cy="731679"/>
                  </a:xfrm>
                </p:grpSpPr>
                <p:grpSp>
                  <p:nvGrpSpPr>
                    <p:cNvPr id="161" name="组合 160">
                      <a:extLst>
                        <a:ext uri="{FF2B5EF4-FFF2-40B4-BE49-F238E27FC236}">
                          <a16:creationId xmlns:a16="http://schemas.microsoft.com/office/drawing/2014/main" id="{9F416259-FB97-7127-2FC5-70003FE786EC}"/>
                        </a:ext>
                      </a:extLst>
                    </p:cNvPr>
                    <p:cNvGrpSpPr/>
                    <p:nvPr/>
                  </p:nvGrpSpPr>
                  <p:grpSpPr>
                    <a:xfrm>
                      <a:off x="5771109" y="933900"/>
                      <a:ext cx="440305" cy="432000"/>
                      <a:chOff x="4841057" y="4606900"/>
                      <a:chExt cx="440305" cy="432000"/>
                    </a:xfrm>
                  </p:grpSpPr>
                  <p:sp>
                    <p:nvSpPr>
                      <p:cNvPr id="241" name="椭圆 240">
                        <a:extLst>
                          <a:ext uri="{FF2B5EF4-FFF2-40B4-BE49-F238E27FC236}">
                            <a16:creationId xmlns:a16="http://schemas.microsoft.com/office/drawing/2014/main" id="{49CB7C5D-0C6A-4388-9CF4-FA1B4A4198DE}"/>
                          </a:ext>
                        </a:extLst>
                      </p:cNvPr>
                      <p:cNvSpPr>
                        <a:spLocks noChangeArrowheads="1"/>
                      </p:cNvSpPr>
                      <p:nvPr/>
                    </p:nvSpPr>
                    <p:spPr bwMode="auto">
                      <a:xfrm>
                        <a:off x="4849360" y="4606900"/>
                        <a:ext cx="432002"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2" name="矩形 241">
                        <a:extLst>
                          <a:ext uri="{FF2B5EF4-FFF2-40B4-BE49-F238E27FC236}">
                            <a16:creationId xmlns:a16="http://schemas.microsoft.com/office/drawing/2014/main" id="{BE40E949-B580-12B8-6525-5384B50CFE01}"/>
                          </a:ext>
                        </a:extLst>
                      </p:cNvPr>
                      <p:cNvSpPr>
                        <a:spLocks noChangeArrowheads="1"/>
                      </p:cNvSpPr>
                      <p:nvPr/>
                    </p:nvSpPr>
                    <p:spPr bwMode="auto">
                      <a:xfrm>
                        <a:off x="4841057" y="4681801"/>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5</a:t>
                        </a:r>
                      </a:p>
                    </p:txBody>
                  </p:sp>
                </p:grpSp>
                <p:sp>
                  <p:nvSpPr>
                    <p:cNvPr id="162" name="矩形 161">
                      <a:extLst>
                        <a:ext uri="{FF2B5EF4-FFF2-40B4-BE49-F238E27FC236}">
                          <a16:creationId xmlns:a16="http://schemas.microsoft.com/office/drawing/2014/main" id="{DC040282-0759-FE2A-70B8-AB0731515C56}"/>
                        </a:ext>
                      </a:extLst>
                    </p:cNvPr>
                    <p:cNvSpPr>
                      <a:spLocks noChangeArrowheads="1"/>
                    </p:cNvSpPr>
                    <p:nvPr/>
                  </p:nvSpPr>
                  <p:spPr bwMode="auto">
                    <a:xfrm>
                      <a:off x="5877808"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a</a:t>
                      </a:r>
                    </a:p>
                  </p:txBody>
                </p:sp>
              </p:grpSp>
              <p:grpSp>
                <p:nvGrpSpPr>
                  <p:cNvPr id="156" name="组合 155">
                    <a:extLst>
                      <a:ext uri="{FF2B5EF4-FFF2-40B4-BE49-F238E27FC236}">
                        <a16:creationId xmlns:a16="http://schemas.microsoft.com/office/drawing/2014/main" id="{4B3077A9-FE74-5A11-CACB-32F89AA82426}"/>
                      </a:ext>
                    </a:extLst>
                  </p:cNvPr>
                  <p:cNvGrpSpPr/>
                  <p:nvPr/>
                </p:nvGrpSpPr>
                <p:grpSpPr>
                  <a:xfrm>
                    <a:off x="1450918" y="986598"/>
                    <a:ext cx="326295" cy="509292"/>
                    <a:chOff x="1450918" y="986598"/>
                    <a:chExt cx="326295" cy="509292"/>
                  </a:xfrm>
                </p:grpSpPr>
                <p:sp>
                  <p:nvSpPr>
                    <p:cNvPr id="157" name="椭圆 156">
                      <a:extLst>
                        <a:ext uri="{FF2B5EF4-FFF2-40B4-BE49-F238E27FC236}">
                          <a16:creationId xmlns:a16="http://schemas.microsoft.com/office/drawing/2014/main" id="{9730DE15-3A05-AF36-1CBF-FC34E6D99F75}"/>
                        </a:ext>
                      </a:extLst>
                    </p:cNvPr>
                    <p:cNvSpPr>
                      <a:spLocks noChangeArrowheads="1"/>
                    </p:cNvSpPr>
                    <p:nvPr/>
                  </p:nvSpPr>
                  <p:spPr bwMode="auto">
                    <a:xfrm>
                      <a:off x="1451720"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58" name="直接箭头连接符 157">
                      <a:extLst>
                        <a:ext uri="{FF2B5EF4-FFF2-40B4-BE49-F238E27FC236}">
                          <a16:creationId xmlns:a16="http://schemas.microsoft.com/office/drawing/2014/main" id="{C30B38E9-A885-90A2-45F1-F68ACD74D14C}"/>
                        </a:ext>
                      </a:extLst>
                    </p:cNvPr>
                    <p:cNvCxnSpPr>
                      <a:cxnSpLocks/>
                    </p:cNvCxnSpPr>
                    <p:nvPr/>
                  </p:nvCxnSpPr>
                  <p:spPr>
                    <a:xfrm flipH="1">
                      <a:off x="145091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64D2C6E5-6CCD-E271-8DAE-2D0E8052F252}"/>
                        </a:ext>
                      </a:extLst>
                    </p:cNvPr>
                    <p:cNvCxnSpPr>
                      <a:cxnSpLocks/>
                    </p:cNvCxnSpPr>
                    <p:nvPr/>
                  </p:nvCxnSpPr>
                  <p:spPr>
                    <a:xfrm>
                      <a:off x="1673575"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60" name="文本框 159">
                      <a:extLst>
                        <a:ext uri="{FF2B5EF4-FFF2-40B4-BE49-F238E27FC236}">
                          <a16:creationId xmlns:a16="http://schemas.microsoft.com/office/drawing/2014/main" id="{F99C55CE-C5BD-4E36-5555-C51332FEC18F}"/>
                        </a:ext>
                      </a:extLst>
                    </p:cNvPr>
                    <p:cNvSpPr txBox="1"/>
                    <p:nvPr/>
                  </p:nvSpPr>
                  <p:spPr>
                    <a:xfrm>
                      <a:off x="1529039" y="1017255"/>
                      <a:ext cx="177297"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8</a:t>
                      </a:r>
                      <a:endParaRPr lang="zh-CN" altLang="en-US" b="1" dirty="0">
                        <a:solidFill>
                          <a:srgbClr val="0070C0"/>
                        </a:solidFill>
                        <a:cs typeface="Courier New" panose="02070309020205020404" pitchFamily="49" charset="0"/>
                      </a:endParaRPr>
                    </a:p>
                  </p:txBody>
                </p:sp>
              </p:grpSp>
            </p:grpSp>
          </p:grpSp>
          <p:grpSp>
            <p:nvGrpSpPr>
              <p:cNvPr id="126" name="组合 125">
                <a:extLst>
                  <a:ext uri="{FF2B5EF4-FFF2-40B4-BE49-F238E27FC236}">
                    <a16:creationId xmlns:a16="http://schemas.microsoft.com/office/drawing/2014/main" id="{784B0B9F-C032-812D-983A-6B6AB7ABCCB5}"/>
                  </a:ext>
                </a:extLst>
              </p:cNvPr>
              <p:cNvGrpSpPr/>
              <p:nvPr/>
            </p:nvGrpSpPr>
            <p:grpSpPr>
              <a:xfrm>
                <a:off x="8620967" y="1110263"/>
                <a:ext cx="369948" cy="509292"/>
                <a:chOff x="1367788" y="986598"/>
                <a:chExt cx="369948" cy="509292"/>
              </a:xfrm>
            </p:grpSpPr>
            <p:sp>
              <p:nvSpPr>
                <p:cNvPr id="147" name="椭圆 146">
                  <a:extLst>
                    <a:ext uri="{FF2B5EF4-FFF2-40B4-BE49-F238E27FC236}">
                      <a16:creationId xmlns:a16="http://schemas.microsoft.com/office/drawing/2014/main" id="{41A897A7-DEFD-3E91-D7DA-1D1469F6557F}"/>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48" name="直接箭头连接符 147">
                  <a:extLst>
                    <a:ext uri="{FF2B5EF4-FFF2-40B4-BE49-F238E27FC236}">
                      <a16:creationId xmlns:a16="http://schemas.microsoft.com/office/drawing/2014/main" id="{45E4BB1F-9A5D-F91B-84CE-BF3EF4862C1C}"/>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E0DDF0B2-BB38-0E9E-FD6F-EF1E0CAC78A6}"/>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50" name="文本框 149">
                  <a:extLst>
                    <a:ext uri="{FF2B5EF4-FFF2-40B4-BE49-F238E27FC236}">
                      <a16:creationId xmlns:a16="http://schemas.microsoft.com/office/drawing/2014/main" id="{E852B942-9D00-F8C5-2173-A961F685D246}"/>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42</a:t>
                  </a:r>
                  <a:endParaRPr lang="zh-CN" altLang="en-US" b="1" dirty="0">
                    <a:solidFill>
                      <a:srgbClr val="0070C0"/>
                    </a:solidFill>
                    <a:cs typeface="Courier New" panose="02070309020205020404" pitchFamily="49" charset="0"/>
                  </a:endParaRPr>
                </a:p>
              </p:txBody>
            </p:sp>
          </p:grpSp>
          <p:grpSp>
            <p:nvGrpSpPr>
              <p:cNvPr id="127" name="组合 126">
                <a:extLst>
                  <a:ext uri="{FF2B5EF4-FFF2-40B4-BE49-F238E27FC236}">
                    <a16:creationId xmlns:a16="http://schemas.microsoft.com/office/drawing/2014/main" id="{68555AC7-6D9A-237F-42D4-5CE3F9389BAC}"/>
                  </a:ext>
                </a:extLst>
              </p:cNvPr>
              <p:cNvGrpSpPr/>
              <p:nvPr/>
            </p:nvGrpSpPr>
            <p:grpSpPr>
              <a:xfrm>
                <a:off x="8862763" y="1588428"/>
                <a:ext cx="332989" cy="552309"/>
                <a:chOff x="9001705" y="942353"/>
                <a:chExt cx="441949" cy="738426"/>
              </a:xfrm>
            </p:grpSpPr>
            <p:grpSp>
              <p:nvGrpSpPr>
                <p:cNvPr id="128" name="组合 127">
                  <a:extLst>
                    <a:ext uri="{FF2B5EF4-FFF2-40B4-BE49-F238E27FC236}">
                      <a16:creationId xmlns:a16="http://schemas.microsoft.com/office/drawing/2014/main" id="{B6F9F1CB-A1C7-FB32-392F-3BDD9A4EDA18}"/>
                    </a:ext>
                  </a:extLst>
                </p:cNvPr>
                <p:cNvGrpSpPr/>
                <p:nvPr/>
              </p:nvGrpSpPr>
              <p:grpSpPr>
                <a:xfrm>
                  <a:off x="9001705" y="942353"/>
                  <a:ext cx="441949" cy="432000"/>
                  <a:chOff x="4859407" y="4619585"/>
                  <a:chExt cx="441949" cy="432000"/>
                </a:xfrm>
              </p:grpSpPr>
              <p:sp>
                <p:nvSpPr>
                  <p:cNvPr id="130" name="椭圆 129">
                    <a:extLst>
                      <a:ext uri="{FF2B5EF4-FFF2-40B4-BE49-F238E27FC236}">
                        <a16:creationId xmlns:a16="http://schemas.microsoft.com/office/drawing/2014/main" id="{8190812F-2115-0518-3FFF-615B066D6A69}"/>
                      </a:ext>
                    </a:extLst>
                  </p:cNvPr>
                  <p:cNvSpPr>
                    <a:spLocks noChangeArrowheads="1"/>
                  </p:cNvSpPr>
                  <p:nvPr/>
                </p:nvSpPr>
                <p:spPr bwMode="auto">
                  <a:xfrm>
                    <a:off x="4859407" y="4619585"/>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0" name="矩形 139">
                    <a:extLst>
                      <a:ext uri="{FF2B5EF4-FFF2-40B4-BE49-F238E27FC236}">
                        <a16:creationId xmlns:a16="http://schemas.microsoft.com/office/drawing/2014/main" id="{FA213F21-A002-758B-C8FE-83DBFF6EAB86}"/>
                      </a:ext>
                    </a:extLst>
                  </p:cNvPr>
                  <p:cNvSpPr>
                    <a:spLocks noChangeArrowheads="1"/>
                  </p:cNvSpPr>
                  <p:nvPr/>
                </p:nvSpPr>
                <p:spPr bwMode="auto">
                  <a:xfrm>
                    <a:off x="4869489" y="4688633"/>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23</a:t>
                    </a:r>
                  </a:p>
                </p:txBody>
              </p:sp>
            </p:grpSp>
            <p:sp>
              <p:nvSpPr>
                <p:cNvPr id="129" name="矩形 128">
                  <a:extLst>
                    <a:ext uri="{FF2B5EF4-FFF2-40B4-BE49-F238E27FC236}">
                      <a16:creationId xmlns:a16="http://schemas.microsoft.com/office/drawing/2014/main" id="{050A7B8B-5113-3121-A999-15CE6B96ACEB}"/>
                    </a:ext>
                  </a:extLst>
                </p:cNvPr>
                <p:cNvSpPr>
                  <a:spLocks noChangeArrowheads="1"/>
                </p:cNvSpPr>
                <p:nvPr/>
              </p:nvSpPr>
              <p:spPr bwMode="auto">
                <a:xfrm>
                  <a:off x="9083750" y="13104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f</a:t>
                  </a:r>
                </a:p>
              </p:txBody>
            </p:sp>
          </p:grpSp>
        </p:grpSp>
        <p:grpSp>
          <p:nvGrpSpPr>
            <p:cNvPr id="267" name="组合 266">
              <a:extLst>
                <a:ext uri="{FF2B5EF4-FFF2-40B4-BE49-F238E27FC236}">
                  <a16:creationId xmlns:a16="http://schemas.microsoft.com/office/drawing/2014/main" id="{ADEB3A01-22E8-8EC7-94CA-95F42568C3DC}"/>
                </a:ext>
              </a:extLst>
            </p:cNvPr>
            <p:cNvGrpSpPr/>
            <p:nvPr/>
          </p:nvGrpSpPr>
          <p:grpSpPr>
            <a:xfrm>
              <a:off x="7722595" y="955202"/>
              <a:ext cx="679449" cy="440384"/>
              <a:chOff x="1229925" y="1031696"/>
              <a:chExt cx="505981" cy="516202"/>
            </a:xfrm>
          </p:grpSpPr>
          <p:cxnSp>
            <p:nvCxnSpPr>
              <p:cNvPr id="270" name="直接箭头连接符 269">
                <a:extLst>
                  <a:ext uri="{FF2B5EF4-FFF2-40B4-BE49-F238E27FC236}">
                    <a16:creationId xmlns:a16="http://schemas.microsoft.com/office/drawing/2014/main" id="{5CB0F3C9-EF1D-73FB-5048-4F43ACAEF699}"/>
                  </a:ext>
                </a:extLst>
              </p:cNvPr>
              <p:cNvCxnSpPr>
                <a:cxnSpLocks/>
              </p:cNvCxnSpPr>
              <p:nvPr/>
            </p:nvCxnSpPr>
            <p:spPr>
              <a:xfrm>
                <a:off x="1545166" y="1212365"/>
                <a:ext cx="190740" cy="326866"/>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69" name="直接箭头连接符 268">
                <a:extLst>
                  <a:ext uri="{FF2B5EF4-FFF2-40B4-BE49-F238E27FC236}">
                    <a16:creationId xmlns:a16="http://schemas.microsoft.com/office/drawing/2014/main" id="{2886DCBF-483A-1F30-189B-02AA99319D6A}"/>
                  </a:ext>
                </a:extLst>
              </p:cNvPr>
              <p:cNvCxnSpPr>
                <a:cxnSpLocks/>
              </p:cNvCxnSpPr>
              <p:nvPr/>
            </p:nvCxnSpPr>
            <p:spPr>
              <a:xfrm flipH="1">
                <a:off x="1229925" y="1251893"/>
                <a:ext cx="193783" cy="29600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68" name="椭圆 267">
                <a:extLst>
                  <a:ext uri="{FF2B5EF4-FFF2-40B4-BE49-F238E27FC236}">
                    <a16:creationId xmlns:a16="http://schemas.microsoft.com/office/drawing/2014/main" id="{57EC08C8-C56E-FE3D-3016-4D3C645C640B}"/>
                  </a:ext>
                </a:extLst>
              </p:cNvPr>
              <p:cNvSpPr>
                <a:spLocks noChangeArrowheads="1"/>
              </p:cNvSpPr>
              <p:nvPr/>
            </p:nvSpPr>
            <p:spPr bwMode="auto">
              <a:xfrm>
                <a:off x="1326236" y="1031696"/>
                <a:ext cx="32344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1" name="文本框 270">
                <a:extLst>
                  <a:ext uri="{FF2B5EF4-FFF2-40B4-BE49-F238E27FC236}">
                    <a16:creationId xmlns:a16="http://schemas.microsoft.com/office/drawing/2014/main" id="{A8C581C3-91A8-374B-3EFF-FAAB4D0DE96A}"/>
                  </a:ext>
                </a:extLst>
              </p:cNvPr>
              <p:cNvSpPr txBox="1"/>
              <p:nvPr/>
            </p:nvSpPr>
            <p:spPr>
              <a:xfrm>
                <a:off x="1309877" y="1056635"/>
                <a:ext cx="366805" cy="311460"/>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100</a:t>
                </a:r>
                <a:endParaRPr lang="zh-CN" altLang="en-US" b="1" dirty="0">
                  <a:solidFill>
                    <a:srgbClr val="0070C0"/>
                  </a:solidFill>
                  <a:cs typeface="Courier New" panose="02070309020205020404" pitchFamily="49" charset="0"/>
                </a:endParaRPr>
              </a:p>
            </p:txBody>
          </p:sp>
        </p:grpSp>
        <p:grpSp>
          <p:nvGrpSpPr>
            <p:cNvPr id="272" name="组合 271">
              <a:extLst>
                <a:ext uri="{FF2B5EF4-FFF2-40B4-BE49-F238E27FC236}">
                  <a16:creationId xmlns:a16="http://schemas.microsoft.com/office/drawing/2014/main" id="{02D04AF9-8B3E-00CB-CAE6-B6B854DD70CF}"/>
                </a:ext>
              </a:extLst>
            </p:cNvPr>
            <p:cNvGrpSpPr/>
            <p:nvPr/>
          </p:nvGrpSpPr>
          <p:grpSpPr>
            <a:xfrm>
              <a:off x="7915454" y="1336131"/>
              <a:ext cx="991157" cy="2045199"/>
              <a:chOff x="6767758" y="821865"/>
              <a:chExt cx="991157" cy="2045199"/>
            </a:xfrm>
          </p:grpSpPr>
          <p:grpSp>
            <p:nvGrpSpPr>
              <p:cNvPr id="273" name="组合 272">
                <a:extLst>
                  <a:ext uri="{FF2B5EF4-FFF2-40B4-BE49-F238E27FC236}">
                    <a16:creationId xmlns:a16="http://schemas.microsoft.com/office/drawing/2014/main" id="{9F4E314F-543B-B214-E33E-E6ADF15F7183}"/>
                  </a:ext>
                </a:extLst>
              </p:cNvPr>
              <p:cNvGrpSpPr/>
              <p:nvPr/>
            </p:nvGrpSpPr>
            <p:grpSpPr>
              <a:xfrm>
                <a:off x="7177691" y="821865"/>
                <a:ext cx="369948" cy="509292"/>
                <a:chOff x="1367788" y="986598"/>
                <a:chExt cx="369948" cy="509292"/>
              </a:xfrm>
            </p:grpSpPr>
            <p:sp>
              <p:nvSpPr>
                <p:cNvPr id="306" name="椭圆 305">
                  <a:extLst>
                    <a:ext uri="{FF2B5EF4-FFF2-40B4-BE49-F238E27FC236}">
                      <a16:creationId xmlns:a16="http://schemas.microsoft.com/office/drawing/2014/main" id="{395BB277-B15F-DC4F-E349-C2FC3C993EA3}"/>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307" name="直接箭头连接符 306">
                  <a:extLst>
                    <a:ext uri="{FF2B5EF4-FFF2-40B4-BE49-F238E27FC236}">
                      <a16:creationId xmlns:a16="http://schemas.microsoft.com/office/drawing/2014/main" id="{92F9A523-C32C-BDBB-2DDC-24D8D9460863}"/>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8" name="直接箭头连接符 307">
                  <a:extLst>
                    <a:ext uri="{FF2B5EF4-FFF2-40B4-BE49-F238E27FC236}">
                      <a16:creationId xmlns:a16="http://schemas.microsoft.com/office/drawing/2014/main" id="{084F491B-E965-0A4B-2C9A-B008644FB320}"/>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309" name="文本框 308">
                  <a:extLst>
                    <a:ext uri="{FF2B5EF4-FFF2-40B4-BE49-F238E27FC236}">
                      <a16:creationId xmlns:a16="http://schemas.microsoft.com/office/drawing/2014/main" id="{4344577E-0143-84F7-C03A-5C7728FF8CBB}"/>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58</a:t>
                  </a:r>
                  <a:endParaRPr lang="zh-CN" altLang="en-US" b="1" dirty="0">
                    <a:solidFill>
                      <a:srgbClr val="0070C0"/>
                    </a:solidFill>
                    <a:cs typeface="Courier New" panose="02070309020205020404" pitchFamily="49" charset="0"/>
                  </a:endParaRPr>
                </a:p>
              </p:txBody>
            </p:sp>
          </p:grpSp>
          <p:grpSp>
            <p:nvGrpSpPr>
              <p:cNvPr id="274" name="组合 273">
                <a:extLst>
                  <a:ext uri="{FF2B5EF4-FFF2-40B4-BE49-F238E27FC236}">
                    <a16:creationId xmlns:a16="http://schemas.microsoft.com/office/drawing/2014/main" id="{87A7E770-3AA0-FC89-A504-2D89CA9BD97A}"/>
                  </a:ext>
                </a:extLst>
              </p:cNvPr>
              <p:cNvGrpSpPr/>
              <p:nvPr/>
            </p:nvGrpSpPr>
            <p:grpSpPr>
              <a:xfrm>
                <a:off x="7423006" y="1321723"/>
                <a:ext cx="335909" cy="566376"/>
                <a:chOff x="11169046" y="936617"/>
                <a:chExt cx="445824" cy="757232"/>
              </a:xfrm>
            </p:grpSpPr>
            <p:grpSp>
              <p:nvGrpSpPr>
                <p:cNvPr id="302" name="组合 301">
                  <a:extLst>
                    <a:ext uri="{FF2B5EF4-FFF2-40B4-BE49-F238E27FC236}">
                      <a16:creationId xmlns:a16="http://schemas.microsoft.com/office/drawing/2014/main" id="{F36619BC-CCA4-A283-D76D-BF0DA746F07A}"/>
                    </a:ext>
                  </a:extLst>
                </p:cNvPr>
                <p:cNvGrpSpPr/>
                <p:nvPr/>
              </p:nvGrpSpPr>
              <p:grpSpPr>
                <a:xfrm>
                  <a:off x="11169046" y="936617"/>
                  <a:ext cx="445824" cy="432000"/>
                  <a:chOff x="4865986" y="4606900"/>
                  <a:chExt cx="445824" cy="432000"/>
                </a:xfrm>
              </p:grpSpPr>
              <p:sp>
                <p:nvSpPr>
                  <p:cNvPr id="304" name="椭圆 303">
                    <a:extLst>
                      <a:ext uri="{FF2B5EF4-FFF2-40B4-BE49-F238E27FC236}">
                        <a16:creationId xmlns:a16="http://schemas.microsoft.com/office/drawing/2014/main" id="{3F42C9BE-521E-F942-2B53-5BE5CBE5EF00}"/>
                      </a:ext>
                    </a:extLst>
                  </p:cNvPr>
                  <p:cNvSpPr>
                    <a:spLocks noChangeArrowheads="1"/>
                  </p:cNvSpPr>
                  <p:nvPr/>
                </p:nvSpPr>
                <p:spPr bwMode="auto">
                  <a:xfrm>
                    <a:off x="4865986"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5" name="矩形 304">
                    <a:extLst>
                      <a:ext uri="{FF2B5EF4-FFF2-40B4-BE49-F238E27FC236}">
                        <a16:creationId xmlns:a16="http://schemas.microsoft.com/office/drawing/2014/main" id="{34492A5B-29CE-9897-3DF0-0D78B7A97811}"/>
                      </a:ext>
                    </a:extLst>
                  </p:cNvPr>
                  <p:cNvSpPr>
                    <a:spLocks noChangeArrowheads="1"/>
                  </p:cNvSpPr>
                  <p:nvPr/>
                </p:nvSpPr>
                <p:spPr bwMode="auto">
                  <a:xfrm>
                    <a:off x="4879943" y="4695289"/>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29</a:t>
                    </a:r>
                  </a:p>
                </p:txBody>
              </p:sp>
            </p:grpSp>
            <p:sp>
              <p:nvSpPr>
                <p:cNvPr id="303" name="矩形 302">
                  <a:extLst>
                    <a:ext uri="{FF2B5EF4-FFF2-40B4-BE49-F238E27FC236}">
                      <a16:creationId xmlns:a16="http://schemas.microsoft.com/office/drawing/2014/main" id="{C8080F3A-A24E-B947-5A60-C621603DD4DF}"/>
                    </a:ext>
                  </a:extLst>
                </p:cNvPr>
                <p:cNvSpPr>
                  <a:spLocks noChangeArrowheads="1"/>
                </p:cNvSpPr>
                <p:nvPr/>
              </p:nvSpPr>
              <p:spPr bwMode="auto">
                <a:xfrm>
                  <a:off x="11285323" y="132350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b</a:t>
                  </a:r>
                </a:p>
              </p:txBody>
            </p:sp>
          </p:grpSp>
          <p:grpSp>
            <p:nvGrpSpPr>
              <p:cNvPr id="275" name="组合 274">
                <a:extLst>
                  <a:ext uri="{FF2B5EF4-FFF2-40B4-BE49-F238E27FC236}">
                    <a16:creationId xmlns:a16="http://schemas.microsoft.com/office/drawing/2014/main" id="{2B97678F-3C7E-4D6A-411F-C594AD05CF22}"/>
                  </a:ext>
                </a:extLst>
              </p:cNvPr>
              <p:cNvGrpSpPr/>
              <p:nvPr/>
            </p:nvGrpSpPr>
            <p:grpSpPr>
              <a:xfrm>
                <a:off x="6767758" y="1316541"/>
                <a:ext cx="977359" cy="1550523"/>
                <a:chOff x="7776522" y="1540648"/>
                <a:chExt cx="977359" cy="1550523"/>
              </a:xfrm>
            </p:grpSpPr>
            <p:grpSp>
              <p:nvGrpSpPr>
                <p:cNvPr id="276" name="组合 275">
                  <a:extLst>
                    <a:ext uri="{FF2B5EF4-FFF2-40B4-BE49-F238E27FC236}">
                      <a16:creationId xmlns:a16="http://schemas.microsoft.com/office/drawing/2014/main" id="{8962256D-1ACB-A059-2339-E05AE302BE5F}"/>
                    </a:ext>
                  </a:extLst>
                </p:cNvPr>
                <p:cNvGrpSpPr/>
                <p:nvPr/>
              </p:nvGrpSpPr>
              <p:grpSpPr>
                <a:xfrm>
                  <a:off x="7962625" y="1540648"/>
                  <a:ext cx="369948" cy="509292"/>
                  <a:chOff x="1367788" y="986598"/>
                  <a:chExt cx="369948" cy="509292"/>
                </a:xfrm>
              </p:grpSpPr>
              <p:sp>
                <p:nvSpPr>
                  <p:cNvPr id="298" name="椭圆 297">
                    <a:extLst>
                      <a:ext uri="{FF2B5EF4-FFF2-40B4-BE49-F238E27FC236}">
                        <a16:creationId xmlns:a16="http://schemas.microsoft.com/office/drawing/2014/main" id="{6FA39D8D-7997-462B-91F9-1CB613560D39}"/>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99" name="直接箭头连接符 298">
                    <a:extLst>
                      <a:ext uri="{FF2B5EF4-FFF2-40B4-BE49-F238E27FC236}">
                        <a16:creationId xmlns:a16="http://schemas.microsoft.com/office/drawing/2014/main" id="{9CA9E4C8-A8E1-EAD6-CA32-0D9500CA3E0A}"/>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0" name="直接箭头连接符 299">
                    <a:extLst>
                      <a:ext uri="{FF2B5EF4-FFF2-40B4-BE49-F238E27FC236}">
                        <a16:creationId xmlns:a16="http://schemas.microsoft.com/office/drawing/2014/main" id="{466D6C4D-7E24-B689-14CC-4CC62D661DF5}"/>
                      </a:ext>
                    </a:extLst>
                  </p:cNvPr>
                  <p:cNvCxnSpPr>
                    <a:cxnSpLocks/>
                  </p:cNvCxnSpPr>
                  <p:nvPr/>
                </p:nvCxnSpPr>
                <p:spPr>
                  <a:xfrm>
                    <a:off x="1640323" y="1288701"/>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301" name="文本框 300">
                    <a:extLst>
                      <a:ext uri="{FF2B5EF4-FFF2-40B4-BE49-F238E27FC236}">
                        <a16:creationId xmlns:a16="http://schemas.microsoft.com/office/drawing/2014/main" id="{041A7F1B-AB95-2A7A-C3F3-A31D68F23607}"/>
                      </a:ext>
                    </a:extLst>
                  </p:cNvPr>
                  <p:cNvSpPr txBox="1"/>
                  <p:nvPr/>
                </p:nvSpPr>
                <p:spPr>
                  <a:xfrm>
                    <a:off x="1390758" y="1016491"/>
                    <a:ext cx="325493"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29</a:t>
                    </a:r>
                    <a:endParaRPr lang="zh-CN" altLang="en-US" b="1" dirty="0">
                      <a:solidFill>
                        <a:srgbClr val="0070C0"/>
                      </a:solidFill>
                      <a:cs typeface="Courier New" panose="02070309020205020404" pitchFamily="49" charset="0"/>
                    </a:endParaRPr>
                  </a:p>
                </p:txBody>
              </p:sp>
            </p:grpSp>
            <p:grpSp>
              <p:nvGrpSpPr>
                <p:cNvPr id="277" name="组合 276">
                  <a:extLst>
                    <a:ext uri="{FF2B5EF4-FFF2-40B4-BE49-F238E27FC236}">
                      <a16:creationId xmlns:a16="http://schemas.microsoft.com/office/drawing/2014/main" id="{37EC16F1-7A6F-694A-FE59-C95C5221CD41}"/>
                    </a:ext>
                  </a:extLst>
                </p:cNvPr>
                <p:cNvGrpSpPr/>
                <p:nvPr/>
              </p:nvGrpSpPr>
              <p:grpSpPr>
                <a:xfrm>
                  <a:off x="7776522" y="2029595"/>
                  <a:ext cx="327730" cy="540587"/>
                  <a:chOff x="7916983" y="942825"/>
                  <a:chExt cx="434969" cy="722754"/>
                </a:xfrm>
              </p:grpSpPr>
              <p:grpSp>
                <p:nvGrpSpPr>
                  <p:cNvPr id="294" name="组合 293">
                    <a:extLst>
                      <a:ext uri="{FF2B5EF4-FFF2-40B4-BE49-F238E27FC236}">
                        <a16:creationId xmlns:a16="http://schemas.microsoft.com/office/drawing/2014/main" id="{8BE74742-D76A-A6D8-0429-740100FA53FB}"/>
                      </a:ext>
                    </a:extLst>
                  </p:cNvPr>
                  <p:cNvGrpSpPr/>
                  <p:nvPr/>
                </p:nvGrpSpPr>
                <p:grpSpPr>
                  <a:xfrm>
                    <a:off x="7916983" y="942825"/>
                    <a:ext cx="434969" cy="432000"/>
                    <a:chOff x="4859408" y="4606901"/>
                    <a:chExt cx="434969" cy="432000"/>
                  </a:xfrm>
                </p:grpSpPr>
                <p:sp>
                  <p:nvSpPr>
                    <p:cNvPr id="296" name="椭圆 295">
                      <a:extLst>
                        <a:ext uri="{FF2B5EF4-FFF2-40B4-BE49-F238E27FC236}">
                          <a16:creationId xmlns:a16="http://schemas.microsoft.com/office/drawing/2014/main" id="{6DFD0E20-275F-B3EB-FDEA-D5E77F249352}"/>
                        </a:ext>
                      </a:extLst>
                    </p:cNvPr>
                    <p:cNvSpPr>
                      <a:spLocks noChangeArrowheads="1"/>
                    </p:cNvSpPr>
                    <p:nvPr/>
                  </p:nvSpPr>
                  <p:spPr bwMode="auto">
                    <a:xfrm>
                      <a:off x="4859408" y="4606901"/>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7" name="矩形 296">
                      <a:extLst>
                        <a:ext uri="{FF2B5EF4-FFF2-40B4-BE49-F238E27FC236}">
                          <a16:creationId xmlns:a16="http://schemas.microsoft.com/office/drawing/2014/main" id="{8D1403DA-AF5B-90CC-9C8B-74165823D4A2}"/>
                        </a:ext>
                      </a:extLst>
                    </p:cNvPr>
                    <p:cNvSpPr>
                      <a:spLocks noChangeArrowheads="1"/>
                    </p:cNvSpPr>
                    <p:nvPr/>
                  </p:nvSpPr>
                  <p:spPr bwMode="auto">
                    <a:xfrm>
                      <a:off x="4862510" y="4689082"/>
                      <a:ext cx="431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14</a:t>
                      </a:r>
                    </a:p>
                  </p:txBody>
                </p:sp>
              </p:grpSp>
              <p:sp>
                <p:nvSpPr>
                  <p:cNvPr id="295" name="矩形 294">
                    <a:extLst>
                      <a:ext uri="{FF2B5EF4-FFF2-40B4-BE49-F238E27FC236}">
                        <a16:creationId xmlns:a16="http://schemas.microsoft.com/office/drawing/2014/main" id="{DB9ADAB9-E0D4-DC6D-835C-EA852D292400}"/>
                      </a:ext>
                    </a:extLst>
                  </p:cNvPr>
                  <p:cNvSpPr>
                    <a:spLocks noChangeArrowheads="1"/>
                  </p:cNvSpPr>
                  <p:nvPr/>
                </p:nvSpPr>
                <p:spPr bwMode="auto">
                  <a:xfrm>
                    <a:off x="8018361" y="1295237"/>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e</a:t>
                    </a:r>
                  </a:p>
                </p:txBody>
              </p:sp>
            </p:grpSp>
            <p:grpSp>
              <p:nvGrpSpPr>
                <p:cNvPr id="278" name="组合 277">
                  <a:extLst>
                    <a:ext uri="{FF2B5EF4-FFF2-40B4-BE49-F238E27FC236}">
                      <a16:creationId xmlns:a16="http://schemas.microsoft.com/office/drawing/2014/main" id="{E7B6DE9C-C0AE-5C87-94B2-86CC39111311}"/>
                    </a:ext>
                  </a:extLst>
                </p:cNvPr>
                <p:cNvGrpSpPr/>
                <p:nvPr/>
              </p:nvGrpSpPr>
              <p:grpSpPr>
                <a:xfrm>
                  <a:off x="8000997" y="2031643"/>
                  <a:ext cx="752884" cy="1059528"/>
                  <a:chOff x="1202778" y="976002"/>
                  <a:chExt cx="752884" cy="1059528"/>
                </a:xfrm>
              </p:grpSpPr>
              <p:grpSp>
                <p:nvGrpSpPr>
                  <p:cNvPr id="279" name="组合 278">
                    <a:extLst>
                      <a:ext uri="{FF2B5EF4-FFF2-40B4-BE49-F238E27FC236}">
                        <a16:creationId xmlns:a16="http://schemas.microsoft.com/office/drawing/2014/main" id="{25C2E7C0-0C33-0C5B-695B-FA6CC696443F}"/>
                      </a:ext>
                    </a:extLst>
                  </p:cNvPr>
                  <p:cNvGrpSpPr/>
                  <p:nvPr/>
                </p:nvGrpSpPr>
                <p:grpSpPr>
                  <a:xfrm>
                    <a:off x="1381046" y="976002"/>
                    <a:ext cx="369948" cy="514834"/>
                    <a:chOff x="1367788" y="986598"/>
                    <a:chExt cx="369948" cy="514834"/>
                  </a:xfrm>
                </p:grpSpPr>
                <p:sp>
                  <p:nvSpPr>
                    <p:cNvPr id="290" name="椭圆 289">
                      <a:extLst>
                        <a:ext uri="{FF2B5EF4-FFF2-40B4-BE49-F238E27FC236}">
                          <a16:creationId xmlns:a16="http://schemas.microsoft.com/office/drawing/2014/main" id="{06C16B56-C4EF-8BC3-8BBF-A442D28FFBFD}"/>
                        </a:ext>
                      </a:extLst>
                    </p:cNvPr>
                    <p:cNvSpPr>
                      <a:spLocks noChangeArrowheads="1"/>
                    </p:cNvSpPr>
                    <p:nvPr/>
                  </p:nvSpPr>
                  <p:spPr bwMode="auto">
                    <a:xfrm>
                      <a:off x="1390758" y="986598"/>
                      <a:ext cx="325493" cy="323116"/>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291" name="直接箭头连接符 290">
                      <a:extLst>
                        <a:ext uri="{FF2B5EF4-FFF2-40B4-BE49-F238E27FC236}">
                          <a16:creationId xmlns:a16="http://schemas.microsoft.com/office/drawing/2014/main" id="{70009069-1507-0251-BEEF-189EBBFC7895}"/>
                        </a:ext>
                      </a:extLst>
                    </p:cNvPr>
                    <p:cNvCxnSpPr>
                      <a:cxnSpLocks/>
                    </p:cNvCxnSpPr>
                    <p:nvPr/>
                  </p:nvCxnSpPr>
                  <p:spPr>
                    <a:xfrm flipH="1">
                      <a:off x="1367788" y="1281026"/>
                      <a:ext cx="107084" cy="213195"/>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92" name="直接箭头连接符 291">
                      <a:extLst>
                        <a:ext uri="{FF2B5EF4-FFF2-40B4-BE49-F238E27FC236}">
                          <a16:creationId xmlns:a16="http://schemas.microsoft.com/office/drawing/2014/main" id="{6A2E7E6A-91A5-D9D3-BD39-5CD18F99ED4B}"/>
                        </a:ext>
                      </a:extLst>
                    </p:cNvPr>
                    <p:cNvCxnSpPr>
                      <a:cxnSpLocks/>
                    </p:cNvCxnSpPr>
                    <p:nvPr/>
                  </p:nvCxnSpPr>
                  <p:spPr>
                    <a:xfrm>
                      <a:off x="1640323" y="1294243"/>
                      <a:ext cx="97413" cy="20718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93" name="文本框 292">
                      <a:extLst>
                        <a:ext uri="{FF2B5EF4-FFF2-40B4-BE49-F238E27FC236}">
                          <a16:creationId xmlns:a16="http://schemas.microsoft.com/office/drawing/2014/main" id="{DAA984C8-ACCE-908A-AC1B-96E8FB1E3E24}"/>
                        </a:ext>
                      </a:extLst>
                    </p:cNvPr>
                    <p:cNvSpPr txBox="1"/>
                    <p:nvPr/>
                  </p:nvSpPr>
                  <p:spPr>
                    <a:xfrm>
                      <a:off x="1397547" y="1016492"/>
                      <a:ext cx="295405" cy="265714"/>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15</a:t>
                      </a:r>
                      <a:endParaRPr lang="zh-CN" altLang="en-US" b="1" dirty="0">
                        <a:solidFill>
                          <a:srgbClr val="0070C0"/>
                        </a:solidFill>
                        <a:cs typeface="Courier New" panose="02070309020205020404" pitchFamily="49" charset="0"/>
                      </a:endParaRPr>
                    </a:p>
                  </p:txBody>
                </p:sp>
              </p:grpSp>
              <p:grpSp>
                <p:nvGrpSpPr>
                  <p:cNvPr id="280" name="组合 279">
                    <a:extLst>
                      <a:ext uri="{FF2B5EF4-FFF2-40B4-BE49-F238E27FC236}">
                        <a16:creationId xmlns:a16="http://schemas.microsoft.com/office/drawing/2014/main" id="{F20D16FF-D53A-6450-FCC1-E653877BE7B5}"/>
                      </a:ext>
                    </a:extLst>
                  </p:cNvPr>
                  <p:cNvGrpSpPr/>
                  <p:nvPr/>
                </p:nvGrpSpPr>
                <p:grpSpPr>
                  <a:xfrm>
                    <a:off x="1630167" y="1478563"/>
                    <a:ext cx="325495" cy="556967"/>
                    <a:chOff x="4625599" y="966924"/>
                    <a:chExt cx="432000" cy="744653"/>
                  </a:xfrm>
                </p:grpSpPr>
                <p:grpSp>
                  <p:nvGrpSpPr>
                    <p:cNvPr id="286" name="组合 285">
                      <a:extLst>
                        <a:ext uri="{FF2B5EF4-FFF2-40B4-BE49-F238E27FC236}">
                          <a16:creationId xmlns:a16="http://schemas.microsoft.com/office/drawing/2014/main" id="{E29E2969-CBDC-98E2-F0B7-E86EA8A6A6E0}"/>
                        </a:ext>
                      </a:extLst>
                    </p:cNvPr>
                    <p:cNvGrpSpPr/>
                    <p:nvPr/>
                  </p:nvGrpSpPr>
                  <p:grpSpPr>
                    <a:xfrm>
                      <a:off x="4625599" y="966924"/>
                      <a:ext cx="432000" cy="432000"/>
                      <a:chOff x="4815278" y="4621720"/>
                      <a:chExt cx="432000" cy="432000"/>
                    </a:xfrm>
                  </p:grpSpPr>
                  <p:sp>
                    <p:nvSpPr>
                      <p:cNvPr id="288" name="椭圆 287">
                        <a:extLst>
                          <a:ext uri="{FF2B5EF4-FFF2-40B4-BE49-F238E27FC236}">
                            <a16:creationId xmlns:a16="http://schemas.microsoft.com/office/drawing/2014/main" id="{6099DA45-A172-030B-09D8-3BC7FE80E6BD}"/>
                          </a:ext>
                        </a:extLst>
                      </p:cNvPr>
                      <p:cNvSpPr>
                        <a:spLocks noChangeArrowheads="1"/>
                      </p:cNvSpPr>
                      <p:nvPr/>
                    </p:nvSpPr>
                    <p:spPr bwMode="auto">
                      <a:xfrm>
                        <a:off x="4815278" y="462172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9" name="矩形 288">
                        <a:extLst>
                          <a:ext uri="{FF2B5EF4-FFF2-40B4-BE49-F238E27FC236}">
                            <a16:creationId xmlns:a16="http://schemas.microsoft.com/office/drawing/2014/main" id="{5858D0DE-4235-BB33-FA66-7B3BAE191F4B}"/>
                          </a:ext>
                        </a:extLst>
                      </p:cNvPr>
                      <p:cNvSpPr>
                        <a:spLocks noChangeArrowheads="1"/>
                      </p:cNvSpPr>
                      <p:nvPr/>
                    </p:nvSpPr>
                    <p:spPr bwMode="auto">
                      <a:xfrm>
                        <a:off x="4863891" y="4633718"/>
                        <a:ext cx="320429" cy="37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8</a:t>
                        </a:r>
                      </a:p>
                    </p:txBody>
                  </p:sp>
                </p:grpSp>
                <p:sp>
                  <p:nvSpPr>
                    <p:cNvPr id="287" name="矩形 286">
                      <a:extLst>
                        <a:ext uri="{FF2B5EF4-FFF2-40B4-BE49-F238E27FC236}">
                          <a16:creationId xmlns:a16="http://schemas.microsoft.com/office/drawing/2014/main" id="{B0E46076-4A69-A61A-056A-D0A06466D3C5}"/>
                        </a:ext>
                      </a:extLst>
                    </p:cNvPr>
                    <p:cNvSpPr>
                      <a:spLocks noChangeArrowheads="1"/>
                    </p:cNvSpPr>
                    <p:nvPr/>
                  </p:nvSpPr>
                  <p:spPr bwMode="auto">
                    <a:xfrm>
                      <a:off x="4721514" y="1341235"/>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d</a:t>
                      </a:r>
                    </a:p>
                  </p:txBody>
                </p:sp>
              </p:grpSp>
              <p:grpSp>
                <p:nvGrpSpPr>
                  <p:cNvPr id="281" name="组合 280">
                    <a:extLst>
                      <a:ext uri="{FF2B5EF4-FFF2-40B4-BE49-F238E27FC236}">
                        <a16:creationId xmlns:a16="http://schemas.microsoft.com/office/drawing/2014/main" id="{48BDB996-239F-D0DD-CB7B-49EAF1C92659}"/>
                      </a:ext>
                    </a:extLst>
                  </p:cNvPr>
                  <p:cNvGrpSpPr/>
                  <p:nvPr/>
                </p:nvGrpSpPr>
                <p:grpSpPr>
                  <a:xfrm>
                    <a:off x="1202778" y="1468180"/>
                    <a:ext cx="325493" cy="536079"/>
                    <a:chOff x="10141247" y="936749"/>
                    <a:chExt cx="432000" cy="716727"/>
                  </a:xfrm>
                </p:grpSpPr>
                <p:grpSp>
                  <p:nvGrpSpPr>
                    <p:cNvPr id="282" name="组合 281">
                      <a:extLst>
                        <a:ext uri="{FF2B5EF4-FFF2-40B4-BE49-F238E27FC236}">
                          <a16:creationId xmlns:a16="http://schemas.microsoft.com/office/drawing/2014/main" id="{01ECCDF6-5A06-6AC3-2D0B-8AF151590399}"/>
                        </a:ext>
                      </a:extLst>
                    </p:cNvPr>
                    <p:cNvGrpSpPr/>
                    <p:nvPr/>
                  </p:nvGrpSpPr>
                  <p:grpSpPr>
                    <a:xfrm>
                      <a:off x="10141247" y="936749"/>
                      <a:ext cx="432000" cy="432000"/>
                      <a:chOff x="4932184" y="4606900"/>
                      <a:chExt cx="432000" cy="432000"/>
                    </a:xfrm>
                  </p:grpSpPr>
                  <p:sp>
                    <p:nvSpPr>
                      <p:cNvPr id="284" name="椭圆 283">
                        <a:extLst>
                          <a:ext uri="{FF2B5EF4-FFF2-40B4-BE49-F238E27FC236}">
                            <a16:creationId xmlns:a16="http://schemas.microsoft.com/office/drawing/2014/main" id="{4543BAAA-1D37-C461-178F-5B28FB9676D7}"/>
                          </a:ext>
                        </a:extLst>
                      </p:cNvPr>
                      <p:cNvSpPr>
                        <a:spLocks noChangeArrowheads="1"/>
                      </p:cNvSpPr>
                      <p:nvPr/>
                    </p:nvSpPr>
                    <p:spPr bwMode="auto">
                      <a:xfrm>
                        <a:off x="4932184" y="4606900"/>
                        <a:ext cx="432000" cy="432000"/>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5" name="矩形 284">
                        <a:extLst>
                          <a:ext uri="{FF2B5EF4-FFF2-40B4-BE49-F238E27FC236}">
                            <a16:creationId xmlns:a16="http://schemas.microsoft.com/office/drawing/2014/main" id="{76FC37F2-F66C-2008-82DA-760447A03568}"/>
                          </a:ext>
                        </a:extLst>
                      </p:cNvPr>
                      <p:cNvSpPr>
                        <a:spLocks noChangeArrowheads="1"/>
                      </p:cNvSpPr>
                      <p:nvPr/>
                    </p:nvSpPr>
                    <p:spPr bwMode="auto">
                      <a:xfrm>
                        <a:off x="4961032" y="4647921"/>
                        <a:ext cx="351901"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ea typeface="楷体_GB2312" pitchFamily="49" charset="-122"/>
                            <a:cs typeface="Times New Roman" panose="02020603050405020304" pitchFamily="18" charset="0"/>
                          </a:rPr>
                          <a:t>7</a:t>
                        </a:r>
                      </a:p>
                    </p:txBody>
                  </p:sp>
                </p:grpSp>
                <p:sp>
                  <p:nvSpPr>
                    <p:cNvPr id="283" name="矩形 282">
                      <a:extLst>
                        <a:ext uri="{FF2B5EF4-FFF2-40B4-BE49-F238E27FC236}">
                          <a16:creationId xmlns:a16="http://schemas.microsoft.com/office/drawing/2014/main" id="{F9B4B516-CE35-1675-2C99-3556EB2B43DB}"/>
                        </a:ext>
                      </a:extLst>
                    </p:cNvPr>
                    <p:cNvSpPr>
                      <a:spLocks noChangeArrowheads="1"/>
                    </p:cNvSpPr>
                    <p:nvPr/>
                  </p:nvSpPr>
                  <p:spPr bwMode="auto">
                    <a:xfrm>
                      <a:off x="10218789" y="1283134"/>
                      <a:ext cx="235313" cy="37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70C0"/>
                          </a:solidFill>
                          <a:latin typeface="Courier New" panose="02070309020205020404" pitchFamily="49" charset="0"/>
                          <a:ea typeface="楷体_GB2312" pitchFamily="49" charset="-122"/>
                          <a:cs typeface="Courier New" panose="02070309020205020404" pitchFamily="49" charset="0"/>
                        </a:rPr>
                        <a:t>c</a:t>
                      </a:r>
                    </a:p>
                  </p:txBody>
                </p:sp>
              </p:grpSp>
            </p:grpSp>
          </p:grpSp>
        </p:grpSp>
      </p:grpSp>
      <p:sp>
        <p:nvSpPr>
          <p:cNvPr id="320" name="文本框 319">
            <a:extLst>
              <a:ext uri="{FF2B5EF4-FFF2-40B4-BE49-F238E27FC236}">
                <a16:creationId xmlns:a16="http://schemas.microsoft.com/office/drawing/2014/main" id="{7F3786BB-F73F-BE01-F4EB-197ADF0F9546}"/>
              </a:ext>
            </a:extLst>
          </p:cNvPr>
          <p:cNvSpPr txBox="1"/>
          <p:nvPr/>
        </p:nvSpPr>
        <p:spPr>
          <a:xfrm>
            <a:off x="1727925" y="526601"/>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321" name="文本框 320">
            <a:extLst>
              <a:ext uri="{FF2B5EF4-FFF2-40B4-BE49-F238E27FC236}">
                <a16:creationId xmlns:a16="http://schemas.microsoft.com/office/drawing/2014/main" id="{DB00A783-3C81-447B-C061-47FD273418CB}"/>
              </a:ext>
            </a:extLst>
          </p:cNvPr>
          <p:cNvSpPr txBox="1"/>
          <p:nvPr/>
        </p:nvSpPr>
        <p:spPr>
          <a:xfrm>
            <a:off x="1732437" y="523884"/>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0</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326" name="组合 325">
            <a:extLst>
              <a:ext uri="{FF2B5EF4-FFF2-40B4-BE49-F238E27FC236}">
                <a16:creationId xmlns:a16="http://schemas.microsoft.com/office/drawing/2014/main" id="{14BCC5A4-6F81-B45F-CDCF-AE717E21332C}"/>
              </a:ext>
            </a:extLst>
          </p:cNvPr>
          <p:cNvGrpSpPr/>
          <p:nvPr/>
        </p:nvGrpSpPr>
        <p:grpSpPr>
          <a:xfrm>
            <a:off x="1245607" y="980221"/>
            <a:ext cx="679449" cy="429051"/>
            <a:chOff x="6488299" y="1811362"/>
            <a:chExt cx="679449" cy="429051"/>
          </a:xfrm>
        </p:grpSpPr>
        <p:cxnSp>
          <p:nvCxnSpPr>
            <p:cNvPr id="322" name="直接箭头连接符 321">
              <a:extLst>
                <a:ext uri="{FF2B5EF4-FFF2-40B4-BE49-F238E27FC236}">
                  <a16:creationId xmlns:a16="http://schemas.microsoft.com/office/drawing/2014/main" id="{0CECA29E-772A-A81C-4C39-0ABD99C55C9D}"/>
                </a:ext>
              </a:extLst>
            </p:cNvPr>
            <p:cNvCxnSpPr>
              <a:cxnSpLocks/>
            </p:cNvCxnSpPr>
            <p:nvPr/>
          </p:nvCxnSpPr>
          <p:spPr>
            <a:xfrm>
              <a:off x="6911616" y="1954162"/>
              <a:ext cx="256132" cy="278857"/>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23" name="直接箭头连接符 322">
              <a:extLst>
                <a:ext uri="{FF2B5EF4-FFF2-40B4-BE49-F238E27FC236}">
                  <a16:creationId xmlns:a16="http://schemas.microsoft.com/office/drawing/2014/main" id="{C6CDBEAA-0C2F-ABB4-B35F-9567F3B33E84}"/>
                </a:ext>
              </a:extLst>
            </p:cNvPr>
            <p:cNvCxnSpPr>
              <a:cxnSpLocks/>
            </p:cNvCxnSpPr>
            <p:nvPr/>
          </p:nvCxnSpPr>
          <p:spPr>
            <a:xfrm flipH="1">
              <a:off x="6488299" y="1987884"/>
              <a:ext cx="260219" cy="252529"/>
            </a:xfrm>
            <a:prstGeom prst="straightConnector1">
              <a:avLst/>
            </a:prstGeom>
            <a:ln w="19050">
              <a:solidFill>
                <a:schemeClr val="accent6">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325" name="椭圆 324">
              <a:extLst>
                <a:ext uri="{FF2B5EF4-FFF2-40B4-BE49-F238E27FC236}">
                  <a16:creationId xmlns:a16="http://schemas.microsoft.com/office/drawing/2014/main" id="{631B33DF-CF31-EC9F-83DC-9AB491FE2278}"/>
                </a:ext>
              </a:extLst>
            </p:cNvPr>
            <p:cNvSpPr>
              <a:spLocks noChangeArrowheads="1"/>
            </p:cNvSpPr>
            <p:nvPr/>
          </p:nvSpPr>
          <p:spPr bwMode="auto">
            <a:xfrm>
              <a:off x="6620394" y="1811362"/>
              <a:ext cx="434331" cy="275658"/>
            </a:xfrm>
            <a:prstGeom prst="ellipse">
              <a:avLst/>
            </a:prstGeom>
            <a:solidFill>
              <a:schemeClr val="accent6">
                <a:lumMod val="20000"/>
                <a:lumOff val="80000"/>
              </a:schemeClr>
            </a:solidFill>
            <a:ln w="12700">
              <a:solidFill>
                <a:schemeClr val="tx1"/>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4" name="文本框 323">
              <a:extLst>
                <a:ext uri="{FF2B5EF4-FFF2-40B4-BE49-F238E27FC236}">
                  <a16:creationId xmlns:a16="http://schemas.microsoft.com/office/drawing/2014/main" id="{7B2BA165-86CC-C5A6-764E-4DDB1C88D5AE}"/>
                </a:ext>
              </a:extLst>
            </p:cNvPr>
            <p:cNvSpPr txBox="1"/>
            <p:nvPr/>
          </p:nvSpPr>
          <p:spPr>
            <a:xfrm>
              <a:off x="6595663" y="1821305"/>
              <a:ext cx="464722" cy="265715"/>
            </a:xfrm>
            <a:prstGeom prst="rect">
              <a:avLst/>
            </a:prstGeom>
            <a:noFill/>
          </p:spPr>
          <p:txBody>
            <a:bodyPr wrap="square" lIns="0" tIns="0" rIns="0" bIns="0" rtlCol="0">
              <a:spAutoFit/>
            </a:bodyPr>
            <a:lstStyle/>
            <a:p>
              <a:pPr algn="ctr">
                <a:lnSpc>
                  <a:spcPts val="2160"/>
                </a:lnSpc>
              </a:pPr>
              <a:r>
                <a:rPr lang="en-US" altLang="zh-CN" b="1" dirty="0">
                  <a:solidFill>
                    <a:srgbClr val="0070C0"/>
                  </a:solidFill>
                  <a:cs typeface="Courier New" panose="02070309020205020404" pitchFamily="49" charset="0"/>
                </a:rPr>
                <a:t>100</a:t>
              </a:r>
              <a:endParaRPr lang="zh-CN" altLang="en-US" b="1" dirty="0">
                <a:solidFill>
                  <a:srgbClr val="0070C0"/>
                </a:solidFill>
                <a:cs typeface="Courier New" panose="02070309020205020404" pitchFamily="49" charset="0"/>
              </a:endParaRPr>
            </a:p>
          </p:txBody>
        </p:sp>
      </p:grpSp>
      <p:cxnSp>
        <p:nvCxnSpPr>
          <p:cNvPr id="327" name="直接连接符 326">
            <a:extLst>
              <a:ext uri="{FF2B5EF4-FFF2-40B4-BE49-F238E27FC236}">
                <a16:creationId xmlns:a16="http://schemas.microsoft.com/office/drawing/2014/main" id="{3A1DC899-D43E-44C5-F737-124EFD6D7C0C}"/>
              </a:ext>
            </a:extLst>
          </p:cNvPr>
          <p:cNvCxnSpPr>
            <a:cxnSpLocks/>
          </p:cNvCxnSpPr>
          <p:nvPr/>
        </p:nvCxnSpPr>
        <p:spPr>
          <a:xfrm>
            <a:off x="1279658" y="6417044"/>
            <a:ext cx="170184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47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79"/>
                                        </p:tgtEl>
                                        <p:attrNameLst>
                                          <p:attrName>r</p:attrName>
                                        </p:attrNameLst>
                                      </p:cBhvr>
                                    </p:animRot>
                                    <p:animRot by="-240000">
                                      <p:cBhvr>
                                        <p:cTn id="7" dur="200" fill="hold">
                                          <p:stCondLst>
                                            <p:cond delay="200"/>
                                          </p:stCondLst>
                                        </p:cTn>
                                        <p:tgtEl>
                                          <p:spTgt spid="79"/>
                                        </p:tgtEl>
                                        <p:attrNameLst>
                                          <p:attrName>r</p:attrName>
                                        </p:attrNameLst>
                                      </p:cBhvr>
                                    </p:animRot>
                                    <p:animRot by="240000">
                                      <p:cBhvr>
                                        <p:cTn id="8" dur="200" fill="hold">
                                          <p:stCondLst>
                                            <p:cond delay="400"/>
                                          </p:stCondLst>
                                        </p:cTn>
                                        <p:tgtEl>
                                          <p:spTgt spid="79"/>
                                        </p:tgtEl>
                                        <p:attrNameLst>
                                          <p:attrName>r</p:attrName>
                                        </p:attrNameLst>
                                      </p:cBhvr>
                                    </p:animRot>
                                    <p:animRot by="-240000">
                                      <p:cBhvr>
                                        <p:cTn id="9" dur="200" fill="hold">
                                          <p:stCondLst>
                                            <p:cond delay="600"/>
                                          </p:stCondLst>
                                        </p:cTn>
                                        <p:tgtEl>
                                          <p:spTgt spid="79"/>
                                        </p:tgtEl>
                                        <p:attrNameLst>
                                          <p:attrName>r</p:attrName>
                                        </p:attrNameLst>
                                      </p:cBhvr>
                                    </p:animRot>
                                    <p:animRot by="120000">
                                      <p:cBhvr>
                                        <p:cTn id="10" dur="200" fill="hold">
                                          <p:stCondLst>
                                            <p:cond delay="800"/>
                                          </p:stCondLst>
                                        </p:cTn>
                                        <p:tgtEl>
                                          <p:spTgt spid="79"/>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4.16667E-6 3.7037E-6 L -0.1793 0.10416 " pathEditMode="relative" rAng="0" ptsTypes="AA">
                                      <p:cBhvr>
                                        <p:cTn id="14" dur="1500" fill="hold"/>
                                        <p:tgtEl>
                                          <p:spTgt spid="190"/>
                                        </p:tgtEl>
                                        <p:attrNameLst>
                                          <p:attrName>ppt_x</p:attrName>
                                          <p:attrName>ppt_y</p:attrName>
                                        </p:attrNameLst>
                                      </p:cBhvr>
                                      <p:rCtr x="-8971" y="5208"/>
                                    </p:animMotion>
                                  </p:childTnLst>
                                </p:cTn>
                              </p:par>
                            </p:childTnLst>
                          </p:cTn>
                        </p:par>
                        <p:par>
                          <p:cTn id="15" fill="hold">
                            <p:stCondLst>
                              <p:cond delay="1500"/>
                            </p:stCondLst>
                            <p:childTnLst>
                              <p:par>
                                <p:cTn id="16" presetID="35" presetClass="path" presetSubtype="0" accel="50000" decel="50000" fill="hold" nodeType="afterEffect">
                                  <p:stCondLst>
                                    <p:cond delay="0"/>
                                  </p:stCondLst>
                                  <p:childTnLst>
                                    <p:animMotion origin="layout" path="M 2.91667E-6 -1.11111E-6 L -0.13334 -0.00069 " pathEditMode="relative" rAng="0" ptsTypes="AA">
                                      <p:cBhvr>
                                        <p:cTn id="17" dur="1500" fill="hold"/>
                                        <p:tgtEl>
                                          <p:spTgt spid="234"/>
                                        </p:tgtEl>
                                        <p:attrNameLst>
                                          <p:attrName>ppt_x</p:attrName>
                                          <p:attrName>ppt_y</p:attrName>
                                        </p:attrNameLst>
                                      </p:cBhvr>
                                      <p:rCtr x="-6667" y="-46"/>
                                    </p:animMotion>
                                  </p:childTnLst>
                                </p:cTn>
                              </p:par>
                            </p:childTnLst>
                          </p:cTn>
                        </p:par>
                        <p:par>
                          <p:cTn id="18" fill="hold">
                            <p:stCondLst>
                              <p:cond delay="3000"/>
                            </p:stCondLst>
                            <p:childTnLst>
                              <p:par>
                                <p:cTn id="19" presetID="45" presetClass="exit" presetSubtype="0" fill="hold" grpId="0" nodeType="afterEffect">
                                  <p:stCondLst>
                                    <p:cond delay="0"/>
                                  </p:stCondLst>
                                  <p:childTnLst>
                                    <p:animEffect transition="out" filter="fade">
                                      <p:cBhvr>
                                        <p:cTn id="20" dur="1000"/>
                                        <p:tgtEl>
                                          <p:spTgt spid="196"/>
                                        </p:tgtEl>
                                      </p:cBhvr>
                                    </p:animEffect>
                                    <p:anim calcmode="lin" valueType="num">
                                      <p:cBhvr>
                                        <p:cTn id="21" dur="1000"/>
                                        <p:tgtEl>
                                          <p:spTgt spid="19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 dur="1000"/>
                                        <p:tgtEl>
                                          <p:spTgt spid="196"/>
                                        </p:tgtEl>
                                        <p:attrNameLst>
                                          <p:attrName>ppt_h</p:attrName>
                                        </p:attrNameLst>
                                      </p:cBhvr>
                                      <p:tavLst>
                                        <p:tav tm="0">
                                          <p:val>
                                            <p:strVal val="ppt_h"/>
                                          </p:val>
                                        </p:tav>
                                        <p:tav tm="100000">
                                          <p:val>
                                            <p:strVal val="ppt_h"/>
                                          </p:val>
                                        </p:tav>
                                      </p:tavLst>
                                    </p:anim>
                                    <p:set>
                                      <p:cBhvr>
                                        <p:cTn id="23" dur="1" fill="hold">
                                          <p:stCondLst>
                                            <p:cond delay="999"/>
                                          </p:stCondLst>
                                        </p:cTn>
                                        <p:tgtEl>
                                          <p:spTgt spid="196"/>
                                        </p:tgtEl>
                                        <p:attrNameLst>
                                          <p:attrName>style.visibility</p:attrName>
                                        </p:attrNameLst>
                                      </p:cBhvr>
                                      <p:to>
                                        <p:strVal val="hidden"/>
                                      </p:to>
                                    </p:set>
                                  </p:childTnLst>
                                </p:cTn>
                              </p:par>
                            </p:childTnLst>
                          </p:cTn>
                        </p:par>
                        <p:par>
                          <p:cTn id="24" fill="hold">
                            <p:stCondLst>
                              <p:cond delay="4000"/>
                            </p:stCondLst>
                            <p:childTnLst>
                              <p:par>
                                <p:cTn id="25" presetID="1" presetClass="entr" presetSubtype="0" fill="hold" grpId="2" nodeType="afterEffect">
                                  <p:stCondLst>
                                    <p:cond delay="0"/>
                                  </p:stCondLst>
                                  <p:childTnLst>
                                    <p:set>
                                      <p:cBhvr>
                                        <p:cTn id="26" dur="1" fill="hold">
                                          <p:stCondLst>
                                            <p:cond delay="0"/>
                                          </p:stCondLst>
                                        </p:cTn>
                                        <p:tgtEl>
                                          <p:spTgt spid="235"/>
                                        </p:tgtEl>
                                        <p:attrNameLst>
                                          <p:attrName>style.visibility</p:attrName>
                                        </p:attrNameLst>
                                      </p:cBhvr>
                                      <p:to>
                                        <p:strVal val="visible"/>
                                      </p:to>
                                    </p:set>
                                  </p:childTnLst>
                                </p:cTn>
                              </p:par>
                            </p:childTnLst>
                          </p:cTn>
                        </p:par>
                        <p:par>
                          <p:cTn id="27" fill="hold">
                            <p:stCondLst>
                              <p:cond delay="4000"/>
                            </p:stCondLst>
                            <p:childTnLst>
                              <p:par>
                                <p:cTn id="28" presetID="63" presetClass="path" presetSubtype="0" accel="50000" decel="50000" fill="hold" nodeType="afterEffect">
                                  <p:stCondLst>
                                    <p:cond delay="0"/>
                                  </p:stCondLst>
                                  <p:childTnLst>
                                    <p:animMotion origin="layout" path="M -0.13334 -0.00069 L -0.06641 0.00185 " pathEditMode="relative" rAng="0" ptsTypes="AA">
                                      <p:cBhvr>
                                        <p:cTn id="29" dur="1500" fill="hold"/>
                                        <p:tgtEl>
                                          <p:spTgt spid="234"/>
                                        </p:tgtEl>
                                        <p:attrNameLst>
                                          <p:attrName>ppt_x</p:attrName>
                                          <p:attrName>ppt_y</p:attrName>
                                        </p:attrNameLst>
                                      </p:cBhvr>
                                      <p:rCtr x="3346" y="116"/>
                                    </p:animMotion>
                                  </p:childTnLst>
                                </p:cTn>
                              </p:par>
                              <p:par>
                                <p:cTn id="30" presetID="35" presetClass="path" presetSubtype="0" accel="50000" decel="50000" fill="hold" nodeType="withEffect">
                                  <p:stCondLst>
                                    <p:cond delay="0"/>
                                  </p:stCondLst>
                                  <p:childTnLst>
                                    <p:animMotion origin="layout" path="M 2.91667E-6 4.07407E-6 L -0.06589 0.00046 " pathEditMode="relative" rAng="0" ptsTypes="AA">
                                      <p:cBhvr>
                                        <p:cTn id="31" dur="1500" fill="hold"/>
                                        <p:tgtEl>
                                          <p:spTgt spid="28"/>
                                        </p:tgtEl>
                                        <p:attrNameLst>
                                          <p:attrName>ppt_x</p:attrName>
                                          <p:attrName>ppt_y</p:attrName>
                                        </p:attrNameLst>
                                      </p:cBhvr>
                                      <p:rCtr x="-3294" y="23"/>
                                    </p:animMotion>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nodeType="clickEffect">
                                  <p:stCondLst>
                                    <p:cond delay="0"/>
                                  </p:stCondLst>
                                  <p:childTnLst>
                                    <p:animMotion origin="layout" path="M -0.06589 0.00046 L -0.20886 0.10509 " pathEditMode="relative" rAng="0" ptsTypes="AA">
                                      <p:cBhvr>
                                        <p:cTn id="35" dur="1500" fill="hold"/>
                                        <p:tgtEl>
                                          <p:spTgt spid="28"/>
                                        </p:tgtEl>
                                        <p:attrNameLst>
                                          <p:attrName>ppt_x</p:attrName>
                                          <p:attrName>ppt_y</p:attrName>
                                        </p:attrNameLst>
                                      </p:cBhvr>
                                      <p:rCtr x="-7109" y="5347"/>
                                    </p:animMotion>
                                  </p:childTnLst>
                                </p:cTn>
                              </p:par>
                            </p:childTnLst>
                          </p:cTn>
                        </p:par>
                        <p:par>
                          <p:cTn id="36" fill="hold">
                            <p:stCondLst>
                              <p:cond delay="1500"/>
                            </p:stCondLst>
                            <p:childTnLst>
                              <p:par>
                                <p:cTn id="37" presetID="35" presetClass="path" presetSubtype="0" accel="50000" decel="50000" fill="hold" nodeType="afterEffect">
                                  <p:stCondLst>
                                    <p:cond delay="0"/>
                                  </p:stCondLst>
                                  <p:childTnLst>
                                    <p:animMotion origin="layout" path="M -0.06641 0.00185 L -0.13334 -0.0007 " pathEditMode="relative" rAng="0" ptsTypes="AA">
                                      <p:cBhvr>
                                        <p:cTn id="38" dur="1500" fill="hold"/>
                                        <p:tgtEl>
                                          <p:spTgt spid="234"/>
                                        </p:tgtEl>
                                        <p:attrNameLst>
                                          <p:attrName>ppt_x</p:attrName>
                                          <p:attrName>ppt_y</p:attrName>
                                        </p:attrNameLst>
                                      </p:cBhvr>
                                      <p:rCtr x="-3346" y="-93"/>
                                    </p:animMotion>
                                  </p:childTnLst>
                                </p:cTn>
                              </p:par>
                            </p:childTnLst>
                          </p:cTn>
                        </p:par>
                        <p:par>
                          <p:cTn id="39" fill="hold">
                            <p:stCondLst>
                              <p:cond delay="3000"/>
                            </p:stCondLst>
                            <p:childTnLst>
                              <p:par>
                                <p:cTn id="40" presetID="45" presetClass="exit" presetSubtype="0" fill="hold" grpId="3" nodeType="afterEffect">
                                  <p:stCondLst>
                                    <p:cond delay="0"/>
                                  </p:stCondLst>
                                  <p:childTnLst>
                                    <p:animEffect transition="out" filter="fade">
                                      <p:cBhvr>
                                        <p:cTn id="41" dur="1000"/>
                                        <p:tgtEl>
                                          <p:spTgt spid="235"/>
                                        </p:tgtEl>
                                      </p:cBhvr>
                                    </p:animEffect>
                                    <p:anim calcmode="lin" valueType="num">
                                      <p:cBhvr>
                                        <p:cTn id="42" dur="1000"/>
                                        <p:tgtEl>
                                          <p:spTgt spid="23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43" dur="1000"/>
                                        <p:tgtEl>
                                          <p:spTgt spid="235"/>
                                        </p:tgtEl>
                                        <p:attrNameLst>
                                          <p:attrName>ppt_h</p:attrName>
                                        </p:attrNameLst>
                                      </p:cBhvr>
                                      <p:tavLst>
                                        <p:tav tm="0">
                                          <p:val>
                                            <p:strVal val="ppt_h"/>
                                          </p:val>
                                        </p:tav>
                                        <p:tav tm="100000">
                                          <p:val>
                                            <p:strVal val="ppt_h"/>
                                          </p:val>
                                        </p:tav>
                                      </p:tavLst>
                                    </p:anim>
                                    <p:set>
                                      <p:cBhvr>
                                        <p:cTn id="44" dur="1" fill="hold">
                                          <p:stCondLst>
                                            <p:cond delay="999"/>
                                          </p:stCondLst>
                                        </p:cTn>
                                        <p:tgtEl>
                                          <p:spTgt spid="235"/>
                                        </p:tgtEl>
                                        <p:attrNameLst>
                                          <p:attrName>style.visibility</p:attrName>
                                        </p:attrNameLst>
                                      </p:cBhvr>
                                      <p:to>
                                        <p:strVal val="hidden"/>
                                      </p:to>
                                    </p:set>
                                  </p:childTnLst>
                                </p:cTn>
                              </p:par>
                            </p:childTnLst>
                          </p:cTn>
                        </p:par>
                        <p:par>
                          <p:cTn id="45" fill="hold">
                            <p:stCondLst>
                              <p:cond delay="4000"/>
                            </p:stCondLst>
                            <p:childTnLst>
                              <p:par>
                                <p:cTn id="46" presetID="1" presetClass="entr" presetSubtype="0" fill="hold" grpId="0" nodeType="afterEffect">
                                  <p:stCondLst>
                                    <p:cond delay="0"/>
                                  </p:stCondLst>
                                  <p:childTnLst>
                                    <p:set>
                                      <p:cBhvr>
                                        <p:cTn id="47" dur="1" fill="hold">
                                          <p:stCondLst>
                                            <p:cond delay="0"/>
                                          </p:stCondLst>
                                        </p:cTn>
                                        <p:tgtEl>
                                          <p:spTgt spid="32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109"/>
                                        </p:tgtEl>
                                        <p:attrNameLst>
                                          <p:attrName>style.visibility</p:attrName>
                                        </p:attrNameLst>
                                      </p:cBhvr>
                                      <p:to>
                                        <p:strVal val="visible"/>
                                      </p:to>
                                    </p:set>
                                    <p:animEffect transition="in" filter="wipe(up)">
                                      <p:cBhvr>
                                        <p:cTn id="52" dur="1000"/>
                                        <p:tgtEl>
                                          <p:spTgt spid="109"/>
                                        </p:tgtEl>
                                      </p:cBhvr>
                                    </p:animEffect>
                                  </p:childTnLst>
                                </p:cTn>
                              </p:par>
                            </p:childTnLst>
                          </p:cTn>
                        </p:par>
                        <p:par>
                          <p:cTn id="53" fill="hold">
                            <p:stCondLst>
                              <p:cond delay="1000"/>
                            </p:stCondLst>
                            <p:childTnLst>
                              <p:par>
                                <p:cTn id="54" presetID="45" presetClass="exit" presetSubtype="0" fill="hold" grpId="1" nodeType="afterEffect">
                                  <p:stCondLst>
                                    <p:cond delay="0"/>
                                  </p:stCondLst>
                                  <p:childTnLst>
                                    <p:animEffect transition="out" filter="fade">
                                      <p:cBhvr>
                                        <p:cTn id="55" dur="1000"/>
                                        <p:tgtEl>
                                          <p:spTgt spid="320"/>
                                        </p:tgtEl>
                                      </p:cBhvr>
                                    </p:animEffect>
                                    <p:anim calcmode="lin" valueType="num">
                                      <p:cBhvr>
                                        <p:cTn id="56" dur="1000"/>
                                        <p:tgtEl>
                                          <p:spTgt spid="32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57" dur="1000"/>
                                        <p:tgtEl>
                                          <p:spTgt spid="320"/>
                                        </p:tgtEl>
                                        <p:attrNameLst>
                                          <p:attrName>ppt_h</p:attrName>
                                        </p:attrNameLst>
                                      </p:cBhvr>
                                      <p:tavLst>
                                        <p:tav tm="0">
                                          <p:val>
                                            <p:strVal val="ppt_h"/>
                                          </p:val>
                                        </p:tav>
                                        <p:tav tm="100000">
                                          <p:val>
                                            <p:strVal val="ppt_h"/>
                                          </p:val>
                                        </p:tav>
                                      </p:tavLst>
                                    </p:anim>
                                    <p:set>
                                      <p:cBhvr>
                                        <p:cTn id="58" dur="1" fill="hold">
                                          <p:stCondLst>
                                            <p:cond delay="999"/>
                                          </p:stCondLst>
                                        </p:cTn>
                                        <p:tgtEl>
                                          <p:spTgt spid="320"/>
                                        </p:tgtEl>
                                        <p:attrNameLst>
                                          <p:attrName>style.visibility</p:attrName>
                                        </p:attrNameLst>
                                      </p:cBhvr>
                                      <p:to>
                                        <p:strVal val="hidden"/>
                                      </p:to>
                                    </p:set>
                                  </p:childTnLst>
                                </p:cTn>
                              </p:par>
                            </p:childTnLst>
                          </p:cTn>
                        </p:par>
                        <p:par>
                          <p:cTn id="59" fill="hold">
                            <p:stCondLst>
                              <p:cond delay="2000"/>
                            </p:stCondLst>
                            <p:childTnLst>
                              <p:par>
                                <p:cTn id="60" presetID="1" presetClass="entr" presetSubtype="0" fill="hold" grpId="4" nodeType="afterEffect">
                                  <p:stCondLst>
                                    <p:cond delay="0"/>
                                  </p:stCondLst>
                                  <p:childTnLst>
                                    <p:set>
                                      <p:cBhvr>
                                        <p:cTn id="61" dur="1" fill="hold">
                                          <p:stCondLst>
                                            <p:cond delay="0"/>
                                          </p:stCondLst>
                                        </p:cTn>
                                        <p:tgtEl>
                                          <p:spTgt spid="235"/>
                                        </p:tgtEl>
                                        <p:attrNameLst>
                                          <p:attrName>style.visibility</p:attrName>
                                        </p:attrNameLst>
                                      </p:cBhvr>
                                      <p:to>
                                        <p:strVal val="visible"/>
                                      </p:to>
                                    </p:set>
                                  </p:childTnLst>
                                </p:cTn>
                              </p:par>
                            </p:childTnLst>
                          </p:cTn>
                        </p:par>
                        <p:par>
                          <p:cTn id="62" fill="hold">
                            <p:stCondLst>
                              <p:cond delay="2000"/>
                            </p:stCondLst>
                            <p:childTnLst>
                              <p:par>
                                <p:cTn id="63" presetID="1" presetClass="exit" presetSubtype="0" fill="hold" nodeType="afterEffect">
                                  <p:stCondLst>
                                    <p:cond delay="0"/>
                                  </p:stCondLst>
                                  <p:childTnLst>
                                    <p:set>
                                      <p:cBhvr>
                                        <p:cTn id="64" dur="1" fill="hold">
                                          <p:stCondLst>
                                            <p:cond delay="0"/>
                                          </p:stCondLst>
                                        </p:cTn>
                                        <p:tgtEl>
                                          <p:spTgt spid="190"/>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8"/>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09"/>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119"/>
                                        </p:tgtEl>
                                        <p:attrNameLst>
                                          <p:attrName>style.visibility</p:attrName>
                                        </p:attrNameLst>
                                      </p:cBhvr>
                                      <p:to>
                                        <p:strVal val="visible"/>
                                      </p:to>
                                    </p:set>
                                  </p:childTnLst>
                                </p:cTn>
                              </p:par>
                            </p:childTnLst>
                          </p:cTn>
                        </p:par>
                        <p:par>
                          <p:cTn id="71" fill="hold">
                            <p:stCondLst>
                              <p:cond delay="2000"/>
                            </p:stCondLst>
                            <p:childTnLst>
                              <p:par>
                                <p:cTn id="72" presetID="63" presetClass="path" presetSubtype="0" accel="50000" decel="50000" fill="hold" nodeType="afterEffect">
                                  <p:stCondLst>
                                    <p:cond delay="0"/>
                                  </p:stCondLst>
                                  <p:childTnLst>
                                    <p:animMotion origin="layout" path="M -2.08333E-7 0 L 0.22708 -0.03125 " pathEditMode="relative" rAng="0" ptsTypes="AA">
                                      <p:cBhvr>
                                        <p:cTn id="73" dur="2000" fill="hold"/>
                                        <p:tgtEl>
                                          <p:spTgt spid="119"/>
                                        </p:tgtEl>
                                        <p:attrNameLst>
                                          <p:attrName>ppt_x</p:attrName>
                                          <p:attrName>ppt_y</p:attrName>
                                        </p:attrNameLst>
                                      </p:cBhvr>
                                      <p:rCtr x="11354" y="-1574"/>
                                    </p:animMotion>
                                  </p:childTnLst>
                                </p:cTn>
                              </p:par>
                            </p:childTnLst>
                          </p:cTn>
                        </p:par>
                      </p:childTnLst>
                    </p:cTn>
                  </p:par>
                  <p:par>
                    <p:cTn id="74" fill="hold">
                      <p:stCondLst>
                        <p:cond delay="indefinite"/>
                      </p:stCondLst>
                      <p:childTnLst>
                        <p:par>
                          <p:cTn id="75" fill="hold">
                            <p:stCondLst>
                              <p:cond delay="0"/>
                            </p:stCondLst>
                            <p:childTnLst>
                              <p:par>
                                <p:cTn id="76" presetID="32" presetClass="emph" presetSubtype="0" fill="hold" nodeType="clickEffect">
                                  <p:stCondLst>
                                    <p:cond delay="0"/>
                                  </p:stCondLst>
                                  <p:childTnLst>
                                    <p:animRot by="120000">
                                      <p:cBhvr>
                                        <p:cTn id="77" dur="150" fill="hold">
                                          <p:stCondLst>
                                            <p:cond delay="0"/>
                                          </p:stCondLst>
                                        </p:cTn>
                                        <p:tgtEl>
                                          <p:spTgt spid="79"/>
                                        </p:tgtEl>
                                        <p:attrNameLst>
                                          <p:attrName>r</p:attrName>
                                        </p:attrNameLst>
                                      </p:cBhvr>
                                    </p:animRot>
                                    <p:animRot by="-240000">
                                      <p:cBhvr>
                                        <p:cTn id="78" dur="300" fill="hold">
                                          <p:stCondLst>
                                            <p:cond delay="300"/>
                                          </p:stCondLst>
                                        </p:cTn>
                                        <p:tgtEl>
                                          <p:spTgt spid="79"/>
                                        </p:tgtEl>
                                        <p:attrNameLst>
                                          <p:attrName>r</p:attrName>
                                        </p:attrNameLst>
                                      </p:cBhvr>
                                    </p:animRot>
                                    <p:animRot by="240000">
                                      <p:cBhvr>
                                        <p:cTn id="79" dur="300" fill="hold">
                                          <p:stCondLst>
                                            <p:cond delay="600"/>
                                          </p:stCondLst>
                                        </p:cTn>
                                        <p:tgtEl>
                                          <p:spTgt spid="79"/>
                                        </p:tgtEl>
                                        <p:attrNameLst>
                                          <p:attrName>r</p:attrName>
                                        </p:attrNameLst>
                                      </p:cBhvr>
                                    </p:animRot>
                                    <p:animRot by="-240000">
                                      <p:cBhvr>
                                        <p:cTn id="80" dur="300" fill="hold">
                                          <p:stCondLst>
                                            <p:cond delay="900"/>
                                          </p:stCondLst>
                                        </p:cTn>
                                        <p:tgtEl>
                                          <p:spTgt spid="79"/>
                                        </p:tgtEl>
                                        <p:attrNameLst>
                                          <p:attrName>r</p:attrName>
                                        </p:attrNameLst>
                                      </p:cBhvr>
                                    </p:animRot>
                                    <p:animRot by="120000">
                                      <p:cBhvr>
                                        <p:cTn id="81" dur="300" fill="hold">
                                          <p:stCondLst>
                                            <p:cond delay="1200"/>
                                          </p:stCondLst>
                                        </p:cTn>
                                        <p:tgtEl>
                                          <p:spTgt spid="79"/>
                                        </p:tgtEl>
                                        <p:attrNameLst>
                                          <p:attrName>r</p:attrName>
                                        </p:attrNameLst>
                                      </p:cBhvr>
                                    </p:animRot>
                                  </p:childTnLst>
                                </p:cTn>
                              </p:par>
                            </p:childTnLst>
                          </p:cTn>
                        </p:par>
                      </p:childTnLst>
                    </p:cTn>
                  </p:par>
                  <p:par>
                    <p:cTn id="82" fill="hold">
                      <p:stCondLst>
                        <p:cond delay="indefinite"/>
                      </p:stCondLst>
                      <p:childTnLst>
                        <p:par>
                          <p:cTn id="83" fill="hold">
                            <p:stCondLst>
                              <p:cond delay="0"/>
                            </p:stCondLst>
                            <p:childTnLst>
                              <p:par>
                                <p:cTn id="84" presetID="42" presetClass="path" presetSubtype="0" accel="50000" decel="50000" fill="hold" nodeType="clickEffect">
                                  <p:stCondLst>
                                    <p:cond delay="0"/>
                                  </p:stCondLst>
                                  <p:childTnLst>
                                    <p:animMotion origin="layout" path="M -0.13334 -0.00069 L -0.33216 0.09144 " pathEditMode="relative" rAng="0" ptsTypes="AA">
                                      <p:cBhvr>
                                        <p:cTn id="85" dur="1500" fill="hold"/>
                                        <p:tgtEl>
                                          <p:spTgt spid="234"/>
                                        </p:tgtEl>
                                        <p:attrNameLst>
                                          <p:attrName>ppt_x</p:attrName>
                                          <p:attrName>ppt_y</p:attrName>
                                        </p:attrNameLst>
                                      </p:cBhvr>
                                      <p:rCtr x="-9948" y="4606"/>
                                    </p:animMotion>
                                  </p:childTnLst>
                                </p:cTn>
                              </p:par>
                              <p:par>
                                <p:cTn id="86" presetID="35" presetClass="path" presetSubtype="0" accel="50000" decel="50000" fill="hold" nodeType="withEffect">
                                  <p:stCondLst>
                                    <p:cond delay="0"/>
                                  </p:stCondLst>
                                  <p:childTnLst>
                                    <p:animMotion origin="layout" path="M -8.33333E-7 -1.85185E-6 L -0.01927 -0.01875 " pathEditMode="relative" rAng="0" ptsTypes="AA">
                                      <p:cBhvr>
                                        <p:cTn id="87" dur="1500" fill="hold"/>
                                        <p:tgtEl>
                                          <p:spTgt spid="90"/>
                                        </p:tgtEl>
                                        <p:attrNameLst>
                                          <p:attrName>ppt_x</p:attrName>
                                          <p:attrName>ppt_y</p:attrName>
                                        </p:attrNameLst>
                                      </p:cBhvr>
                                      <p:rCtr x="-964" y="-949"/>
                                    </p:animMotion>
                                  </p:childTnLst>
                                </p:cTn>
                              </p:par>
                            </p:childTnLst>
                          </p:cTn>
                        </p:par>
                        <p:par>
                          <p:cTn id="88" fill="hold">
                            <p:stCondLst>
                              <p:cond delay="1500"/>
                            </p:stCondLst>
                            <p:childTnLst>
                              <p:par>
                                <p:cTn id="89" presetID="35" presetClass="path" presetSubtype="0" accel="50000" decel="50000" fill="hold" nodeType="afterEffect">
                                  <p:stCondLst>
                                    <p:cond delay="0"/>
                                  </p:stCondLst>
                                  <p:childTnLst>
                                    <p:animMotion origin="layout" path="M 0.22708 -0.03125 L 0.16016 -0.0294 " pathEditMode="relative" rAng="0" ptsTypes="AA">
                                      <p:cBhvr>
                                        <p:cTn id="90" dur="1500" fill="hold"/>
                                        <p:tgtEl>
                                          <p:spTgt spid="119"/>
                                        </p:tgtEl>
                                        <p:attrNameLst>
                                          <p:attrName>ppt_x</p:attrName>
                                          <p:attrName>ppt_y</p:attrName>
                                        </p:attrNameLst>
                                      </p:cBhvr>
                                      <p:rCtr x="-3346" y="93"/>
                                    </p:animMotion>
                                  </p:childTnLst>
                                </p:cTn>
                              </p:par>
                            </p:childTnLst>
                          </p:cTn>
                        </p:par>
                        <p:par>
                          <p:cTn id="91" fill="hold">
                            <p:stCondLst>
                              <p:cond delay="3000"/>
                            </p:stCondLst>
                            <p:childTnLst>
                              <p:par>
                                <p:cTn id="92" presetID="45" presetClass="exit" presetSubtype="0" fill="hold" grpId="5" nodeType="afterEffect">
                                  <p:stCondLst>
                                    <p:cond delay="0"/>
                                  </p:stCondLst>
                                  <p:childTnLst>
                                    <p:animEffect transition="out" filter="fade">
                                      <p:cBhvr>
                                        <p:cTn id="93" dur="1000"/>
                                        <p:tgtEl>
                                          <p:spTgt spid="235"/>
                                        </p:tgtEl>
                                      </p:cBhvr>
                                    </p:animEffect>
                                    <p:anim calcmode="lin" valueType="num">
                                      <p:cBhvr>
                                        <p:cTn id="94" dur="1000"/>
                                        <p:tgtEl>
                                          <p:spTgt spid="23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95" dur="1000"/>
                                        <p:tgtEl>
                                          <p:spTgt spid="235"/>
                                        </p:tgtEl>
                                        <p:attrNameLst>
                                          <p:attrName>ppt_h</p:attrName>
                                        </p:attrNameLst>
                                      </p:cBhvr>
                                      <p:tavLst>
                                        <p:tav tm="0">
                                          <p:val>
                                            <p:strVal val="ppt_h"/>
                                          </p:val>
                                        </p:tav>
                                        <p:tav tm="100000">
                                          <p:val>
                                            <p:strVal val="ppt_h"/>
                                          </p:val>
                                        </p:tav>
                                      </p:tavLst>
                                    </p:anim>
                                    <p:set>
                                      <p:cBhvr>
                                        <p:cTn id="96" dur="1" fill="hold">
                                          <p:stCondLst>
                                            <p:cond delay="999"/>
                                          </p:stCondLst>
                                        </p:cTn>
                                        <p:tgtEl>
                                          <p:spTgt spid="235"/>
                                        </p:tgtEl>
                                        <p:attrNameLst>
                                          <p:attrName>style.visibility</p:attrName>
                                        </p:attrNameLst>
                                      </p:cBhvr>
                                      <p:to>
                                        <p:strVal val="hidden"/>
                                      </p:to>
                                    </p:set>
                                  </p:childTnLst>
                                </p:cTn>
                              </p:par>
                            </p:childTnLst>
                          </p:cTn>
                        </p:par>
                        <p:par>
                          <p:cTn id="97" fill="hold">
                            <p:stCondLst>
                              <p:cond delay="4000"/>
                            </p:stCondLst>
                            <p:childTnLst>
                              <p:par>
                                <p:cTn id="98" presetID="1" presetClass="entr" presetSubtype="0" fill="hold" grpId="2" nodeType="afterEffect">
                                  <p:stCondLst>
                                    <p:cond delay="0"/>
                                  </p:stCondLst>
                                  <p:childTnLst>
                                    <p:set>
                                      <p:cBhvr>
                                        <p:cTn id="99" dur="1" fill="hold">
                                          <p:stCondLst>
                                            <p:cond delay="0"/>
                                          </p:stCondLst>
                                        </p:cTn>
                                        <p:tgtEl>
                                          <p:spTgt spid="320"/>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42" presetClass="path" presetSubtype="0" accel="50000" decel="50000" fill="hold" nodeType="clickEffect">
                                  <p:stCondLst>
                                    <p:cond delay="0"/>
                                  </p:stCondLst>
                                  <p:childTnLst>
                                    <p:animMotion origin="layout" path="M 0.16016 -0.0294 L 0.0349 0.05949 " pathEditMode="relative" rAng="0" ptsTypes="AA">
                                      <p:cBhvr>
                                        <p:cTn id="103" dur="1500" fill="hold"/>
                                        <p:tgtEl>
                                          <p:spTgt spid="119"/>
                                        </p:tgtEl>
                                        <p:attrNameLst>
                                          <p:attrName>ppt_x</p:attrName>
                                          <p:attrName>ppt_y</p:attrName>
                                        </p:attrNameLst>
                                      </p:cBhvr>
                                      <p:rCtr x="-6263" y="4444"/>
                                    </p:animMotion>
                                  </p:childTnLst>
                                </p:cTn>
                              </p:par>
                              <p:par>
                                <p:cTn id="104" presetID="63" presetClass="path" presetSubtype="0" accel="50000" decel="50000" fill="hold" nodeType="withEffect">
                                  <p:stCondLst>
                                    <p:cond delay="0"/>
                                  </p:stCondLst>
                                  <p:childTnLst>
                                    <p:animMotion origin="layout" path="M 3.125E-6 -4.07407E-6 L 0.01797 -0.01736 " pathEditMode="relative" rAng="0" ptsTypes="AA">
                                      <p:cBhvr>
                                        <p:cTn id="105" dur="1500" fill="hold"/>
                                        <p:tgtEl>
                                          <p:spTgt spid="97"/>
                                        </p:tgtEl>
                                        <p:attrNameLst>
                                          <p:attrName>ppt_x</p:attrName>
                                          <p:attrName>ppt_y</p:attrName>
                                        </p:attrNameLst>
                                      </p:cBhvr>
                                      <p:rCtr x="898" y="-880"/>
                                    </p:animMotion>
                                  </p:childTnLst>
                                </p:cTn>
                              </p:par>
                            </p:childTnLst>
                          </p:cTn>
                        </p:par>
                      </p:childTnLst>
                    </p:cTn>
                  </p:par>
                  <p:par>
                    <p:cTn id="106" fill="hold">
                      <p:stCondLst>
                        <p:cond delay="indefinite"/>
                      </p:stCondLst>
                      <p:childTnLst>
                        <p:par>
                          <p:cTn id="107" fill="hold">
                            <p:stCondLst>
                              <p:cond delay="0"/>
                            </p:stCondLst>
                            <p:childTnLst>
                              <p:par>
                                <p:cTn id="108" presetID="45" presetClass="exit" presetSubtype="0" fill="hold" grpId="3" nodeType="clickEffect">
                                  <p:stCondLst>
                                    <p:cond delay="0"/>
                                  </p:stCondLst>
                                  <p:childTnLst>
                                    <p:animEffect transition="out" filter="fade">
                                      <p:cBhvr>
                                        <p:cTn id="109" dur="1000"/>
                                        <p:tgtEl>
                                          <p:spTgt spid="320"/>
                                        </p:tgtEl>
                                      </p:cBhvr>
                                    </p:animEffect>
                                    <p:anim calcmode="lin" valueType="num">
                                      <p:cBhvr>
                                        <p:cTn id="110" dur="1000"/>
                                        <p:tgtEl>
                                          <p:spTgt spid="32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11" dur="1000"/>
                                        <p:tgtEl>
                                          <p:spTgt spid="320"/>
                                        </p:tgtEl>
                                        <p:attrNameLst>
                                          <p:attrName>ppt_h</p:attrName>
                                        </p:attrNameLst>
                                      </p:cBhvr>
                                      <p:tavLst>
                                        <p:tav tm="0">
                                          <p:val>
                                            <p:strVal val="ppt_h"/>
                                          </p:val>
                                        </p:tav>
                                        <p:tav tm="100000">
                                          <p:val>
                                            <p:strVal val="ppt_h"/>
                                          </p:val>
                                        </p:tav>
                                      </p:tavLst>
                                    </p:anim>
                                    <p:set>
                                      <p:cBhvr>
                                        <p:cTn id="112" dur="1" fill="hold">
                                          <p:stCondLst>
                                            <p:cond delay="999"/>
                                          </p:stCondLst>
                                        </p:cTn>
                                        <p:tgtEl>
                                          <p:spTgt spid="320"/>
                                        </p:tgtEl>
                                        <p:attrNameLst>
                                          <p:attrName>style.visibility</p:attrName>
                                        </p:attrNameLst>
                                      </p:cBhvr>
                                      <p:to>
                                        <p:strVal val="hidden"/>
                                      </p:to>
                                    </p:set>
                                  </p:childTnLst>
                                </p:cTn>
                              </p:par>
                            </p:childTnLst>
                          </p:cTn>
                        </p:par>
                        <p:par>
                          <p:cTn id="113" fill="hold">
                            <p:stCondLst>
                              <p:cond delay="1000"/>
                            </p:stCondLst>
                            <p:childTnLst>
                              <p:par>
                                <p:cTn id="114" presetID="1" presetClass="entr" presetSubtype="0" fill="hold" grpId="0" nodeType="afterEffect">
                                  <p:stCondLst>
                                    <p:cond delay="0"/>
                                  </p:stCondLst>
                                  <p:childTnLst>
                                    <p:set>
                                      <p:cBhvr>
                                        <p:cTn id="115" dur="1" fill="hold">
                                          <p:stCondLst>
                                            <p:cond delay="0"/>
                                          </p:stCondLst>
                                        </p:cTn>
                                        <p:tgtEl>
                                          <p:spTgt spid="321"/>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1" fill="hold" nodeType="clickEffect">
                                  <p:stCondLst>
                                    <p:cond delay="0"/>
                                  </p:stCondLst>
                                  <p:childTnLst>
                                    <p:set>
                                      <p:cBhvr>
                                        <p:cTn id="119" dur="1" fill="hold">
                                          <p:stCondLst>
                                            <p:cond delay="0"/>
                                          </p:stCondLst>
                                        </p:cTn>
                                        <p:tgtEl>
                                          <p:spTgt spid="326"/>
                                        </p:tgtEl>
                                        <p:attrNameLst>
                                          <p:attrName>style.visibility</p:attrName>
                                        </p:attrNameLst>
                                      </p:cBhvr>
                                      <p:to>
                                        <p:strVal val="visible"/>
                                      </p:to>
                                    </p:set>
                                    <p:animEffect transition="in" filter="wipe(up)">
                                      <p:cBhvr>
                                        <p:cTn id="120" dur="1250"/>
                                        <p:tgtEl>
                                          <p:spTgt spid="326"/>
                                        </p:tgtEl>
                                      </p:cBhvr>
                                    </p:animEffect>
                                  </p:childTnLst>
                                </p:cTn>
                              </p:par>
                            </p:childTnLst>
                          </p:cTn>
                        </p:par>
                        <p:par>
                          <p:cTn id="121" fill="hold">
                            <p:stCondLst>
                              <p:cond delay="1250"/>
                            </p:stCondLst>
                            <p:childTnLst>
                              <p:par>
                                <p:cTn id="122" presetID="45" presetClass="exit" presetSubtype="0" fill="hold" grpId="1" nodeType="afterEffect">
                                  <p:stCondLst>
                                    <p:cond delay="0"/>
                                  </p:stCondLst>
                                  <p:childTnLst>
                                    <p:animEffect transition="out" filter="fade">
                                      <p:cBhvr>
                                        <p:cTn id="123" dur="1000"/>
                                        <p:tgtEl>
                                          <p:spTgt spid="321"/>
                                        </p:tgtEl>
                                      </p:cBhvr>
                                    </p:animEffect>
                                    <p:anim calcmode="lin" valueType="num">
                                      <p:cBhvr>
                                        <p:cTn id="124" dur="1000"/>
                                        <p:tgtEl>
                                          <p:spTgt spid="321"/>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5" dur="1000"/>
                                        <p:tgtEl>
                                          <p:spTgt spid="321"/>
                                        </p:tgtEl>
                                        <p:attrNameLst>
                                          <p:attrName>ppt_h</p:attrName>
                                        </p:attrNameLst>
                                      </p:cBhvr>
                                      <p:tavLst>
                                        <p:tav tm="0">
                                          <p:val>
                                            <p:strVal val="ppt_h"/>
                                          </p:val>
                                        </p:tav>
                                        <p:tav tm="100000">
                                          <p:val>
                                            <p:strVal val="ppt_h"/>
                                          </p:val>
                                        </p:tav>
                                      </p:tavLst>
                                    </p:anim>
                                    <p:set>
                                      <p:cBhvr>
                                        <p:cTn id="126" dur="1" fill="hold">
                                          <p:stCondLst>
                                            <p:cond delay="999"/>
                                          </p:stCondLst>
                                        </p:cTn>
                                        <p:tgtEl>
                                          <p:spTgt spid="321"/>
                                        </p:tgtEl>
                                        <p:attrNameLst>
                                          <p:attrName>style.visibility</p:attrName>
                                        </p:attrNameLst>
                                      </p:cBhvr>
                                      <p:to>
                                        <p:strVal val="hidden"/>
                                      </p:to>
                                    </p:set>
                                  </p:childTnLst>
                                </p:cTn>
                              </p:par>
                            </p:childTnLst>
                          </p:cTn>
                        </p:par>
                        <p:par>
                          <p:cTn id="127" fill="hold">
                            <p:stCondLst>
                              <p:cond delay="2250"/>
                            </p:stCondLst>
                            <p:childTnLst>
                              <p:par>
                                <p:cTn id="128" presetID="1" presetClass="entr" presetSubtype="0" fill="hold" grpId="4" nodeType="afterEffect">
                                  <p:stCondLst>
                                    <p:cond delay="0"/>
                                  </p:stCondLst>
                                  <p:childTnLst>
                                    <p:set>
                                      <p:cBhvr>
                                        <p:cTn id="129" dur="1" fill="hold">
                                          <p:stCondLst>
                                            <p:cond delay="0"/>
                                          </p:stCondLst>
                                        </p:cTn>
                                        <p:tgtEl>
                                          <p:spTgt spid="320"/>
                                        </p:tgtEl>
                                        <p:attrNameLst>
                                          <p:attrName>style.visibility</p:attrName>
                                        </p:attrNameLst>
                                      </p:cBhvr>
                                      <p:to>
                                        <p:strVal val="visible"/>
                                      </p:to>
                                    </p:set>
                                  </p:childTnLst>
                                </p:cTn>
                              </p:par>
                              <p:par>
                                <p:cTn id="130" presetID="1" presetClass="exit" presetSubtype="0" fill="hold" nodeType="withEffect">
                                  <p:stCondLst>
                                    <p:cond delay="0"/>
                                  </p:stCondLst>
                                  <p:childTnLst>
                                    <p:set>
                                      <p:cBhvr>
                                        <p:cTn id="131" dur="1" fill="hold">
                                          <p:stCondLst>
                                            <p:cond delay="0"/>
                                          </p:stCondLst>
                                        </p:cTn>
                                        <p:tgtEl>
                                          <p:spTgt spid="234"/>
                                        </p:tgtEl>
                                        <p:attrNameLst>
                                          <p:attrName>style.visibility</p:attrName>
                                        </p:attrNameLst>
                                      </p:cBhvr>
                                      <p:to>
                                        <p:strVal val="hidden"/>
                                      </p:to>
                                    </p:set>
                                  </p:childTnLst>
                                </p:cTn>
                              </p:par>
                              <p:par>
                                <p:cTn id="132" presetID="1" presetClass="exit" presetSubtype="0" fill="hold" nodeType="withEffect">
                                  <p:stCondLst>
                                    <p:cond delay="0"/>
                                  </p:stCondLst>
                                  <p:childTnLst>
                                    <p:set>
                                      <p:cBhvr>
                                        <p:cTn id="133" dur="1" fill="hold">
                                          <p:stCondLst>
                                            <p:cond delay="0"/>
                                          </p:stCondLst>
                                        </p:cTn>
                                        <p:tgtEl>
                                          <p:spTgt spid="119"/>
                                        </p:tgtEl>
                                        <p:attrNameLst>
                                          <p:attrName>style.visibility</p:attrName>
                                        </p:attrNameLst>
                                      </p:cBhvr>
                                      <p:to>
                                        <p:strVal val="hidden"/>
                                      </p:to>
                                    </p:set>
                                  </p:childTnLst>
                                </p:cTn>
                              </p:par>
                              <p:par>
                                <p:cTn id="134" presetID="1" presetClass="exit" presetSubtype="0" fill="hold" nodeType="withEffect">
                                  <p:stCondLst>
                                    <p:cond delay="0"/>
                                  </p:stCondLst>
                                  <p:childTnLst>
                                    <p:set>
                                      <p:cBhvr>
                                        <p:cTn id="135" dur="1" fill="hold">
                                          <p:stCondLst>
                                            <p:cond delay="0"/>
                                          </p:stCondLst>
                                        </p:cTn>
                                        <p:tgtEl>
                                          <p:spTgt spid="326"/>
                                        </p:tgtEl>
                                        <p:attrNameLst>
                                          <p:attrName>style.visibility</p:attrName>
                                        </p:attrNameLst>
                                      </p:cBhvr>
                                      <p:to>
                                        <p:strVal val="hidden"/>
                                      </p:to>
                                    </p:set>
                                  </p:childTnLst>
                                </p:cTn>
                              </p:par>
                              <p:par>
                                <p:cTn id="136" presetID="1" presetClass="exit" presetSubtype="0" fill="hold" nodeType="withEffect">
                                  <p:stCondLst>
                                    <p:cond delay="0"/>
                                  </p:stCondLst>
                                  <p:childTnLst>
                                    <p:set>
                                      <p:cBhvr>
                                        <p:cTn id="137" dur="1" fill="hold">
                                          <p:stCondLst>
                                            <p:cond delay="0"/>
                                          </p:stCondLst>
                                        </p:cTn>
                                        <p:tgtEl>
                                          <p:spTgt spid="11"/>
                                        </p:tgtEl>
                                        <p:attrNameLst>
                                          <p:attrName>style.visibility</p:attrName>
                                        </p:attrNameLst>
                                      </p:cBhvr>
                                      <p:to>
                                        <p:strVal val="hidden"/>
                                      </p:to>
                                    </p:set>
                                  </p:childTnLst>
                                </p:cTn>
                              </p:par>
                              <p:par>
                                <p:cTn id="138" presetID="1" presetClass="exit" presetSubtype="0" fill="hold" nodeType="withEffect">
                                  <p:stCondLst>
                                    <p:cond delay="0"/>
                                  </p:stCondLst>
                                  <p:childTnLst>
                                    <p:set>
                                      <p:cBhvr>
                                        <p:cTn id="139" dur="1" fill="hold">
                                          <p:stCondLst>
                                            <p:cond delay="0"/>
                                          </p:stCondLst>
                                        </p:cTn>
                                        <p:tgtEl>
                                          <p:spTgt spid="12"/>
                                        </p:tgtEl>
                                        <p:attrNameLst>
                                          <p:attrName>style.visibility</p:attrName>
                                        </p:attrNameLst>
                                      </p:cBhvr>
                                      <p:to>
                                        <p:strVal val="hidden"/>
                                      </p:to>
                                    </p:set>
                                  </p:childTnLst>
                                </p:cTn>
                              </p:par>
                              <p:par>
                                <p:cTn id="140" presetID="1" presetClass="entr" presetSubtype="0" fill="hold" nodeType="withEffect">
                                  <p:stCondLst>
                                    <p:cond delay="0"/>
                                  </p:stCondLst>
                                  <p:childTnLst>
                                    <p:set>
                                      <p:cBhvr>
                                        <p:cTn id="141" dur="1" fill="hold">
                                          <p:stCondLst>
                                            <p:cond delay="0"/>
                                          </p:stCondLst>
                                        </p:cTn>
                                        <p:tgtEl>
                                          <p:spTgt spid="319"/>
                                        </p:tgtEl>
                                        <p:attrNameLst>
                                          <p:attrName>style.visibility</p:attrName>
                                        </p:attrNameLst>
                                      </p:cBhvr>
                                      <p:to>
                                        <p:strVal val="visible"/>
                                      </p:to>
                                    </p:set>
                                  </p:childTnLst>
                                </p:cTn>
                              </p:par>
                            </p:childTnLst>
                          </p:cTn>
                        </p:par>
                        <p:par>
                          <p:cTn id="142" fill="hold">
                            <p:stCondLst>
                              <p:cond delay="2250"/>
                            </p:stCondLst>
                            <p:childTnLst>
                              <p:par>
                                <p:cTn id="143" presetID="63" presetClass="path" presetSubtype="0" accel="50000" decel="50000" fill="hold" nodeType="afterEffect">
                                  <p:stCondLst>
                                    <p:cond delay="0"/>
                                  </p:stCondLst>
                                  <p:childTnLst>
                                    <p:animMotion origin="layout" path="M 5E-6 -4.44444E-6 L 0.16316 -0.03564 " pathEditMode="relative" rAng="0" ptsTypes="AA">
                                      <p:cBhvr>
                                        <p:cTn id="144" dur="2000" fill="hold"/>
                                        <p:tgtEl>
                                          <p:spTgt spid="319"/>
                                        </p:tgtEl>
                                        <p:attrNameLst>
                                          <p:attrName>ppt_x</p:attrName>
                                          <p:attrName>ppt_y</p:attrName>
                                        </p:attrNameLst>
                                      </p:cBhvr>
                                      <p:rCtr x="8151" y="-1782"/>
                                    </p:animMotion>
                                  </p:childTnLst>
                                </p:cTn>
                              </p:par>
                              <p:par>
                                <p:cTn id="145" presetID="10" presetClass="exit" presetSubtype="0" fill="hold" nodeType="withEffect">
                                  <p:stCondLst>
                                    <p:cond delay="0"/>
                                  </p:stCondLst>
                                  <p:childTnLst>
                                    <p:animEffect transition="out" filter="fade">
                                      <p:cBhvr>
                                        <p:cTn id="146" dur="500"/>
                                        <p:tgtEl>
                                          <p:spTgt spid="90"/>
                                        </p:tgtEl>
                                      </p:cBhvr>
                                    </p:animEffect>
                                    <p:set>
                                      <p:cBhvr>
                                        <p:cTn id="147" dur="1" fill="hold">
                                          <p:stCondLst>
                                            <p:cond delay="499"/>
                                          </p:stCondLst>
                                        </p:cTn>
                                        <p:tgtEl>
                                          <p:spTgt spid="90"/>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500"/>
                                        <p:tgtEl>
                                          <p:spTgt spid="97"/>
                                        </p:tgtEl>
                                      </p:cBhvr>
                                    </p:animEffect>
                                    <p:set>
                                      <p:cBhvr>
                                        <p:cTn id="150" dur="1" fill="hold">
                                          <p:stCondLst>
                                            <p:cond delay="499"/>
                                          </p:stCondLst>
                                        </p:cTn>
                                        <p:tgtEl>
                                          <p:spTgt spid="97"/>
                                        </p:tgtEl>
                                        <p:attrNameLst>
                                          <p:attrName>style.visibility</p:attrName>
                                        </p:attrNameLst>
                                      </p:cBhvr>
                                      <p:to>
                                        <p:strVal val="hidden"/>
                                      </p:to>
                                    </p:set>
                                  </p:childTnLst>
                                </p:cTn>
                              </p:par>
                            </p:childTnLst>
                          </p:cTn>
                        </p:par>
                        <p:par>
                          <p:cTn id="151" fill="hold">
                            <p:stCondLst>
                              <p:cond delay="4250"/>
                            </p:stCondLst>
                            <p:childTnLst>
                              <p:par>
                                <p:cTn id="152" presetID="32" presetClass="emph" presetSubtype="0" fill="hold" nodeType="afterEffect">
                                  <p:stCondLst>
                                    <p:cond delay="0"/>
                                  </p:stCondLst>
                                  <p:childTnLst>
                                    <p:animRot by="120000">
                                      <p:cBhvr>
                                        <p:cTn id="153" dur="100" fill="hold">
                                          <p:stCondLst>
                                            <p:cond delay="0"/>
                                          </p:stCondLst>
                                        </p:cTn>
                                        <p:tgtEl>
                                          <p:spTgt spid="79"/>
                                        </p:tgtEl>
                                        <p:attrNameLst>
                                          <p:attrName>r</p:attrName>
                                        </p:attrNameLst>
                                      </p:cBhvr>
                                    </p:animRot>
                                    <p:animRot by="-240000">
                                      <p:cBhvr>
                                        <p:cTn id="154" dur="200" fill="hold">
                                          <p:stCondLst>
                                            <p:cond delay="200"/>
                                          </p:stCondLst>
                                        </p:cTn>
                                        <p:tgtEl>
                                          <p:spTgt spid="79"/>
                                        </p:tgtEl>
                                        <p:attrNameLst>
                                          <p:attrName>r</p:attrName>
                                        </p:attrNameLst>
                                      </p:cBhvr>
                                    </p:animRot>
                                    <p:animRot by="240000">
                                      <p:cBhvr>
                                        <p:cTn id="155" dur="200" fill="hold">
                                          <p:stCondLst>
                                            <p:cond delay="400"/>
                                          </p:stCondLst>
                                        </p:cTn>
                                        <p:tgtEl>
                                          <p:spTgt spid="79"/>
                                        </p:tgtEl>
                                        <p:attrNameLst>
                                          <p:attrName>r</p:attrName>
                                        </p:attrNameLst>
                                      </p:cBhvr>
                                    </p:animRot>
                                    <p:animRot by="-240000">
                                      <p:cBhvr>
                                        <p:cTn id="156" dur="200" fill="hold">
                                          <p:stCondLst>
                                            <p:cond delay="600"/>
                                          </p:stCondLst>
                                        </p:cTn>
                                        <p:tgtEl>
                                          <p:spTgt spid="79"/>
                                        </p:tgtEl>
                                        <p:attrNameLst>
                                          <p:attrName>r</p:attrName>
                                        </p:attrNameLst>
                                      </p:cBhvr>
                                    </p:animRot>
                                    <p:animRot by="120000">
                                      <p:cBhvr>
                                        <p:cTn id="157" dur="200" fill="hold">
                                          <p:stCondLst>
                                            <p:cond delay="800"/>
                                          </p:stCondLst>
                                        </p:cTn>
                                        <p:tgtEl>
                                          <p:spTgt spid="79"/>
                                        </p:tgtEl>
                                        <p:attrNameLst>
                                          <p:attrName>r</p:attrName>
                                        </p:attrNameLst>
                                      </p:cBhvr>
                                    </p:animRot>
                                  </p:childTnLst>
                                </p:cTn>
                              </p:par>
                            </p:childTnLst>
                          </p:cTn>
                        </p:par>
                      </p:childTnLst>
                    </p:cTn>
                  </p:par>
                  <p:par>
                    <p:cTn id="158" fill="hold">
                      <p:stCondLst>
                        <p:cond delay="indefinite"/>
                      </p:stCondLst>
                      <p:childTnLst>
                        <p:par>
                          <p:cTn id="159" fill="hold">
                            <p:stCondLst>
                              <p:cond delay="0"/>
                            </p:stCondLst>
                            <p:childTnLst>
                              <p:par>
                                <p:cTn id="160" presetID="22" presetClass="exit" presetSubtype="2" fill="hold" nodeType="clickEffect">
                                  <p:stCondLst>
                                    <p:cond delay="0"/>
                                  </p:stCondLst>
                                  <p:childTnLst>
                                    <p:animEffect transition="out" filter="wipe(right)">
                                      <p:cBhvr>
                                        <p:cTn id="161" dur="500"/>
                                        <p:tgtEl>
                                          <p:spTgt spid="79"/>
                                        </p:tgtEl>
                                      </p:cBhvr>
                                    </p:animEffect>
                                    <p:set>
                                      <p:cBhvr>
                                        <p:cTn id="162" dur="1" fill="hold">
                                          <p:stCondLst>
                                            <p:cond delay="499"/>
                                          </p:stCondLst>
                                        </p:cTn>
                                        <p:tgtEl>
                                          <p:spTgt spid="79"/>
                                        </p:tgtEl>
                                        <p:attrNameLst>
                                          <p:attrName>style.visibility</p:attrName>
                                        </p:attrNameLst>
                                      </p:cBhvr>
                                      <p:to>
                                        <p:strVal val="hidden"/>
                                      </p:to>
                                    </p:set>
                                  </p:childTnLst>
                                </p:cTn>
                              </p:par>
                            </p:childTnLst>
                          </p:cTn>
                        </p:par>
                        <p:par>
                          <p:cTn id="163" fill="hold">
                            <p:stCondLst>
                              <p:cond delay="500"/>
                            </p:stCondLst>
                            <p:childTnLst>
                              <p:par>
                                <p:cTn id="164" presetID="22" presetClass="entr" presetSubtype="8" fill="hold" nodeType="afterEffect">
                                  <p:stCondLst>
                                    <p:cond delay="0"/>
                                  </p:stCondLst>
                                  <p:childTnLst>
                                    <p:set>
                                      <p:cBhvr>
                                        <p:cTn id="165" dur="1" fill="hold">
                                          <p:stCondLst>
                                            <p:cond delay="0"/>
                                          </p:stCondLst>
                                        </p:cTn>
                                        <p:tgtEl>
                                          <p:spTgt spid="327"/>
                                        </p:tgtEl>
                                        <p:attrNameLst>
                                          <p:attrName>style.visibility</p:attrName>
                                        </p:attrNameLst>
                                      </p:cBhvr>
                                      <p:to>
                                        <p:strVal val="visible"/>
                                      </p:to>
                                    </p:set>
                                    <p:animEffect transition="in" filter="wipe(left)">
                                      <p:cBhvr>
                                        <p:cTn id="166" dur="10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P spid="235" grpId="2"/>
      <p:bldP spid="235" grpId="3"/>
      <p:bldP spid="235" grpId="4"/>
      <p:bldP spid="235" grpId="5"/>
      <p:bldP spid="320" grpId="0"/>
      <p:bldP spid="320" grpId="1"/>
      <p:bldP spid="320" grpId="2"/>
      <p:bldP spid="320" grpId="3"/>
      <p:bldP spid="320" grpId="4"/>
      <p:bldP spid="321" grpId="0"/>
      <p:bldP spid="321"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08FFCAF-2D80-C4CC-16F3-089D5ECE0890}"/>
              </a:ext>
            </a:extLst>
          </p:cNvPr>
          <p:cNvSpPr>
            <a:spLocks noGrp="1"/>
          </p:cNvSpPr>
          <p:nvPr>
            <p:ph type="sldNum" sz="quarter" idx="12"/>
          </p:nvPr>
        </p:nvSpPr>
        <p:spPr/>
        <p:txBody>
          <a:bodyPr/>
          <a:lstStyle/>
          <a:p>
            <a:fld id="{D7C0FE0B-717B-41AE-9FA2-CA4BF851D1C3}" type="slidenum">
              <a:rPr lang="zh-CN" altLang="en-US" smtClean="0"/>
              <a:t>35</a:t>
            </a:fld>
            <a:endParaRPr lang="zh-CN" altLang="en-US" dirty="0"/>
          </a:p>
        </p:txBody>
      </p:sp>
      <p:sp>
        <p:nvSpPr>
          <p:cNvPr id="4" name="文本框 3">
            <a:extLst>
              <a:ext uri="{FF2B5EF4-FFF2-40B4-BE49-F238E27FC236}">
                <a16:creationId xmlns:a16="http://schemas.microsoft.com/office/drawing/2014/main" id="{F431600F-0A12-C234-A7EA-27EA22599514}"/>
              </a:ext>
            </a:extLst>
          </p:cNvPr>
          <p:cNvSpPr txBox="1"/>
          <p:nvPr/>
        </p:nvSpPr>
        <p:spPr>
          <a:xfrm>
            <a:off x="1413164" y="215028"/>
            <a:ext cx="2715492" cy="523220"/>
          </a:xfrm>
          <a:prstGeom prst="rect">
            <a:avLst/>
          </a:prstGeom>
          <a:noFill/>
        </p:spPr>
        <p:txBody>
          <a:bodyPr wrap="square">
            <a:spAutoFit/>
          </a:bodyPr>
          <a:lstStyle/>
          <a:p>
            <a:pPr>
              <a:spcBef>
                <a:spcPts val="1300"/>
              </a:spcBef>
              <a:spcAft>
                <a:spcPts val="1300"/>
              </a:spcAft>
              <a:buNone/>
            </a:pPr>
            <a:r>
              <a:rPr lang="en-US" altLang="zh-CN" sz="2800" b="1" kern="100" dirty="0">
                <a:solidFill>
                  <a:srgbClr val="041ABC"/>
                </a:solidFill>
                <a:effectLst>
                  <a:outerShdw blurRad="38100" dist="38100" dir="2700000" algn="tl">
                    <a:srgbClr val="000000">
                      <a:alpha val="43137"/>
                    </a:srgbClr>
                  </a:outerShdw>
                </a:effectLst>
                <a:latin typeface="+mj-ea"/>
                <a:ea typeface="+mj-ea"/>
                <a:cs typeface="Times New Roman" panose="02020603050405020304" pitchFamily="18" charset="0"/>
              </a:rPr>
              <a:t>6.6  </a:t>
            </a:r>
            <a:r>
              <a:rPr lang="zh-CN" altLang="zh-CN" sz="2800" b="1" kern="100" dirty="0">
                <a:solidFill>
                  <a:srgbClr val="041ABC"/>
                </a:solidFill>
                <a:effectLst>
                  <a:outerShdw blurRad="38100" dist="38100" dir="2700000" algn="tl">
                    <a:srgbClr val="000000">
                      <a:alpha val="43137"/>
                    </a:srgbClr>
                  </a:outerShdw>
                </a:effectLst>
                <a:latin typeface="+mj-ea"/>
                <a:ea typeface="+mj-ea"/>
                <a:cs typeface="Times New Roman" panose="02020603050405020304" pitchFamily="18" charset="0"/>
              </a:rPr>
              <a:t>树和森林</a:t>
            </a:r>
          </a:p>
        </p:txBody>
      </p:sp>
      <p:sp>
        <p:nvSpPr>
          <p:cNvPr id="6" name="文本框 5">
            <a:extLst>
              <a:ext uri="{FF2B5EF4-FFF2-40B4-BE49-F238E27FC236}">
                <a16:creationId xmlns:a16="http://schemas.microsoft.com/office/drawing/2014/main" id="{7BAE8699-B1E8-7720-6826-B065406649E8}"/>
              </a:ext>
            </a:extLst>
          </p:cNvPr>
          <p:cNvSpPr txBox="1"/>
          <p:nvPr/>
        </p:nvSpPr>
        <p:spPr>
          <a:xfrm>
            <a:off x="205048" y="825947"/>
            <a:ext cx="3591098" cy="461665"/>
          </a:xfrm>
          <a:prstGeom prst="rect">
            <a:avLst/>
          </a:prstGeom>
          <a:noFill/>
        </p:spPr>
        <p:txBody>
          <a:bodyPr wrap="square">
            <a:spAutoFit/>
          </a:bodyPr>
          <a:lstStyle/>
          <a:p>
            <a:pPr indent="26924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6.6.1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树的存储结构</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F8DF1560-4477-9A1A-382F-D38FE4BEDEBC}"/>
              </a:ext>
            </a:extLst>
          </p:cNvPr>
          <p:cNvSpPr txBox="1"/>
          <p:nvPr/>
        </p:nvSpPr>
        <p:spPr>
          <a:xfrm>
            <a:off x="354676" y="1333590"/>
            <a:ext cx="7293033" cy="4941609"/>
          </a:xfrm>
          <a:prstGeom prst="rect">
            <a:avLst/>
          </a:prstGeom>
          <a:noFill/>
        </p:spPr>
        <p:txBody>
          <a:bodyPr wrap="square">
            <a:spAutoFit/>
          </a:bodyPr>
          <a:lstStyle/>
          <a:p>
            <a:pPr marL="266700" algn="just">
              <a:lnSpc>
                <a:spcPct val="120000"/>
              </a:lnSpc>
              <a:buNone/>
            </a:pPr>
            <a:r>
              <a:rPr lang="en-US"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kern="100" dirty="0">
                <a:solidFill>
                  <a:srgbClr val="041ABC"/>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双亲表示法</a:t>
            </a:r>
            <a:endParaRPr lang="zh-CN" altLang="zh-CN" sz="2000" b="1" kern="100" dirty="0">
              <a:solidFill>
                <a:srgbClr val="041ABC"/>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假设以一组连续空间存储树的节点，同时在每个节点中附设一个指示器指示其双亲节点在链表中的位置，其形式说明如下：</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61315" algn="just">
              <a:lnSpc>
                <a:spcPct val="120000"/>
              </a:lnSpc>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PTNode</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59410" algn="just">
              <a:lnSpc>
                <a:spcPct val="120000"/>
              </a:lnSpc>
              <a:buNone/>
            </a:pP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TElemType</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sz="20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数据元素</a:t>
            </a:r>
            <a:endParaRPr lang="zh-CN" altLang="zh-CN" sz="20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359410" algn="just">
              <a:lnSpc>
                <a:spcPct val="120000"/>
              </a:lnSpc>
              <a:buNone/>
            </a:pP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parent;   </a:t>
            </a:r>
            <a:r>
              <a:rPr lang="en-US"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双亲位置域</a:t>
            </a:r>
          </a:p>
          <a:p>
            <a:pPr indent="361315" algn="just">
              <a:lnSpc>
                <a:spcPct val="120000"/>
              </a:lnSpc>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PTNode</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节点类型</a:t>
            </a:r>
          </a:p>
          <a:p>
            <a:pPr indent="361315" algn="just">
              <a:lnSpc>
                <a:spcPct val="120000"/>
              </a:lnSpc>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59410" algn="just">
              <a:lnSpc>
                <a:spcPct val="120000"/>
              </a:lnSpc>
              <a:buNone/>
            </a:pP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PTNode</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*nodes;     </a:t>
            </a:r>
            <a:r>
              <a:rPr lang="en-US"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节点动态数组</a:t>
            </a:r>
          </a:p>
          <a:p>
            <a:pPr indent="359410" algn="just">
              <a:lnSpc>
                <a:spcPct val="120000"/>
              </a:lnSpc>
              <a:buNone/>
            </a:pPr>
            <a:r>
              <a:rPr lang="en-US" altLang="zh-CN" sz="2000" kern="100" dirty="0">
                <a:latin typeface="Courier New" panose="02070309020205020404" pitchFamily="49" charset="0"/>
                <a:cs typeface="Times New Roman" panose="02020603050405020304" pitchFamily="18" charset="0"/>
              </a:rPr>
              <a:t>   </a:t>
            </a:r>
            <a:r>
              <a:rPr lang="en-US" altLang="zh-CN" sz="2000" b="1" kern="100" dirty="0">
                <a:latin typeface="Courier New" panose="02070309020205020404" pitchFamily="49" charset="0"/>
                <a:cs typeface="Times New Roman" panose="02020603050405020304" pitchFamily="18" charset="0"/>
              </a:rPr>
              <a:t>int</a:t>
            </a:r>
            <a:r>
              <a:rPr lang="en-US" altLang="zh-CN" sz="2000" kern="100" dirty="0">
                <a:latin typeface="Courier New" panose="02070309020205020404" pitchFamily="49" charset="0"/>
                <a:cs typeface="Times New Roman" panose="02020603050405020304" pitchFamily="18" charset="0"/>
              </a:rPr>
              <a:t>      size;      </a:t>
            </a:r>
            <a:r>
              <a:rPr lang="en-US"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nodes</a:t>
            </a:r>
            <a:r>
              <a:rPr lang="zh-CN"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的容量</a:t>
            </a:r>
            <a:endParaRPr lang="en-US"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359410" algn="just">
              <a:lnSpc>
                <a:spcPct val="120000"/>
              </a:lnSpc>
              <a:buNone/>
            </a:pP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n, r;      </a:t>
            </a:r>
            <a:r>
              <a:rPr lang="en-US"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节点数和根节点的位</a:t>
            </a:r>
            <a:r>
              <a:rPr lang="zh-CN" altLang="zh-CN" sz="20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置</a:t>
            </a:r>
            <a:endParaRPr lang="zh-CN" altLang="zh-CN" sz="20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361315" algn="just">
              <a:lnSpc>
                <a:spcPct val="120000"/>
              </a:lnSpc>
              <a:spcAft>
                <a:spcPts val="600"/>
              </a:spcAf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PTree</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树的双亲表指针类型</a:t>
            </a:r>
          </a:p>
          <a:p>
            <a:pPr algn="just">
              <a:lnSpc>
                <a:spcPct val="120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例如，图</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6.</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展示一棵树及其双亲表示的存储结构。</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14" name="组合 13">
            <a:extLst>
              <a:ext uri="{FF2B5EF4-FFF2-40B4-BE49-F238E27FC236}">
                <a16:creationId xmlns:a16="http://schemas.microsoft.com/office/drawing/2014/main" id="{9156A23C-B942-6482-AD56-AFC88AFC794A}"/>
              </a:ext>
            </a:extLst>
          </p:cNvPr>
          <p:cNvGrpSpPr/>
          <p:nvPr/>
        </p:nvGrpSpPr>
        <p:grpSpPr>
          <a:xfrm>
            <a:off x="7747461" y="3364915"/>
            <a:ext cx="3707477" cy="3044885"/>
            <a:chOff x="7747461" y="3364915"/>
            <a:chExt cx="3707477" cy="3044885"/>
          </a:xfrm>
        </p:grpSpPr>
        <p:pic>
          <p:nvPicPr>
            <p:cNvPr id="9" name="IM 76">
              <a:extLst>
                <a:ext uri="{FF2B5EF4-FFF2-40B4-BE49-F238E27FC236}">
                  <a16:creationId xmlns:a16="http://schemas.microsoft.com/office/drawing/2014/main" id="{06C524C9-9316-8C4E-7FA5-8608061BD580}"/>
                </a:ext>
              </a:extLst>
            </p:cNvPr>
            <p:cNvPicPr/>
            <p:nvPr/>
          </p:nvPicPr>
          <p:blipFill>
            <a:blip r:embed="rId2"/>
            <a:stretch>
              <a:fillRect/>
            </a:stretch>
          </p:blipFill>
          <p:spPr>
            <a:xfrm>
              <a:off x="7747461" y="3364915"/>
              <a:ext cx="3707477" cy="2610659"/>
            </a:xfrm>
            <a:prstGeom prst="rect">
              <a:avLst/>
            </a:prstGeom>
          </p:spPr>
        </p:pic>
        <p:sp>
          <p:nvSpPr>
            <p:cNvPr id="11" name="文本框 10">
              <a:extLst>
                <a:ext uri="{FF2B5EF4-FFF2-40B4-BE49-F238E27FC236}">
                  <a16:creationId xmlns:a16="http://schemas.microsoft.com/office/drawing/2014/main" id="{9A32161D-D1BF-04F7-B6F2-1E943A0D7896}"/>
                </a:ext>
              </a:extLst>
            </p:cNvPr>
            <p:cNvSpPr txBox="1"/>
            <p:nvPr/>
          </p:nvSpPr>
          <p:spPr>
            <a:xfrm>
              <a:off x="7935882" y="6021552"/>
              <a:ext cx="3441469" cy="388248"/>
            </a:xfrm>
            <a:prstGeom prst="rect">
              <a:avLst/>
            </a:prstGeom>
            <a:noFill/>
          </p:spPr>
          <p:txBody>
            <a:bodyPr wrap="square">
              <a:spAutoFit/>
            </a:bodyPr>
            <a:lstStyle/>
            <a:p>
              <a:pPr algn="ctr">
                <a:lnSpc>
                  <a:spcPct val="115000"/>
                </a:lnSpc>
                <a:spcAft>
                  <a:spcPts val="600"/>
                </a:spcAft>
                <a:buNone/>
              </a:pPr>
              <a:r>
                <a:rPr lang="zh-CN" altLang="zh-CN" sz="1800" kern="100" dirty="0">
                  <a:effectLst/>
                  <a:latin typeface="+mj-ea"/>
                  <a:ea typeface="+mj-ea"/>
                  <a:cs typeface="Times New Roman" panose="02020603050405020304" pitchFamily="18" charset="0"/>
                </a:rPr>
                <a:t>图</a:t>
              </a:r>
              <a:r>
                <a:rPr lang="en-US" altLang="zh-CN" sz="1800" kern="100" dirty="0">
                  <a:effectLst/>
                  <a:latin typeface="+mj-ea"/>
                  <a:ea typeface="+mj-ea"/>
                  <a:cs typeface="Times New Roman" panose="02020603050405020304" pitchFamily="18" charset="0"/>
                </a:rPr>
                <a:t>6.22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树的双亲表示法示例</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sp>
        <p:nvSpPr>
          <p:cNvPr id="13" name="文本框 12">
            <a:extLst>
              <a:ext uri="{FF2B5EF4-FFF2-40B4-BE49-F238E27FC236}">
                <a16:creationId xmlns:a16="http://schemas.microsoft.com/office/drawing/2014/main" id="{22DB3B0C-0FB0-4049-94F7-CE1C6B498D49}"/>
              </a:ext>
            </a:extLst>
          </p:cNvPr>
          <p:cNvSpPr txBox="1"/>
          <p:nvPr/>
        </p:nvSpPr>
        <p:spPr>
          <a:xfrm>
            <a:off x="8046717" y="825947"/>
            <a:ext cx="3790607" cy="2172967"/>
          </a:xfrm>
          <a:prstGeom prst="rect">
            <a:avLst/>
          </a:prstGeom>
          <a:solidFill>
            <a:srgbClr val="FCF6EA"/>
          </a:solidFill>
        </p:spPr>
        <p:txBody>
          <a:bodyPr wrap="square">
            <a:spAutoFit/>
          </a:bodyPr>
          <a:lstStyle/>
          <a:p>
            <a:pPr>
              <a:lnSpc>
                <a:spcPct val="110000"/>
              </a:lnSpc>
            </a:pPr>
            <a:r>
              <a:rPr lang="zh-CN" altLang="zh-CN" sz="20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利用了每个节点（除根以外）只有唯一双亲的性质，可以</a:t>
            </a:r>
            <a:r>
              <a:rPr lang="zh-CN" altLang="zh-CN" sz="20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直接找</a:t>
            </a:r>
            <a:r>
              <a:rPr lang="zh-CN" altLang="zh-CN" sz="20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到节点的</a:t>
            </a:r>
            <a:r>
              <a:rPr lang="zh-CN" altLang="zh-CN" sz="20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双亲</a:t>
            </a:r>
            <a:r>
              <a:rPr lang="zh-CN" altLang="zh-CN" sz="20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，但是求节点的孩子时，却需要一个遍历的过程。</a:t>
            </a:r>
            <a:endParaRPr lang="en-US" altLang="zh-CN" sz="20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ts val="600"/>
              </a:spcBef>
            </a:pPr>
            <a:r>
              <a:rPr lang="zh-CN" altLang="zh-CN" sz="20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双亲表</a:t>
            </a:r>
            <a:r>
              <a:rPr lang="zh-CN" altLang="zh-CN" sz="20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只用于特定需求，比如，在</a:t>
            </a:r>
            <a:r>
              <a:rPr lang="zh-CN" altLang="zh-CN" sz="20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并查集</a:t>
            </a:r>
            <a:r>
              <a:rPr lang="zh-CN" altLang="zh-CN" sz="2000" b="1" dirty="0">
                <a:solidFill>
                  <a:srgbClr val="041ABC"/>
                </a:solidFill>
                <a:effectLst/>
                <a:latin typeface="Times New Roman" panose="02020603050405020304" pitchFamily="18" charset="0"/>
                <a:ea typeface="宋体" panose="02010600030101010101" pitchFamily="2" charset="-122"/>
                <a:cs typeface="Times New Roman" panose="02020603050405020304" pitchFamily="18" charset="0"/>
              </a:rPr>
              <a:t>可看到它的应用。</a:t>
            </a:r>
            <a:endParaRPr lang="zh-CN" altLang="en-US" sz="2000" b="1" dirty="0">
              <a:solidFill>
                <a:srgbClr val="041ABC"/>
              </a:solidFill>
            </a:endParaRPr>
          </a:p>
        </p:txBody>
      </p:sp>
    </p:spTree>
    <p:extLst>
      <p:ext uri="{BB962C8B-B14F-4D97-AF65-F5344CB8AC3E}">
        <p14:creationId xmlns:p14="http://schemas.microsoft.com/office/powerpoint/2010/main" val="126930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3">
                                            <p:bg/>
                                          </p:spTgt>
                                        </p:tgtEl>
                                        <p:attrNameLst>
                                          <p:attrName>style.visibility</p:attrName>
                                        </p:attrNameLst>
                                      </p:cBhvr>
                                      <p:to>
                                        <p:strVal val="visible"/>
                                      </p:to>
                                    </p:set>
                                    <p:animEffect transition="in" filter="wipe(up)">
                                      <p:cBhvr>
                                        <p:cTn id="14" dur="500"/>
                                        <p:tgtEl>
                                          <p:spTgt spid="13">
                                            <p:bg/>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up)">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
                                            <p:txEl>
                                              <p:pRg st="1" end="1"/>
                                            </p:txEl>
                                          </p:spTgt>
                                        </p:tgtEl>
                                        <p:attrNameLst>
                                          <p:attrName>style.visibility</p:attrName>
                                        </p:attrNameLst>
                                      </p:cBhvr>
                                      <p:to>
                                        <p:strVal val="visible"/>
                                      </p:to>
                                    </p:set>
                                    <p:animEffect transition="in" filter="wipe(up)">
                                      <p:cBhvr>
                                        <p:cTn id="2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1C691EA-0C9D-E264-13FE-E3B84C7030C6}"/>
              </a:ext>
            </a:extLst>
          </p:cNvPr>
          <p:cNvSpPr>
            <a:spLocks noGrp="1"/>
          </p:cNvSpPr>
          <p:nvPr>
            <p:ph type="sldNum" sz="quarter" idx="12"/>
          </p:nvPr>
        </p:nvSpPr>
        <p:spPr/>
        <p:txBody>
          <a:bodyPr/>
          <a:lstStyle/>
          <a:p>
            <a:fld id="{D7C0FE0B-717B-41AE-9FA2-CA4BF851D1C3}" type="slidenum">
              <a:rPr lang="zh-CN" altLang="en-US" smtClean="0"/>
              <a:t>36</a:t>
            </a:fld>
            <a:endParaRPr lang="zh-CN" altLang="en-US"/>
          </a:p>
        </p:txBody>
      </p:sp>
      <p:sp>
        <p:nvSpPr>
          <p:cNvPr id="3" name="文本框 2">
            <a:extLst>
              <a:ext uri="{FF2B5EF4-FFF2-40B4-BE49-F238E27FC236}">
                <a16:creationId xmlns:a16="http://schemas.microsoft.com/office/drawing/2014/main" id="{707CC061-A1B8-4521-5895-F8F09334C804}"/>
              </a:ext>
            </a:extLst>
          </p:cNvPr>
          <p:cNvSpPr txBox="1"/>
          <p:nvPr/>
        </p:nvSpPr>
        <p:spPr>
          <a:xfrm>
            <a:off x="991986" y="266223"/>
            <a:ext cx="4073236" cy="461665"/>
          </a:xfrm>
          <a:prstGeom prst="rect">
            <a:avLst/>
          </a:prstGeom>
          <a:noFill/>
        </p:spPr>
        <p:txBody>
          <a:bodyPr wrap="square">
            <a:spAutoFit/>
          </a:bodyPr>
          <a:lstStyle/>
          <a:p>
            <a:pPr indent="26924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6.6.1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树的存储结构</a:t>
            </a:r>
            <a:r>
              <a:rPr lang="zh-CN" altLang="en-US"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5A6AABDF-BD1D-CB53-EE0C-1CCDDE419884}"/>
              </a:ext>
            </a:extLst>
          </p:cNvPr>
          <p:cNvSpPr txBox="1"/>
          <p:nvPr/>
        </p:nvSpPr>
        <p:spPr>
          <a:xfrm>
            <a:off x="288174" y="975199"/>
            <a:ext cx="6096000" cy="388248"/>
          </a:xfrm>
          <a:prstGeom prst="rect">
            <a:avLst/>
          </a:prstGeom>
          <a:noFill/>
        </p:spPr>
        <p:txBody>
          <a:bodyPr wrap="square">
            <a:spAutoFit/>
          </a:bodyPr>
          <a:lstStyle/>
          <a:p>
            <a:pPr marL="266700" algn="just">
              <a:lnSpc>
                <a:spcPct val="115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孩子表示法</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AF28A95F-6B4C-8373-6E81-A39AB9161E12}"/>
              </a:ext>
            </a:extLst>
          </p:cNvPr>
          <p:cNvSpPr txBox="1"/>
          <p:nvPr/>
        </p:nvSpPr>
        <p:spPr>
          <a:xfrm>
            <a:off x="5058294" y="605810"/>
            <a:ext cx="6730539" cy="3336170"/>
          </a:xfrm>
          <a:prstGeom prst="rect">
            <a:avLst/>
          </a:prstGeom>
          <a:solidFill>
            <a:srgbClr val="FCF6EA"/>
          </a:solidFill>
        </p:spPr>
        <p:txBody>
          <a:bodyPr wrap="square">
            <a:spAutoFit/>
          </a:bodyPr>
          <a:lstStyle/>
          <a:p>
            <a:pPr marL="108000" algn="just">
              <a:lnSpc>
                <a:spcPct val="90000"/>
              </a:lnSpc>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CTNode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child;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孩子节点在</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nodes</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数组的下标</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CTNode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*next;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链域 </a:t>
            </a:r>
          </a:p>
          <a:p>
            <a:pPr marL="108000" algn="just">
              <a:lnSpc>
                <a:spcPct val="90000"/>
              </a:lnSpc>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ChildPtr</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孩子节点指针类型</a:t>
            </a:r>
          </a:p>
          <a:p>
            <a:pPr marL="108000" algn="just">
              <a:lnSpc>
                <a:spcPct val="90000"/>
              </a:lnSpc>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TElemType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data;</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ChildPtr</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孩子链树头指</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针</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CTBox</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树节点类型</a:t>
            </a:r>
          </a:p>
          <a:p>
            <a:pPr marL="108000" algn="just">
              <a:lnSpc>
                <a:spcPct val="90000"/>
              </a:lnSpc>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90000"/>
              </a:lnSpc>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CTBox</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*nodes;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节点动态数组</a:t>
            </a:r>
          </a:p>
          <a:p>
            <a:pPr marL="108000" algn="just">
              <a:lnSpc>
                <a:spcPct val="90000"/>
              </a:lnSpc>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n, r;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节点数和根节点的位置</a:t>
            </a:r>
          </a:p>
          <a:p>
            <a:pPr marL="108000" algn="just">
              <a:lnSpc>
                <a:spcPct val="90000"/>
              </a:lnSpc>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size;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容量</a:t>
            </a:r>
          </a:p>
          <a:p>
            <a:pPr marL="108000" algn="just">
              <a:lnSpc>
                <a:spcPct val="90000"/>
              </a:lnSpc>
              <a:spcAft>
                <a:spcPts val="600"/>
              </a:spcAf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CTree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孩子链表树指针类型</a:t>
            </a:r>
          </a:p>
        </p:txBody>
      </p:sp>
      <p:sp>
        <p:nvSpPr>
          <p:cNvPr id="8" name="Rectangle 2">
            <a:extLst>
              <a:ext uri="{FF2B5EF4-FFF2-40B4-BE49-F238E27FC236}">
                <a16:creationId xmlns:a16="http://schemas.microsoft.com/office/drawing/2014/main" id="{318D4953-6440-85E6-12FB-7C410DBD31E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4" name="组合 13">
            <a:extLst>
              <a:ext uri="{FF2B5EF4-FFF2-40B4-BE49-F238E27FC236}">
                <a16:creationId xmlns:a16="http://schemas.microsoft.com/office/drawing/2014/main" id="{A62854E7-5C56-A043-927F-B597A5BE098B}"/>
              </a:ext>
            </a:extLst>
          </p:cNvPr>
          <p:cNvGrpSpPr/>
          <p:nvPr/>
        </p:nvGrpSpPr>
        <p:grpSpPr>
          <a:xfrm>
            <a:off x="5392190" y="4057939"/>
            <a:ext cx="5951495" cy="2651267"/>
            <a:chOff x="5392190" y="4057939"/>
            <a:chExt cx="5951495" cy="2651267"/>
          </a:xfrm>
        </p:grpSpPr>
        <p:pic>
          <p:nvPicPr>
            <p:cNvPr id="1025" name="IM 78">
              <a:extLst>
                <a:ext uri="{FF2B5EF4-FFF2-40B4-BE49-F238E27FC236}">
                  <a16:creationId xmlns:a16="http://schemas.microsoft.com/office/drawing/2014/main" id="{849A0F8E-13C0-00A7-E760-B8B0A5CFAB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2190" y="4057939"/>
              <a:ext cx="5951495" cy="206649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D3752686-F0DE-7106-47A4-C0DB0A2E1505}"/>
                </a:ext>
              </a:extLst>
            </p:cNvPr>
            <p:cNvSpPr>
              <a:spLocks noChangeArrowheads="1"/>
            </p:cNvSpPr>
            <p:nvPr/>
          </p:nvSpPr>
          <p:spPr bwMode="auto">
            <a:xfrm rot="10800000" flipV="1">
              <a:off x="6605848" y="6124431"/>
              <a:ext cx="392360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6.23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6.22</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的树的另外两种表示法</a:t>
              </a:r>
              <a:endParaRPr kumimoji="0" lang="zh-CN" alt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孩子链表；</a:t>
              </a:r>
              <a:r>
                <a:rPr kumimoji="0" lang="zh-CN" altLang="en-US"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带双亲的孩子链表</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11" name="文本框 10">
            <a:extLst>
              <a:ext uri="{FF2B5EF4-FFF2-40B4-BE49-F238E27FC236}">
                <a16:creationId xmlns:a16="http://schemas.microsoft.com/office/drawing/2014/main" id="{7D05D739-DF12-794E-89F3-4310AEFF3B40}"/>
              </a:ext>
            </a:extLst>
          </p:cNvPr>
          <p:cNvSpPr txBox="1"/>
          <p:nvPr/>
        </p:nvSpPr>
        <p:spPr>
          <a:xfrm>
            <a:off x="410094" y="1432779"/>
            <a:ext cx="4450081" cy="2054922"/>
          </a:xfrm>
          <a:prstGeom prst="rect">
            <a:avLst/>
          </a:prstGeom>
          <a:noFill/>
        </p:spPr>
        <p:txBody>
          <a:bodyPr wrap="square">
            <a:spAutoFit/>
          </a:bodyPr>
          <a:lstStyle/>
          <a:p>
            <a:pPr algn="just">
              <a:lnSpc>
                <a:spcPct val="120000"/>
              </a:lnSpc>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把每个节点的孩子节点排列起来，看成是一个</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线性表</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，且以</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单链表</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作存储结构，这样</a:t>
            </a:r>
            <a:r>
              <a:rPr lang="en-US" altLang="zh-CN" sz="1800" i="1" dirty="0">
                <a:effectLst/>
                <a:latin typeface="Times New Roman" panose="02020603050405020304" pitchFamily="18" charset="0"/>
                <a:ea typeface="宋体" panose="02010600030101010101" pitchFamily="2" charset="-122"/>
              </a:rPr>
              <a:t>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个节点就有</a:t>
            </a:r>
            <a:r>
              <a:rPr lang="en-US" altLang="zh-CN" sz="1800" i="1" dirty="0">
                <a:effectLst/>
                <a:latin typeface="Times New Roman" panose="02020603050405020304" pitchFamily="18" charset="0"/>
                <a:ea typeface="宋体" panose="02010600030101010101" pitchFamily="2" charset="-122"/>
              </a:rPr>
              <a:t>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孩子链表</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（叶子的孩子链表为空表）。而</a:t>
            </a:r>
            <a:r>
              <a:rPr lang="en-US" altLang="zh-CN" sz="1800" i="1" dirty="0">
                <a:effectLst/>
                <a:latin typeface="Times New Roman" panose="02020603050405020304" pitchFamily="18" charset="0"/>
                <a:ea typeface="宋体" panose="02010600030101010101" pitchFamily="2" charset="-122"/>
              </a:rPr>
              <a:t>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个头指针又组成一个线性表，为了便于查找，可采用</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顺序存储结构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。这种存储结构称为孩子链表，</a:t>
            </a:r>
            <a:endParaRPr lang="zh-CN" altLang="en-US" dirty="0"/>
          </a:p>
        </p:txBody>
      </p:sp>
      <p:sp>
        <p:nvSpPr>
          <p:cNvPr id="13" name="文本框 12">
            <a:extLst>
              <a:ext uri="{FF2B5EF4-FFF2-40B4-BE49-F238E27FC236}">
                <a16:creationId xmlns:a16="http://schemas.microsoft.com/office/drawing/2014/main" id="{CC524219-E215-C818-98F1-FBD0DB054624}"/>
              </a:ext>
            </a:extLst>
          </p:cNvPr>
          <p:cNvSpPr txBox="1"/>
          <p:nvPr/>
        </p:nvSpPr>
        <p:spPr>
          <a:xfrm>
            <a:off x="410094" y="3604393"/>
            <a:ext cx="4450081" cy="2796663"/>
          </a:xfrm>
          <a:prstGeom prst="rect">
            <a:avLst/>
          </a:prstGeom>
          <a:noFill/>
        </p:spPr>
        <p:txBody>
          <a:bodyPr wrap="square">
            <a:spAutoFit/>
          </a:bodyPr>
          <a:lstStyle/>
          <a:p>
            <a:pPr algn="just">
              <a:lnSpc>
                <a:spcPct val="120000"/>
              </a:lnSpc>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与双亲表示法相反，孩子表示法便于那些涉及</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孩子</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子孙</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的操作，却不适用于求父节点和祖先的操作。</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取长补短，可把双亲表示法和孩子表示法结合，将</a:t>
            </a:r>
            <a:r>
              <a:rPr lang="zh-CN" altLang="zh-CN"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双亲表和孩子链表合而为一</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，也就是在孩子链表的树节点增加一个</a:t>
            </a:r>
            <a:r>
              <a:rPr lang="en-US" altLang="zh-CN" sz="18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parent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域，值为双亲节点的下标。图</a:t>
            </a:r>
            <a:r>
              <a:rPr lang="en-US" altLang="zh-CN" sz="1800" dirty="0">
                <a:effectLst/>
                <a:latin typeface="Times New Roman" panose="02020603050405020304" pitchFamily="18" charset="0"/>
                <a:ea typeface="宋体" panose="02010600030101010101" pitchFamily="2" charset="-122"/>
              </a:rPr>
              <a:t>6.23(b)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是这种存储结构的一例，和</a:t>
            </a:r>
            <a:r>
              <a:rPr lang="en-US" altLang="zh-CN" sz="1800" dirty="0">
                <a:effectLst/>
                <a:latin typeface="Times New Roman" panose="02020603050405020304" pitchFamily="18" charset="0"/>
                <a:ea typeface="宋体" panose="02010600030101010101" pitchFamily="2" charset="-122"/>
              </a:rPr>
              <a:t>(a)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表示同一棵树。</a:t>
            </a:r>
            <a:endParaRPr lang="zh-CN" altLang="en-US" dirty="0"/>
          </a:p>
        </p:txBody>
      </p:sp>
    </p:spTree>
    <p:extLst>
      <p:ext uri="{BB962C8B-B14F-4D97-AF65-F5344CB8AC3E}">
        <p14:creationId xmlns:p14="http://schemas.microsoft.com/office/powerpoint/2010/main" val="98875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wipe(up)">
                                      <p:cBhvr>
                                        <p:cTn id="21" dur="500"/>
                                        <p:tgtEl>
                                          <p:spTgt spid="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3">
                                            <p:txEl>
                                              <p:pRg st="1" end="1"/>
                                            </p:txEl>
                                          </p:spTgt>
                                        </p:tgtEl>
                                        <p:attrNameLst>
                                          <p:attrName>style.visibility</p:attrName>
                                        </p:attrNameLst>
                                      </p:cBhvr>
                                      <p:to>
                                        <p:strVal val="visible"/>
                                      </p:to>
                                    </p:set>
                                    <p:animEffect transition="in" filter="wipe(up)">
                                      <p:cBhvr>
                                        <p:cTn id="26"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03C7797-5B64-539D-6E85-8443DA537330}"/>
              </a:ext>
            </a:extLst>
          </p:cNvPr>
          <p:cNvSpPr>
            <a:spLocks noGrp="1"/>
          </p:cNvSpPr>
          <p:nvPr>
            <p:ph type="sldNum" sz="quarter" idx="12"/>
          </p:nvPr>
        </p:nvSpPr>
        <p:spPr/>
        <p:txBody>
          <a:bodyPr/>
          <a:lstStyle/>
          <a:p>
            <a:fld id="{D7C0FE0B-717B-41AE-9FA2-CA4BF851D1C3}" type="slidenum">
              <a:rPr lang="zh-CN" altLang="en-US" smtClean="0"/>
              <a:t>37</a:t>
            </a:fld>
            <a:endParaRPr lang="zh-CN" altLang="en-US"/>
          </a:p>
        </p:txBody>
      </p:sp>
      <p:sp>
        <p:nvSpPr>
          <p:cNvPr id="4" name="文本框 3">
            <a:extLst>
              <a:ext uri="{FF2B5EF4-FFF2-40B4-BE49-F238E27FC236}">
                <a16:creationId xmlns:a16="http://schemas.microsoft.com/office/drawing/2014/main" id="{F4605603-6777-4C8B-FDB8-6709DD3129E6}"/>
              </a:ext>
            </a:extLst>
          </p:cNvPr>
          <p:cNvSpPr txBox="1"/>
          <p:nvPr/>
        </p:nvSpPr>
        <p:spPr>
          <a:xfrm>
            <a:off x="418407" y="966291"/>
            <a:ext cx="6961215" cy="1487202"/>
          </a:xfrm>
          <a:prstGeom prst="rect">
            <a:avLst/>
          </a:prstGeom>
          <a:noFill/>
        </p:spPr>
        <p:txBody>
          <a:bodyPr wrap="square">
            <a:spAutoFit/>
          </a:bodyPr>
          <a:lstStyle/>
          <a:p>
            <a:pPr marL="266700" algn="just">
              <a:lnSpc>
                <a:spcPct val="150000"/>
              </a:lnSpc>
              <a:buNone/>
            </a:pP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b="1" kern="100" dirty="0">
                <a:effectLst/>
                <a:latin typeface="等线" panose="02010600030101010101" pitchFamily="2" charset="-122"/>
                <a:ea typeface="楷体" panose="02010609060101010101" pitchFamily="49" charset="-122"/>
                <a:cs typeface="Times New Roman" panose="02020603050405020304" pitchFamily="18" charset="0"/>
              </a:rPr>
              <a:t>孩子兄弟表示法</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又称二叉树表示法，或二叉链表表示法。即以二叉链表作树的存储结构。链表中节点的两个链域分别指向该节点的第一个孩子节点和下一个兄弟节点，分别命名</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为</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域和</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域。</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CA7D4606-5638-EF8F-3C8B-DE64DAE7D118}"/>
              </a:ext>
            </a:extLst>
          </p:cNvPr>
          <p:cNvSpPr txBox="1"/>
          <p:nvPr/>
        </p:nvSpPr>
        <p:spPr>
          <a:xfrm>
            <a:off x="991986" y="266223"/>
            <a:ext cx="4073236" cy="461665"/>
          </a:xfrm>
          <a:prstGeom prst="rect">
            <a:avLst/>
          </a:prstGeom>
          <a:noFill/>
        </p:spPr>
        <p:txBody>
          <a:bodyPr wrap="square">
            <a:spAutoFit/>
          </a:bodyPr>
          <a:lstStyle/>
          <a:p>
            <a:pPr indent="26924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6.6.1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树的存储结构</a:t>
            </a:r>
            <a:r>
              <a:rPr lang="zh-CN" altLang="en-US"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7" name="文本框 6">
            <a:extLst>
              <a:ext uri="{FF2B5EF4-FFF2-40B4-BE49-F238E27FC236}">
                <a16:creationId xmlns:a16="http://schemas.microsoft.com/office/drawing/2014/main" id="{4BBB4AD9-3757-3FD3-09C8-B80D1F056F2F}"/>
              </a:ext>
            </a:extLst>
          </p:cNvPr>
          <p:cNvSpPr txBox="1"/>
          <p:nvPr/>
        </p:nvSpPr>
        <p:spPr>
          <a:xfrm>
            <a:off x="389657" y="2691896"/>
            <a:ext cx="7018713" cy="1477328"/>
          </a:xfrm>
          <a:prstGeom prst="rect">
            <a:avLst/>
          </a:prstGeom>
          <a:solidFill>
            <a:srgbClr val="FCF6EA"/>
          </a:solidFill>
        </p:spPr>
        <p:txBody>
          <a:bodyPr wrap="square">
            <a:spAutoFit/>
          </a:bodyPr>
          <a:lstStyle/>
          <a:p>
            <a:pPr marL="108000">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CSNode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TElemType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data;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数据元素</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CSNode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第一孩子</a:t>
            </a:r>
            <a:r>
              <a:rPr lang="zh-CN" altLang="en-US"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指针</a:t>
            </a:r>
            <a:endPar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buNone/>
            </a:pPr>
            <a:r>
              <a:rPr lang="en-US" altLang="zh-CN"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下一兄弟指针</a:t>
            </a:r>
          </a:p>
          <a:p>
            <a:pPr marL="108000">
              <a:spcAft>
                <a:spcPts val="600"/>
              </a:spcAf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CSNode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节点类型，孩子兄弟链表指针类型</a:t>
            </a:r>
          </a:p>
        </p:txBody>
      </p:sp>
      <p:grpSp>
        <p:nvGrpSpPr>
          <p:cNvPr id="14" name="组合 13">
            <a:extLst>
              <a:ext uri="{FF2B5EF4-FFF2-40B4-BE49-F238E27FC236}">
                <a16:creationId xmlns:a16="http://schemas.microsoft.com/office/drawing/2014/main" id="{859FD072-D81D-BD12-10CD-103FE1F1D4C1}"/>
              </a:ext>
            </a:extLst>
          </p:cNvPr>
          <p:cNvGrpSpPr/>
          <p:nvPr/>
        </p:nvGrpSpPr>
        <p:grpSpPr>
          <a:xfrm>
            <a:off x="8078585" y="768582"/>
            <a:ext cx="3807229" cy="3649941"/>
            <a:chOff x="8078585" y="768582"/>
            <a:chExt cx="3807229" cy="3649941"/>
          </a:xfrm>
        </p:grpSpPr>
        <p:pic>
          <p:nvPicPr>
            <p:cNvPr id="2049" name="IM 80">
              <a:extLst>
                <a:ext uri="{FF2B5EF4-FFF2-40B4-BE49-F238E27FC236}">
                  <a16:creationId xmlns:a16="http://schemas.microsoft.com/office/drawing/2014/main" id="{7D5D9410-FAB3-0746-7AD5-C0391B0F7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4618" y="768582"/>
              <a:ext cx="2243051" cy="324943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BE26083E-DDA9-2DE9-7C11-18D3F6403B57}"/>
                </a:ext>
              </a:extLst>
            </p:cNvPr>
            <p:cNvSpPr>
              <a:spLocks noChangeArrowheads="1"/>
            </p:cNvSpPr>
            <p:nvPr/>
          </p:nvSpPr>
          <p:spPr bwMode="auto">
            <a:xfrm>
              <a:off x="8078585" y="4079969"/>
              <a:ext cx="380722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6.24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6.22</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中树的二叉链表表示法</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11" name="文本框 10">
            <a:extLst>
              <a:ext uri="{FF2B5EF4-FFF2-40B4-BE49-F238E27FC236}">
                <a16:creationId xmlns:a16="http://schemas.microsoft.com/office/drawing/2014/main" id="{58C99BEB-A750-6CC0-3E76-E4C9D8D0B5FE}"/>
              </a:ext>
            </a:extLst>
          </p:cNvPr>
          <p:cNvSpPr txBox="1"/>
          <p:nvPr/>
        </p:nvSpPr>
        <p:spPr>
          <a:xfrm>
            <a:off x="475903" y="4542905"/>
            <a:ext cx="6903719" cy="1813445"/>
          </a:xfrm>
          <a:prstGeom prst="rect">
            <a:avLst/>
          </a:prstGeom>
          <a:noFill/>
        </p:spPr>
        <p:txBody>
          <a:bodyPr wrap="square">
            <a:spAutoFit/>
          </a:bodyPr>
          <a:lstStyle/>
          <a:p>
            <a:pPr algn="just">
              <a:lnSpc>
                <a:spcPct val="120000"/>
              </a:lnSpc>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6.24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是图</a:t>
            </a:r>
            <a:r>
              <a:rPr lang="en-US" altLang="zh-CN" sz="1800" dirty="0">
                <a:effectLst/>
                <a:latin typeface="Times New Roman" panose="02020603050405020304" pitchFamily="18" charset="0"/>
                <a:ea typeface="宋体" panose="02010600030101010101" pitchFamily="2" charset="-122"/>
              </a:rPr>
              <a:t>6.22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中树的孩子兄弟链表。这种存储结构便于实现各种树的操作</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易于实现找节点孩子等的操作。</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pP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例如</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：若要访问节点</a:t>
            </a:r>
            <a:r>
              <a:rPr lang="en-US" altLang="zh-CN" sz="1800" dirty="0">
                <a:effectLst/>
                <a:latin typeface="Courier New" panose="02070309020205020404" pitchFamily="49" charset="0"/>
                <a:ea typeface="宋体" panose="02010600030101010101" pitchFamily="2" charset="-122"/>
              </a:rPr>
              <a:t>x</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的第</a:t>
            </a:r>
            <a:r>
              <a:rPr lang="en-US" altLang="zh-CN" sz="1800" dirty="0" err="1">
                <a:effectLst/>
                <a:latin typeface="Courier New" panose="02070309020205020404" pitchFamily="49"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个孩子，则只要先从</a:t>
            </a:r>
            <a:r>
              <a:rPr lang="en-US" altLang="zh-CN" sz="1800" dirty="0" err="1">
                <a:effectLst/>
                <a:latin typeface="Courier New" panose="02070309020205020404" pitchFamily="49" charset="0"/>
                <a:ea typeface="宋体" panose="02010600030101010101" pitchFamily="2" charset="-122"/>
              </a:rPr>
              <a:t>firstChild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域找到第</a:t>
            </a:r>
            <a:r>
              <a:rPr lang="en-US" altLang="zh-CN" sz="1800" dirty="0">
                <a:effectLst/>
                <a:latin typeface="Courier New" panose="02070309020205020404" pitchFamily="49"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个孩子节点，然后沿着孩子节点的</a:t>
            </a:r>
            <a:r>
              <a:rPr lang="en-US" altLang="zh-CN" sz="1800" dirty="0" err="1">
                <a:effectLst/>
                <a:latin typeface="Courier New" panose="02070309020205020404" pitchFamily="49" charset="0"/>
                <a:ea typeface="宋体" panose="02010600030101010101" pitchFamily="2" charset="-122"/>
              </a:rPr>
              <a:t>nextSib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域连续走</a:t>
            </a:r>
            <a:r>
              <a:rPr lang="en-US" altLang="zh-CN" sz="1800" dirty="0" err="1">
                <a:effectLst/>
                <a:latin typeface="Courier New" panose="02070309020205020404" pitchFamily="49" charset="0"/>
                <a:ea typeface="宋体" panose="02010600030101010101" pitchFamily="2" charset="-122"/>
              </a:rPr>
              <a:t>i</a:t>
            </a:r>
            <a:r>
              <a:rPr lang="en-US" altLang="zh-CN" sz="1800" dirty="0">
                <a:effectLst/>
                <a:latin typeface="Courier New" panose="02070309020205020404" pitchFamily="49" charset="0"/>
                <a:ea typeface="宋体" panose="02010600030101010101" pitchFamily="2" charset="-122"/>
              </a:rPr>
              <a:t>-1</a:t>
            </a:r>
            <a:r>
              <a:rPr lang="zh-CN" altLang="zh-CN" sz="1800" dirty="0">
                <a:effectLst/>
                <a:latin typeface="Courier New" panose="02070309020205020404" pitchFamily="49" charset="0"/>
                <a:ea typeface="宋体" panose="02010600030101010101" pitchFamily="2" charset="-122"/>
                <a:cs typeface="Courier New" panose="02070309020205020404" pitchFamily="49" charset="0"/>
              </a:rPr>
              <a:t>步，便可找到</a:t>
            </a:r>
            <a:r>
              <a:rPr lang="en-US" altLang="zh-CN" sz="1800" dirty="0">
                <a:effectLst/>
                <a:latin typeface="Courier New" panose="02070309020205020404" pitchFamily="49" charset="0"/>
                <a:ea typeface="宋体" panose="02010600030101010101" pitchFamily="2" charset="-122"/>
              </a:rPr>
              <a:t>x</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的第</a:t>
            </a:r>
            <a:r>
              <a:rPr lang="en-US" altLang="zh-CN" sz="1800" dirty="0" err="1">
                <a:effectLst/>
                <a:latin typeface="Courier New" panose="02070309020205020404" pitchFamily="49"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个孩子。</a:t>
            </a:r>
            <a:endParaRPr lang="zh-CN" altLang="en-US" dirty="0"/>
          </a:p>
        </p:txBody>
      </p:sp>
      <p:sp>
        <p:nvSpPr>
          <p:cNvPr id="13" name="文本框 12">
            <a:extLst>
              <a:ext uri="{FF2B5EF4-FFF2-40B4-BE49-F238E27FC236}">
                <a16:creationId xmlns:a16="http://schemas.microsoft.com/office/drawing/2014/main" id="{A2B1729D-BDE8-4DA4-539C-923E7DF5A865}"/>
              </a:ext>
            </a:extLst>
          </p:cNvPr>
          <p:cNvSpPr txBox="1"/>
          <p:nvPr/>
        </p:nvSpPr>
        <p:spPr>
          <a:xfrm>
            <a:off x="8306491" y="4920764"/>
            <a:ext cx="2985655" cy="1057725"/>
          </a:xfrm>
          <a:prstGeom prst="rect">
            <a:avLst/>
          </a:prstGeom>
          <a:solidFill>
            <a:srgbClr val="E7FFFF"/>
          </a:solidFill>
        </p:spPr>
        <p:txBody>
          <a:bodyPr wrap="square">
            <a:spAutoFit/>
          </a:bodyPr>
          <a:lstStyle/>
          <a:p>
            <a:pPr>
              <a:lnSpc>
                <a:spcPct val="120000"/>
              </a:lnSpc>
            </a:pP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当然，如果为每个节点增设一个</a:t>
            </a:r>
            <a:r>
              <a:rPr lang="en-US" altLang="zh-CN" sz="1800" b="1" dirty="0">
                <a:effectLst/>
                <a:latin typeface="Courier New" panose="02070309020205020404" pitchFamily="49" charset="0"/>
                <a:ea typeface="宋体" panose="02010600030101010101" pitchFamily="2" charset="-122"/>
              </a:rPr>
              <a:t>parent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域，则同样能方便地实现找双亲的操作。</a:t>
            </a:r>
            <a:endParaRPr lang="zh-CN" altLang="en-US" b="1" dirty="0"/>
          </a:p>
        </p:txBody>
      </p:sp>
    </p:spTree>
    <p:extLst>
      <p:ext uri="{BB962C8B-B14F-4D97-AF65-F5344CB8AC3E}">
        <p14:creationId xmlns:p14="http://schemas.microsoft.com/office/powerpoint/2010/main" val="244355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Effect transition="in" filter="wipe(up)">
                                      <p:cBhvr>
                                        <p:cTn id="14" dur="500"/>
                                        <p:tgtEl>
                                          <p:spTgt spid="1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1">
                                            <p:txEl>
                                              <p:pRg st="1" end="1"/>
                                            </p:txEl>
                                          </p:spTgt>
                                        </p:tgtEl>
                                        <p:attrNameLst>
                                          <p:attrName>style.visibility</p:attrName>
                                        </p:attrNameLst>
                                      </p:cBhvr>
                                      <p:to>
                                        <p:strVal val="visible"/>
                                      </p:to>
                                    </p:set>
                                    <p:animEffect transition="in" filter="wipe(up)">
                                      <p:cBhvr>
                                        <p:cTn id="26" dur="500"/>
                                        <p:tgtEl>
                                          <p:spTgt spid="11">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uiExpand="1" build="p"/>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5" name="直接箭头连接符 94">
            <a:extLst>
              <a:ext uri="{FF2B5EF4-FFF2-40B4-BE49-F238E27FC236}">
                <a16:creationId xmlns:a16="http://schemas.microsoft.com/office/drawing/2014/main" id="{9271E85A-D9EB-D77F-ABF4-6BF66FF1366E}"/>
              </a:ext>
            </a:extLst>
          </p:cNvPr>
          <p:cNvCxnSpPr>
            <a:endCxn id="10" idx="0"/>
          </p:cNvCxnSpPr>
          <p:nvPr/>
        </p:nvCxnSpPr>
        <p:spPr>
          <a:xfrm flipH="1">
            <a:off x="8729916" y="1639019"/>
            <a:ext cx="244964" cy="421989"/>
          </a:xfrm>
          <a:prstGeom prst="straightConnector1">
            <a:avLst/>
          </a:prstGeom>
          <a:ln>
            <a:solidFill>
              <a:srgbClr val="8E0000"/>
            </a:solidFill>
            <a:tailEnd type="triangle" w="med" len="lg"/>
          </a:ln>
        </p:spPr>
        <p:style>
          <a:lnRef idx="2">
            <a:schemeClr val="accent1"/>
          </a:lnRef>
          <a:fillRef idx="0">
            <a:schemeClr val="accent1"/>
          </a:fillRef>
          <a:effectRef idx="1">
            <a:schemeClr val="accent1"/>
          </a:effectRef>
          <a:fontRef idx="minor">
            <a:schemeClr val="tx1"/>
          </a:fontRef>
        </p:style>
      </p:cxnSp>
      <p:sp>
        <p:nvSpPr>
          <p:cNvPr id="2" name="灯片编号占位符 1">
            <a:extLst>
              <a:ext uri="{FF2B5EF4-FFF2-40B4-BE49-F238E27FC236}">
                <a16:creationId xmlns:a16="http://schemas.microsoft.com/office/drawing/2014/main" id="{FA617629-FBFC-EF0F-D765-B2E44183CF5E}"/>
              </a:ext>
            </a:extLst>
          </p:cNvPr>
          <p:cNvSpPr>
            <a:spLocks noGrp="1"/>
          </p:cNvSpPr>
          <p:nvPr>
            <p:ph type="sldNum" sz="quarter" idx="12"/>
          </p:nvPr>
        </p:nvSpPr>
        <p:spPr/>
        <p:txBody>
          <a:bodyPr/>
          <a:lstStyle/>
          <a:p>
            <a:fld id="{D7C0FE0B-717B-41AE-9FA2-CA4BF851D1C3}" type="slidenum">
              <a:rPr lang="zh-CN" altLang="en-US" smtClean="0"/>
              <a:t>38</a:t>
            </a:fld>
            <a:endParaRPr lang="zh-CN" altLang="en-US"/>
          </a:p>
        </p:txBody>
      </p:sp>
      <p:sp>
        <p:nvSpPr>
          <p:cNvPr id="4" name="文本框 3">
            <a:extLst>
              <a:ext uri="{FF2B5EF4-FFF2-40B4-BE49-F238E27FC236}">
                <a16:creationId xmlns:a16="http://schemas.microsoft.com/office/drawing/2014/main" id="{8FD75EF3-72C5-E189-7D8C-6AF328AE822F}"/>
              </a:ext>
            </a:extLst>
          </p:cNvPr>
          <p:cNvSpPr txBox="1"/>
          <p:nvPr/>
        </p:nvSpPr>
        <p:spPr>
          <a:xfrm>
            <a:off x="512501" y="1021742"/>
            <a:ext cx="6096000" cy="1025345"/>
          </a:xfrm>
          <a:prstGeom prst="rect">
            <a:avLst/>
          </a:prstGeom>
          <a:noFill/>
        </p:spPr>
        <p:txBody>
          <a:bodyPr wrap="square">
            <a:spAutoFit/>
          </a:bodyPr>
          <a:lstStyle/>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组建树</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6.17</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组建一棵根节点值为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且有</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子树的树。由于无法实现确定子树的数目，所以采用第</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章中</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维数组采用过的变长参数表，以获取</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棵子树的实参。</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6D8D51A7-F792-21EE-4D00-D2163EA15A8A}"/>
              </a:ext>
            </a:extLst>
          </p:cNvPr>
          <p:cNvSpPr txBox="1"/>
          <p:nvPr/>
        </p:nvSpPr>
        <p:spPr>
          <a:xfrm>
            <a:off x="345648" y="2497117"/>
            <a:ext cx="10540538" cy="4278094"/>
          </a:xfrm>
          <a:prstGeom prst="rect">
            <a:avLst/>
          </a:prstGeom>
          <a:noFill/>
        </p:spPr>
        <p:txBody>
          <a:bodyPr wrap="square">
            <a:spAutoFit/>
          </a:bodyPr>
          <a:lstStyle/>
          <a:p>
            <a:pPr marL="108000" algn="just">
              <a:spcBef>
                <a:spcPts val="600"/>
              </a:spcBef>
            </a:pP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MakeTree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TElemType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等线" panose="02010600030101010101" pitchFamily="2" charset="-122"/>
                <a:ea typeface="黑体" panose="02010609060101010101" pitchFamily="49" charset="-122"/>
                <a:cs typeface="Courier New" panose="02070309020205020404" pitchFamily="49" charset="0"/>
              </a:rPr>
              <a:t>算法 </a:t>
            </a:r>
            <a:r>
              <a:rPr lang="en-US" altLang="zh-CN" sz="1600" kern="100" dirty="0">
                <a:solidFill>
                  <a:schemeClr val="accent6">
                    <a:lumMod val="75000"/>
                  </a:schemeClr>
                </a:solidFill>
                <a:latin typeface="等线" panose="02010600030101010101" pitchFamily="2" charset="-122"/>
                <a:ea typeface="黑体" panose="02010609060101010101" pitchFamily="49" charset="-122"/>
                <a:cs typeface="Courier New" panose="02070309020205020404" pitchFamily="49" charset="0"/>
              </a:rPr>
              <a:t> 6.17</a:t>
            </a:r>
            <a:endParaRPr lang="zh-CN" altLang="zh-CN" sz="16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组建根节点</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棵子树的树，变长参数为</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T, pi;</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va_list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argptr</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argptr</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是存放变长参数表信息的数组</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va_list</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用</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void*</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代替</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(T =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CSNode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(OVERFLOW);</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T-&gt;data = e;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根节点的值为</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endPar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 T-&gt;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 NULL;</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(n&lt;=0)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若无子树，则返回仅含根节点的单节点树</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va_start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argptr</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令</a:t>
            </a:r>
            <a:r>
              <a:rPr lang="en-US" altLang="zh-CN" sz="1600"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argptr</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指向参数</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后的第一个实参（第</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棵子树根指针）</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 pi =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va_arg</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argptr</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取第</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棵子树实参并转换为</a:t>
            </a:r>
            <a:r>
              <a:rPr lang="en-US" altLang="zh-CN" sz="1600"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CSTree</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类型</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=1;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&lt;n;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将</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棵树作为根节点的子树插入</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pi-&gt;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va_arg</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argptr</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取下一棵子树实参并转换为</a:t>
            </a:r>
            <a:r>
              <a:rPr lang="en-US" altLang="zh-CN" sz="1600"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CSTree</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类型</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pi = pi-&gt;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va_end</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argptr</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取实参结束</a:t>
            </a:r>
          </a:p>
          <a:p>
            <a:pPr marL="108000"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返回组建的树</a:t>
            </a:r>
          </a:p>
          <a:p>
            <a:pPr marL="10800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12A3BC1C-A716-23F4-7BB1-3F41921B85E4}"/>
              </a:ext>
            </a:extLst>
          </p:cNvPr>
          <p:cNvSpPr txBox="1"/>
          <p:nvPr/>
        </p:nvSpPr>
        <p:spPr>
          <a:xfrm>
            <a:off x="1313411" y="264901"/>
            <a:ext cx="2294313" cy="461665"/>
          </a:xfrm>
          <a:prstGeom prst="rect">
            <a:avLst/>
          </a:prstGeom>
          <a:noFill/>
        </p:spPr>
        <p:txBody>
          <a:bodyPr wrap="square">
            <a:spAutoFit/>
          </a:bodyPr>
          <a:lstStyle/>
          <a:p>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树的</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基本操作</a:t>
            </a:r>
            <a:endParaRPr lang="zh-CN" altLang="en-US" sz="2400" b="1" dirty="0">
              <a:solidFill>
                <a:srgbClr val="C00000"/>
              </a:solidFill>
              <a:effectLst>
                <a:outerShdw blurRad="38100" dist="38100" dir="2700000" algn="tl">
                  <a:srgbClr val="000000">
                    <a:alpha val="43137"/>
                  </a:srgbClr>
                </a:outerShdw>
              </a:effectLst>
            </a:endParaRPr>
          </a:p>
        </p:txBody>
      </p:sp>
      <p:grpSp>
        <p:nvGrpSpPr>
          <p:cNvPr id="43" name="组合 42">
            <a:extLst>
              <a:ext uri="{FF2B5EF4-FFF2-40B4-BE49-F238E27FC236}">
                <a16:creationId xmlns:a16="http://schemas.microsoft.com/office/drawing/2014/main" id="{728D7C13-E535-4A39-23A5-ED90F39A157D}"/>
              </a:ext>
            </a:extLst>
          </p:cNvPr>
          <p:cNvGrpSpPr/>
          <p:nvPr/>
        </p:nvGrpSpPr>
        <p:grpSpPr>
          <a:xfrm>
            <a:off x="8135673" y="1724350"/>
            <a:ext cx="684243" cy="1179114"/>
            <a:chOff x="7712221" y="1295500"/>
            <a:chExt cx="684243" cy="1179114"/>
          </a:xfrm>
        </p:grpSpPr>
        <p:cxnSp>
          <p:nvCxnSpPr>
            <p:cNvPr id="40" name="直接箭头连接符 39">
              <a:extLst>
                <a:ext uri="{FF2B5EF4-FFF2-40B4-BE49-F238E27FC236}">
                  <a16:creationId xmlns:a16="http://schemas.microsoft.com/office/drawing/2014/main" id="{0AA30EEB-7B17-A5A6-3DE5-1E045A4BBB25}"/>
                </a:ext>
              </a:extLst>
            </p:cNvPr>
            <p:cNvCxnSpPr>
              <a:cxnSpLocks/>
              <a:stCxn id="10" idx="7"/>
              <a:endCxn id="9"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22" name="组合 21">
              <a:extLst>
                <a:ext uri="{FF2B5EF4-FFF2-40B4-BE49-F238E27FC236}">
                  <a16:creationId xmlns:a16="http://schemas.microsoft.com/office/drawing/2014/main" id="{E916694D-EA0D-316C-0BFE-A0F98946B219}"/>
                </a:ext>
              </a:extLst>
            </p:cNvPr>
            <p:cNvGrpSpPr/>
            <p:nvPr/>
          </p:nvGrpSpPr>
          <p:grpSpPr>
            <a:xfrm>
              <a:off x="7712221" y="1295500"/>
              <a:ext cx="684243" cy="1179114"/>
              <a:chOff x="7699449" y="1308743"/>
              <a:chExt cx="684243" cy="1179114"/>
            </a:xfrm>
          </p:grpSpPr>
          <p:grpSp>
            <p:nvGrpSpPr>
              <p:cNvPr id="11" name="组合 10">
                <a:extLst>
                  <a:ext uri="{FF2B5EF4-FFF2-40B4-BE49-F238E27FC236}">
                    <a16:creationId xmlns:a16="http://schemas.microsoft.com/office/drawing/2014/main" id="{FD0B7126-6FF4-D798-7E64-4290202E2043}"/>
                  </a:ext>
                </a:extLst>
              </p:cNvPr>
              <p:cNvGrpSpPr/>
              <p:nvPr/>
            </p:nvGrpSpPr>
            <p:grpSpPr>
              <a:xfrm>
                <a:off x="7901108" y="1645401"/>
                <a:ext cx="482584" cy="842456"/>
                <a:chOff x="7901108" y="1645401"/>
                <a:chExt cx="482584" cy="842456"/>
              </a:xfrm>
            </p:grpSpPr>
            <p:sp>
              <p:nvSpPr>
                <p:cNvPr id="9" name="梯形 8">
                  <a:extLst>
                    <a:ext uri="{FF2B5EF4-FFF2-40B4-BE49-F238E27FC236}">
                      <a16:creationId xmlns:a16="http://schemas.microsoft.com/office/drawing/2014/main" id="{9964561C-7FAC-C8F6-9C76-08F8701DDD94}"/>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9938F293-84FC-9638-52AC-E62968007DBB}"/>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AAC9ABCF-E08F-649D-9F8A-AC9FEABCCB73}"/>
                  </a:ext>
                </a:extLst>
              </p:cNvPr>
              <p:cNvGrpSpPr/>
              <p:nvPr/>
            </p:nvGrpSpPr>
            <p:grpSpPr>
              <a:xfrm>
                <a:off x="7699449" y="1308743"/>
                <a:ext cx="530603" cy="400110"/>
                <a:chOff x="7699449" y="1308743"/>
                <a:chExt cx="530603" cy="400110"/>
              </a:xfrm>
            </p:grpSpPr>
            <p:sp>
              <p:nvSpPr>
                <p:cNvPr id="18" name="文本框 17">
                  <a:extLst>
                    <a:ext uri="{FF2B5EF4-FFF2-40B4-BE49-F238E27FC236}">
                      <a16:creationId xmlns:a16="http://schemas.microsoft.com/office/drawing/2014/main" id="{39522F9E-F48F-9A58-CEA2-06521210F3A7}"/>
                    </a:ext>
                  </a:extLst>
                </p:cNvPr>
                <p:cNvSpPr txBox="1"/>
                <p:nvPr/>
              </p:nvSpPr>
              <p:spPr>
                <a:xfrm>
                  <a:off x="7699449" y="1308743"/>
                  <a:ext cx="492443" cy="400110"/>
                </a:xfrm>
                <a:prstGeom prst="rect">
                  <a:avLst/>
                </a:prstGeom>
                <a:noFill/>
              </p:spPr>
              <p:txBody>
                <a:bodyPr wrap="none" rtlCol="0">
                  <a:spAutoFit/>
                </a:bodyPr>
                <a:lstStyle/>
                <a:p>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T1</a:t>
                  </a:r>
                  <a:endParaRPr lang="zh-CN" altLang="en-US" sz="20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20" name="直接箭头连接符 19">
                  <a:extLst>
                    <a:ext uri="{FF2B5EF4-FFF2-40B4-BE49-F238E27FC236}">
                      <a16:creationId xmlns:a16="http://schemas.microsoft.com/office/drawing/2014/main" id="{90826136-5C53-A516-E876-7ECDE2C97BC6}"/>
                    </a:ext>
                  </a:extLst>
                </p:cNvPr>
                <p:cNvCxnSpPr>
                  <a:endCxn id="10" idx="1"/>
                </p:cNvCxnSpPr>
                <p:nvPr/>
              </p:nvCxnSpPr>
              <p:spPr>
                <a:xfrm>
                  <a:off x="8081772" y="1509076"/>
                  <a:ext cx="148280" cy="162685"/>
                </a:xfrm>
                <a:prstGeom prst="straightConnector1">
                  <a:avLst/>
                </a:prstGeom>
                <a:ln>
                  <a:solidFill>
                    <a:srgbClr val="041ABC"/>
                  </a:solidFill>
                  <a:tailEnd type="triangle" w="med" len="lg"/>
                </a:ln>
              </p:spPr>
              <p:style>
                <a:lnRef idx="2">
                  <a:schemeClr val="accent1"/>
                </a:lnRef>
                <a:fillRef idx="0">
                  <a:schemeClr val="accent1"/>
                </a:fillRef>
                <a:effectRef idx="1">
                  <a:schemeClr val="accent1"/>
                </a:effectRef>
                <a:fontRef idx="minor">
                  <a:schemeClr val="tx1"/>
                </a:fontRef>
              </p:style>
            </p:cxnSp>
          </p:grpSp>
        </p:grpSp>
      </p:grpSp>
      <p:sp>
        <p:nvSpPr>
          <p:cNvPr id="38" name="椭圆 37">
            <a:extLst>
              <a:ext uri="{FF2B5EF4-FFF2-40B4-BE49-F238E27FC236}">
                <a16:creationId xmlns:a16="http://schemas.microsoft.com/office/drawing/2014/main" id="{8CFE2CB2-108E-FD91-39E0-A536E795AF86}"/>
              </a:ext>
            </a:extLst>
          </p:cNvPr>
          <p:cNvSpPr/>
          <p:nvPr/>
        </p:nvSpPr>
        <p:spPr>
          <a:xfrm>
            <a:off x="8794880" y="1392954"/>
            <a:ext cx="360000" cy="36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02C7F5A2-8173-1A5D-3CD8-042B34B54D5A}"/>
              </a:ext>
            </a:extLst>
          </p:cNvPr>
          <p:cNvGrpSpPr/>
          <p:nvPr/>
        </p:nvGrpSpPr>
        <p:grpSpPr>
          <a:xfrm>
            <a:off x="8986680" y="1724350"/>
            <a:ext cx="684243" cy="1179114"/>
            <a:chOff x="7712221" y="1295500"/>
            <a:chExt cx="684243" cy="1179114"/>
          </a:xfrm>
        </p:grpSpPr>
        <p:cxnSp>
          <p:nvCxnSpPr>
            <p:cNvPr id="45" name="直接箭头连接符 44">
              <a:extLst>
                <a:ext uri="{FF2B5EF4-FFF2-40B4-BE49-F238E27FC236}">
                  <a16:creationId xmlns:a16="http://schemas.microsoft.com/office/drawing/2014/main" id="{16FD94D8-E11D-4B88-43AA-118A4399E400}"/>
                </a:ext>
              </a:extLst>
            </p:cNvPr>
            <p:cNvCxnSpPr>
              <a:cxnSpLocks/>
              <a:stCxn id="52" idx="7"/>
              <a:endCxn id="51"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46" name="组合 45">
              <a:extLst>
                <a:ext uri="{FF2B5EF4-FFF2-40B4-BE49-F238E27FC236}">
                  <a16:creationId xmlns:a16="http://schemas.microsoft.com/office/drawing/2014/main" id="{A5A8004C-4D5D-B8A8-72A6-AE7AF68AE11A}"/>
                </a:ext>
              </a:extLst>
            </p:cNvPr>
            <p:cNvGrpSpPr/>
            <p:nvPr/>
          </p:nvGrpSpPr>
          <p:grpSpPr>
            <a:xfrm>
              <a:off x="7712221" y="1295500"/>
              <a:ext cx="684243" cy="1179114"/>
              <a:chOff x="7699449" y="1308743"/>
              <a:chExt cx="684243" cy="1179114"/>
            </a:xfrm>
          </p:grpSpPr>
          <p:grpSp>
            <p:nvGrpSpPr>
              <p:cNvPr id="47" name="组合 46">
                <a:extLst>
                  <a:ext uri="{FF2B5EF4-FFF2-40B4-BE49-F238E27FC236}">
                    <a16:creationId xmlns:a16="http://schemas.microsoft.com/office/drawing/2014/main" id="{C4472F2D-40F2-4E2E-65AD-5501F584D997}"/>
                  </a:ext>
                </a:extLst>
              </p:cNvPr>
              <p:cNvGrpSpPr/>
              <p:nvPr/>
            </p:nvGrpSpPr>
            <p:grpSpPr>
              <a:xfrm>
                <a:off x="7901108" y="1645401"/>
                <a:ext cx="482584" cy="842456"/>
                <a:chOff x="7901108" y="1645401"/>
                <a:chExt cx="482584" cy="842456"/>
              </a:xfrm>
            </p:grpSpPr>
            <p:sp>
              <p:nvSpPr>
                <p:cNvPr id="51" name="梯形 50">
                  <a:extLst>
                    <a:ext uri="{FF2B5EF4-FFF2-40B4-BE49-F238E27FC236}">
                      <a16:creationId xmlns:a16="http://schemas.microsoft.com/office/drawing/2014/main" id="{48EE3AC4-CE31-FBDB-A912-A77861DFBD66}"/>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898A3119-F297-C6D0-C467-CEB524FDF832}"/>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0C4ED80F-2C74-37A2-263D-3FAFBB5C29C1}"/>
                  </a:ext>
                </a:extLst>
              </p:cNvPr>
              <p:cNvGrpSpPr/>
              <p:nvPr/>
            </p:nvGrpSpPr>
            <p:grpSpPr>
              <a:xfrm>
                <a:off x="7699449" y="1308743"/>
                <a:ext cx="530603" cy="400110"/>
                <a:chOff x="7699449" y="1308743"/>
                <a:chExt cx="530603" cy="400110"/>
              </a:xfrm>
            </p:grpSpPr>
            <p:sp>
              <p:nvSpPr>
                <p:cNvPr id="49" name="文本框 48">
                  <a:extLst>
                    <a:ext uri="{FF2B5EF4-FFF2-40B4-BE49-F238E27FC236}">
                      <a16:creationId xmlns:a16="http://schemas.microsoft.com/office/drawing/2014/main" id="{D332850C-DCAA-D9F6-C5C9-F27FD3A25C0E}"/>
                    </a:ext>
                  </a:extLst>
                </p:cNvPr>
                <p:cNvSpPr txBox="1"/>
                <p:nvPr/>
              </p:nvSpPr>
              <p:spPr>
                <a:xfrm>
                  <a:off x="7699449" y="1308743"/>
                  <a:ext cx="492443" cy="400110"/>
                </a:xfrm>
                <a:prstGeom prst="rect">
                  <a:avLst/>
                </a:prstGeom>
                <a:noFill/>
              </p:spPr>
              <p:txBody>
                <a:bodyPr wrap="none" rtlCol="0">
                  <a:spAutoFit/>
                </a:bodyPr>
                <a:lstStyle/>
                <a:p>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T2</a:t>
                  </a:r>
                  <a:endParaRPr lang="zh-CN" altLang="en-US" sz="20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50" name="直接箭头连接符 49">
                  <a:extLst>
                    <a:ext uri="{FF2B5EF4-FFF2-40B4-BE49-F238E27FC236}">
                      <a16:creationId xmlns:a16="http://schemas.microsoft.com/office/drawing/2014/main" id="{B6FAD693-096C-088F-624F-149D35C6D597}"/>
                    </a:ext>
                  </a:extLst>
                </p:cNvPr>
                <p:cNvCxnSpPr>
                  <a:endCxn id="52" idx="1"/>
                </p:cNvCxnSpPr>
                <p:nvPr/>
              </p:nvCxnSpPr>
              <p:spPr>
                <a:xfrm>
                  <a:off x="8081772" y="1509076"/>
                  <a:ext cx="148280" cy="162685"/>
                </a:xfrm>
                <a:prstGeom prst="straightConnector1">
                  <a:avLst/>
                </a:prstGeom>
                <a:ln>
                  <a:solidFill>
                    <a:srgbClr val="041ABC"/>
                  </a:solidFill>
                  <a:tailEnd type="triangle" w="med" len="lg"/>
                </a:ln>
              </p:spPr>
              <p:style>
                <a:lnRef idx="2">
                  <a:schemeClr val="accent1"/>
                </a:lnRef>
                <a:fillRef idx="0">
                  <a:schemeClr val="accent1"/>
                </a:fillRef>
                <a:effectRef idx="1">
                  <a:schemeClr val="accent1"/>
                </a:effectRef>
                <a:fontRef idx="minor">
                  <a:schemeClr val="tx1"/>
                </a:fontRef>
              </p:style>
            </p:cxnSp>
          </p:grpSp>
        </p:grpSp>
      </p:grpSp>
      <p:grpSp>
        <p:nvGrpSpPr>
          <p:cNvPr id="53" name="组合 52">
            <a:extLst>
              <a:ext uri="{FF2B5EF4-FFF2-40B4-BE49-F238E27FC236}">
                <a16:creationId xmlns:a16="http://schemas.microsoft.com/office/drawing/2014/main" id="{728D7C13-E535-4A39-23A5-ED90F39A157D}"/>
              </a:ext>
            </a:extLst>
          </p:cNvPr>
          <p:cNvGrpSpPr/>
          <p:nvPr/>
        </p:nvGrpSpPr>
        <p:grpSpPr>
          <a:xfrm>
            <a:off x="9833878" y="1724350"/>
            <a:ext cx="684243" cy="1179114"/>
            <a:chOff x="7712221" y="1295500"/>
            <a:chExt cx="684243" cy="1179114"/>
          </a:xfrm>
        </p:grpSpPr>
        <p:cxnSp>
          <p:nvCxnSpPr>
            <p:cNvPr id="54" name="直接箭头连接符 53">
              <a:extLst>
                <a:ext uri="{FF2B5EF4-FFF2-40B4-BE49-F238E27FC236}">
                  <a16:creationId xmlns:a16="http://schemas.microsoft.com/office/drawing/2014/main" id="{0AA30EEB-7B17-A5A6-3DE5-1E045A4BBB25}"/>
                </a:ext>
              </a:extLst>
            </p:cNvPr>
            <p:cNvCxnSpPr>
              <a:cxnSpLocks/>
              <a:stCxn id="61" idx="7"/>
              <a:endCxn id="60"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55" name="组合 54">
              <a:extLst>
                <a:ext uri="{FF2B5EF4-FFF2-40B4-BE49-F238E27FC236}">
                  <a16:creationId xmlns:a16="http://schemas.microsoft.com/office/drawing/2014/main" id="{E916694D-EA0D-316C-0BFE-A0F98946B219}"/>
                </a:ext>
              </a:extLst>
            </p:cNvPr>
            <p:cNvGrpSpPr/>
            <p:nvPr/>
          </p:nvGrpSpPr>
          <p:grpSpPr>
            <a:xfrm>
              <a:off x="7712221" y="1295500"/>
              <a:ext cx="684243" cy="1179114"/>
              <a:chOff x="7699449" y="1308743"/>
              <a:chExt cx="684243" cy="1179114"/>
            </a:xfrm>
          </p:grpSpPr>
          <p:grpSp>
            <p:nvGrpSpPr>
              <p:cNvPr id="56" name="组合 55">
                <a:extLst>
                  <a:ext uri="{FF2B5EF4-FFF2-40B4-BE49-F238E27FC236}">
                    <a16:creationId xmlns:a16="http://schemas.microsoft.com/office/drawing/2014/main" id="{FD0B7126-6FF4-D798-7E64-4290202E2043}"/>
                  </a:ext>
                </a:extLst>
              </p:cNvPr>
              <p:cNvGrpSpPr/>
              <p:nvPr/>
            </p:nvGrpSpPr>
            <p:grpSpPr>
              <a:xfrm>
                <a:off x="7901108" y="1645401"/>
                <a:ext cx="482584" cy="842456"/>
                <a:chOff x="7901108" y="1645401"/>
                <a:chExt cx="482584" cy="842456"/>
              </a:xfrm>
            </p:grpSpPr>
            <p:sp>
              <p:nvSpPr>
                <p:cNvPr id="60" name="梯形 59">
                  <a:extLst>
                    <a:ext uri="{FF2B5EF4-FFF2-40B4-BE49-F238E27FC236}">
                      <a16:creationId xmlns:a16="http://schemas.microsoft.com/office/drawing/2014/main" id="{9964561C-7FAC-C8F6-9C76-08F8701DDD94}"/>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1" name="椭圆 60">
                  <a:extLst>
                    <a:ext uri="{FF2B5EF4-FFF2-40B4-BE49-F238E27FC236}">
                      <a16:creationId xmlns:a16="http://schemas.microsoft.com/office/drawing/2014/main" id="{9938F293-84FC-9638-52AC-E62968007DBB}"/>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7" name="组合 56">
                <a:extLst>
                  <a:ext uri="{FF2B5EF4-FFF2-40B4-BE49-F238E27FC236}">
                    <a16:creationId xmlns:a16="http://schemas.microsoft.com/office/drawing/2014/main" id="{AAC9ABCF-E08F-649D-9F8A-AC9FEABCCB73}"/>
                  </a:ext>
                </a:extLst>
              </p:cNvPr>
              <p:cNvGrpSpPr/>
              <p:nvPr/>
            </p:nvGrpSpPr>
            <p:grpSpPr>
              <a:xfrm>
                <a:off x="7699449" y="1308743"/>
                <a:ext cx="530603" cy="400110"/>
                <a:chOff x="7699449" y="1308743"/>
                <a:chExt cx="530603" cy="400110"/>
              </a:xfrm>
            </p:grpSpPr>
            <p:sp>
              <p:nvSpPr>
                <p:cNvPr id="58" name="文本框 17">
                  <a:extLst>
                    <a:ext uri="{FF2B5EF4-FFF2-40B4-BE49-F238E27FC236}">
                      <a16:creationId xmlns:a16="http://schemas.microsoft.com/office/drawing/2014/main" id="{39522F9E-F48F-9A58-CEA2-06521210F3A7}"/>
                    </a:ext>
                  </a:extLst>
                </p:cNvPr>
                <p:cNvSpPr txBox="1"/>
                <p:nvPr/>
              </p:nvSpPr>
              <p:spPr>
                <a:xfrm>
                  <a:off x="7699449" y="1308743"/>
                  <a:ext cx="492443"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T3</a:t>
                  </a:r>
                  <a:endParaRPr lang="zh-CN" altLang="en-US" sz="20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59" name="直接箭头连接符 58">
                  <a:extLst>
                    <a:ext uri="{FF2B5EF4-FFF2-40B4-BE49-F238E27FC236}">
                      <a16:creationId xmlns:a16="http://schemas.microsoft.com/office/drawing/2014/main" id="{90826136-5C53-A516-E876-7ECDE2C97BC6}"/>
                    </a:ext>
                  </a:extLst>
                </p:cNvPr>
                <p:cNvCxnSpPr>
                  <a:endCxn id="61" idx="1"/>
                </p:cNvCxnSpPr>
                <p:nvPr/>
              </p:nvCxnSpPr>
              <p:spPr>
                <a:xfrm>
                  <a:off x="8081772" y="1509076"/>
                  <a:ext cx="148280" cy="162685"/>
                </a:xfrm>
                <a:prstGeom prst="straightConnector1">
                  <a:avLst/>
                </a:prstGeom>
                <a:ln>
                  <a:solidFill>
                    <a:srgbClr val="041ABC"/>
                  </a:solidFill>
                  <a:tailEnd type="triangle" w="med" len="lg"/>
                </a:ln>
              </p:spPr>
              <p:style>
                <a:lnRef idx="2">
                  <a:schemeClr val="accent1"/>
                </a:lnRef>
                <a:fillRef idx="0">
                  <a:schemeClr val="accent1"/>
                </a:fillRef>
                <a:effectRef idx="1">
                  <a:schemeClr val="accent1"/>
                </a:effectRef>
                <a:fontRef idx="minor">
                  <a:schemeClr val="tx1"/>
                </a:fontRef>
              </p:style>
            </p:cxnSp>
          </p:grpSp>
        </p:grpSp>
      </p:grpSp>
      <p:sp>
        <p:nvSpPr>
          <p:cNvPr id="68" name="文本框 67">
            <a:extLst>
              <a:ext uri="{FF2B5EF4-FFF2-40B4-BE49-F238E27FC236}">
                <a16:creationId xmlns:a16="http://schemas.microsoft.com/office/drawing/2014/main" id="{1A91228A-2F92-F041-3369-A6AB7E493CE3}"/>
              </a:ext>
            </a:extLst>
          </p:cNvPr>
          <p:cNvSpPr txBox="1"/>
          <p:nvPr/>
        </p:nvSpPr>
        <p:spPr>
          <a:xfrm>
            <a:off x="4951562" y="339580"/>
            <a:ext cx="6797399" cy="707886"/>
          </a:xfrm>
          <a:prstGeom prst="rect">
            <a:avLst/>
          </a:prstGeom>
          <a:noFill/>
        </p:spPr>
        <p:txBody>
          <a:bodyPr wrap="square">
            <a:spAutoFit/>
          </a:bodyPr>
          <a:lstStyle/>
          <a:p>
            <a:r>
              <a:rPr lang="zh-CN" altLang="en-US" sz="2000" kern="100" dirty="0">
                <a:solidFill>
                  <a:srgbClr val="0070C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执行</a:t>
            </a:r>
            <a:r>
              <a:rPr lang="zh-CN" altLang="en-US" sz="2000" kern="100" dirty="0">
                <a:latin typeface="Courier New" panose="02070309020205020404" pitchFamily="49" charset="0"/>
                <a:ea typeface="宋体" panose="02010600030101010101" pitchFamily="2" charset="-122"/>
                <a:cs typeface="Times New Roman" panose="02020603050405020304" pitchFamily="18" charset="0"/>
              </a:rPr>
              <a:t>：</a:t>
            </a:r>
            <a:endPar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endParaRPr>
          </a:p>
          <a:p>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new</a:t>
            </a:r>
            <a:r>
              <a:rPr lang="en-US" altLang="zh-CN" sz="2000" b="1" kern="100" dirty="0" err="1">
                <a:solidFill>
                  <a:srgbClr val="C00000"/>
                </a:solidFill>
                <a:latin typeface="Courier New" panose="02070309020205020404" pitchFamily="49" charset="0"/>
                <a:cs typeface="Times New Roman" panose="02020603050405020304" pitchFamily="18" charset="0"/>
              </a:rPr>
              <a:t>T</a:t>
            </a:r>
            <a:r>
              <a:rPr lang="en-US" altLang="zh-CN" sz="2000" b="1" kern="100" dirty="0">
                <a:latin typeface="Courier New" panose="02070309020205020404" pitchFamily="49" charset="0"/>
                <a:cs typeface="Times New Roman" panose="02020603050405020304" pitchFamily="18" charset="0"/>
              </a:rPr>
              <a:t> = </a:t>
            </a:r>
            <a:r>
              <a:rPr lang="en-US" altLang="zh-CN" sz="2000" b="1" kern="100" dirty="0" err="1">
                <a:latin typeface="Courier New" panose="02070309020205020404" pitchFamily="49" charset="0"/>
                <a:cs typeface="Times New Roman" panose="02020603050405020304" pitchFamily="18" charset="0"/>
              </a:rPr>
              <a:t>MakeTree</a:t>
            </a:r>
            <a:r>
              <a:rPr lang="en-US" altLang="zh-CN" sz="2000" b="1" kern="100" dirty="0">
                <a:latin typeface="Courier New" panose="02070309020205020404" pitchFamily="49" charset="0"/>
                <a:cs typeface="Times New Roman" panose="02020603050405020304" pitchFamily="18" charset="0"/>
              </a:rPr>
              <a:t>(</a:t>
            </a:r>
            <a:r>
              <a:rPr lang="en-US" altLang="zh-CN" sz="2000" b="1" dirty="0">
                <a:solidFill>
                  <a:srgbClr val="C00000"/>
                </a:solidFill>
                <a:latin typeface="Courier New" panose="02070309020205020404" pitchFamily="49" charset="0"/>
                <a:cs typeface="Courier New" panose="02070309020205020404" pitchFamily="49" charset="0"/>
              </a:rPr>
              <a:t>‘X’, 3, </a:t>
            </a:r>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T1</a:t>
            </a:r>
            <a:r>
              <a:rPr lang="en-US" altLang="zh-CN" sz="20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T2</a:t>
            </a:r>
            <a:r>
              <a:rPr lang="en-US" altLang="zh-CN" sz="20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T3</a:t>
            </a:r>
            <a:r>
              <a:rPr lang="en-US" altLang="zh-CN" sz="2000" b="1" dirty="0">
                <a:solidFill>
                  <a:srgbClr val="C00000"/>
                </a:solidFill>
                <a:latin typeface="Courier New" panose="02070309020205020404" pitchFamily="49" charset="0"/>
                <a:cs typeface="Courier New" panose="02070309020205020404" pitchFamily="49" charset="0"/>
              </a:rPr>
              <a:t>);</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73" name="组合 72">
            <a:extLst>
              <a:ext uri="{FF2B5EF4-FFF2-40B4-BE49-F238E27FC236}">
                <a16:creationId xmlns:a16="http://schemas.microsoft.com/office/drawing/2014/main" id="{55397BC6-DF5C-BD99-ABCE-C021BECED697}"/>
              </a:ext>
            </a:extLst>
          </p:cNvPr>
          <p:cNvGrpSpPr/>
          <p:nvPr/>
        </p:nvGrpSpPr>
        <p:grpSpPr>
          <a:xfrm>
            <a:off x="8350261" y="1125805"/>
            <a:ext cx="497340" cy="400110"/>
            <a:chOff x="8350261" y="1125805"/>
            <a:chExt cx="497340" cy="400110"/>
          </a:xfrm>
        </p:grpSpPr>
        <p:sp>
          <p:nvSpPr>
            <p:cNvPr id="70" name="文本框 69">
              <a:extLst>
                <a:ext uri="{FF2B5EF4-FFF2-40B4-BE49-F238E27FC236}">
                  <a16:creationId xmlns:a16="http://schemas.microsoft.com/office/drawing/2014/main" id="{E2055B42-E649-D8B2-817E-62B2EFB7C316}"/>
                </a:ext>
              </a:extLst>
            </p:cNvPr>
            <p:cNvSpPr txBox="1"/>
            <p:nvPr/>
          </p:nvSpPr>
          <p:spPr>
            <a:xfrm>
              <a:off x="8350261" y="1125805"/>
              <a:ext cx="419819" cy="400110"/>
            </a:xfrm>
            <a:prstGeom prst="rect">
              <a:avLst/>
            </a:prstGeom>
            <a:noFill/>
          </p:spPr>
          <p:txBody>
            <a:bodyPr wrap="square">
              <a:spAutoFit/>
            </a:bodyPr>
            <a:lstStyle/>
            <a:p>
              <a:r>
                <a:rPr lang="en-US" altLang="zh-CN" sz="2000" b="1" kern="100" dirty="0">
                  <a:latin typeface="Courier New" panose="02070309020205020404" pitchFamily="49" charset="0"/>
                  <a:cs typeface="Times New Roman" panose="02020603050405020304" pitchFamily="18" charset="0"/>
                </a:rPr>
                <a:t>T</a:t>
              </a:r>
              <a:endParaRPr lang="zh-CN" altLang="en-US" sz="2000" dirty="0"/>
            </a:p>
          </p:txBody>
        </p:sp>
        <p:cxnSp>
          <p:nvCxnSpPr>
            <p:cNvPr id="72" name="直接箭头连接符 71">
              <a:extLst>
                <a:ext uri="{FF2B5EF4-FFF2-40B4-BE49-F238E27FC236}">
                  <a16:creationId xmlns:a16="http://schemas.microsoft.com/office/drawing/2014/main" id="{4B9A2ACF-CD9B-1D46-ECDF-C6FCEAAE38ED}"/>
                </a:ext>
              </a:extLst>
            </p:cNvPr>
            <p:cNvCxnSpPr>
              <a:endCxn id="38" idx="1"/>
            </p:cNvCxnSpPr>
            <p:nvPr/>
          </p:nvCxnSpPr>
          <p:spPr>
            <a:xfrm>
              <a:off x="8592136" y="1351472"/>
              <a:ext cx="255465" cy="94203"/>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cxnSp>
        <p:nvCxnSpPr>
          <p:cNvPr id="75" name="直接连接符 74">
            <a:extLst>
              <a:ext uri="{FF2B5EF4-FFF2-40B4-BE49-F238E27FC236}">
                <a16:creationId xmlns:a16="http://schemas.microsoft.com/office/drawing/2014/main" id="{0A403CCC-6548-9340-3933-2C3D60CDFF19}"/>
              </a:ext>
            </a:extLst>
          </p:cNvPr>
          <p:cNvCxnSpPr/>
          <p:nvPr/>
        </p:nvCxnSpPr>
        <p:spPr>
          <a:xfrm>
            <a:off x="897147" y="3749615"/>
            <a:ext cx="515859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6" name="直接连接符 75">
            <a:extLst>
              <a:ext uri="{FF2B5EF4-FFF2-40B4-BE49-F238E27FC236}">
                <a16:creationId xmlns:a16="http://schemas.microsoft.com/office/drawing/2014/main" id="{B4B5491B-EB33-EC80-4C9F-DDC656751BE1}"/>
              </a:ext>
            </a:extLst>
          </p:cNvPr>
          <p:cNvCxnSpPr>
            <a:cxnSpLocks/>
          </p:cNvCxnSpPr>
          <p:nvPr/>
        </p:nvCxnSpPr>
        <p:spPr>
          <a:xfrm>
            <a:off x="897147" y="3999781"/>
            <a:ext cx="163901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79" name="文本框 78">
            <a:extLst>
              <a:ext uri="{FF2B5EF4-FFF2-40B4-BE49-F238E27FC236}">
                <a16:creationId xmlns:a16="http://schemas.microsoft.com/office/drawing/2014/main" id="{232ABD7D-87DF-D9EF-FC8F-FAD65CADEBD7}"/>
              </a:ext>
            </a:extLst>
          </p:cNvPr>
          <p:cNvSpPr txBox="1"/>
          <p:nvPr/>
        </p:nvSpPr>
        <p:spPr>
          <a:xfrm>
            <a:off x="8810809" y="1372899"/>
            <a:ext cx="350808" cy="400110"/>
          </a:xfrm>
          <a:prstGeom prst="rect">
            <a:avLst/>
          </a:prstGeom>
          <a:noFill/>
        </p:spPr>
        <p:txBody>
          <a:bodyPr wrap="square">
            <a:spAutoFit/>
          </a:bodyPr>
          <a:lstStyle/>
          <a:p>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X</a:t>
            </a:r>
            <a:endParaRPr lang="zh-CN" altLang="en-US" sz="2000" dirty="0">
              <a:effectLst>
                <a:outerShdw blurRad="38100" dist="38100" dir="2700000" algn="tl">
                  <a:srgbClr val="000000">
                    <a:alpha val="43137"/>
                  </a:srgbClr>
                </a:outerShdw>
              </a:effectLst>
            </a:endParaRPr>
          </a:p>
        </p:txBody>
      </p:sp>
      <p:cxnSp>
        <p:nvCxnSpPr>
          <p:cNvPr id="80" name="直接连接符 79">
            <a:extLst>
              <a:ext uri="{FF2B5EF4-FFF2-40B4-BE49-F238E27FC236}">
                <a16:creationId xmlns:a16="http://schemas.microsoft.com/office/drawing/2014/main" id="{CA3528F0-B2E7-5999-ADA9-4D490C686469}"/>
              </a:ext>
            </a:extLst>
          </p:cNvPr>
          <p:cNvCxnSpPr>
            <a:cxnSpLocks/>
          </p:cNvCxnSpPr>
          <p:nvPr/>
        </p:nvCxnSpPr>
        <p:spPr>
          <a:xfrm>
            <a:off x="897146" y="4232694"/>
            <a:ext cx="4123428"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2" name="直接连接符 81">
            <a:extLst>
              <a:ext uri="{FF2B5EF4-FFF2-40B4-BE49-F238E27FC236}">
                <a16:creationId xmlns:a16="http://schemas.microsoft.com/office/drawing/2014/main" id="{D6C3098A-ACCD-9618-03C1-5839991F02DE}"/>
              </a:ext>
            </a:extLst>
          </p:cNvPr>
          <p:cNvCxnSpPr>
            <a:cxnSpLocks/>
          </p:cNvCxnSpPr>
          <p:nvPr/>
        </p:nvCxnSpPr>
        <p:spPr>
          <a:xfrm>
            <a:off x="897146" y="4488611"/>
            <a:ext cx="1161692"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4" name="直接连接符 83">
            <a:extLst>
              <a:ext uri="{FF2B5EF4-FFF2-40B4-BE49-F238E27FC236}">
                <a16:creationId xmlns:a16="http://schemas.microsoft.com/office/drawing/2014/main" id="{8303C99B-236A-6530-4F6E-C559C9DA4BF0}"/>
              </a:ext>
            </a:extLst>
          </p:cNvPr>
          <p:cNvCxnSpPr>
            <a:cxnSpLocks/>
          </p:cNvCxnSpPr>
          <p:nvPr/>
        </p:nvCxnSpPr>
        <p:spPr>
          <a:xfrm>
            <a:off x="897146" y="4733026"/>
            <a:ext cx="2421148"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90" name="组合 89">
            <a:extLst>
              <a:ext uri="{FF2B5EF4-FFF2-40B4-BE49-F238E27FC236}">
                <a16:creationId xmlns:a16="http://schemas.microsoft.com/office/drawing/2014/main" id="{EB68EDD0-4B68-A166-D035-85D000E2A174}"/>
              </a:ext>
            </a:extLst>
          </p:cNvPr>
          <p:cNvGrpSpPr/>
          <p:nvPr/>
        </p:nvGrpSpPr>
        <p:grpSpPr>
          <a:xfrm>
            <a:off x="4076106" y="1943900"/>
            <a:ext cx="1178943" cy="483693"/>
            <a:chOff x="8919855" y="401952"/>
            <a:chExt cx="1178943" cy="483693"/>
          </a:xfrm>
        </p:grpSpPr>
        <p:sp>
          <p:nvSpPr>
            <p:cNvPr id="87" name="文本框 86">
              <a:extLst>
                <a:ext uri="{FF2B5EF4-FFF2-40B4-BE49-F238E27FC236}">
                  <a16:creationId xmlns:a16="http://schemas.microsoft.com/office/drawing/2014/main" id="{3CAAE3E5-6CB7-BA6F-0A07-F0429F3383C9}"/>
                </a:ext>
              </a:extLst>
            </p:cNvPr>
            <p:cNvSpPr txBox="1"/>
            <p:nvPr/>
          </p:nvSpPr>
          <p:spPr>
            <a:xfrm>
              <a:off x="8919855" y="401952"/>
              <a:ext cx="1178943" cy="400110"/>
            </a:xfrm>
            <a:prstGeom prst="rect">
              <a:avLst/>
            </a:prstGeom>
            <a:noFill/>
          </p:spPr>
          <p:txBody>
            <a:bodyPr wrap="square">
              <a:spAutoFit/>
            </a:bodyPr>
            <a:lstStyle/>
            <a:p>
              <a:r>
                <a:rPr lang="en-US" altLang="zh-CN" sz="2000" b="1" kern="100" dirty="0" err="1">
                  <a:solidFill>
                    <a:schemeClr val="accent2">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argptr</a:t>
              </a:r>
              <a:endParaRPr lang="zh-CN" altLang="en-US" sz="2000" b="1" dirty="0">
                <a:solidFill>
                  <a:schemeClr val="accent2">
                    <a:lumMod val="50000"/>
                  </a:schemeClr>
                </a:solidFill>
              </a:endParaRPr>
            </a:p>
          </p:txBody>
        </p:sp>
        <p:cxnSp>
          <p:nvCxnSpPr>
            <p:cNvPr id="89" name="直接箭头连接符 88">
              <a:extLst>
                <a:ext uri="{FF2B5EF4-FFF2-40B4-BE49-F238E27FC236}">
                  <a16:creationId xmlns:a16="http://schemas.microsoft.com/office/drawing/2014/main" id="{1EF5E241-20D0-7BDF-9665-BD3649675EBF}"/>
                </a:ext>
              </a:extLst>
            </p:cNvPr>
            <p:cNvCxnSpPr>
              <a:cxnSpLocks/>
            </p:cNvCxnSpPr>
            <p:nvPr/>
          </p:nvCxnSpPr>
          <p:spPr>
            <a:xfrm>
              <a:off x="9509327" y="767556"/>
              <a:ext cx="273028" cy="118089"/>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cxnSp>
        <p:nvCxnSpPr>
          <p:cNvPr id="92" name="直接连接符 91">
            <a:extLst>
              <a:ext uri="{FF2B5EF4-FFF2-40B4-BE49-F238E27FC236}">
                <a16:creationId xmlns:a16="http://schemas.microsoft.com/office/drawing/2014/main" id="{6AFA2344-F792-64BD-2AC9-717D7FE02BAC}"/>
              </a:ext>
            </a:extLst>
          </p:cNvPr>
          <p:cNvCxnSpPr>
            <a:cxnSpLocks/>
          </p:cNvCxnSpPr>
          <p:nvPr/>
        </p:nvCxnSpPr>
        <p:spPr>
          <a:xfrm>
            <a:off x="897146" y="4983192"/>
            <a:ext cx="535988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96" name="组合 95">
            <a:extLst>
              <a:ext uri="{FF2B5EF4-FFF2-40B4-BE49-F238E27FC236}">
                <a16:creationId xmlns:a16="http://schemas.microsoft.com/office/drawing/2014/main" id="{EC9ADFFD-5C22-0CDB-F802-7067182D16D6}"/>
              </a:ext>
            </a:extLst>
          </p:cNvPr>
          <p:cNvGrpSpPr/>
          <p:nvPr/>
        </p:nvGrpSpPr>
        <p:grpSpPr>
          <a:xfrm>
            <a:off x="7969277" y="2068492"/>
            <a:ext cx="696999" cy="400110"/>
            <a:chOff x="8197353" y="1125805"/>
            <a:chExt cx="696999" cy="400110"/>
          </a:xfrm>
        </p:grpSpPr>
        <p:sp>
          <p:nvSpPr>
            <p:cNvPr id="97" name="文本框 96">
              <a:extLst>
                <a:ext uri="{FF2B5EF4-FFF2-40B4-BE49-F238E27FC236}">
                  <a16:creationId xmlns:a16="http://schemas.microsoft.com/office/drawing/2014/main" id="{54DABFA8-8DE6-A7C5-4B08-2BAFFE171A68}"/>
                </a:ext>
              </a:extLst>
            </p:cNvPr>
            <p:cNvSpPr txBox="1"/>
            <p:nvPr/>
          </p:nvSpPr>
          <p:spPr>
            <a:xfrm>
              <a:off x="8197353" y="1125805"/>
              <a:ext cx="572727" cy="400110"/>
            </a:xfrm>
            <a:prstGeom prst="rect">
              <a:avLst/>
            </a:prstGeom>
            <a:noFill/>
          </p:spPr>
          <p:txBody>
            <a:bodyPr wrap="square">
              <a:spAutoFit/>
            </a:bodyPr>
            <a:lstStyle/>
            <a:p>
              <a:r>
                <a:rPr lang="en-US" altLang="zh-CN" sz="2000" b="1" kern="100" dirty="0">
                  <a:solidFill>
                    <a:srgbClr val="00B0F0"/>
                  </a:solidFill>
                  <a:latin typeface="Courier New" panose="02070309020205020404" pitchFamily="49" charset="0"/>
                  <a:cs typeface="Times New Roman" panose="02020603050405020304" pitchFamily="18" charset="0"/>
                </a:rPr>
                <a:t>pi</a:t>
              </a:r>
              <a:endParaRPr lang="zh-CN" altLang="en-US" sz="2000" dirty="0">
                <a:solidFill>
                  <a:srgbClr val="00B0F0"/>
                </a:solidFill>
              </a:endParaRPr>
            </a:p>
          </p:txBody>
        </p:sp>
        <p:cxnSp>
          <p:nvCxnSpPr>
            <p:cNvPr id="98" name="直接箭头连接符 97">
              <a:extLst>
                <a:ext uri="{FF2B5EF4-FFF2-40B4-BE49-F238E27FC236}">
                  <a16:creationId xmlns:a16="http://schemas.microsoft.com/office/drawing/2014/main" id="{9673ADA2-D30D-07D5-2811-AA1C091A226E}"/>
                </a:ext>
              </a:extLst>
            </p:cNvPr>
            <p:cNvCxnSpPr>
              <a:cxnSpLocks/>
              <a:endCxn id="10" idx="3"/>
            </p:cNvCxnSpPr>
            <p:nvPr/>
          </p:nvCxnSpPr>
          <p:spPr>
            <a:xfrm flipV="1">
              <a:off x="8592136" y="1271961"/>
              <a:ext cx="302216" cy="79511"/>
            </a:xfrm>
            <a:prstGeom prst="straightConnector1">
              <a:avLst/>
            </a:prstGeom>
            <a:ln>
              <a:solidFill>
                <a:srgbClr val="00B0F0"/>
              </a:solidFill>
              <a:tailEnd type="triangle" w="med" len="lg"/>
            </a:ln>
          </p:spPr>
          <p:style>
            <a:lnRef idx="2">
              <a:schemeClr val="accent1"/>
            </a:lnRef>
            <a:fillRef idx="0">
              <a:schemeClr val="accent1"/>
            </a:fillRef>
            <a:effectRef idx="1">
              <a:schemeClr val="accent1"/>
            </a:effectRef>
            <a:fontRef idx="minor">
              <a:schemeClr val="tx1"/>
            </a:fontRef>
          </p:style>
        </p:cxnSp>
      </p:grpSp>
      <p:cxnSp>
        <p:nvCxnSpPr>
          <p:cNvPr id="101" name="直接连接符 100">
            <a:extLst>
              <a:ext uri="{FF2B5EF4-FFF2-40B4-BE49-F238E27FC236}">
                <a16:creationId xmlns:a16="http://schemas.microsoft.com/office/drawing/2014/main" id="{79A97203-AB2D-D18A-D36A-8589A5550EA9}"/>
              </a:ext>
            </a:extLst>
          </p:cNvPr>
          <p:cNvCxnSpPr>
            <a:cxnSpLocks/>
          </p:cNvCxnSpPr>
          <p:nvPr/>
        </p:nvCxnSpPr>
        <p:spPr>
          <a:xfrm>
            <a:off x="897146" y="5230483"/>
            <a:ext cx="257929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03" name="直接连接符 102">
            <a:extLst>
              <a:ext uri="{FF2B5EF4-FFF2-40B4-BE49-F238E27FC236}">
                <a16:creationId xmlns:a16="http://schemas.microsoft.com/office/drawing/2014/main" id="{05D3AB37-9A52-D9A5-F9B4-D697021E6DC4}"/>
              </a:ext>
            </a:extLst>
          </p:cNvPr>
          <p:cNvCxnSpPr>
            <a:cxnSpLocks/>
          </p:cNvCxnSpPr>
          <p:nvPr/>
        </p:nvCxnSpPr>
        <p:spPr>
          <a:xfrm>
            <a:off x="1221906" y="5486400"/>
            <a:ext cx="4615302"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06" name="直接箭头连接符 105">
            <a:extLst>
              <a:ext uri="{FF2B5EF4-FFF2-40B4-BE49-F238E27FC236}">
                <a16:creationId xmlns:a16="http://schemas.microsoft.com/office/drawing/2014/main" id="{9642579F-2BCA-AEF2-A69C-B6CA50297E97}"/>
              </a:ext>
            </a:extLst>
          </p:cNvPr>
          <p:cNvCxnSpPr>
            <a:cxnSpLocks/>
            <a:stCxn id="10" idx="6"/>
            <a:endCxn id="52" idx="2"/>
          </p:cNvCxnSpPr>
          <p:nvPr/>
        </p:nvCxnSpPr>
        <p:spPr>
          <a:xfrm>
            <a:off x="8819916" y="2151008"/>
            <a:ext cx="671007" cy="0"/>
          </a:xfrm>
          <a:prstGeom prst="straightConnector1">
            <a:avLst/>
          </a:prstGeom>
          <a:ln>
            <a:solidFill>
              <a:srgbClr val="FF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108" name="直接连接符 107">
            <a:extLst>
              <a:ext uri="{FF2B5EF4-FFF2-40B4-BE49-F238E27FC236}">
                <a16:creationId xmlns:a16="http://schemas.microsoft.com/office/drawing/2014/main" id="{8D5C495A-67F9-1B96-A373-17809C0DAFB6}"/>
              </a:ext>
            </a:extLst>
          </p:cNvPr>
          <p:cNvCxnSpPr>
            <a:cxnSpLocks/>
          </p:cNvCxnSpPr>
          <p:nvPr/>
        </p:nvCxnSpPr>
        <p:spPr>
          <a:xfrm>
            <a:off x="1221906" y="5707812"/>
            <a:ext cx="2188403"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0" name="直接箭头连接符 109">
            <a:extLst>
              <a:ext uri="{FF2B5EF4-FFF2-40B4-BE49-F238E27FC236}">
                <a16:creationId xmlns:a16="http://schemas.microsoft.com/office/drawing/2014/main" id="{8A8C18BB-D02D-38CD-89FC-1505A44AEE66}"/>
              </a:ext>
            </a:extLst>
          </p:cNvPr>
          <p:cNvCxnSpPr>
            <a:cxnSpLocks/>
          </p:cNvCxnSpPr>
          <p:nvPr/>
        </p:nvCxnSpPr>
        <p:spPr>
          <a:xfrm>
            <a:off x="9670923" y="2151008"/>
            <a:ext cx="671007" cy="0"/>
          </a:xfrm>
          <a:prstGeom prst="straightConnector1">
            <a:avLst/>
          </a:prstGeom>
          <a:ln>
            <a:solidFill>
              <a:srgbClr val="FF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111" name="直接连接符 110">
            <a:extLst>
              <a:ext uri="{FF2B5EF4-FFF2-40B4-BE49-F238E27FC236}">
                <a16:creationId xmlns:a16="http://schemas.microsoft.com/office/drawing/2014/main" id="{C12854B8-7434-8522-4A59-40A3843E8343}"/>
              </a:ext>
            </a:extLst>
          </p:cNvPr>
          <p:cNvCxnSpPr>
            <a:cxnSpLocks/>
          </p:cNvCxnSpPr>
          <p:nvPr/>
        </p:nvCxnSpPr>
        <p:spPr>
          <a:xfrm>
            <a:off x="897146" y="6221004"/>
            <a:ext cx="176846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3" name="直接连接符 112">
            <a:extLst>
              <a:ext uri="{FF2B5EF4-FFF2-40B4-BE49-F238E27FC236}">
                <a16:creationId xmlns:a16="http://schemas.microsoft.com/office/drawing/2014/main" id="{3950B6B6-A970-6F7A-0E35-5210C04514D9}"/>
              </a:ext>
            </a:extLst>
          </p:cNvPr>
          <p:cNvCxnSpPr>
            <a:cxnSpLocks/>
          </p:cNvCxnSpPr>
          <p:nvPr/>
        </p:nvCxnSpPr>
        <p:spPr>
          <a:xfrm>
            <a:off x="897146" y="6428822"/>
            <a:ext cx="1161692"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115" name="组合 114">
            <a:extLst>
              <a:ext uri="{FF2B5EF4-FFF2-40B4-BE49-F238E27FC236}">
                <a16:creationId xmlns:a16="http://schemas.microsoft.com/office/drawing/2014/main" id="{B19BD652-38DC-E860-D4B2-D2357C518ED4}"/>
              </a:ext>
            </a:extLst>
          </p:cNvPr>
          <p:cNvGrpSpPr/>
          <p:nvPr/>
        </p:nvGrpSpPr>
        <p:grpSpPr>
          <a:xfrm>
            <a:off x="6005862" y="636270"/>
            <a:ext cx="927726" cy="400110"/>
            <a:chOff x="7919875" y="1125805"/>
            <a:chExt cx="927726" cy="400110"/>
          </a:xfrm>
        </p:grpSpPr>
        <p:sp>
          <p:nvSpPr>
            <p:cNvPr id="116" name="文本框 115">
              <a:extLst>
                <a:ext uri="{FF2B5EF4-FFF2-40B4-BE49-F238E27FC236}">
                  <a16:creationId xmlns:a16="http://schemas.microsoft.com/office/drawing/2014/main" id="{7E85DBE5-32F0-8A16-CD66-471C3F5556A0}"/>
                </a:ext>
              </a:extLst>
            </p:cNvPr>
            <p:cNvSpPr txBox="1"/>
            <p:nvPr/>
          </p:nvSpPr>
          <p:spPr>
            <a:xfrm>
              <a:off x="7919875" y="1125805"/>
              <a:ext cx="850205" cy="400110"/>
            </a:xfrm>
            <a:prstGeom prst="rect">
              <a:avLst/>
            </a:prstGeom>
            <a:noFill/>
          </p:spPr>
          <p:txBody>
            <a:bodyPr wrap="square">
              <a:spAutoFit/>
            </a:bodyPr>
            <a:lstStyle/>
            <a:p>
              <a:r>
                <a:rPr lang="en-US" altLang="zh-CN" sz="2000" b="1" kern="100" dirty="0" err="1">
                  <a:solidFill>
                    <a:srgbClr val="C00000"/>
                  </a:solidFill>
                  <a:latin typeface="Courier New" panose="02070309020205020404" pitchFamily="49" charset="0"/>
                  <a:cs typeface="Times New Roman" panose="02020603050405020304" pitchFamily="18" charset="0"/>
                </a:rPr>
                <a:t>newT</a:t>
              </a:r>
              <a:endParaRPr lang="zh-CN" altLang="en-US" sz="2000" dirty="0">
                <a:solidFill>
                  <a:srgbClr val="C00000"/>
                </a:solidFill>
              </a:endParaRPr>
            </a:p>
          </p:txBody>
        </p:sp>
        <p:cxnSp>
          <p:nvCxnSpPr>
            <p:cNvPr id="117" name="直接箭头连接符 116">
              <a:extLst>
                <a:ext uri="{FF2B5EF4-FFF2-40B4-BE49-F238E27FC236}">
                  <a16:creationId xmlns:a16="http://schemas.microsoft.com/office/drawing/2014/main" id="{057EEC22-FD01-F538-F461-DB013AE193F9}"/>
                </a:ext>
              </a:extLst>
            </p:cNvPr>
            <p:cNvCxnSpPr/>
            <p:nvPr/>
          </p:nvCxnSpPr>
          <p:spPr>
            <a:xfrm>
              <a:off x="8592136" y="1351472"/>
              <a:ext cx="255465" cy="94203"/>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sp>
        <p:nvSpPr>
          <p:cNvPr id="5" name="文本框 4">
            <a:extLst>
              <a:ext uri="{FF2B5EF4-FFF2-40B4-BE49-F238E27FC236}">
                <a16:creationId xmlns:a16="http://schemas.microsoft.com/office/drawing/2014/main" id="{DA4BDF6A-4EBD-E4F8-F03F-8D17335F5252}"/>
              </a:ext>
            </a:extLst>
          </p:cNvPr>
          <p:cNvSpPr txBox="1"/>
          <p:nvPr/>
        </p:nvSpPr>
        <p:spPr>
          <a:xfrm>
            <a:off x="8460598" y="636270"/>
            <a:ext cx="560152" cy="400110"/>
          </a:xfrm>
          <a:prstGeom prst="rect">
            <a:avLst/>
          </a:prstGeom>
          <a:noFill/>
        </p:spPr>
        <p:txBody>
          <a:bodyPr wrap="square">
            <a:spAutoFit/>
          </a:bodyPr>
          <a:lstStyle/>
          <a:p>
            <a:r>
              <a:rPr lang="en-US" altLang="zh-CN" sz="2000" b="1" dirty="0">
                <a:solidFill>
                  <a:srgbClr val="C00000"/>
                </a:solidFill>
                <a:latin typeface="Courier New" panose="02070309020205020404" pitchFamily="49" charset="0"/>
                <a:cs typeface="Courier New" panose="02070309020205020404" pitchFamily="49" charset="0"/>
              </a:rPr>
              <a:t>‘X’</a:t>
            </a:r>
            <a:endParaRPr lang="zh-CN" altLang="en-US" sz="2000" dirty="0"/>
          </a:p>
        </p:txBody>
      </p:sp>
      <p:sp>
        <p:nvSpPr>
          <p:cNvPr id="7" name="文本框 6">
            <a:extLst>
              <a:ext uri="{FF2B5EF4-FFF2-40B4-BE49-F238E27FC236}">
                <a16:creationId xmlns:a16="http://schemas.microsoft.com/office/drawing/2014/main" id="{46926DB9-8828-ACC1-634D-47C4C20E00F0}"/>
              </a:ext>
            </a:extLst>
          </p:cNvPr>
          <p:cNvSpPr txBox="1"/>
          <p:nvPr/>
        </p:nvSpPr>
        <p:spPr>
          <a:xfrm>
            <a:off x="9217999" y="647356"/>
            <a:ext cx="373682" cy="400110"/>
          </a:xfrm>
          <a:prstGeom prst="rect">
            <a:avLst/>
          </a:prstGeom>
          <a:noFill/>
        </p:spPr>
        <p:txBody>
          <a:bodyPr wrap="square">
            <a:spAutoFit/>
          </a:body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2" name="文本框 4">
            <a:extLst>
              <a:ext uri="{FF2B5EF4-FFF2-40B4-BE49-F238E27FC236}">
                <a16:creationId xmlns:a16="http://schemas.microsoft.com/office/drawing/2014/main" id="{DA4BDF6A-4EBD-E4F8-F03F-8D17335F5252}"/>
              </a:ext>
            </a:extLst>
          </p:cNvPr>
          <p:cNvSpPr txBox="1"/>
          <p:nvPr/>
        </p:nvSpPr>
        <p:spPr>
          <a:xfrm>
            <a:off x="9670923" y="647356"/>
            <a:ext cx="492443"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T1</a:t>
            </a:r>
            <a:endParaRPr lang="zh-CN" altLang="en-US" sz="2000" dirty="0">
              <a:solidFill>
                <a:schemeClr val="accent6">
                  <a:lumMod val="50000"/>
                </a:schemeClr>
              </a:solidFill>
              <a:effectLst>
                <a:outerShdw blurRad="38100" dist="38100" dir="2700000" algn="tl">
                  <a:srgbClr val="000000">
                    <a:alpha val="43137"/>
                  </a:srgbClr>
                </a:outerShdw>
              </a:effectLst>
            </a:endParaRPr>
          </a:p>
        </p:txBody>
      </p:sp>
      <p:sp>
        <p:nvSpPr>
          <p:cNvPr id="14" name="文本框 4">
            <a:extLst>
              <a:ext uri="{FF2B5EF4-FFF2-40B4-BE49-F238E27FC236}">
                <a16:creationId xmlns:a16="http://schemas.microsoft.com/office/drawing/2014/main" id="{1FE43972-BA98-00F6-E01D-9D1A760C0535}"/>
              </a:ext>
            </a:extLst>
          </p:cNvPr>
          <p:cNvSpPr txBox="1"/>
          <p:nvPr/>
        </p:nvSpPr>
        <p:spPr>
          <a:xfrm>
            <a:off x="10290341" y="636270"/>
            <a:ext cx="492443"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T2</a:t>
            </a:r>
            <a:endParaRPr lang="zh-CN" altLang="en-US" sz="2000" dirty="0">
              <a:solidFill>
                <a:schemeClr val="accent6">
                  <a:lumMod val="50000"/>
                </a:schemeClr>
              </a:solidFill>
              <a:effectLst>
                <a:outerShdw blurRad="38100" dist="38100" dir="2700000" algn="tl">
                  <a:srgbClr val="000000">
                    <a:alpha val="43137"/>
                  </a:srgbClr>
                </a:outerShdw>
              </a:effectLst>
            </a:endParaRPr>
          </a:p>
        </p:txBody>
      </p:sp>
      <p:sp>
        <p:nvSpPr>
          <p:cNvPr id="15" name="文本框 4">
            <a:extLst>
              <a:ext uri="{FF2B5EF4-FFF2-40B4-BE49-F238E27FC236}">
                <a16:creationId xmlns:a16="http://schemas.microsoft.com/office/drawing/2014/main" id="{DA4BDF6A-4EBD-E4F8-F03F-8D17335F5252}"/>
              </a:ext>
            </a:extLst>
          </p:cNvPr>
          <p:cNvSpPr txBox="1"/>
          <p:nvPr/>
        </p:nvSpPr>
        <p:spPr>
          <a:xfrm>
            <a:off x="10886186" y="636270"/>
            <a:ext cx="492443"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err="1">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T3</a:t>
            </a:r>
            <a:endParaRPr lang="zh-CN" altLang="en-US" sz="2000" dirty="0">
              <a:solidFill>
                <a:schemeClr val="accent6">
                  <a:lumMod val="50000"/>
                </a:schemeClr>
              </a:solidFill>
              <a:effectLst>
                <a:outerShdw blurRad="38100" dist="38100" dir="2700000" algn="tl">
                  <a:srgbClr val="000000">
                    <a:alpha val="43137"/>
                  </a:srgbClr>
                </a:outerShdw>
              </a:effectLst>
            </a:endParaRPr>
          </a:p>
        </p:txBody>
      </p:sp>
      <p:sp>
        <p:nvSpPr>
          <p:cNvPr id="16" name="文本框 15">
            <a:extLst>
              <a:ext uri="{FF2B5EF4-FFF2-40B4-BE49-F238E27FC236}">
                <a16:creationId xmlns:a16="http://schemas.microsoft.com/office/drawing/2014/main" id="{91C40083-F685-465B-66CF-0618080D0863}"/>
              </a:ext>
            </a:extLst>
          </p:cNvPr>
          <p:cNvSpPr txBox="1"/>
          <p:nvPr/>
        </p:nvSpPr>
        <p:spPr>
          <a:xfrm>
            <a:off x="10237208" y="3188398"/>
            <a:ext cx="1609144" cy="923330"/>
          </a:xfrm>
          <a:prstGeom prst="rect">
            <a:avLst/>
          </a:prstGeom>
          <a:solidFill>
            <a:srgbClr val="FCF6EA"/>
          </a:solidFill>
        </p:spPr>
        <p:txBody>
          <a:bodyPr wrap="square" rtlCol="0">
            <a:spAutoFit/>
          </a:bodyPr>
          <a:lstStyle/>
          <a:p>
            <a:r>
              <a:rPr lang="zh-CN" altLang="en-US" dirty="0"/>
              <a:t>孩子兄弟链表存储的</a:t>
            </a:r>
            <a:r>
              <a:rPr lang="zh-CN" altLang="en-US" b="1" dirty="0">
                <a:solidFill>
                  <a:srgbClr val="C00000"/>
                </a:solidFill>
                <a:effectLst>
                  <a:outerShdw blurRad="38100" dist="38100" dir="2700000" algn="tl">
                    <a:srgbClr val="000000">
                      <a:alpha val="43137"/>
                    </a:srgbClr>
                  </a:outerShdw>
                </a:effectLst>
              </a:rPr>
              <a:t>树</a:t>
            </a:r>
            <a:r>
              <a:rPr lang="zh-CN" altLang="en-US" dirty="0"/>
              <a:t>像一棵“</a:t>
            </a:r>
            <a:r>
              <a:rPr lang="zh-CN" altLang="en-US" b="1" dirty="0">
                <a:solidFill>
                  <a:srgbClr val="00B050"/>
                </a:solidFill>
                <a:effectLst>
                  <a:outerShdw blurRad="38100" dist="38100" dir="2700000" algn="tl">
                    <a:srgbClr val="000000">
                      <a:alpha val="43137"/>
                    </a:srgbClr>
                  </a:outerShdw>
                </a:effectLst>
              </a:rPr>
              <a:t>歪脖子树</a:t>
            </a:r>
            <a:r>
              <a:rPr lang="zh-CN" altLang="en-US" dirty="0"/>
              <a:t>”</a:t>
            </a:r>
            <a:endParaRPr lang="en-US" altLang="zh-CN" dirty="0"/>
          </a:p>
        </p:txBody>
      </p:sp>
    </p:spTree>
    <p:extLst>
      <p:ext uri="{BB962C8B-B14F-4D97-AF65-F5344CB8AC3E}">
        <p14:creationId xmlns:p14="http://schemas.microsoft.com/office/powerpoint/2010/main" val="26624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1000"/>
                                        <p:tgtEl>
                                          <p:spTgt spid="43"/>
                                        </p:tgtEl>
                                      </p:cBhvr>
                                    </p:animEffect>
                                    <p:anim calcmode="lin" valueType="num">
                                      <p:cBhvr>
                                        <p:cTn id="15" dur="1000" fill="hold"/>
                                        <p:tgtEl>
                                          <p:spTgt spid="43"/>
                                        </p:tgtEl>
                                        <p:attrNameLst>
                                          <p:attrName>ppt_x</p:attrName>
                                        </p:attrNameLst>
                                      </p:cBhvr>
                                      <p:tavLst>
                                        <p:tav tm="0">
                                          <p:val>
                                            <p:strVal val="#ppt_x"/>
                                          </p:val>
                                        </p:tav>
                                        <p:tav tm="100000">
                                          <p:val>
                                            <p:strVal val="#ppt_x"/>
                                          </p:val>
                                        </p:tav>
                                      </p:tavLst>
                                    </p:anim>
                                    <p:anim calcmode="lin" valueType="num">
                                      <p:cBhvr>
                                        <p:cTn id="16" dur="1000" fill="hold"/>
                                        <p:tgtEl>
                                          <p:spTgt spid="4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50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1000"/>
                                        <p:tgtEl>
                                          <p:spTgt spid="44"/>
                                        </p:tgtEl>
                                      </p:cBhvr>
                                    </p:animEffect>
                                    <p:anim calcmode="lin" valueType="num">
                                      <p:cBhvr>
                                        <p:cTn id="20" dur="1000" fill="hold"/>
                                        <p:tgtEl>
                                          <p:spTgt spid="44"/>
                                        </p:tgtEl>
                                        <p:attrNameLst>
                                          <p:attrName>ppt_x</p:attrName>
                                        </p:attrNameLst>
                                      </p:cBhvr>
                                      <p:tavLst>
                                        <p:tav tm="0">
                                          <p:val>
                                            <p:strVal val="#ppt_x"/>
                                          </p:val>
                                        </p:tav>
                                        <p:tav tm="100000">
                                          <p:val>
                                            <p:strVal val="#ppt_x"/>
                                          </p:val>
                                        </p:tav>
                                      </p:tavLst>
                                    </p:anim>
                                    <p:anim calcmode="lin" valueType="num">
                                      <p:cBhvr>
                                        <p:cTn id="21" dur="1000" fill="hold"/>
                                        <p:tgtEl>
                                          <p:spTgt spid="4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100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1000"/>
                                        <p:tgtEl>
                                          <p:spTgt spid="53"/>
                                        </p:tgtEl>
                                      </p:cBhvr>
                                    </p:animEffect>
                                    <p:anim calcmode="lin" valueType="num">
                                      <p:cBhvr>
                                        <p:cTn id="25" dur="1000" fill="hold"/>
                                        <p:tgtEl>
                                          <p:spTgt spid="53"/>
                                        </p:tgtEl>
                                        <p:attrNameLst>
                                          <p:attrName>ppt_x</p:attrName>
                                        </p:attrNameLst>
                                      </p:cBhvr>
                                      <p:tavLst>
                                        <p:tav tm="0">
                                          <p:val>
                                            <p:strVal val="#ppt_x"/>
                                          </p:val>
                                        </p:tav>
                                        <p:tav tm="100000">
                                          <p:val>
                                            <p:strVal val="#ppt_x"/>
                                          </p:val>
                                        </p:tav>
                                      </p:tavLst>
                                    </p:anim>
                                    <p:anim calcmode="lin" valueType="num">
                                      <p:cBhvr>
                                        <p:cTn id="26" dur="1000" fill="hold"/>
                                        <p:tgtEl>
                                          <p:spTgt spid="53"/>
                                        </p:tgtEl>
                                        <p:attrNameLst>
                                          <p:attrName>ppt_y</p:attrName>
                                        </p:attrNameLst>
                                      </p:cBhvr>
                                      <p:tavLst>
                                        <p:tav tm="0">
                                          <p:val>
                                            <p:strVal val="#ppt_y+.1"/>
                                          </p:val>
                                        </p:tav>
                                        <p:tav tm="100000">
                                          <p:val>
                                            <p:strVal val="#ppt_y"/>
                                          </p:val>
                                        </p:tav>
                                      </p:tavLst>
                                    </p:anim>
                                  </p:childTnLst>
                                </p:cTn>
                              </p:par>
                            </p:childTnLst>
                          </p:cTn>
                        </p:par>
                        <p:par>
                          <p:cTn id="27" fill="hold">
                            <p:stCondLst>
                              <p:cond delay="2000"/>
                            </p:stCondLst>
                            <p:childTnLst>
                              <p:par>
                                <p:cTn id="28" presetID="31"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1000" fill="hold"/>
                                        <p:tgtEl>
                                          <p:spTgt spid="16"/>
                                        </p:tgtEl>
                                        <p:attrNameLst>
                                          <p:attrName>ppt_w</p:attrName>
                                        </p:attrNameLst>
                                      </p:cBhvr>
                                      <p:tavLst>
                                        <p:tav tm="0">
                                          <p:val>
                                            <p:fltVal val="0"/>
                                          </p:val>
                                        </p:tav>
                                        <p:tav tm="100000">
                                          <p:val>
                                            <p:strVal val="#ppt_w"/>
                                          </p:val>
                                        </p:tav>
                                      </p:tavLst>
                                    </p:anim>
                                    <p:anim calcmode="lin" valueType="num">
                                      <p:cBhvr>
                                        <p:cTn id="31" dur="1000" fill="hold"/>
                                        <p:tgtEl>
                                          <p:spTgt spid="16"/>
                                        </p:tgtEl>
                                        <p:attrNameLst>
                                          <p:attrName>ppt_h</p:attrName>
                                        </p:attrNameLst>
                                      </p:cBhvr>
                                      <p:tavLst>
                                        <p:tav tm="0">
                                          <p:val>
                                            <p:fltVal val="0"/>
                                          </p:val>
                                        </p:tav>
                                        <p:tav tm="100000">
                                          <p:val>
                                            <p:strVal val="#ppt_h"/>
                                          </p:val>
                                        </p:tav>
                                      </p:tavLst>
                                    </p:anim>
                                    <p:anim calcmode="lin" valueType="num">
                                      <p:cBhvr>
                                        <p:cTn id="32" dur="1000" fill="hold"/>
                                        <p:tgtEl>
                                          <p:spTgt spid="16"/>
                                        </p:tgtEl>
                                        <p:attrNameLst>
                                          <p:attrName>style.rotation</p:attrName>
                                        </p:attrNameLst>
                                      </p:cBhvr>
                                      <p:tavLst>
                                        <p:tav tm="0">
                                          <p:val>
                                            <p:fltVal val="90"/>
                                          </p:val>
                                        </p:tav>
                                        <p:tav tm="100000">
                                          <p:val>
                                            <p:fltVal val="0"/>
                                          </p:val>
                                        </p:tav>
                                      </p:tavLst>
                                    </p:anim>
                                    <p:animEffect transition="in" filter="fade">
                                      <p:cBhvr>
                                        <p:cTn id="33" dur="10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wipe(up)">
                                      <p:cBhvr>
                                        <p:cTn id="38" dur="1000"/>
                                        <p:tgtEl>
                                          <p:spTgt spid="68"/>
                                        </p:tgtEl>
                                      </p:cBhvr>
                                    </p:animEffect>
                                  </p:childTnLst>
                                </p:cTn>
                              </p:par>
                              <p:par>
                                <p:cTn id="39" presetID="1" presetClass="entr" presetSubtype="0" fill="hold" grpId="1" nodeType="withEffect">
                                  <p:stCondLst>
                                    <p:cond delay="75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grpId="1" nodeType="withEffect">
                                  <p:stCondLst>
                                    <p:cond delay="75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1" nodeType="withEffect">
                                  <p:stCondLst>
                                    <p:cond delay="75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1" nodeType="withEffect">
                                  <p:stCondLst>
                                    <p:cond delay="75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1" nodeType="withEffect">
                                  <p:stCondLst>
                                    <p:cond delay="750"/>
                                  </p:stCondLst>
                                  <p:childTnLst>
                                    <p:set>
                                      <p:cBhvr>
                                        <p:cTn id="48" dur="1" fill="hold">
                                          <p:stCondLst>
                                            <p:cond delay="0"/>
                                          </p:stCondLst>
                                        </p:cTn>
                                        <p:tgtEl>
                                          <p:spTgt spid="15"/>
                                        </p:tgtEl>
                                        <p:attrNameLst>
                                          <p:attrName>style.visibility</p:attrName>
                                        </p:attrNameLst>
                                      </p:cBhvr>
                                      <p:to>
                                        <p:strVal val="visible"/>
                                      </p:to>
                                    </p:set>
                                  </p:childTnLst>
                                </p:cTn>
                              </p:par>
                            </p:childTnLst>
                          </p:cTn>
                        </p:par>
                        <p:par>
                          <p:cTn id="49" fill="hold">
                            <p:stCondLst>
                              <p:cond delay="1000"/>
                            </p:stCondLst>
                            <p:childTnLst>
                              <p:par>
                                <p:cTn id="50" presetID="35" presetClass="path" presetSubtype="0" accel="50000" decel="50000" fill="hold" grpId="0" nodeType="afterEffect">
                                  <p:stCondLst>
                                    <p:cond delay="0"/>
                                  </p:stCondLst>
                                  <p:childTnLst>
                                    <p:animMotion origin="layout" path="M -8.33333E-7 -7.40741E-7 L -0.43958 0.24491 " pathEditMode="relative" rAng="0" ptsTypes="AA">
                                      <p:cBhvr>
                                        <p:cTn id="51" dur="1500" fill="hold"/>
                                        <p:tgtEl>
                                          <p:spTgt spid="15"/>
                                        </p:tgtEl>
                                        <p:attrNameLst>
                                          <p:attrName>ppt_x</p:attrName>
                                          <p:attrName>ppt_y</p:attrName>
                                        </p:attrNameLst>
                                      </p:cBhvr>
                                      <p:rCtr x="-21979" y="12245"/>
                                    </p:animMotion>
                                  </p:childTnLst>
                                </p:cTn>
                              </p:par>
                              <p:par>
                                <p:cTn id="52" presetID="35" presetClass="path" presetSubtype="0" accel="50000" decel="50000" fill="hold" grpId="0" nodeType="withEffect">
                                  <p:stCondLst>
                                    <p:cond delay="500"/>
                                  </p:stCondLst>
                                  <p:childTnLst>
                                    <p:animMotion origin="layout" path="M -2.70833E-6 -7.40741E-7 L -0.42057 0.24491 " pathEditMode="relative" rAng="0" ptsTypes="AA">
                                      <p:cBhvr>
                                        <p:cTn id="53" dur="1500" fill="hold"/>
                                        <p:tgtEl>
                                          <p:spTgt spid="14"/>
                                        </p:tgtEl>
                                        <p:attrNameLst>
                                          <p:attrName>ppt_x</p:attrName>
                                          <p:attrName>ppt_y</p:attrName>
                                        </p:attrNameLst>
                                      </p:cBhvr>
                                      <p:rCtr x="-21029" y="12245"/>
                                    </p:animMotion>
                                  </p:childTnLst>
                                </p:cTn>
                              </p:par>
                              <p:par>
                                <p:cTn id="54" presetID="35" presetClass="path" presetSubtype="0" accel="50000" decel="50000" fill="hold" grpId="0" nodeType="withEffect">
                                  <p:stCondLst>
                                    <p:cond delay="1000"/>
                                  </p:stCondLst>
                                  <p:childTnLst>
                                    <p:animMotion origin="layout" path="M -1.45833E-6 -1.11111E-6 L -0.39792 0.24329 " pathEditMode="relative" rAng="0" ptsTypes="AA">
                                      <p:cBhvr>
                                        <p:cTn id="55" dur="1500" fill="hold"/>
                                        <p:tgtEl>
                                          <p:spTgt spid="12"/>
                                        </p:tgtEl>
                                        <p:attrNameLst>
                                          <p:attrName>ppt_x</p:attrName>
                                          <p:attrName>ppt_y</p:attrName>
                                        </p:attrNameLst>
                                      </p:cBhvr>
                                      <p:rCtr x="-19896" y="12153"/>
                                    </p:animMotion>
                                  </p:childTnLst>
                                </p:cTn>
                              </p:par>
                              <p:par>
                                <p:cTn id="56" presetID="35" presetClass="path" presetSubtype="0" accel="50000" decel="50000" fill="hold" grpId="0" nodeType="withEffect">
                                  <p:stCondLst>
                                    <p:cond delay="1500"/>
                                  </p:stCondLst>
                                  <p:childTnLst>
                                    <p:animMotion origin="layout" path="M -4.16667E-6 -1.11111E-6 L -0.38867 0.24329 " pathEditMode="relative" rAng="0" ptsTypes="AA">
                                      <p:cBhvr>
                                        <p:cTn id="57" dur="1500" fill="hold"/>
                                        <p:tgtEl>
                                          <p:spTgt spid="7"/>
                                        </p:tgtEl>
                                        <p:attrNameLst>
                                          <p:attrName>ppt_x</p:attrName>
                                          <p:attrName>ppt_y</p:attrName>
                                        </p:attrNameLst>
                                      </p:cBhvr>
                                      <p:rCtr x="-19440" y="12153"/>
                                    </p:animMotion>
                                  </p:childTnLst>
                                </p:cTn>
                              </p:par>
                              <p:par>
                                <p:cTn id="58" presetID="35" presetClass="path" presetSubtype="0" accel="50000" decel="50000" fill="hold" grpId="0" nodeType="withEffect">
                                  <p:stCondLst>
                                    <p:cond delay="2000"/>
                                  </p:stCondLst>
                                  <p:childTnLst>
                                    <p:animMotion origin="layout" path="M 2.91667E-6 -7.40741E-7 L -0.40899 0.24491 " pathEditMode="relative" rAng="0" ptsTypes="AA">
                                      <p:cBhvr>
                                        <p:cTn id="59" dur="1500" fill="hold"/>
                                        <p:tgtEl>
                                          <p:spTgt spid="5"/>
                                        </p:tgtEl>
                                        <p:attrNameLst>
                                          <p:attrName>ppt_x</p:attrName>
                                          <p:attrName>ppt_y</p:attrName>
                                        </p:attrNameLst>
                                      </p:cBhvr>
                                      <p:rCtr x="-20456" y="12245"/>
                                    </p:animMotion>
                                  </p:childTnLst>
                                </p:cTn>
                              </p:par>
                            </p:childTnLst>
                          </p:cTn>
                        </p:par>
                        <p:par>
                          <p:cTn id="60" fill="hold">
                            <p:stCondLst>
                              <p:cond delay="4500"/>
                            </p:stCondLst>
                            <p:childTnLst>
                              <p:par>
                                <p:cTn id="61" presetID="22" presetClass="entr" presetSubtype="8" fill="hold" nodeType="after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wipe(left)">
                                      <p:cBhvr>
                                        <p:cTn id="63" dur="1000"/>
                                        <p:tgtEl>
                                          <p:spTgt spid="7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73"/>
                                        </p:tgtEl>
                                        <p:attrNameLst>
                                          <p:attrName>style.visibility</p:attrName>
                                        </p:attrNameLst>
                                      </p:cBhvr>
                                      <p:to>
                                        <p:strVal val="visible"/>
                                      </p:to>
                                    </p:set>
                                    <p:animEffect transition="in" filter="wipe(left)">
                                      <p:cBhvr>
                                        <p:cTn id="68" dur="1000"/>
                                        <p:tgtEl>
                                          <p:spTgt spid="73"/>
                                        </p:tgtEl>
                                      </p:cBhvr>
                                    </p:animEffect>
                                  </p:childTnLst>
                                </p:cTn>
                              </p:par>
                              <p:par>
                                <p:cTn id="69" presetID="47"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1000"/>
                                        <p:tgtEl>
                                          <p:spTgt spid="38"/>
                                        </p:tgtEl>
                                      </p:cBhvr>
                                    </p:animEffect>
                                    <p:anim calcmode="lin" valueType="num">
                                      <p:cBhvr>
                                        <p:cTn id="72" dur="1000" fill="hold"/>
                                        <p:tgtEl>
                                          <p:spTgt spid="38"/>
                                        </p:tgtEl>
                                        <p:attrNameLst>
                                          <p:attrName>ppt_x</p:attrName>
                                        </p:attrNameLst>
                                      </p:cBhvr>
                                      <p:tavLst>
                                        <p:tav tm="0">
                                          <p:val>
                                            <p:strVal val="#ppt_x"/>
                                          </p:val>
                                        </p:tav>
                                        <p:tav tm="100000">
                                          <p:val>
                                            <p:strVal val="#ppt_x"/>
                                          </p:val>
                                        </p:tav>
                                      </p:tavLst>
                                    </p:anim>
                                    <p:anim calcmode="lin" valueType="num">
                                      <p:cBhvr>
                                        <p:cTn id="73" dur="1000" fill="hold"/>
                                        <p:tgtEl>
                                          <p:spTgt spid="38"/>
                                        </p:tgtEl>
                                        <p:attrNameLst>
                                          <p:attrName>ppt_y</p:attrName>
                                        </p:attrNameLst>
                                      </p:cBhvr>
                                      <p:tavLst>
                                        <p:tav tm="0">
                                          <p:val>
                                            <p:strVal val="#ppt_y-.1"/>
                                          </p:val>
                                        </p:tav>
                                        <p:tav tm="100000">
                                          <p:val>
                                            <p:strVal val="#ppt_y"/>
                                          </p:val>
                                        </p:tav>
                                      </p:tavLst>
                                    </p:anim>
                                  </p:childTnLst>
                                </p:cTn>
                              </p:par>
                            </p:childTnLst>
                          </p:cTn>
                        </p:par>
                        <p:par>
                          <p:cTn id="74" fill="hold">
                            <p:stCondLst>
                              <p:cond delay="1000"/>
                            </p:stCondLst>
                            <p:childTnLst>
                              <p:par>
                                <p:cTn id="75" presetID="22" presetClass="exit" presetSubtype="2" fill="hold" nodeType="afterEffect">
                                  <p:stCondLst>
                                    <p:cond delay="0"/>
                                  </p:stCondLst>
                                  <p:childTnLst>
                                    <p:animEffect transition="out" filter="wipe(right)">
                                      <p:cBhvr>
                                        <p:cTn id="76" dur="500"/>
                                        <p:tgtEl>
                                          <p:spTgt spid="75"/>
                                        </p:tgtEl>
                                      </p:cBhvr>
                                    </p:animEffect>
                                    <p:set>
                                      <p:cBhvr>
                                        <p:cTn id="77" dur="1" fill="hold">
                                          <p:stCondLst>
                                            <p:cond delay="499"/>
                                          </p:stCondLst>
                                        </p:cTn>
                                        <p:tgtEl>
                                          <p:spTgt spid="75"/>
                                        </p:tgtEl>
                                        <p:attrNameLst>
                                          <p:attrName>style.visibility</p:attrName>
                                        </p:attrNameLst>
                                      </p:cBhvr>
                                      <p:to>
                                        <p:strVal val="hidden"/>
                                      </p:to>
                                    </p:set>
                                  </p:childTnLst>
                                </p:cTn>
                              </p:par>
                            </p:childTnLst>
                          </p:cTn>
                        </p:par>
                        <p:par>
                          <p:cTn id="78" fill="hold">
                            <p:stCondLst>
                              <p:cond delay="1500"/>
                            </p:stCondLst>
                            <p:childTnLst>
                              <p:par>
                                <p:cTn id="79" presetID="22" presetClass="entr" presetSubtype="8" fill="hold" nodeType="afterEffect">
                                  <p:stCondLst>
                                    <p:cond delay="0"/>
                                  </p:stCondLst>
                                  <p:childTnLst>
                                    <p:set>
                                      <p:cBhvr>
                                        <p:cTn id="80" dur="1" fill="hold">
                                          <p:stCondLst>
                                            <p:cond delay="0"/>
                                          </p:stCondLst>
                                        </p:cTn>
                                        <p:tgtEl>
                                          <p:spTgt spid="76"/>
                                        </p:tgtEl>
                                        <p:attrNameLst>
                                          <p:attrName>style.visibility</p:attrName>
                                        </p:attrNameLst>
                                      </p:cBhvr>
                                      <p:to>
                                        <p:strVal val="visible"/>
                                      </p:to>
                                    </p:set>
                                    <p:animEffect transition="in" filter="wipe(left)">
                                      <p:cBhvr>
                                        <p:cTn id="81" dur="1000"/>
                                        <p:tgtEl>
                                          <p:spTgt spid="76"/>
                                        </p:tgtEl>
                                      </p:cBhvr>
                                    </p:animEffect>
                                  </p:childTnLst>
                                </p:cTn>
                              </p:par>
                            </p:childTnLst>
                          </p:cTn>
                        </p:par>
                      </p:childTnLst>
                    </p:cTn>
                  </p:par>
                  <p:par>
                    <p:cTn id="82" fill="hold">
                      <p:stCondLst>
                        <p:cond delay="indefinite"/>
                      </p:stCondLst>
                      <p:childTnLst>
                        <p:par>
                          <p:cTn id="83" fill="hold">
                            <p:stCondLst>
                              <p:cond delay="0"/>
                            </p:stCondLst>
                            <p:childTnLst>
                              <p:par>
                                <p:cTn id="84" presetID="47" presetClass="entr" presetSubtype="0" fill="hold" grpId="0" nodeType="clickEffect">
                                  <p:stCondLst>
                                    <p:cond delay="0"/>
                                  </p:stCondLst>
                                  <p:childTnLst>
                                    <p:set>
                                      <p:cBhvr>
                                        <p:cTn id="85" dur="1" fill="hold">
                                          <p:stCondLst>
                                            <p:cond delay="0"/>
                                          </p:stCondLst>
                                        </p:cTn>
                                        <p:tgtEl>
                                          <p:spTgt spid="79"/>
                                        </p:tgtEl>
                                        <p:attrNameLst>
                                          <p:attrName>style.visibility</p:attrName>
                                        </p:attrNameLst>
                                      </p:cBhvr>
                                      <p:to>
                                        <p:strVal val="visible"/>
                                      </p:to>
                                    </p:set>
                                    <p:animEffect transition="in" filter="fade">
                                      <p:cBhvr>
                                        <p:cTn id="86" dur="1000"/>
                                        <p:tgtEl>
                                          <p:spTgt spid="79"/>
                                        </p:tgtEl>
                                      </p:cBhvr>
                                    </p:animEffect>
                                    <p:anim calcmode="lin" valueType="num">
                                      <p:cBhvr>
                                        <p:cTn id="87" dur="1000" fill="hold"/>
                                        <p:tgtEl>
                                          <p:spTgt spid="79"/>
                                        </p:tgtEl>
                                        <p:attrNameLst>
                                          <p:attrName>ppt_x</p:attrName>
                                        </p:attrNameLst>
                                      </p:cBhvr>
                                      <p:tavLst>
                                        <p:tav tm="0">
                                          <p:val>
                                            <p:strVal val="#ppt_x"/>
                                          </p:val>
                                        </p:tav>
                                        <p:tav tm="100000">
                                          <p:val>
                                            <p:strVal val="#ppt_x"/>
                                          </p:val>
                                        </p:tav>
                                      </p:tavLst>
                                    </p:anim>
                                    <p:anim calcmode="lin" valueType="num">
                                      <p:cBhvr>
                                        <p:cTn id="88" dur="1000" fill="hold"/>
                                        <p:tgtEl>
                                          <p:spTgt spid="79"/>
                                        </p:tgtEl>
                                        <p:attrNameLst>
                                          <p:attrName>ppt_y</p:attrName>
                                        </p:attrNameLst>
                                      </p:cBhvr>
                                      <p:tavLst>
                                        <p:tav tm="0">
                                          <p:val>
                                            <p:strVal val="#ppt_y-.1"/>
                                          </p:val>
                                        </p:tav>
                                        <p:tav tm="100000">
                                          <p:val>
                                            <p:strVal val="#ppt_y"/>
                                          </p:val>
                                        </p:tav>
                                      </p:tavLst>
                                    </p:anim>
                                  </p:childTnLst>
                                </p:cTn>
                              </p:par>
                            </p:childTnLst>
                          </p:cTn>
                        </p:par>
                        <p:par>
                          <p:cTn id="89" fill="hold">
                            <p:stCondLst>
                              <p:cond delay="1000"/>
                            </p:stCondLst>
                            <p:childTnLst>
                              <p:par>
                                <p:cTn id="90" presetID="22" presetClass="exit" presetSubtype="2" fill="hold" nodeType="afterEffect">
                                  <p:stCondLst>
                                    <p:cond delay="0"/>
                                  </p:stCondLst>
                                  <p:childTnLst>
                                    <p:animEffect transition="out" filter="wipe(right)">
                                      <p:cBhvr>
                                        <p:cTn id="91" dur="500"/>
                                        <p:tgtEl>
                                          <p:spTgt spid="76"/>
                                        </p:tgtEl>
                                      </p:cBhvr>
                                    </p:animEffect>
                                    <p:set>
                                      <p:cBhvr>
                                        <p:cTn id="92" dur="1" fill="hold">
                                          <p:stCondLst>
                                            <p:cond delay="499"/>
                                          </p:stCondLst>
                                        </p:cTn>
                                        <p:tgtEl>
                                          <p:spTgt spid="76"/>
                                        </p:tgtEl>
                                        <p:attrNameLst>
                                          <p:attrName>style.visibility</p:attrName>
                                        </p:attrNameLst>
                                      </p:cBhvr>
                                      <p:to>
                                        <p:strVal val="hidden"/>
                                      </p:to>
                                    </p:se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80"/>
                                        </p:tgtEl>
                                        <p:attrNameLst>
                                          <p:attrName>style.visibility</p:attrName>
                                        </p:attrNameLst>
                                      </p:cBhvr>
                                      <p:to>
                                        <p:strVal val="visible"/>
                                      </p:to>
                                    </p:set>
                                    <p:animEffect transition="in" filter="wipe(left)">
                                      <p:cBhvr>
                                        <p:cTn id="96" dur="1000"/>
                                        <p:tgtEl>
                                          <p:spTgt spid="8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xit" presetSubtype="2" fill="hold" nodeType="clickEffect">
                                  <p:stCondLst>
                                    <p:cond delay="0"/>
                                  </p:stCondLst>
                                  <p:childTnLst>
                                    <p:animEffect transition="out" filter="wipe(right)">
                                      <p:cBhvr>
                                        <p:cTn id="100" dur="500"/>
                                        <p:tgtEl>
                                          <p:spTgt spid="80"/>
                                        </p:tgtEl>
                                      </p:cBhvr>
                                    </p:animEffect>
                                    <p:set>
                                      <p:cBhvr>
                                        <p:cTn id="101" dur="1" fill="hold">
                                          <p:stCondLst>
                                            <p:cond delay="499"/>
                                          </p:stCondLst>
                                        </p:cTn>
                                        <p:tgtEl>
                                          <p:spTgt spid="80"/>
                                        </p:tgtEl>
                                        <p:attrNameLst>
                                          <p:attrName>style.visibility</p:attrName>
                                        </p:attrNameLst>
                                      </p:cBhvr>
                                      <p:to>
                                        <p:strVal val="hidden"/>
                                      </p:to>
                                    </p:se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82"/>
                                        </p:tgtEl>
                                        <p:attrNameLst>
                                          <p:attrName>style.visibility</p:attrName>
                                        </p:attrNameLst>
                                      </p:cBhvr>
                                      <p:to>
                                        <p:strVal val="visible"/>
                                      </p:to>
                                    </p:set>
                                    <p:animEffect transition="in" filter="wipe(left)">
                                      <p:cBhvr>
                                        <p:cTn id="105" dur="1000"/>
                                        <p:tgtEl>
                                          <p:spTgt spid="8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xit" presetSubtype="2" fill="hold" nodeType="clickEffect">
                                  <p:stCondLst>
                                    <p:cond delay="0"/>
                                  </p:stCondLst>
                                  <p:childTnLst>
                                    <p:animEffect transition="out" filter="wipe(right)">
                                      <p:cBhvr>
                                        <p:cTn id="109" dur="500"/>
                                        <p:tgtEl>
                                          <p:spTgt spid="82"/>
                                        </p:tgtEl>
                                      </p:cBhvr>
                                    </p:animEffect>
                                    <p:set>
                                      <p:cBhvr>
                                        <p:cTn id="110" dur="1" fill="hold">
                                          <p:stCondLst>
                                            <p:cond delay="499"/>
                                          </p:stCondLst>
                                        </p:cTn>
                                        <p:tgtEl>
                                          <p:spTgt spid="82"/>
                                        </p:tgtEl>
                                        <p:attrNameLst>
                                          <p:attrName>style.visibility</p:attrName>
                                        </p:attrNameLst>
                                      </p:cBhvr>
                                      <p:to>
                                        <p:strVal val="hidden"/>
                                      </p:to>
                                    </p:set>
                                  </p:childTnLst>
                                </p:cTn>
                              </p:par>
                            </p:childTnLst>
                          </p:cTn>
                        </p:par>
                        <p:par>
                          <p:cTn id="111" fill="hold">
                            <p:stCondLst>
                              <p:cond delay="500"/>
                            </p:stCondLst>
                            <p:childTnLst>
                              <p:par>
                                <p:cTn id="112" presetID="22" presetClass="entr" presetSubtype="8" fill="hold" nodeType="afterEffect">
                                  <p:stCondLst>
                                    <p:cond delay="0"/>
                                  </p:stCondLst>
                                  <p:childTnLst>
                                    <p:set>
                                      <p:cBhvr>
                                        <p:cTn id="113" dur="1" fill="hold">
                                          <p:stCondLst>
                                            <p:cond delay="0"/>
                                          </p:stCondLst>
                                        </p:cTn>
                                        <p:tgtEl>
                                          <p:spTgt spid="84"/>
                                        </p:tgtEl>
                                        <p:attrNameLst>
                                          <p:attrName>style.visibility</p:attrName>
                                        </p:attrNameLst>
                                      </p:cBhvr>
                                      <p:to>
                                        <p:strVal val="visible"/>
                                      </p:to>
                                    </p:set>
                                    <p:animEffect transition="in" filter="wipe(left)">
                                      <p:cBhvr>
                                        <p:cTn id="114" dur="1000"/>
                                        <p:tgtEl>
                                          <p:spTgt spid="84"/>
                                        </p:tgtEl>
                                      </p:cBhvr>
                                    </p:animEffect>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90"/>
                                        </p:tgtEl>
                                        <p:attrNameLst>
                                          <p:attrName>style.visibility</p:attrName>
                                        </p:attrNameLst>
                                      </p:cBhvr>
                                      <p:to>
                                        <p:strVal val="visible"/>
                                      </p:to>
                                    </p:set>
                                    <p:animEffect transition="in" filter="fade">
                                      <p:cBhvr>
                                        <p:cTn id="119" dur="1000"/>
                                        <p:tgtEl>
                                          <p:spTgt spid="90"/>
                                        </p:tgtEl>
                                      </p:cBhvr>
                                    </p:animEffect>
                                    <p:anim calcmode="lin" valueType="num">
                                      <p:cBhvr>
                                        <p:cTn id="120" dur="1000" fill="hold"/>
                                        <p:tgtEl>
                                          <p:spTgt spid="90"/>
                                        </p:tgtEl>
                                        <p:attrNameLst>
                                          <p:attrName>ppt_x</p:attrName>
                                        </p:attrNameLst>
                                      </p:cBhvr>
                                      <p:tavLst>
                                        <p:tav tm="0">
                                          <p:val>
                                            <p:strVal val="#ppt_x"/>
                                          </p:val>
                                        </p:tav>
                                        <p:tav tm="100000">
                                          <p:val>
                                            <p:strVal val="#ppt_x"/>
                                          </p:val>
                                        </p:tav>
                                      </p:tavLst>
                                    </p:anim>
                                    <p:anim calcmode="lin" valueType="num">
                                      <p:cBhvr>
                                        <p:cTn id="121" dur="1000" fill="hold"/>
                                        <p:tgtEl>
                                          <p:spTgt spid="90"/>
                                        </p:tgtEl>
                                        <p:attrNameLst>
                                          <p:attrName>ppt_y</p:attrName>
                                        </p:attrNameLst>
                                      </p:cBhvr>
                                      <p:tavLst>
                                        <p:tav tm="0">
                                          <p:val>
                                            <p:strVal val="#ppt_y+.1"/>
                                          </p:val>
                                        </p:tav>
                                        <p:tav tm="100000">
                                          <p:val>
                                            <p:strVal val="#ppt_y"/>
                                          </p:val>
                                        </p:tav>
                                      </p:tavLst>
                                    </p:anim>
                                  </p:childTnLst>
                                </p:cTn>
                              </p:par>
                            </p:childTnLst>
                          </p:cTn>
                        </p:par>
                        <p:par>
                          <p:cTn id="122" fill="hold">
                            <p:stCondLst>
                              <p:cond delay="1000"/>
                            </p:stCondLst>
                            <p:childTnLst>
                              <p:par>
                                <p:cTn id="123" presetID="22" presetClass="exit" presetSubtype="2" fill="hold" nodeType="afterEffect">
                                  <p:stCondLst>
                                    <p:cond delay="0"/>
                                  </p:stCondLst>
                                  <p:childTnLst>
                                    <p:animEffect transition="out" filter="wipe(right)">
                                      <p:cBhvr>
                                        <p:cTn id="124" dur="500"/>
                                        <p:tgtEl>
                                          <p:spTgt spid="84"/>
                                        </p:tgtEl>
                                      </p:cBhvr>
                                    </p:animEffect>
                                    <p:set>
                                      <p:cBhvr>
                                        <p:cTn id="125" dur="1" fill="hold">
                                          <p:stCondLst>
                                            <p:cond delay="499"/>
                                          </p:stCondLst>
                                        </p:cTn>
                                        <p:tgtEl>
                                          <p:spTgt spid="84"/>
                                        </p:tgtEl>
                                        <p:attrNameLst>
                                          <p:attrName>style.visibility</p:attrName>
                                        </p:attrNameLst>
                                      </p:cBhvr>
                                      <p:to>
                                        <p:strVal val="hidden"/>
                                      </p:to>
                                    </p:set>
                                  </p:childTnLst>
                                </p:cTn>
                              </p:par>
                            </p:childTnLst>
                          </p:cTn>
                        </p:par>
                        <p:par>
                          <p:cTn id="126" fill="hold">
                            <p:stCondLst>
                              <p:cond delay="1500"/>
                            </p:stCondLst>
                            <p:childTnLst>
                              <p:par>
                                <p:cTn id="127" presetID="22" presetClass="entr" presetSubtype="8" fill="hold" nodeType="afterEffect">
                                  <p:stCondLst>
                                    <p:cond delay="0"/>
                                  </p:stCondLst>
                                  <p:childTnLst>
                                    <p:set>
                                      <p:cBhvr>
                                        <p:cTn id="128" dur="1" fill="hold">
                                          <p:stCondLst>
                                            <p:cond delay="0"/>
                                          </p:stCondLst>
                                        </p:cTn>
                                        <p:tgtEl>
                                          <p:spTgt spid="92"/>
                                        </p:tgtEl>
                                        <p:attrNameLst>
                                          <p:attrName>style.visibility</p:attrName>
                                        </p:attrNameLst>
                                      </p:cBhvr>
                                      <p:to>
                                        <p:strVal val="visible"/>
                                      </p:to>
                                    </p:set>
                                    <p:animEffect transition="in" filter="wipe(left)">
                                      <p:cBhvr>
                                        <p:cTn id="129" dur="1000"/>
                                        <p:tgtEl>
                                          <p:spTgt spid="92"/>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96"/>
                                        </p:tgtEl>
                                        <p:attrNameLst>
                                          <p:attrName>style.visibility</p:attrName>
                                        </p:attrNameLst>
                                      </p:cBhvr>
                                      <p:to>
                                        <p:strVal val="visible"/>
                                      </p:to>
                                    </p:set>
                                    <p:animEffect transition="in" filter="wipe(left)">
                                      <p:cBhvr>
                                        <p:cTn id="134" dur="1000"/>
                                        <p:tgtEl>
                                          <p:spTgt spid="96"/>
                                        </p:tgtEl>
                                      </p:cBhvr>
                                    </p:animEffect>
                                  </p:childTnLst>
                                </p:cTn>
                              </p:par>
                            </p:childTnLst>
                          </p:cTn>
                        </p:par>
                        <p:par>
                          <p:cTn id="135" fill="hold">
                            <p:stCondLst>
                              <p:cond delay="1000"/>
                            </p:stCondLst>
                            <p:childTnLst>
                              <p:par>
                                <p:cTn id="136" presetID="22" presetClass="entr" presetSubtype="1" fill="hold" nodeType="afterEffect">
                                  <p:stCondLst>
                                    <p:cond delay="0"/>
                                  </p:stCondLst>
                                  <p:childTnLst>
                                    <p:set>
                                      <p:cBhvr>
                                        <p:cTn id="137" dur="1" fill="hold">
                                          <p:stCondLst>
                                            <p:cond delay="0"/>
                                          </p:stCondLst>
                                        </p:cTn>
                                        <p:tgtEl>
                                          <p:spTgt spid="95"/>
                                        </p:tgtEl>
                                        <p:attrNameLst>
                                          <p:attrName>style.visibility</p:attrName>
                                        </p:attrNameLst>
                                      </p:cBhvr>
                                      <p:to>
                                        <p:strVal val="visible"/>
                                      </p:to>
                                    </p:set>
                                    <p:animEffect transition="in" filter="wipe(up)">
                                      <p:cBhvr>
                                        <p:cTn id="138" dur="1000"/>
                                        <p:tgtEl>
                                          <p:spTgt spid="95"/>
                                        </p:tgtEl>
                                      </p:cBhvr>
                                    </p:animEffect>
                                  </p:childTnLst>
                                </p:cTn>
                              </p:par>
                            </p:childTnLst>
                          </p:cTn>
                        </p:par>
                        <p:par>
                          <p:cTn id="139" fill="hold">
                            <p:stCondLst>
                              <p:cond delay="2000"/>
                            </p:stCondLst>
                            <p:childTnLst>
                              <p:par>
                                <p:cTn id="140" presetID="22" presetClass="exit" presetSubtype="2" fill="hold" nodeType="afterEffect">
                                  <p:stCondLst>
                                    <p:cond delay="0"/>
                                  </p:stCondLst>
                                  <p:childTnLst>
                                    <p:animEffect transition="out" filter="wipe(right)">
                                      <p:cBhvr>
                                        <p:cTn id="141" dur="500"/>
                                        <p:tgtEl>
                                          <p:spTgt spid="92"/>
                                        </p:tgtEl>
                                      </p:cBhvr>
                                    </p:animEffect>
                                    <p:set>
                                      <p:cBhvr>
                                        <p:cTn id="142" dur="1" fill="hold">
                                          <p:stCondLst>
                                            <p:cond delay="499"/>
                                          </p:stCondLst>
                                        </p:cTn>
                                        <p:tgtEl>
                                          <p:spTgt spid="92"/>
                                        </p:tgtEl>
                                        <p:attrNameLst>
                                          <p:attrName>style.visibility</p:attrName>
                                        </p:attrNameLst>
                                      </p:cBhvr>
                                      <p:to>
                                        <p:strVal val="hidden"/>
                                      </p:to>
                                    </p:set>
                                  </p:childTnLst>
                                </p:cTn>
                              </p:par>
                            </p:childTnLst>
                          </p:cTn>
                        </p:par>
                        <p:par>
                          <p:cTn id="143" fill="hold">
                            <p:stCondLst>
                              <p:cond delay="2500"/>
                            </p:stCondLst>
                            <p:childTnLst>
                              <p:par>
                                <p:cTn id="144" presetID="22" presetClass="entr" presetSubtype="8" fill="hold" nodeType="afterEffect">
                                  <p:stCondLst>
                                    <p:cond delay="0"/>
                                  </p:stCondLst>
                                  <p:childTnLst>
                                    <p:set>
                                      <p:cBhvr>
                                        <p:cTn id="145" dur="1" fill="hold">
                                          <p:stCondLst>
                                            <p:cond delay="0"/>
                                          </p:stCondLst>
                                        </p:cTn>
                                        <p:tgtEl>
                                          <p:spTgt spid="101"/>
                                        </p:tgtEl>
                                        <p:attrNameLst>
                                          <p:attrName>style.visibility</p:attrName>
                                        </p:attrNameLst>
                                      </p:cBhvr>
                                      <p:to>
                                        <p:strVal val="visible"/>
                                      </p:to>
                                    </p:set>
                                    <p:animEffect transition="in" filter="wipe(left)">
                                      <p:cBhvr>
                                        <p:cTn id="146" dur="1000"/>
                                        <p:tgtEl>
                                          <p:spTgt spid="101"/>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xit" presetSubtype="2" fill="hold" nodeType="clickEffect">
                                  <p:stCondLst>
                                    <p:cond delay="0"/>
                                  </p:stCondLst>
                                  <p:childTnLst>
                                    <p:animEffect transition="out" filter="wipe(right)">
                                      <p:cBhvr>
                                        <p:cTn id="150" dur="500"/>
                                        <p:tgtEl>
                                          <p:spTgt spid="101"/>
                                        </p:tgtEl>
                                      </p:cBhvr>
                                    </p:animEffect>
                                    <p:set>
                                      <p:cBhvr>
                                        <p:cTn id="151" dur="1" fill="hold">
                                          <p:stCondLst>
                                            <p:cond delay="499"/>
                                          </p:stCondLst>
                                        </p:cTn>
                                        <p:tgtEl>
                                          <p:spTgt spid="101"/>
                                        </p:tgtEl>
                                        <p:attrNameLst>
                                          <p:attrName>style.visibility</p:attrName>
                                        </p:attrNameLst>
                                      </p:cBhvr>
                                      <p:to>
                                        <p:strVal val="hidden"/>
                                      </p:to>
                                    </p:set>
                                  </p:childTnLst>
                                </p:cTn>
                              </p:par>
                            </p:childTnLst>
                          </p:cTn>
                        </p:par>
                        <p:par>
                          <p:cTn id="152" fill="hold">
                            <p:stCondLst>
                              <p:cond delay="500"/>
                            </p:stCondLst>
                            <p:childTnLst>
                              <p:par>
                                <p:cTn id="153" presetID="22" presetClass="entr" presetSubtype="8" fill="hold" nodeType="afterEffect">
                                  <p:stCondLst>
                                    <p:cond delay="0"/>
                                  </p:stCondLst>
                                  <p:childTnLst>
                                    <p:set>
                                      <p:cBhvr>
                                        <p:cTn id="154" dur="1" fill="hold">
                                          <p:stCondLst>
                                            <p:cond delay="0"/>
                                          </p:stCondLst>
                                        </p:cTn>
                                        <p:tgtEl>
                                          <p:spTgt spid="103"/>
                                        </p:tgtEl>
                                        <p:attrNameLst>
                                          <p:attrName>style.visibility</p:attrName>
                                        </p:attrNameLst>
                                      </p:cBhvr>
                                      <p:to>
                                        <p:strVal val="visible"/>
                                      </p:to>
                                    </p:set>
                                    <p:animEffect transition="in" filter="wipe(left)">
                                      <p:cBhvr>
                                        <p:cTn id="155" dur="1000"/>
                                        <p:tgtEl>
                                          <p:spTgt spid="103"/>
                                        </p:tgtEl>
                                      </p:cBhvr>
                                    </p:animEffect>
                                  </p:childTnLst>
                                </p:cTn>
                              </p:par>
                            </p:childTnLst>
                          </p:cTn>
                        </p:par>
                      </p:childTnLst>
                    </p:cTn>
                  </p:par>
                  <p:par>
                    <p:cTn id="156" fill="hold">
                      <p:stCondLst>
                        <p:cond delay="indefinite"/>
                      </p:stCondLst>
                      <p:childTnLst>
                        <p:par>
                          <p:cTn id="157" fill="hold">
                            <p:stCondLst>
                              <p:cond delay="0"/>
                            </p:stCondLst>
                            <p:childTnLst>
                              <p:par>
                                <p:cTn id="158" presetID="63" presetClass="path" presetSubtype="0" accel="50000" decel="50000" fill="hold" nodeType="clickEffect">
                                  <p:stCondLst>
                                    <p:cond delay="0"/>
                                  </p:stCondLst>
                                  <p:childTnLst>
                                    <p:animMotion origin="layout" path="M -2.29167E-6 0 L 0.02748 0 " pathEditMode="relative" rAng="0" ptsTypes="AA">
                                      <p:cBhvr>
                                        <p:cTn id="159" dur="1500" fill="hold"/>
                                        <p:tgtEl>
                                          <p:spTgt spid="90"/>
                                        </p:tgtEl>
                                        <p:attrNameLst>
                                          <p:attrName>ppt_x</p:attrName>
                                          <p:attrName>ppt_y</p:attrName>
                                        </p:attrNameLst>
                                      </p:cBhvr>
                                      <p:rCtr x="1367" y="0"/>
                                    </p:animMotion>
                                  </p:childTnLst>
                                </p:cTn>
                              </p:par>
                            </p:childTnLst>
                          </p:cTn>
                        </p:par>
                        <p:par>
                          <p:cTn id="160" fill="hold">
                            <p:stCondLst>
                              <p:cond delay="1500"/>
                            </p:stCondLst>
                            <p:childTnLst>
                              <p:par>
                                <p:cTn id="161" presetID="22" presetClass="entr" presetSubtype="8" fill="hold" nodeType="afterEffect">
                                  <p:stCondLst>
                                    <p:cond delay="0"/>
                                  </p:stCondLst>
                                  <p:childTnLst>
                                    <p:set>
                                      <p:cBhvr>
                                        <p:cTn id="162" dur="1" fill="hold">
                                          <p:stCondLst>
                                            <p:cond delay="0"/>
                                          </p:stCondLst>
                                        </p:cTn>
                                        <p:tgtEl>
                                          <p:spTgt spid="106"/>
                                        </p:tgtEl>
                                        <p:attrNameLst>
                                          <p:attrName>style.visibility</p:attrName>
                                        </p:attrNameLst>
                                      </p:cBhvr>
                                      <p:to>
                                        <p:strVal val="visible"/>
                                      </p:to>
                                    </p:set>
                                    <p:animEffect transition="in" filter="wipe(left)">
                                      <p:cBhvr>
                                        <p:cTn id="163" dur="1000"/>
                                        <p:tgtEl>
                                          <p:spTgt spid="106"/>
                                        </p:tgtEl>
                                      </p:cBhvr>
                                    </p:animEffect>
                                  </p:childTnLst>
                                </p:cTn>
                              </p:par>
                            </p:childTnLst>
                          </p:cTn>
                        </p:par>
                        <p:par>
                          <p:cTn id="164" fill="hold">
                            <p:stCondLst>
                              <p:cond delay="2500"/>
                            </p:stCondLst>
                            <p:childTnLst>
                              <p:par>
                                <p:cTn id="165" presetID="22" presetClass="exit" presetSubtype="2" fill="hold" nodeType="afterEffect">
                                  <p:stCondLst>
                                    <p:cond delay="0"/>
                                  </p:stCondLst>
                                  <p:childTnLst>
                                    <p:animEffect transition="out" filter="wipe(right)">
                                      <p:cBhvr>
                                        <p:cTn id="166" dur="500"/>
                                        <p:tgtEl>
                                          <p:spTgt spid="103"/>
                                        </p:tgtEl>
                                      </p:cBhvr>
                                    </p:animEffect>
                                    <p:set>
                                      <p:cBhvr>
                                        <p:cTn id="167" dur="1" fill="hold">
                                          <p:stCondLst>
                                            <p:cond delay="499"/>
                                          </p:stCondLst>
                                        </p:cTn>
                                        <p:tgtEl>
                                          <p:spTgt spid="103"/>
                                        </p:tgtEl>
                                        <p:attrNameLst>
                                          <p:attrName>style.visibility</p:attrName>
                                        </p:attrNameLst>
                                      </p:cBhvr>
                                      <p:to>
                                        <p:strVal val="hidden"/>
                                      </p:to>
                                    </p:set>
                                  </p:childTnLst>
                                </p:cTn>
                              </p:par>
                            </p:childTnLst>
                          </p:cTn>
                        </p:par>
                        <p:par>
                          <p:cTn id="168" fill="hold">
                            <p:stCondLst>
                              <p:cond delay="3000"/>
                            </p:stCondLst>
                            <p:childTnLst>
                              <p:par>
                                <p:cTn id="169" presetID="22" presetClass="entr" presetSubtype="8" fill="hold" nodeType="afterEffect">
                                  <p:stCondLst>
                                    <p:cond delay="0"/>
                                  </p:stCondLst>
                                  <p:childTnLst>
                                    <p:set>
                                      <p:cBhvr>
                                        <p:cTn id="170" dur="1" fill="hold">
                                          <p:stCondLst>
                                            <p:cond delay="0"/>
                                          </p:stCondLst>
                                        </p:cTn>
                                        <p:tgtEl>
                                          <p:spTgt spid="108"/>
                                        </p:tgtEl>
                                        <p:attrNameLst>
                                          <p:attrName>style.visibility</p:attrName>
                                        </p:attrNameLst>
                                      </p:cBhvr>
                                      <p:to>
                                        <p:strVal val="visible"/>
                                      </p:to>
                                    </p:set>
                                    <p:animEffect transition="in" filter="wipe(left)">
                                      <p:cBhvr>
                                        <p:cTn id="171" dur="1000"/>
                                        <p:tgtEl>
                                          <p:spTgt spid="108"/>
                                        </p:tgtEl>
                                      </p:cBhvr>
                                    </p:animEffect>
                                  </p:childTnLst>
                                </p:cTn>
                              </p:par>
                            </p:childTnLst>
                          </p:cTn>
                        </p:par>
                      </p:childTnLst>
                    </p:cTn>
                  </p:par>
                  <p:par>
                    <p:cTn id="172" fill="hold">
                      <p:stCondLst>
                        <p:cond delay="indefinite"/>
                      </p:stCondLst>
                      <p:childTnLst>
                        <p:par>
                          <p:cTn id="173" fill="hold">
                            <p:stCondLst>
                              <p:cond delay="0"/>
                            </p:stCondLst>
                            <p:childTnLst>
                              <p:par>
                                <p:cTn id="174" presetID="63" presetClass="path" presetSubtype="0" accel="50000" decel="50000" fill="hold" nodeType="clickEffect">
                                  <p:stCondLst>
                                    <p:cond delay="0"/>
                                  </p:stCondLst>
                                  <p:childTnLst>
                                    <p:animMotion origin="layout" path="M -1.45833E-6 2.96296E-6 L 0.07227 -0.00023 " pathEditMode="relative" rAng="0" ptsTypes="AA">
                                      <p:cBhvr>
                                        <p:cTn id="175" dur="1500" fill="hold"/>
                                        <p:tgtEl>
                                          <p:spTgt spid="96"/>
                                        </p:tgtEl>
                                        <p:attrNameLst>
                                          <p:attrName>ppt_x</p:attrName>
                                          <p:attrName>ppt_y</p:attrName>
                                        </p:attrNameLst>
                                      </p:cBhvr>
                                      <p:rCtr x="3607" y="-23"/>
                                    </p:animMotion>
                                  </p:childTnLst>
                                </p:cTn>
                              </p:par>
                            </p:childTnLst>
                          </p:cTn>
                        </p:par>
                        <p:par>
                          <p:cTn id="176" fill="hold">
                            <p:stCondLst>
                              <p:cond delay="1500"/>
                            </p:stCondLst>
                            <p:childTnLst>
                              <p:par>
                                <p:cTn id="177" presetID="22" presetClass="exit" presetSubtype="2" fill="hold" nodeType="afterEffect">
                                  <p:stCondLst>
                                    <p:cond delay="0"/>
                                  </p:stCondLst>
                                  <p:childTnLst>
                                    <p:animEffect transition="out" filter="wipe(right)">
                                      <p:cBhvr>
                                        <p:cTn id="178" dur="500"/>
                                        <p:tgtEl>
                                          <p:spTgt spid="108"/>
                                        </p:tgtEl>
                                      </p:cBhvr>
                                    </p:animEffect>
                                    <p:set>
                                      <p:cBhvr>
                                        <p:cTn id="179" dur="1" fill="hold">
                                          <p:stCondLst>
                                            <p:cond delay="499"/>
                                          </p:stCondLst>
                                        </p:cTn>
                                        <p:tgtEl>
                                          <p:spTgt spid="108"/>
                                        </p:tgtEl>
                                        <p:attrNameLst>
                                          <p:attrName>style.visibility</p:attrName>
                                        </p:attrNameLst>
                                      </p:cBhvr>
                                      <p:to>
                                        <p:strVal val="hidden"/>
                                      </p:to>
                                    </p:set>
                                  </p:childTnLst>
                                </p:cTn>
                              </p:par>
                            </p:childTnLst>
                          </p:cTn>
                        </p:par>
                        <p:par>
                          <p:cTn id="180" fill="hold">
                            <p:stCondLst>
                              <p:cond delay="2000"/>
                            </p:stCondLst>
                            <p:childTnLst>
                              <p:par>
                                <p:cTn id="181" presetID="22" presetClass="entr" presetSubtype="8" fill="hold" nodeType="afterEffect">
                                  <p:stCondLst>
                                    <p:cond delay="0"/>
                                  </p:stCondLst>
                                  <p:childTnLst>
                                    <p:set>
                                      <p:cBhvr>
                                        <p:cTn id="182" dur="1" fill="hold">
                                          <p:stCondLst>
                                            <p:cond delay="0"/>
                                          </p:stCondLst>
                                        </p:cTn>
                                        <p:tgtEl>
                                          <p:spTgt spid="101"/>
                                        </p:tgtEl>
                                        <p:attrNameLst>
                                          <p:attrName>style.visibility</p:attrName>
                                        </p:attrNameLst>
                                      </p:cBhvr>
                                      <p:to>
                                        <p:strVal val="visible"/>
                                      </p:to>
                                    </p:set>
                                    <p:animEffect transition="in" filter="wipe(left)">
                                      <p:cBhvr>
                                        <p:cTn id="183" dur="1000"/>
                                        <p:tgtEl>
                                          <p:spTgt spid="101"/>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xit" presetSubtype="2" fill="hold" nodeType="clickEffect">
                                  <p:stCondLst>
                                    <p:cond delay="0"/>
                                  </p:stCondLst>
                                  <p:childTnLst>
                                    <p:animEffect transition="out" filter="wipe(right)">
                                      <p:cBhvr>
                                        <p:cTn id="187" dur="500"/>
                                        <p:tgtEl>
                                          <p:spTgt spid="101"/>
                                        </p:tgtEl>
                                      </p:cBhvr>
                                    </p:animEffect>
                                    <p:set>
                                      <p:cBhvr>
                                        <p:cTn id="188" dur="1" fill="hold">
                                          <p:stCondLst>
                                            <p:cond delay="499"/>
                                          </p:stCondLst>
                                        </p:cTn>
                                        <p:tgtEl>
                                          <p:spTgt spid="101"/>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nodeType="clickEffect">
                                  <p:stCondLst>
                                    <p:cond delay="0"/>
                                  </p:stCondLst>
                                  <p:childTnLst>
                                    <p:set>
                                      <p:cBhvr>
                                        <p:cTn id="192" dur="1" fill="hold">
                                          <p:stCondLst>
                                            <p:cond delay="0"/>
                                          </p:stCondLst>
                                        </p:cTn>
                                        <p:tgtEl>
                                          <p:spTgt spid="103"/>
                                        </p:tgtEl>
                                        <p:attrNameLst>
                                          <p:attrName>style.visibility</p:attrName>
                                        </p:attrNameLst>
                                      </p:cBhvr>
                                      <p:to>
                                        <p:strVal val="visible"/>
                                      </p:to>
                                    </p:set>
                                    <p:animEffect transition="in" filter="wipe(left)">
                                      <p:cBhvr>
                                        <p:cTn id="193" dur="1000"/>
                                        <p:tgtEl>
                                          <p:spTgt spid="103"/>
                                        </p:tgtEl>
                                      </p:cBhvr>
                                    </p:animEffect>
                                  </p:childTnLst>
                                </p:cTn>
                              </p:par>
                            </p:childTnLst>
                          </p:cTn>
                        </p:par>
                      </p:childTnLst>
                    </p:cTn>
                  </p:par>
                  <p:par>
                    <p:cTn id="194" fill="hold">
                      <p:stCondLst>
                        <p:cond delay="indefinite"/>
                      </p:stCondLst>
                      <p:childTnLst>
                        <p:par>
                          <p:cTn id="195" fill="hold">
                            <p:stCondLst>
                              <p:cond delay="0"/>
                            </p:stCondLst>
                            <p:childTnLst>
                              <p:par>
                                <p:cTn id="196" presetID="63" presetClass="path" presetSubtype="0" accel="50000" decel="50000" fill="hold" nodeType="clickEffect">
                                  <p:stCondLst>
                                    <p:cond delay="0"/>
                                  </p:stCondLst>
                                  <p:childTnLst>
                                    <p:animMotion origin="layout" path="M 0.01354 0.00162 L 0.05638 0.00208 " pathEditMode="relative" rAng="0" ptsTypes="AA">
                                      <p:cBhvr>
                                        <p:cTn id="197" dur="1500" fill="hold"/>
                                        <p:tgtEl>
                                          <p:spTgt spid="90"/>
                                        </p:tgtEl>
                                        <p:attrNameLst>
                                          <p:attrName>ppt_x</p:attrName>
                                          <p:attrName>ppt_y</p:attrName>
                                        </p:attrNameLst>
                                      </p:cBhvr>
                                      <p:rCtr x="2135" y="23"/>
                                    </p:animMotion>
                                  </p:childTnLst>
                                </p:cTn>
                              </p:par>
                            </p:childTnLst>
                          </p:cTn>
                        </p:par>
                        <p:par>
                          <p:cTn id="198" fill="hold">
                            <p:stCondLst>
                              <p:cond delay="1500"/>
                            </p:stCondLst>
                            <p:childTnLst>
                              <p:par>
                                <p:cTn id="199" presetID="22" presetClass="entr" presetSubtype="8" fill="hold" nodeType="afterEffect">
                                  <p:stCondLst>
                                    <p:cond delay="0"/>
                                  </p:stCondLst>
                                  <p:childTnLst>
                                    <p:set>
                                      <p:cBhvr>
                                        <p:cTn id="200" dur="1" fill="hold">
                                          <p:stCondLst>
                                            <p:cond delay="0"/>
                                          </p:stCondLst>
                                        </p:cTn>
                                        <p:tgtEl>
                                          <p:spTgt spid="110"/>
                                        </p:tgtEl>
                                        <p:attrNameLst>
                                          <p:attrName>style.visibility</p:attrName>
                                        </p:attrNameLst>
                                      </p:cBhvr>
                                      <p:to>
                                        <p:strVal val="visible"/>
                                      </p:to>
                                    </p:set>
                                    <p:animEffect transition="in" filter="wipe(left)">
                                      <p:cBhvr>
                                        <p:cTn id="201" dur="1000"/>
                                        <p:tgtEl>
                                          <p:spTgt spid="110"/>
                                        </p:tgtEl>
                                      </p:cBhvr>
                                    </p:animEffect>
                                  </p:childTnLst>
                                </p:cTn>
                              </p:par>
                            </p:childTnLst>
                          </p:cTn>
                        </p:par>
                        <p:par>
                          <p:cTn id="202" fill="hold">
                            <p:stCondLst>
                              <p:cond delay="2500"/>
                            </p:stCondLst>
                            <p:childTnLst>
                              <p:par>
                                <p:cTn id="203" presetID="22" presetClass="exit" presetSubtype="2" fill="hold" nodeType="afterEffect">
                                  <p:stCondLst>
                                    <p:cond delay="0"/>
                                  </p:stCondLst>
                                  <p:childTnLst>
                                    <p:animEffect transition="out" filter="wipe(right)">
                                      <p:cBhvr>
                                        <p:cTn id="204" dur="500"/>
                                        <p:tgtEl>
                                          <p:spTgt spid="103"/>
                                        </p:tgtEl>
                                      </p:cBhvr>
                                    </p:animEffect>
                                    <p:set>
                                      <p:cBhvr>
                                        <p:cTn id="205" dur="1" fill="hold">
                                          <p:stCondLst>
                                            <p:cond delay="499"/>
                                          </p:stCondLst>
                                        </p:cTn>
                                        <p:tgtEl>
                                          <p:spTgt spid="103"/>
                                        </p:tgtEl>
                                        <p:attrNameLst>
                                          <p:attrName>style.visibility</p:attrName>
                                        </p:attrNameLst>
                                      </p:cBhvr>
                                      <p:to>
                                        <p:strVal val="hidden"/>
                                      </p:to>
                                    </p:set>
                                  </p:childTnLst>
                                </p:cTn>
                              </p:par>
                            </p:childTnLst>
                          </p:cTn>
                        </p:par>
                        <p:par>
                          <p:cTn id="206" fill="hold">
                            <p:stCondLst>
                              <p:cond delay="3000"/>
                            </p:stCondLst>
                            <p:childTnLst>
                              <p:par>
                                <p:cTn id="207" presetID="22" presetClass="entr" presetSubtype="8" fill="hold" nodeType="afterEffect">
                                  <p:stCondLst>
                                    <p:cond delay="0"/>
                                  </p:stCondLst>
                                  <p:childTnLst>
                                    <p:set>
                                      <p:cBhvr>
                                        <p:cTn id="208" dur="1" fill="hold">
                                          <p:stCondLst>
                                            <p:cond delay="0"/>
                                          </p:stCondLst>
                                        </p:cTn>
                                        <p:tgtEl>
                                          <p:spTgt spid="108"/>
                                        </p:tgtEl>
                                        <p:attrNameLst>
                                          <p:attrName>style.visibility</p:attrName>
                                        </p:attrNameLst>
                                      </p:cBhvr>
                                      <p:to>
                                        <p:strVal val="visible"/>
                                      </p:to>
                                    </p:set>
                                    <p:animEffect transition="in" filter="wipe(left)">
                                      <p:cBhvr>
                                        <p:cTn id="209" dur="1000"/>
                                        <p:tgtEl>
                                          <p:spTgt spid="108"/>
                                        </p:tgtEl>
                                      </p:cBhvr>
                                    </p:animEffect>
                                  </p:childTnLst>
                                </p:cTn>
                              </p:par>
                            </p:childTnLst>
                          </p:cTn>
                        </p:par>
                      </p:childTnLst>
                    </p:cTn>
                  </p:par>
                  <p:par>
                    <p:cTn id="210" fill="hold">
                      <p:stCondLst>
                        <p:cond delay="indefinite"/>
                      </p:stCondLst>
                      <p:childTnLst>
                        <p:par>
                          <p:cTn id="211" fill="hold">
                            <p:stCondLst>
                              <p:cond delay="0"/>
                            </p:stCondLst>
                            <p:childTnLst>
                              <p:par>
                                <p:cTn id="212" presetID="63" presetClass="path" presetSubtype="0" accel="50000" decel="50000" fill="hold" nodeType="clickEffect">
                                  <p:stCondLst>
                                    <p:cond delay="0"/>
                                  </p:stCondLst>
                                  <p:childTnLst>
                                    <p:animMotion origin="layout" path="M 0.07227 -0.00023 L 0.14102 -0.00116 " pathEditMode="relative" rAng="0" ptsTypes="AA">
                                      <p:cBhvr>
                                        <p:cTn id="213" dur="1500" fill="hold"/>
                                        <p:tgtEl>
                                          <p:spTgt spid="96"/>
                                        </p:tgtEl>
                                        <p:attrNameLst>
                                          <p:attrName>ppt_x</p:attrName>
                                          <p:attrName>ppt_y</p:attrName>
                                        </p:attrNameLst>
                                      </p:cBhvr>
                                      <p:rCtr x="3438" y="-46"/>
                                    </p:animMotion>
                                  </p:childTnLst>
                                </p:cTn>
                              </p:par>
                            </p:childTnLst>
                          </p:cTn>
                        </p:par>
                        <p:par>
                          <p:cTn id="214" fill="hold">
                            <p:stCondLst>
                              <p:cond delay="1500"/>
                            </p:stCondLst>
                            <p:childTnLst>
                              <p:par>
                                <p:cTn id="215" presetID="22" presetClass="exit" presetSubtype="2" fill="hold" nodeType="afterEffect">
                                  <p:stCondLst>
                                    <p:cond delay="0"/>
                                  </p:stCondLst>
                                  <p:childTnLst>
                                    <p:animEffect transition="out" filter="wipe(right)">
                                      <p:cBhvr>
                                        <p:cTn id="216" dur="500"/>
                                        <p:tgtEl>
                                          <p:spTgt spid="108"/>
                                        </p:tgtEl>
                                      </p:cBhvr>
                                    </p:animEffect>
                                    <p:set>
                                      <p:cBhvr>
                                        <p:cTn id="217" dur="1" fill="hold">
                                          <p:stCondLst>
                                            <p:cond delay="499"/>
                                          </p:stCondLst>
                                        </p:cTn>
                                        <p:tgtEl>
                                          <p:spTgt spid="108"/>
                                        </p:tgtEl>
                                        <p:attrNameLst>
                                          <p:attrName>style.visibility</p:attrName>
                                        </p:attrNameLst>
                                      </p:cBhvr>
                                      <p:to>
                                        <p:strVal val="hidden"/>
                                      </p:to>
                                    </p:set>
                                  </p:childTnLst>
                                </p:cTn>
                              </p:par>
                            </p:childTnLst>
                          </p:cTn>
                        </p:par>
                        <p:par>
                          <p:cTn id="218" fill="hold">
                            <p:stCondLst>
                              <p:cond delay="2000"/>
                            </p:stCondLst>
                            <p:childTnLst>
                              <p:par>
                                <p:cTn id="219" presetID="22" presetClass="entr" presetSubtype="8" fill="hold" nodeType="afterEffect">
                                  <p:stCondLst>
                                    <p:cond delay="0"/>
                                  </p:stCondLst>
                                  <p:childTnLst>
                                    <p:set>
                                      <p:cBhvr>
                                        <p:cTn id="220" dur="1" fill="hold">
                                          <p:stCondLst>
                                            <p:cond delay="0"/>
                                          </p:stCondLst>
                                        </p:cTn>
                                        <p:tgtEl>
                                          <p:spTgt spid="101"/>
                                        </p:tgtEl>
                                        <p:attrNameLst>
                                          <p:attrName>style.visibility</p:attrName>
                                        </p:attrNameLst>
                                      </p:cBhvr>
                                      <p:to>
                                        <p:strVal val="visible"/>
                                      </p:to>
                                    </p:set>
                                    <p:animEffect transition="in" filter="wipe(left)">
                                      <p:cBhvr>
                                        <p:cTn id="221" dur="1000"/>
                                        <p:tgtEl>
                                          <p:spTgt spid="101"/>
                                        </p:tgtEl>
                                      </p:cBhvr>
                                    </p:animEffect>
                                  </p:childTnLst>
                                </p:cTn>
                              </p:par>
                            </p:childTnLst>
                          </p:cTn>
                        </p:par>
                      </p:childTnLst>
                    </p:cTn>
                  </p:par>
                  <p:par>
                    <p:cTn id="222" fill="hold">
                      <p:stCondLst>
                        <p:cond delay="indefinite"/>
                      </p:stCondLst>
                      <p:childTnLst>
                        <p:par>
                          <p:cTn id="223" fill="hold">
                            <p:stCondLst>
                              <p:cond delay="0"/>
                            </p:stCondLst>
                            <p:childTnLst>
                              <p:par>
                                <p:cTn id="224" presetID="22" presetClass="exit" presetSubtype="2" fill="hold" nodeType="clickEffect">
                                  <p:stCondLst>
                                    <p:cond delay="0"/>
                                  </p:stCondLst>
                                  <p:childTnLst>
                                    <p:animEffect transition="out" filter="wipe(right)">
                                      <p:cBhvr>
                                        <p:cTn id="225" dur="500"/>
                                        <p:tgtEl>
                                          <p:spTgt spid="101"/>
                                        </p:tgtEl>
                                      </p:cBhvr>
                                    </p:animEffect>
                                    <p:set>
                                      <p:cBhvr>
                                        <p:cTn id="226" dur="1" fill="hold">
                                          <p:stCondLst>
                                            <p:cond delay="499"/>
                                          </p:stCondLst>
                                        </p:cTn>
                                        <p:tgtEl>
                                          <p:spTgt spid="101"/>
                                        </p:tgtEl>
                                        <p:attrNameLst>
                                          <p:attrName>style.visibility</p:attrName>
                                        </p:attrNameLst>
                                      </p:cBhvr>
                                      <p:to>
                                        <p:strVal val="hidden"/>
                                      </p:to>
                                    </p:set>
                                  </p:childTnLst>
                                </p:cTn>
                              </p:par>
                            </p:childTnLst>
                          </p:cTn>
                        </p:par>
                        <p:par>
                          <p:cTn id="227" fill="hold">
                            <p:stCondLst>
                              <p:cond delay="500"/>
                            </p:stCondLst>
                            <p:childTnLst>
                              <p:par>
                                <p:cTn id="228" presetID="22" presetClass="entr" presetSubtype="8" fill="hold" nodeType="afterEffect">
                                  <p:stCondLst>
                                    <p:cond delay="0"/>
                                  </p:stCondLst>
                                  <p:childTnLst>
                                    <p:set>
                                      <p:cBhvr>
                                        <p:cTn id="229" dur="1" fill="hold">
                                          <p:stCondLst>
                                            <p:cond delay="0"/>
                                          </p:stCondLst>
                                        </p:cTn>
                                        <p:tgtEl>
                                          <p:spTgt spid="111"/>
                                        </p:tgtEl>
                                        <p:attrNameLst>
                                          <p:attrName>style.visibility</p:attrName>
                                        </p:attrNameLst>
                                      </p:cBhvr>
                                      <p:to>
                                        <p:strVal val="visible"/>
                                      </p:to>
                                    </p:set>
                                    <p:animEffect transition="in" filter="wipe(left)">
                                      <p:cBhvr>
                                        <p:cTn id="230" dur="1000"/>
                                        <p:tgtEl>
                                          <p:spTgt spid="111"/>
                                        </p:tgtEl>
                                      </p:cBhvr>
                                    </p:animEffect>
                                  </p:childTnLst>
                                </p:cTn>
                              </p:par>
                            </p:childTnLst>
                          </p:cTn>
                        </p:par>
                      </p:childTnLst>
                    </p:cTn>
                  </p:par>
                  <p:par>
                    <p:cTn id="231" fill="hold">
                      <p:stCondLst>
                        <p:cond delay="indefinite"/>
                      </p:stCondLst>
                      <p:childTnLst>
                        <p:par>
                          <p:cTn id="232" fill="hold">
                            <p:stCondLst>
                              <p:cond delay="0"/>
                            </p:stCondLst>
                            <p:childTnLst>
                              <p:par>
                                <p:cTn id="233" presetID="26" presetClass="exit" presetSubtype="0" fill="hold" nodeType="clickEffect">
                                  <p:stCondLst>
                                    <p:cond delay="0"/>
                                  </p:stCondLst>
                                  <p:childTnLst>
                                    <p:animEffect transition="out" filter="wipe(down)">
                                      <p:cBhvr>
                                        <p:cTn id="234" dur="180" accel="50000">
                                          <p:stCondLst>
                                            <p:cond delay="1820"/>
                                          </p:stCondLst>
                                        </p:cTn>
                                        <p:tgtEl>
                                          <p:spTgt spid="96"/>
                                        </p:tgtEl>
                                      </p:cBhvr>
                                    </p:animEffect>
                                    <p:anim calcmode="lin" valueType="num">
                                      <p:cBhvr>
                                        <p:cTn id="235" dur="1822" tmFilter="0,0; 0.14,0.31; 0.43,0.73; 0.71,0.91; 1.0,1.0">
                                          <p:stCondLst>
                                            <p:cond delay="0"/>
                                          </p:stCondLst>
                                        </p:cTn>
                                        <p:tgtEl>
                                          <p:spTgt spid="96"/>
                                        </p:tgtEl>
                                        <p:attrNameLst>
                                          <p:attrName>ppt_x</p:attrName>
                                        </p:attrNameLst>
                                      </p:cBhvr>
                                      <p:tavLst>
                                        <p:tav tm="0">
                                          <p:val>
                                            <p:strVal val="ppt_x"/>
                                          </p:val>
                                        </p:tav>
                                        <p:tav tm="100000">
                                          <p:val>
                                            <p:strVal val="#ppt_x+0.25"/>
                                          </p:val>
                                        </p:tav>
                                      </p:tavLst>
                                    </p:anim>
                                    <p:anim calcmode="lin" valueType="num">
                                      <p:cBhvr>
                                        <p:cTn id="236" dur="178">
                                          <p:stCondLst>
                                            <p:cond delay="1822"/>
                                          </p:stCondLst>
                                        </p:cTn>
                                        <p:tgtEl>
                                          <p:spTgt spid="96"/>
                                        </p:tgtEl>
                                        <p:attrNameLst>
                                          <p:attrName>ppt_x</p:attrName>
                                        </p:attrNameLst>
                                      </p:cBhvr>
                                      <p:tavLst>
                                        <p:tav tm="0">
                                          <p:val>
                                            <p:strVal val="ppt_x"/>
                                          </p:val>
                                        </p:tav>
                                        <p:tav tm="100000">
                                          <p:val>
                                            <p:strVal val="ppt_x"/>
                                          </p:val>
                                        </p:tav>
                                      </p:tavLst>
                                    </p:anim>
                                    <p:anim calcmode="lin" valueType="num">
                                      <p:cBhvr>
                                        <p:cTn id="237" dur="664" tmFilter="0.0,0.0;0.25,0.07;0.50,0.2;0.75,0.467;1.0,1.0">
                                          <p:stCondLst>
                                            <p:cond delay="0"/>
                                          </p:stCondLst>
                                        </p:cTn>
                                        <p:tgtEl>
                                          <p:spTgt spid="9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38" dur="664" tmFilter="0, 0; 0.125,0.2665; 0.25,0.4; 0.375,0.465; 0.5,0.5;  0.625,0.535; 0.75,0.6; 0.875,0.7335; 1,1">
                                          <p:stCondLst>
                                            <p:cond delay="664"/>
                                          </p:stCondLst>
                                        </p:cTn>
                                        <p:tgtEl>
                                          <p:spTgt spid="9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39" dur="332" tmFilter="0, 0; 0.125,0.2665; 0.25,0.4; 0.375,0.465; 0.5,0.5;  0.625,0.535; 0.75,0.6; 0.875,0.7335; 1,1">
                                          <p:stCondLst>
                                            <p:cond delay="1324"/>
                                          </p:stCondLst>
                                        </p:cTn>
                                        <p:tgtEl>
                                          <p:spTgt spid="9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40" dur="164" tmFilter="0, 0; 0.125,0.2665; 0.25,0.4; 0.375,0.465; 0.5,0.5;  0.625,0.535; 0.75,0.6; 0.875,0.7335; 1,1">
                                          <p:stCondLst>
                                            <p:cond delay="1656"/>
                                          </p:stCondLst>
                                        </p:cTn>
                                        <p:tgtEl>
                                          <p:spTgt spid="9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41" dur="180" accel="50000">
                                          <p:stCondLst>
                                            <p:cond delay="1820"/>
                                          </p:stCondLst>
                                        </p:cTn>
                                        <p:tgtEl>
                                          <p:spTgt spid="96"/>
                                        </p:tgtEl>
                                        <p:attrNameLst>
                                          <p:attrName>ppt_y</p:attrName>
                                        </p:attrNameLst>
                                      </p:cBhvr>
                                      <p:tavLst>
                                        <p:tav tm="0">
                                          <p:val>
                                            <p:strVal val="ppt_y"/>
                                          </p:val>
                                        </p:tav>
                                        <p:tav tm="100000">
                                          <p:val>
                                            <p:strVal val="ppt_y+ppt_h"/>
                                          </p:val>
                                        </p:tav>
                                      </p:tavLst>
                                    </p:anim>
                                    <p:animScale>
                                      <p:cBhvr>
                                        <p:cTn id="242" dur="26">
                                          <p:stCondLst>
                                            <p:cond delay="620"/>
                                          </p:stCondLst>
                                        </p:cTn>
                                        <p:tgtEl>
                                          <p:spTgt spid="96"/>
                                        </p:tgtEl>
                                      </p:cBhvr>
                                      <p:to x="100000" y="60000"/>
                                    </p:animScale>
                                    <p:animScale>
                                      <p:cBhvr>
                                        <p:cTn id="243" dur="166" decel="50000">
                                          <p:stCondLst>
                                            <p:cond delay="646"/>
                                          </p:stCondLst>
                                        </p:cTn>
                                        <p:tgtEl>
                                          <p:spTgt spid="96"/>
                                        </p:tgtEl>
                                      </p:cBhvr>
                                      <p:to x="100000" y="100000"/>
                                    </p:animScale>
                                    <p:animScale>
                                      <p:cBhvr>
                                        <p:cTn id="244" dur="26">
                                          <p:stCondLst>
                                            <p:cond delay="1312"/>
                                          </p:stCondLst>
                                        </p:cTn>
                                        <p:tgtEl>
                                          <p:spTgt spid="96"/>
                                        </p:tgtEl>
                                      </p:cBhvr>
                                      <p:to x="100000" y="80000"/>
                                    </p:animScale>
                                    <p:animScale>
                                      <p:cBhvr>
                                        <p:cTn id="245" dur="166" decel="50000">
                                          <p:stCondLst>
                                            <p:cond delay="1338"/>
                                          </p:stCondLst>
                                        </p:cTn>
                                        <p:tgtEl>
                                          <p:spTgt spid="96"/>
                                        </p:tgtEl>
                                      </p:cBhvr>
                                      <p:to x="100000" y="100000"/>
                                    </p:animScale>
                                    <p:animScale>
                                      <p:cBhvr>
                                        <p:cTn id="246" dur="26">
                                          <p:stCondLst>
                                            <p:cond delay="1642"/>
                                          </p:stCondLst>
                                        </p:cTn>
                                        <p:tgtEl>
                                          <p:spTgt spid="96"/>
                                        </p:tgtEl>
                                      </p:cBhvr>
                                      <p:to x="100000" y="90000"/>
                                    </p:animScale>
                                    <p:animScale>
                                      <p:cBhvr>
                                        <p:cTn id="247" dur="166" decel="50000">
                                          <p:stCondLst>
                                            <p:cond delay="1668"/>
                                          </p:stCondLst>
                                        </p:cTn>
                                        <p:tgtEl>
                                          <p:spTgt spid="96"/>
                                        </p:tgtEl>
                                      </p:cBhvr>
                                      <p:to x="100000" y="100000"/>
                                    </p:animScale>
                                    <p:animScale>
                                      <p:cBhvr>
                                        <p:cTn id="248" dur="26">
                                          <p:stCondLst>
                                            <p:cond delay="1808"/>
                                          </p:stCondLst>
                                        </p:cTn>
                                        <p:tgtEl>
                                          <p:spTgt spid="96"/>
                                        </p:tgtEl>
                                      </p:cBhvr>
                                      <p:to x="100000" y="95000"/>
                                    </p:animScale>
                                    <p:animScale>
                                      <p:cBhvr>
                                        <p:cTn id="249" dur="166" decel="50000">
                                          <p:stCondLst>
                                            <p:cond delay="1834"/>
                                          </p:stCondLst>
                                        </p:cTn>
                                        <p:tgtEl>
                                          <p:spTgt spid="96"/>
                                        </p:tgtEl>
                                      </p:cBhvr>
                                      <p:to x="100000" y="100000"/>
                                    </p:animScale>
                                    <p:set>
                                      <p:cBhvr>
                                        <p:cTn id="250" dur="1" fill="hold">
                                          <p:stCondLst>
                                            <p:cond delay="1999"/>
                                          </p:stCondLst>
                                        </p:cTn>
                                        <p:tgtEl>
                                          <p:spTgt spid="96"/>
                                        </p:tgtEl>
                                        <p:attrNameLst>
                                          <p:attrName>style.visibility</p:attrName>
                                        </p:attrNameLst>
                                      </p:cBhvr>
                                      <p:to>
                                        <p:strVal val="hidden"/>
                                      </p:to>
                                    </p:set>
                                  </p:childTnLst>
                                </p:cTn>
                              </p:par>
                            </p:childTnLst>
                          </p:cTn>
                        </p:par>
                        <p:par>
                          <p:cTn id="251" fill="hold">
                            <p:stCondLst>
                              <p:cond delay="2000"/>
                            </p:stCondLst>
                            <p:childTnLst>
                              <p:par>
                                <p:cTn id="252" presetID="22" presetClass="exit" presetSubtype="2" fill="hold" nodeType="afterEffect">
                                  <p:stCondLst>
                                    <p:cond delay="0"/>
                                  </p:stCondLst>
                                  <p:childTnLst>
                                    <p:animEffect transition="out" filter="wipe(right)">
                                      <p:cBhvr>
                                        <p:cTn id="253" dur="500"/>
                                        <p:tgtEl>
                                          <p:spTgt spid="111"/>
                                        </p:tgtEl>
                                      </p:cBhvr>
                                    </p:animEffect>
                                    <p:set>
                                      <p:cBhvr>
                                        <p:cTn id="254" dur="1" fill="hold">
                                          <p:stCondLst>
                                            <p:cond delay="499"/>
                                          </p:stCondLst>
                                        </p:cTn>
                                        <p:tgtEl>
                                          <p:spTgt spid="111"/>
                                        </p:tgtEl>
                                        <p:attrNameLst>
                                          <p:attrName>style.visibility</p:attrName>
                                        </p:attrNameLst>
                                      </p:cBhvr>
                                      <p:to>
                                        <p:strVal val="hidden"/>
                                      </p:to>
                                    </p:set>
                                  </p:childTnLst>
                                </p:cTn>
                              </p:par>
                            </p:childTnLst>
                          </p:cTn>
                        </p:par>
                        <p:par>
                          <p:cTn id="255" fill="hold">
                            <p:stCondLst>
                              <p:cond delay="2500"/>
                            </p:stCondLst>
                            <p:childTnLst>
                              <p:par>
                                <p:cTn id="256" presetID="22" presetClass="entr" presetSubtype="8" fill="hold" nodeType="afterEffect">
                                  <p:stCondLst>
                                    <p:cond delay="0"/>
                                  </p:stCondLst>
                                  <p:childTnLst>
                                    <p:set>
                                      <p:cBhvr>
                                        <p:cTn id="257" dur="1" fill="hold">
                                          <p:stCondLst>
                                            <p:cond delay="0"/>
                                          </p:stCondLst>
                                        </p:cTn>
                                        <p:tgtEl>
                                          <p:spTgt spid="113"/>
                                        </p:tgtEl>
                                        <p:attrNameLst>
                                          <p:attrName>style.visibility</p:attrName>
                                        </p:attrNameLst>
                                      </p:cBhvr>
                                      <p:to>
                                        <p:strVal val="visible"/>
                                      </p:to>
                                    </p:set>
                                    <p:animEffect transition="in" filter="wipe(left)">
                                      <p:cBhvr>
                                        <p:cTn id="258" dur="1000"/>
                                        <p:tgtEl>
                                          <p:spTgt spid="113"/>
                                        </p:tgtEl>
                                      </p:cBhvr>
                                    </p:animEffect>
                                  </p:childTnLst>
                                </p:cTn>
                              </p:par>
                            </p:childTnLst>
                          </p:cTn>
                        </p:par>
                      </p:childTnLst>
                    </p:cTn>
                  </p:par>
                  <p:par>
                    <p:cTn id="259" fill="hold">
                      <p:stCondLst>
                        <p:cond delay="indefinite"/>
                      </p:stCondLst>
                      <p:childTnLst>
                        <p:par>
                          <p:cTn id="260" fill="hold">
                            <p:stCondLst>
                              <p:cond delay="0"/>
                            </p:stCondLst>
                            <p:childTnLst>
                              <p:par>
                                <p:cTn id="261" presetID="22" presetClass="exit" presetSubtype="2" fill="hold" nodeType="clickEffect">
                                  <p:stCondLst>
                                    <p:cond delay="0"/>
                                  </p:stCondLst>
                                  <p:childTnLst>
                                    <p:animEffect transition="out" filter="wipe(right)">
                                      <p:cBhvr>
                                        <p:cTn id="262" dur="500"/>
                                        <p:tgtEl>
                                          <p:spTgt spid="113"/>
                                        </p:tgtEl>
                                      </p:cBhvr>
                                    </p:animEffect>
                                    <p:set>
                                      <p:cBhvr>
                                        <p:cTn id="263" dur="1" fill="hold">
                                          <p:stCondLst>
                                            <p:cond delay="499"/>
                                          </p:stCondLst>
                                        </p:cTn>
                                        <p:tgtEl>
                                          <p:spTgt spid="113"/>
                                        </p:tgtEl>
                                        <p:attrNameLst>
                                          <p:attrName>style.visibility</p:attrName>
                                        </p:attrNameLst>
                                      </p:cBhvr>
                                      <p:to>
                                        <p:strVal val="hidden"/>
                                      </p:to>
                                    </p:set>
                                  </p:childTnLst>
                                </p:cTn>
                              </p:par>
                            </p:childTnLst>
                          </p:cTn>
                        </p:par>
                        <p:par>
                          <p:cTn id="264" fill="hold">
                            <p:stCondLst>
                              <p:cond delay="500"/>
                            </p:stCondLst>
                            <p:childTnLst>
                              <p:par>
                                <p:cTn id="265" presetID="1" presetClass="entr" presetSubtype="0" fill="hold" nodeType="afterEffect">
                                  <p:stCondLst>
                                    <p:cond delay="0"/>
                                  </p:stCondLst>
                                  <p:childTnLst>
                                    <p:set>
                                      <p:cBhvr>
                                        <p:cTn id="266" dur="1" fill="hold">
                                          <p:stCondLst>
                                            <p:cond delay="0"/>
                                          </p:stCondLst>
                                        </p:cTn>
                                        <p:tgtEl>
                                          <p:spTgt spid="115"/>
                                        </p:tgtEl>
                                        <p:attrNameLst>
                                          <p:attrName>style.visibility</p:attrName>
                                        </p:attrNameLst>
                                      </p:cBhvr>
                                      <p:to>
                                        <p:strVal val="visible"/>
                                      </p:to>
                                    </p:set>
                                  </p:childTnLst>
                                </p:cTn>
                              </p:par>
                            </p:childTnLst>
                          </p:cTn>
                        </p:par>
                        <p:par>
                          <p:cTn id="267" fill="hold">
                            <p:stCondLst>
                              <p:cond delay="500"/>
                            </p:stCondLst>
                            <p:childTnLst>
                              <p:par>
                                <p:cTn id="268" presetID="63" presetClass="path" presetSubtype="0" accel="50000" decel="50000" fill="hold" nodeType="afterEffect">
                                  <p:stCondLst>
                                    <p:cond delay="0"/>
                                  </p:stCondLst>
                                  <p:childTnLst>
                                    <p:animMotion origin="layout" path="M 1.04167E-6 -7.40741E-7 L 0.1543 0.09468 " pathEditMode="relative" rAng="0" ptsTypes="AA">
                                      <p:cBhvr>
                                        <p:cTn id="269" dur="1500" fill="hold"/>
                                        <p:tgtEl>
                                          <p:spTgt spid="115"/>
                                        </p:tgtEl>
                                        <p:attrNameLst>
                                          <p:attrName>ppt_x</p:attrName>
                                          <p:attrName>ppt_y</p:attrName>
                                        </p:attrNameLst>
                                      </p:cBhvr>
                                      <p:rCtr x="7708" y="472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8" grpId="0" animBg="1"/>
      <p:bldP spid="68" grpId="0"/>
      <p:bldP spid="79" grpId="0"/>
      <p:bldP spid="5" grpId="0"/>
      <p:bldP spid="5" grpId="1"/>
      <p:bldP spid="7" grpId="0"/>
      <p:bldP spid="7" grpId="1"/>
      <p:bldP spid="12" grpId="0"/>
      <p:bldP spid="12" grpId="1"/>
      <p:bldP spid="14" grpId="0"/>
      <p:bldP spid="14" grpId="1"/>
      <p:bldP spid="15" grpId="0"/>
      <p:bldP spid="15" grpId="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直接箭头连接符 68">
            <a:extLst>
              <a:ext uri="{FF2B5EF4-FFF2-40B4-BE49-F238E27FC236}">
                <a16:creationId xmlns:a16="http://schemas.microsoft.com/office/drawing/2014/main" id="{927CF93A-4E50-ACAE-82F7-359EA01915E1}"/>
              </a:ext>
            </a:extLst>
          </p:cNvPr>
          <p:cNvCxnSpPr>
            <a:cxnSpLocks/>
            <a:endCxn id="59" idx="7"/>
          </p:cNvCxnSpPr>
          <p:nvPr/>
        </p:nvCxnSpPr>
        <p:spPr>
          <a:xfrm flipH="1">
            <a:off x="8290532" y="1308848"/>
            <a:ext cx="933636" cy="403865"/>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sp>
        <p:nvSpPr>
          <p:cNvPr id="2" name="灯片编号占位符 1">
            <a:extLst>
              <a:ext uri="{FF2B5EF4-FFF2-40B4-BE49-F238E27FC236}">
                <a16:creationId xmlns:a16="http://schemas.microsoft.com/office/drawing/2014/main" id="{F107341F-C631-8C75-9EB0-EC1AB1FB85E6}"/>
              </a:ext>
            </a:extLst>
          </p:cNvPr>
          <p:cNvSpPr>
            <a:spLocks noGrp="1"/>
          </p:cNvSpPr>
          <p:nvPr>
            <p:ph type="sldNum" sz="quarter" idx="12"/>
          </p:nvPr>
        </p:nvSpPr>
        <p:spPr/>
        <p:txBody>
          <a:bodyPr/>
          <a:lstStyle/>
          <a:p>
            <a:fld id="{D7C0FE0B-717B-41AE-9FA2-CA4BF851D1C3}" type="slidenum">
              <a:rPr lang="zh-CN" altLang="en-US" smtClean="0"/>
              <a:t>39</a:t>
            </a:fld>
            <a:endParaRPr lang="zh-CN" altLang="en-US"/>
          </a:p>
        </p:txBody>
      </p:sp>
      <p:sp>
        <p:nvSpPr>
          <p:cNvPr id="4" name="文本框 3">
            <a:extLst>
              <a:ext uri="{FF2B5EF4-FFF2-40B4-BE49-F238E27FC236}">
                <a16:creationId xmlns:a16="http://schemas.microsoft.com/office/drawing/2014/main" id="{9FC5DE1A-A8A6-4B4D-F860-6675CE28E9DB}"/>
              </a:ext>
            </a:extLst>
          </p:cNvPr>
          <p:cNvSpPr txBox="1"/>
          <p:nvPr/>
        </p:nvSpPr>
        <p:spPr>
          <a:xfrm>
            <a:off x="532013" y="812201"/>
            <a:ext cx="6544889" cy="1148648"/>
          </a:xfrm>
          <a:prstGeom prst="rect">
            <a:avLst/>
          </a:prstGeom>
          <a:noFill/>
        </p:spPr>
        <p:txBody>
          <a:bodyPr wrap="square">
            <a:spAutoFit/>
          </a:bodyPr>
          <a:lstStyle/>
          <a:p>
            <a:pPr indent="266700" algn="just">
              <a:lnSpc>
                <a:spcPct val="120000"/>
              </a:lnSpc>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插入第</a:t>
            </a:r>
            <a:r>
              <a:rPr lang="en-US" altLang="zh-CN" sz="1800" b="1" kern="100" dirty="0" err="1">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棵子树</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zh-CN" altLang="zh-CN" sz="1800" b="1" kern="10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算法</a:t>
            </a:r>
            <a:r>
              <a:rPr lang="en-US" altLang="zh-CN" sz="18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6.18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树</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c</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插入为树</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的第</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棵子树。</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algn="just">
              <a:lnSpc>
                <a:spcPct val="120000"/>
              </a:lnSpc>
              <a:spcBef>
                <a:spcPts val="600"/>
              </a:spcBef>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当树非空时，若</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，则树</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c</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直接作为第一棵子树插入；否则，先确定第</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棵子树的位置，然后将</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c</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子树插入其后。</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7">
            <a:extLst>
              <a:ext uri="{FF2B5EF4-FFF2-40B4-BE49-F238E27FC236}">
                <a16:creationId xmlns:a16="http://schemas.microsoft.com/office/drawing/2014/main" id="{12A3BC1C-A716-23F4-7BB1-3F41921B85E4}"/>
              </a:ext>
            </a:extLst>
          </p:cNvPr>
          <p:cNvSpPr txBox="1"/>
          <p:nvPr/>
        </p:nvSpPr>
        <p:spPr>
          <a:xfrm>
            <a:off x="1324494" y="272087"/>
            <a:ext cx="2798619"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树的</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基本操作</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（续）</a:t>
            </a:r>
            <a:endParaRPr lang="zh-CN" altLang="en-US" sz="2400" b="1" dirty="0">
              <a:solidFill>
                <a:srgbClr val="C00000"/>
              </a:solidFill>
              <a:effectLst>
                <a:outerShdw blurRad="38100" dist="38100" dir="2700000" algn="tl">
                  <a:srgbClr val="000000">
                    <a:alpha val="43137"/>
                  </a:srgbClr>
                </a:outerShdw>
              </a:effectLst>
            </a:endParaRPr>
          </a:p>
        </p:txBody>
      </p:sp>
      <p:sp>
        <p:nvSpPr>
          <p:cNvPr id="7" name="文本框 6">
            <a:extLst>
              <a:ext uri="{FF2B5EF4-FFF2-40B4-BE49-F238E27FC236}">
                <a16:creationId xmlns:a16="http://schemas.microsoft.com/office/drawing/2014/main" id="{66B4C400-6F22-D296-8427-D22FB8AB2623}"/>
              </a:ext>
            </a:extLst>
          </p:cNvPr>
          <p:cNvSpPr txBox="1"/>
          <p:nvPr/>
        </p:nvSpPr>
        <p:spPr>
          <a:xfrm>
            <a:off x="405936" y="2241888"/>
            <a:ext cx="9576264" cy="4247317"/>
          </a:xfrm>
          <a:prstGeom prst="rect">
            <a:avLst/>
          </a:prstGeom>
          <a:noFill/>
        </p:spPr>
        <p:txBody>
          <a:bodyPr wrap="square">
            <a:spAutoFit/>
          </a:bodyPr>
          <a:lstStyle/>
          <a:p>
            <a:pPr marL="108000" algn="just"/>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InsertChild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c)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C00000"/>
                </a:solidFill>
                <a:latin typeface="等线" panose="02010600030101010101" pitchFamily="2" charset="-122"/>
                <a:ea typeface="黑体" panose="02010609060101010101" pitchFamily="49" charset="-122"/>
                <a:cs typeface="Courier New" panose="02070309020205020404" pitchFamily="49" charset="0"/>
              </a:rPr>
              <a:t>算法 </a:t>
            </a:r>
            <a:r>
              <a:rPr lang="en-US" altLang="zh-CN" kern="100" dirty="0">
                <a:solidFill>
                  <a:srgbClr val="C00000"/>
                </a:solidFill>
                <a:latin typeface="等线" panose="02010600030101010101" pitchFamily="2" charset="-122"/>
                <a:ea typeface="黑体" panose="02010609060101010101" pitchFamily="49" charset="-122"/>
                <a:cs typeface="Courier New" panose="02070309020205020404" pitchFamily="49" charset="0"/>
              </a:rPr>
              <a:t> 6.18</a:t>
            </a:r>
            <a:r>
              <a:rPr lang="zh-CN" altLang="en-US" kern="100" dirty="0">
                <a:solidFill>
                  <a:schemeClr val="accent6">
                    <a:lumMod val="75000"/>
                  </a:schemeClr>
                </a:solidFill>
                <a:latin typeface="等线" panose="02010600030101010101" pitchFamily="2" charset="-122"/>
                <a:ea typeface="黑体" panose="02010609060101010101" pitchFamily="49" charset="-122"/>
                <a:cs typeface="Courier New" panose="02070309020205020404" pitchFamily="49" charset="0"/>
              </a:rPr>
              <a:t>。</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插入</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c</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为</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的第</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棵子树，</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c</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非空且与</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不相交</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CSTree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p;</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&lt;1)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ERROR;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是空树或</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&lt;1</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，则报错</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(1==</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c</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插入为</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的第</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c-&gt;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T-&gt;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c;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else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p = T-&gt;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firstChild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p</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的第</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棵子树</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(j=2; p!=NULL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&amp;&amp;</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j&lt;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p = p-&gt;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寻找插入位置</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找到插入位置</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c-&gt;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p-&gt;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p-&gt;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nextsib</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c;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else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ERROR;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插入位置</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过大， 报错</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OK;</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867E70FF-3E1F-372D-EE5F-227C612EA583}"/>
              </a:ext>
            </a:extLst>
          </p:cNvPr>
          <p:cNvSpPr txBox="1"/>
          <p:nvPr/>
        </p:nvSpPr>
        <p:spPr>
          <a:xfrm>
            <a:off x="7437118" y="5463860"/>
            <a:ext cx="3967942" cy="1025345"/>
          </a:xfrm>
          <a:prstGeom prst="rect">
            <a:avLst/>
          </a:prstGeom>
          <a:solidFill>
            <a:srgbClr val="E7FFFF"/>
          </a:solidFill>
        </p:spPr>
        <p:txBody>
          <a:bodyPr wrap="square">
            <a:spAutoFit/>
          </a:bodyPr>
          <a:lstStyle/>
          <a:p>
            <a:pPr algn="just">
              <a:lnSpc>
                <a:spcPct val="115000"/>
              </a:lnSpc>
              <a:buNone/>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如果基于一种存储结构实现树的一组基本操作，就得到了树的一个数据类型，可支持树相关的应用程序开发。</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0" name="直接箭头连接符 9">
            <a:extLst>
              <a:ext uri="{FF2B5EF4-FFF2-40B4-BE49-F238E27FC236}">
                <a16:creationId xmlns:a16="http://schemas.microsoft.com/office/drawing/2014/main" id="{9271E85A-D9EB-D77F-ABF4-6BF66FF1366E}"/>
              </a:ext>
            </a:extLst>
          </p:cNvPr>
          <p:cNvCxnSpPr>
            <a:endCxn id="47" idx="0"/>
          </p:cNvCxnSpPr>
          <p:nvPr/>
        </p:nvCxnSpPr>
        <p:spPr>
          <a:xfrm flipH="1">
            <a:off x="9104259" y="1264364"/>
            <a:ext cx="244964" cy="421989"/>
          </a:xfrm>
          <a:prstGeom prst="straightConnector1">
            <a:avLst/>
          </a:prstGeom>
          <a:ln>
            <a:solidFill>
              <a:srgbClr val="8E0000"/>
            </a:solidFill>
            <a:tailEnd type="triangle" w="med" len="lg"/>
          </a:ln>
        </p:spPr>
        <p:style>
          <a:lnRef idx="2">
            <a:schemeClr val="accent1"/>
          </a:lnRef>
          <a:fillRef idx="0">
            <a:schemeClr val="accent1"/>
          </a:fillRef>
          <a:effectRef idx="1">
            <a:schemeClr val="accent1"/>
          </a:effectRef>
          <a:fontRef idx="minor">
            <a:schemeClr val="tx1"/>
          </a:fontRef>
        </p:style>
      </p:cxnSp>
      <p:grpSp>
        <p:nvGrpSpPr>
          <p:cNvPr id="11" name="组合 10">
            <a:extLst>
              <a:ext uri="{FF2B5EF4-FFF2-40B4-BE49-F238E27FC236}">
                <a16:creationId xmlns:a16="http://schemas.microsoft.com/office/drawing/2014/main" id="{728D7C13-E535-4A39-23A5-ED90F39A157D}"/>
              </a:ext>
            </a:extLst>
          </p:cNvPr>
          <p:cNvGrpSpPr/>
          <p:nvPr/>
        </p:nvGrpSpPr>
        <p:grpSpPr>
          <a:xfrm>
            <a:off x="8711675" y="1686353"/>
            <a:ext cx="482584" cy="842456"/>
            <a:chOff x="7913880" y="1632158"/>
            <a:chExt cx="482584" cy="842456"/>
          </a:xfrm>
        </p:grpSpPr>
        <p:cxnSp>
          <p:nvCxnSpPr>
            <p:cNvPr id="40" name="直接箭头连接符 39">
              <a:extLst>
                <a:ext uri="{FF2B5EF4-FFF2-40B4-BE49-F238E27FC236}">
                  <a16:creationId xmlns:a16="http://schemas.microsoft.com/office/drawing/2014/main" id="{0AA30EEB-7B17-A5A6-3DE5-1E045A4BBB25}"/>
                </a:ext>
              </a:extLst>
            </p:cNvPr>
            <p:cNvCxnSpPr>
              <a:cxnSpLocks/>
              <a:stCxn id="47" idx="7"/>
              <a:endCxn id="46"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42" name="组合 41">
              <a:extLst>
                <a:ext uri="{FF2B5EF4-FFF2-40B4-BE49-F238E27FC236}">
                  <a16:creationId xmlns:a16="http://schemas.microsoft.com/office/drawing/2014/main" id="{FD0B7126-6FF4-D798-7E64-4290202E2043}"/>
                </a:ext>
              </a:extLst>
            </p:cNvPr>
            <p:cNvGrpSpPr/>
            <p:nvPr/>
          </p:nvGrpSpPr>
          <p:grpSpPr>
            <a:xfrm>
              <a:off x="7913880" y="1632158"/>
              <a:ext cx="482584" cy="842456"/>
              <a:chOff x="7901108" y="1645401"/>
              <a:chExt cx="482584" cy="842456"/>
            </a:xfrm>
          </p:grpSpPr>
          <p:sp>
            <p:nvSpPr>
              <p:cNvPr id="46" name="梯形 45">
                <a:extLst>
                  <a:ext uri="{FF2B5EF4-FFF2-40B4-BE49-F238E27FC236}">
                    <a16:creationId xmlns:a16="http://schemas.microsoft.com/office/drawing/2014/main" id="{9964561C-7FAC-C8F6-9C76-08F8701DDD94}"/>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椭圆 46">
                <a:extLst>
                  <a:ext uri="{FF2B5EF4-FFF2-40B4-BE49-F238E27FC236}">
                    <a16:creationId xmlns:a16="http://schemas.microsoft.com/office/drawing/2014/main" id="{9938F293-84FC-9638-52AC-E62968007DBB}"/>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13" name="组合 12">
            <a:extLst>
              <a:ext uri="{FF2B5EF4-FFF2-40B4-BE49-F238E27FC236}">
                <a16:creationId xmlns:a16="http://schemas.microsoft.com/office/drawing/2014/main" id="{02C7F5A2-8173-1A5D-3CD8-042B34B54D5A}"/>
              </a:ext>
            </a:extLst>
          </p:cNvPr>
          <p:cNvGrpSpPr/>
          <p:nvPr/>
        </p:nvGrpSpPr>
        <p:grpSpPr>
          <a:xfrm>
            <a:off x="9562682" y="1686353"/>
            <a:ext cx="482584" cy="842456"/>
            <a:chOff x="7913880" y="1632158"/>
            <a:chExt cx="482584" cy="842456"/>
          </a:xfrm>
        </p:grpSpPr>
        <p:cxnSp>
          <p:nvCxnSpPr>
            <p:cNvPr id="32" name="直接箭头连接符 31">
              <a:extLst>
                <a:ext uri="{FF2B5EF4-FFF2-40B4-BE49-F238E27FC236}">
                  <a16:creationId xmlns:a16="http://schemas.microsoft.com/office/drawing/2014/main" id="{16FD94D8-E11D-4B88-43AA-118A4399E400}"/>
                </a:ext>
              </a:extLst>
            </p:cNvPr>
            <p:cNvCxnSpPr>
              <a:cxnSpLocks/>
              <a:stCxn id="39" idx="7"/>
              <a:endCxn id="38"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34" name="组合 33">
              <a:extLst>
                <a:ext uri="{FF2B5EF4-FFF2-40B4-BE49-F238E27FC236}">
                  <a16:creationId xmlns:a16="http://schemas.microsoft.com/office/drawing/2014/main" id="{C4472F2D-40F2-4E2E-65AD-5501F584D997}"/>
                </a:ext>
              </a:extLst>
            </p:cNvPr>
            <p:cNvGrpSpPr/>
            <p:nvPr/>
          </p:nvGrpSpPr>
          <p:grpSpPr>
            <a:xfrm>
              <a:off x="7913880" y="1632158"/>
              <a:ext cx="482584" cy="842456"/>
              <a:chOff x="7901108" y="1645401"/>
              <a:chExt cx="482584" cy="842456"/>
            </a:xfrm>
          </p:grpSpPr>
          <p:sp>
            <p:nvSpPr>
              <p:cNvPr id="38" name="梯形 37">
                <a:extLst>
                  <a:ext uri="{FF2B5EF4-FFF2-40B4-BE49-F238E27FC236}">
                    <a16:creationId xmlns:a16="http://schemas.microsoft.com/office/drawing/2014/main" id="{48EE3AC4-CE31-FBDB-A912-A77861DFBD66}"/>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椭圆 38">
                <a:extLst>
                  <a:ext uri="{FF2B5EF4-FFF2-40B4-BE49-F238E27FC236}">
                    <a16:creationId xmlns:a16="http://schemas.microsoft.com/office/drawing/2014/main" id="{898A3119-F297-C6D0-C467-CEB524FDF832}"/>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14" name="组合 13">
            <a:extLst>
              <a:ext uri="{FF2B5EF4-FFF2-40B4-BE49-F238E27FC236}">
                <a16:creationId xmlns:a16="http://schemas.microsoft.com/office/drawing/2014/main" id="{728D7C13-E535-4A39-23A5-ED90F39A157D}"/>
              </a:ext>
            </a:extLst>
          </p:cNvPr>
          <p:cNvGrpSpPr/>
          <p:nvPr/>
        </p:nvGrpSpPr>
        <p:grpSpPr>
          <a:xfrm>
            <a:off x="10409880" y="1686353"/>
            <a:ext cx="482584" cy="842456"/>
            <a:chOff x="7913880" y="1632158"/>
            <a:chExt cx="482584" cy="842456"/>
          </a:xfrm>
        </p:grpSpPr>
        <p:cxnSp>
          <p:nvCxnSpPr>
            <p:cNvPr id="24" name="直接箭头连接符 23">
              <a:extLst>
                <a:ext uri="{FF2B5EF4-FFF2-40B4-BE49-F238E27FC236}">
                  <a16:creationId xmlns:a16="http://schemas.microsoft.com/office/drawing/2014/main" id="{0AA30EEB-7B17-A5A6-3DE5-1E045A4BBB25}"/>
                </a:ext>
              </a:extLst>
            </p:cNvPr>
            <p:cNvCxnSpPr>
              <a:cxnSpLocks/>
              <a:stCxn id="31" idx="7"/>
              <a:endCxn id="30"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26" name="组合 25">
              <a:extLst>
                <a:ext uri="{FF2B5EF4-FFF2-40B4-BE49-F238E27FC236}">
                  <a16:creationId xmlns:a16="http://schemas.microsoft.com/office/drawing/2014/main" id="{FD0B7126-6FF4-D798-7E64-4290202E2043}"/>
                </a:ext>
              </a:extLst>
            </p:cNvPr>
            <p:cNvGrpSpPr/>
            <p:nvPr/>
          </p:nvGrpSpPr>
          <p:grpSpPr>
            <a:xfrm>
              <a:off x="7913880" y="1632158"/>
              <a:ext cx="482584" cy="842456"/>
              <a:chOff x="7901108" y="1645401"/>
              <a:chExt cx="482584" cy="842456"/>
            </a:xfrm>
          </p:grpSpPr>
          <p:sp>
            <p:nvSpPr>
              <p:cNvPr id="30" name="梯形 29">
                <a:extLst>
                  <a:ext uri="{FF2B5EF4-FFF2-40B4-BE49-F238E27FC236}">
                    <a16:creationId xmlns:a16="http://schemas.microsoft.com/office/drawing/2014/main" id="{9964561C-7FAC-C8F6-9C76-08F8701DDD94}"/>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椭圆 30">
                <a:extLst>
                  <a:ext uri="{FF2B5EF4-FFF2-40B4-BE49-F238E27FC236}">
                    <a16:creationId xmlns:a16="http://schemas.microsoft.com/office/drawing/2014/main" id="{9938F293-84FC-9638-52AC-E62968007DBB}"/>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63" name="组合 62">
            <a:extLst>
              <a:ext uri="{FF2B5EF4-FFF2-40B4-BE49-F238E27FC236}">
                <a16:creationId xmlns:a16="http://schemas.microsoft.com/office/drawing/2014/main" id="{E08A2BB9-FAEE-BCC0-BA65-1E7F16ED4393}"/>
              </a:ext>
            </a:extLst>
          </p:cNvPr>
          <p:cNvGrpSpPr/>
          <p:nvPr/>
        </p:nvGrpSpPr>
        <p:grpSpPr>
          <a:xfrm>
            <a:off x="9169223" y="998244"/>
            <a:ext cx="366737" cy="400110"/>
            <a:chOff x="9489757" y="1059295"/>
            <a:chExt cx="366737" cy="400110"/>
          </a:xfrm>
        </p:grpSpPr>
        <p:sp>
          <p:nvSpPr>
            <p:cNvPr id="12" name="椭圆 11">
              <a:extLst>
                <a:ext uri="{FF2B5EF4-FFF2-40B4-BE49-F238E27FC236}">
                  <a16:creationId xmlns:a16="http://schemas.microsoft.com/office/drawing/2014/main" id="{8CFE2CB2-108E-FD91-39E0-A536E795AF86}"/>
                </a:ext>
              </a:extLst>
            </p:cNvPr>
            <p:cNvSpPr/>
            <p:nvPr/>
          </p:nvSpPr>
          <p:spPr>
            <a:xfrm>
              <a:off x="9489757" y="1079350"/>
              <a:ext cx="360000" cy="36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文本框 78">
              <a:extLst>
                <a:ext uri="{FF2B5EF4-FFF2-40B4-BE49-F238E27FC236}">
                  <a16:creationId xmlns:a16="http://schemas.microsoft.com/office/drawing/2014/main" id="{232ABD7D-87DF-D9EF-FC8F-FAD65CADEBD7}"/>
                </a:ext>
              </a:extLst>
            </p:cNvPr>
            <p:cNvSpPr txBox="1"/>
            <p:nvPr/>
          </p:nvSpPr>
          <p:spPr>
            <a:xfrm>
              <a:off x="9505686" y="1059295"/>
              <a:ext cx="35080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X</a:t>
              </a:r>
              <a:endParaRPr lang="zh-CN" altLang="en-US" sz="2000" dirty="0">
                <a:effectLst>
                  <a:outerShdw blurRad="38100" dist="38100" dir="2700000" algn="tl">
                    <a:srgbClr val="000000">
                      <a:alpha val="43137"/>
                    </a:srgbClr>
                  </a:outerShdw>
                </a:effectLst>
              </a:endParaRPr>
            </a:p>
          </p:txBody>
        </p:sp>
      </p:grpSp>
      <p:cxnSp>
        <p:nvCxnSpPr>
          <p:cNvPr id="18" name="直接箭头连接符 17">
            <a:extLst>
              <a:ext uri="{FF2B5EF4-FFF2-40B4-BE49-F238E27FC236}">
                <a16:creationId xmlns:a16="http://schemas.microsoft.com/office/drawing/2014/main" id="{9642579F-2BCA-AEF2-A69C-B6CA50297E97}"/>
              </a:ext>
            </a:extLst>
          </p:cNvPr>
          <p:cNvCxnSpPr>
            <a:cxnSpLocks/>
            <a:stCxn id="47" idx="6"/>
            <a:endCxn id="39" idx="2"/>
          </p:cNvCxnSpPr>
          <p:nvPr/>
        </p:nvCxnSpPr>
        <p:spPr>
          <a:xfrm>
            <a:off x="9194259" y="1776353"/>
            <a:ext cx="671007" cy="0"/>
          </a:xfrm>
          <a:prstGeom prst="straightConnector1">
            <a:avLst/>
          </a:prstGeom>
          <a:ln>
            <a:solidFill>
              <a:srgbClr val="0070C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8A8C18BB-D02D-38CD-89FC-1505A44AEE66}"/>
              </a:ext>
            </a:extLst>
          </p:cNvPr>
          <p:cNvCxnSpPr>
            <a:cxnSpLocks/>
          </p:cNvCxnSpPr>
          <p:nvPr/>
        </p:nvCxnSpPr>
        <p:spPr>
          <a:xfrm>
            <a:off x="10045266" y="1776353"/>
            <a:ext cx="671007" cy="0"/>
          </a:xfrm>
          <a:prstGeom prst="straightConnector1">
            <a:avLst/>
          </a:prstGeom>
          <a:ln>
            <a:solidFill>
              <a:srgbClr val="0070C0"/>
            </a:solidFill>
            <a:tailEnd type="triangle" w="med" len="lg"/>
          </a:ln>
        </p:spPr>
        <p:style>
          <a:lnRef idx="2">
            <a:schemeClr val="accent1"/>
          </a:lnRef>
          <a:fillRef idx="0">
            <a:schemeClr val="accent1"/>
          </a:fillRef>
          <a:effectRef idx="1">
            <a:schemeClr val="accent1"/>
          </a:effectRef>
          <a:fontRef idx="minor">
            <a:schemeClr val="tx1"/>
          </a:fontRef>
        </p:style>
      </p:cxnSp>
      <p:grpSp>
        <p:nvGrpSpPr>
          <p:cNvPr id="49" name="组合 48">
            <a:extLst>
              <a:ext uri="{FF2B5EF4-FFF2-40B4-BE49-F238E27FC236}">
                <a16:creationId xmlns:a16="http://schemas.microsoft.com/office/drawing/2014/main" id="{E432B796-9D7E-A3C1-0404-84F4D5D359D5}"/>
              </a:ext>
            </a:extLst>
          </p:cNvPr>
          <p:cNvGrpSpPr/>
          <p:nvPr/>
        </p:nvGrpSpPr>
        <p:grpSpPr>
          <a:xfrm>
            <a:off x="8804349" y="746334"/>
            <a:ext cx="419819" cy="400110"/>
            <a:chOff x="9071329" y="1467219"/>
            <a:chExt cx="419819" cy="400110"/>
          </a:xfrm>
        </p:grpSpPr>
        <p:sp>
          <p:nvSpPr>
            <p:cNvPr id="22" name="文本框 69">
              <a:extLst>
                <a:ext uri="{FF2B5EF4-FFF2-40B4-BE49-F238E27FC236}">
                  <a16:creationId xmlns:a16="http://schemas.microsoft.com/office/drawing/2014/main" id="{E2055B42-E649-D8B2-817E-62B2EFB7C316}"/>
                </a:ext>
              </a:extLst>
            </p:cNvPr>
            <p:cNvSpPr txBox="1"/>
            <p:nvPr/>
          </p:nvSpPr>
          <p:spPr>
            <a:xfrm>
              <a:off x="9071329" y="1467219"/>
              <a:ext cx="419819"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kern="100" dirty="0">
                  <a:latin typeface="Courier New" panose="02070309020205020404" pitchFamily="49" charset="0"/>
                  <a:cs typeface="Times New Roman" panose="02020603050405020304" pitchFamily="18" charset="0"/>
                </a:rPr>
                <a:t>T</a:t>
              </a:r>
              <a:endParaRPr lang="zh-CN" altLang="en-US" sz="2000" dirty="0"/>
            </a:p>
          </p:txBody>
        </p:sp>
        <p:cxnSp>
          <p:nvCxnSpPr>
            <p:cNvPr id="48" name="直接箭头连接符 47">
              <a:extLst>
                <a:ext uri="{FF2B5EF4-FFF2-40B4-BE49-F238E27FC236}">
                  <a16:creationId xmlns:a16="http://schemas.microsoft.com/office/drawing/2014/main" id="{01F06D76-B7F1-8D19-0FA1-0C21518DE921}"/>
                </a:ext>
              </a:extLst>
            </p:cNvPr>
            <p:cNvCxnSpPr/>
            <p:nvPr/>
          </p:nvCxnSpPr>
          <p:spPr>
            <a:xfrm>
              <a:off x="9312959" y="1682364"/>
              <a:ext cx="148280" cy="162685"/>
            </a:xfrm>
            <a:prstGeom prst="straightConnector1">
              <a:avLst/>
            </a:prstGeom>
            <a:ln>
              <a:solidFill>
                <a:srgbClr val="041ABC"/>
              </a:solidFill>
              <a:tailEnd type="triangle" w="med" len="lg"/>
            </a:ln>
          </p:spPr>
          <p:style>
            <a:lnRef idx="2">
              <a:schemeClr val="accent1"/>
            </a:lnRef>
            <a:fillRef idx="0">
              <a:schemeClr val="accent1"/>
            </a:fillRef>
            <a:effectRef idx="1">
              <a:schemeClr val="accent1"/>
            </a:effectRef>
            <a:fontRef idx="minor">
              <a:schemeClr val="tx1"/>
            </a:fontRef>
          </p:style>
        </p:cxnSp>
      </p:grpSp>
      <p:grpSp>
        <p:nvGrpSpPr>
          <p:cNvPr id="50" name="组合 49">
            <a:extLst>
              <a:ext uri="{FF2B5EF4-FFF2-40B4-BE49-F238E27FC236}">
                <a16:creationId xmlns:a16="http://schemas.microsoft.com/office/drawing/2014/main" id="{EC9ADFFD-5C22-0CDB-F802-7067182D16D6}"/>
              </a:ext>
            </a:extLst>
          </p:cNvPr>
          <p:cNvGrpSpPr/>
          <p:nvPr/>
        </p:nvGrpSpPr>
        <p:grpSpPr>
          <a:xfrm>
            <a:off x="7594569" y="1678729"/>
            <a:ext cx="576673" cy="400110"/>
            <a:chOff x="8317679" y="1125805"/>
            <a:chExt cx="576673" cy="400110"/>
          </a:xfrm>
        </p:grpSpPr>
        <p:sp>
          <p:nvSpPr>
            <p:cNvPr id="51" name="文本框 96">
              <a:extLst>
                <a:ext uri="{FF2B5EF4-FFF2-40B4-BE49-F238E27FC236}">
                  <a16:creationId xmlns:a16="http://schemas.microsoft.com/office/drawing/2014/main" id="{54DABFA8-8DE6-A7C5-4B08-2BAFFE171A68}"/>
                </a:ext>
              </a:extLst>
            </p:cNvPr>
            <p:cNvSpPr txBox="1"/>
            <p:nvPr/>
          </p:nvSpPr>
          <p:spPr>
            <a:xfrm>
              <a:off x="8317679" y="1125805"/>
              <a:ext cx="452401"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kern="100" dirty="0">
                  <a:solidFill>
                    <a:srgbClr val="00B0F0"/>
                  </a:solidFill>
                  <a:latin typeface="Courier New" panose="02070309020205020404" pitchFamily="49" charset="0"/>
                  <a:cs typeface="Times New Roman" panose="02020603050405020304" pitchFamily="18" charset="0"/>
                </a:rPr>
                <a:t>p</a:t>
              </a:r>
              <a:endParaRPr lang="zh-CN" altLang="en-US" sz="2000" dirty="0">
                <a:solidFill>
                  <a:srgbClr val="00B0F0"/>
                </a:solidFill>
              </a:endParaRPr>
            </a:p>
          </p:txBody>
        </p:sp>
        <p:cxnSp>
          <p:nvCxnSpPr>
            <p:cNvPr id="52" name="直接箭头连接符 51">
              <a:extLst>
                <a:ext uri="{FF2B5EF4-FFF2-40B4-BE49-F238E27FC236}">
                  <a16:creationId xmlns:a16="http://schemas.microsoft.com/office/drawing/2014/main" id="{9673ADA2-D30D-07D5-2811-AA1C091A226E}"/>
                </a:ext>
              </a:extLst>
            </p:cNvPr>
            <p:cNvCxnSpPr>
              <a:cxnSpLocks/>
            </p:cNvCxnSpPr>
            <p:nvPr/>
          </p:nvCxnSpPr>
          <p:spPr>
            <a:xfrm flipV="1">
              <a:off x="8592136" y="1271961"/>
              <a:ext cx="302216" cy="79511"/>
            </a:xfrm>
            <a:prstGeom prst="straightConnector1">
              <a:avLst/>
            </a:prstGeom>
            <a:ln>
              <a:solidFill>
                <a:srgbClr val="00B0F0"/>
              </a:solidFill>
              <a:tailEnd type="triangle" w="med" len="lg"/>
            </a:ln>
          </p:spPr>
          <p:style>
            <a:lnRef idx="2">
              <a:schemeClr val="accent1"/>
            </a:lnRef>
            <a:fillRef idx="0">
              <a:schemeClr val="accent1"/>
            </a:fillRef>
            <a:effectRef idx="1">
              <a:schemeClr val="accent1"/>
            </a:effectRef>
            <a:fontRef idx="minor">
              <a:schemeClr val="tx1"/>
            </a:fontRef>
          </p:style>
        </p:cxnSp>
      </p:grpSp>
      <p:sp>
        <p:nvSpPr>
          <p:cNvPr id="53" name="文本框 52">
            <a:extLst>
              <a:ext uri="{FF2B5EF4-FFF2-40B4-BE49-F238E27FC236}">
                <a16:creationId xmlns:a16="http://schemas.microsoft.com/office/drawing/2014/main" id="{A2D2E3D0-A0EE-F980-D358-47A21B11E6E1}"/>
              </a:ext>
            </a:extLst>
          </p:cNvPr>
          <p:cNvSpPr txBox="1"/>
          <p:nvPr/>
        </p:nvSpPr>
        <p:spPr>
          <a:xfrm>
            <a:off x="7654446" y="620563"/>
            <a:ext cx="800219" cy="400110"/>
          </a:xfrm>
          <a:prstGeom prst="rect">
            <a:avLst/>
          </a:prstGeom>
          <a:noFill/>
        </p:spPr>
        <p:txBody>
          <a:bodyPr wrap="none"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55" name="组合 54">
            <a:extLst>
              <a:ext uri="{FF2B5EF4-FFF2-40B4-BE49-F238E27FC236}">
                <a16:creationId xmlns:a16="http://schemas.microsoft.com/office/drawing/2014/main" id="{3A6D1A28-0B8E-EE82-1603-F1C3427928B7}"/>
              </a:ext>
            </a:extLst>
          </p:cNvPr>
          <p:cNvGrpSpPr/>
          <p:nvPr/>
        </p:nvGrpSpPr>
        <p:grpSpPr>
          <a:xfrm>
            <a:off x="7834308" y="1686353"/>
            <a:ext cx="482584" cy="842456"/>
            <a:chOff x="7913880" y="1632158"/>
            <a:chExt cx="482584" cy="842456"/>
          </a:xfrm>
        </p:grpSpPr>
        <p:cxnSp>
          <p:nvCxnSpPr>
            <p:cNvPr id="56" name="直接箭头连接符 55">
              <a:extLst>
                <a:ext uri="{FF2B5EF4-FFF2-40B4-BE49-F238E27FC236}">
                  <a16:creationId xmlns:a16="http://schemas.microsoft.com/office/drawing/2014/main" id="{DC4B9E8F-8D38-349A-29B1-5F5F9123B0D9}"/>
                </a:ext>
              </a:extLst>
            </p:cNvPr>
            <p:cNvCxnSpPr>
              <a:cxnSpLocks/>
              <a:stCxn id="59" idx="7"/>
              <a:endCxn id="58"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57" name="组合 56">
              <a:extLst>
                <a:ext uri="{FF2B5EF4-FFF2-40B4-BE49-F238E27FC236}">
                  <a16:creationId xmlns:a16="http://schemas.microsoft.com/office/drawing/2014/main" id="{58709241-9812-E257-F417-2FB8C1619578}"/>
                </a:ext>
              </a:extLst>
            </p:cNvPr>
            <p:cNvGrpSpPr/>
            <p:nvPr/>
          </p:nvGrpSpPr>
          <p:grpSpPr>
            <a:xfrm>
              <a:off x="7913880" y="1632158"/>
              <a:ext cx="482584" cy="842456"/>
              <a:chOff x="7901108" y="1645401"/>
              <a:chExt cx="482584" cy="842456"/>
            </a:xfrm>
          </p:grpSpPr>
          <p:sp>
            <p:nvSpPr>
              <p:cNvPr id="58" name="梯形 57">
                <a:extLst>
                  <a:ext uri="{FF2B5EF4-FFF2-40B4-BE49-F238E27FC236}">
                    <a16:creationId xmlns:a16="http://schemas.microsoft.com/office/drawing/2014/main" id="{FE6D2F4F-9A4D-F799-990E-7EEC71CE3B1D}"/>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9" name="椭圆 58">
                <a:extLst>
                  <a:ext uri="{FF2B5EF4-FFF2-40B4-BE49-F238E27FC236}">
                    <a16:creationId xmlns:a16="http://schemas.microsoft.com/office/drawing/2014/main" id="{D2085C65-C517-1B1F-1428-C9E17903C71A}"/>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60" name="组合 59">
            <a:extLst>
              <a:ext uri="{FF2B5EF4-FFF2-40B4-BE49-F238E27FC236}">
                <a16:creationId xmlns:a16="http://schemas.microsoft.com/office/drawing/2014/main" id="{719E1F31-D8BC-AF49-DC1E-8568AFE7AD22}"/>
              </a:ext>
            </a:extLst>
          </p:cNvPr>
          <p:cNvGrpSpPr/>
          <p:nvPr/>
        </p:nvGrpSpPr>
        <p:grpSpPr>
          <a:xfrm>
            <a:off x="7731196" y="1308848"/>
            <a:ext cx="423162" cy="400110"/>
            <a:chOff x="9038077" y="1450593"/>
            <a:chExt cx="423162" cy="400110"/>
          </a:xfrm>
        </p:grpSpPr>
        <p:sp>
          <p:nvSpPr>
            <p:cNvPr id="61" name="文本框 69">
              <a:extLst>
                <a:ext uri="{FF2B5EF4-FFF2-40B4-BE49-F238E27FC236}">
                  <a16:creationId xmlns:a16="http://schemas.microsoft.com/office/drawing/2014/main" id="{7B15395E-CF09-5B81-A17D-4747BAC85DB6}"/>
                </a:ext>
              </a:extLst>
            </p:cNvPr>
            <p:cNvSpPr txBox="1"/>
            <p:nvPr/>
          </p:nvSpPr>
          <p:spPr>
            <a:xfrm>
              <a:off x="9038077" y="1450593"/>
              <a:ext cx="419819"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latin typeface="Courier New" panose="02070309020205020404" pitchFamily="49" charset="0"/>
                  <a:cs typeface="Courier New" panose="02070309020205020404" pitchFamily="49" charset="0"/>
                </a:rPr>
                <a:t>c</a:t>
              </a:r>
              <a:endParaRPr lang="zh-CN" altLang="en-US" sz="2000" b="1" dirty="0">
                <a:latin typeface="Courier New" panose="02070309020205020404" pitchFamily="49" charset="0"/>
                <a:cs typeface="Courier New" panose="02070309020205020404" pitchFamily="49" charset="0"/>
              </a:endParaRPr>
            </a:p>
          </p:txBody>
        </p:sp>
        <p:cxnSp>
          <p:nvCxnSpPr>
            <p:cNvPr id="62" name="直接箭头连接符 61">
              <a:extLst>
                <a:ext uri="{FF2B5EF4-FFF2-40B4-BE49-F238E27FC236}">
                  <a16:creationId xmlns:a16="http://schemas.microsoft.com/office/drawing/2014/main" id="{A056F93C-8598-7F2A-0A89-7DA740185B32}"/>
                </a:ext>
              </a:extLst>
            </p:cNvPr>
            <p:cNvCxnSpPr/>
            <p:nvPr/>
          </p:nvCxnSpPr>
          <p:spPr>
            <a:xfrm>
              <a:off x="9312959" y="1682364"/>
              <a:ext cx="148280" cy="162685"/>
            </a:xfrm>
            <a:prstGeom prst="straightConnector1">
              <a:avLst/>
            </a:prstGeom>
            <a:ln>
              <a:solidFill>
                <a:srgbClr val="041ABC"/>
              </a:solidFill>
              <a:tailEnd type="triangle" w="med" len="lg"/>
            </a:ln>
          </p:spPr>
          <p:style>
            <a:lnRef idx="2">
              <a:schemeClr val="accent1"/>
            </a:lnRef>
            <a:fillRef idx="0">
              <a:schemeClr val="accent1"/>
            </a:fillRef>
            <a:effectRef idx="1">
              <a:schemeClr val="accent1"/>
            </a:effectRef>
            <a:fontRef idx="minor">
              <a:schemeClr val="tx1"/>
            </a:fontRef>
          </p:style>
        </p:cxnSp>
      </p:grpSp>
      <p:sp>
        <p:nvSpPr>
          <p:cNvPr id="64" name="椭圆 63">
            <a:extLst>
              <a:ext uri="{FF2B5EF4-FFF2-40B4-BE49-F238E27FC236}">
                <a16:creationId xmlns:a16="http://schemas.microsoft.com/office/drawing/2014/main" id="{BD311E66-2882-A3B3-3085-4817B35D7D8B}"/>
              </a:ext>
            </a:extLst>
          </p:cNvPr>
          <p:cNvSpPr/>
          <p:nvPr/>
        </p:nvSpPr>
        <p:spPr>
          <a:xfrm>
            <a:off x="4067695" y="2241888"/>
            <a:ext cx="293716" cy="347972"/>
          </a:xfrm>
          <a:prstGeom prst="ellipse">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6F1D50C9-ABD2-E017-16E1-AD65E0336DD7}"/>
              </a:ext>
            </a:extLst>
          </p:cNvPr>
          <p:cNvSpPr/>
          <p:nvPr/>
        </p:nvSpPr>
        <p:spPr>
          <a:xfrm>
            <a:off x="5012774" y="2241888"/>
            <a:ext cx="293716" cy="347972"/>
          </a:xfrm>
          <a:prstGeom prst="ellipse">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E7A7D29C-6B7F-5985-B71B-A9AC4698681F}"/>
              </a:ext>
            </a:extLst>
          </p:cNvPr>
          <p:cNvSpPr/>
          <p:nvPr/>
        </p:nvSpPr>
        <p:spPr>
          <a:xfrm>
            <a:off x="6395458" y="2241888"/>
            <a:ext cx="293716" cy="347972"/>
          </a:xfrm>
          <a:prstGeom prst="ellipse">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a:extLst>
              <a:ext uri="{FF2B5EF4-FFF2-40B4-BE49-F238E27FC236}">
                <a16:creationId xmlns:a16="http://schemas.microsoft.com/office/drawing/2014/main" id="{F7A03D97-06B0-7AAA-0D1F-B24B189BDCC2}"/>
              </a:ext>
            </a:extLst>
          </p:cNvPr>
          <p:cNvSpPr/>
          <p:nvPr/>
        </p:nvSpPr>
        <p:spPr>
          <a:xfrm>
            <a:off x="875607" y="3386051"/>
            <a:ext cx="7636626" cy="569673"/>
          </a:xfrm>
          <a:prstGeom prst="roundRect">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箭头连接符 67">
            <a:extLst>
              <a:ext uri="{FF2B5EF4-FFF2-40B4-BE49-F238E27FC236}">
                <a16:creationId xmlns:a16="http://schemas.microsoft.com/office/drawing/2014/main" id="{8A8C18BB-D02D-38CD-89FC-1505A44AEE66}"/>
              </a:ext>
            </a:extLst>
          </p:cNvPr>
          <p:cNvCxnSpPr>
            <a:cxnSpLocks/>
          </p:cNvCxnSpPr>
          <p:nvPr/>
        </p:nvCxnSpPr>
        <p:spPr>
          <a:xfrm>
            <a:off x="8337710" y="1772488"/>
            <a:ext cx="671007" cy="0"/>
          </a:xfrm>
          <a:prstGeom prst="straightConnector1">
            <a:avLst/>
          </a:prstGeom>
          <a:ln>
            <a:solidFill>
              <a:srgbClr val="FF0000"/>
            </a:solidFill>
            <a:tailEnd type="triangle" w="med" len="lg"/>
          </a:ln>
        </p:spPr>
        <p:style>
          <a:lnRef idx="2">
            <a:schemeClr val="accent1"/>
          </a:lnRef>
          <a:fillRef idx="0">
            <a:schemeClr val="accent1"/>
          </a:fillRef>
          <a:effectRef idx="1">
            <a:schemeClr val="accent1"/>
          </a:effectRef>
          <a:fontRef idx="minor">
            <a:schemeClr val="tx1"/>
          </a:fontRef>
        </p:style>
      </p:cxnSp>
      <p:sp>
        <p:nvSpPr>
          <p:cNvPr id="72" name="文本框 71">
            <a:extLst>
              <a:ext uri="{FF2B5EF4-FFF2-40B4-BE49-F238E27FC236}">
                <a16:creationId xmlns:a16="http://schemas.microsoft.com/office/drawing/2014/main" id="{7C04AFBD-0977-4070-88C7-B1F0D865C002}"/>
              </a:ext>
            </a:extLst>
          </p:cNvPr>
          <p:cNvSpPr txBox="1"/>
          <p:nvPr/>
        </p:nvSpPr>
        <p:spPr>
          <a:xfrm>
            <a:off x="7660191" y="2657874"/>
            <a:ext cx="800219" cy="400110"/>
          </a:xfrm>
          <a:prstGeom prst="rect">
            <a:avLst/>
          </a:prstGeom>
          <a:noFill/>
        </p:spPr>
        <p:txBody>
          <a:bodyPr wrap="none"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r>
              <a:rPr lang="en-US" altLang="zh-CN" sz="2000" b="1" dirty="0">
                <a:solidFill>
                  <a:srgbClr val="C00000"/>
                </a:solidFill>
                <a:latin typeface="Courier New" panose="02070309020205020404" pitchFamily="49" charset="0"/>
                <a:cs typeface="Courier New" panose="02070309020205020404" pitchFamily="49" charset="0"/>
              </a:rPr>
              <a:t>=4:</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74" name="直接连接符 73">
            <a:extLst>
              <a:ext uri="{FF2B5EF4-FFF2-40B4-BE49-F238E27FC236}">
                <a16:creationId xmlns:a16="http://schemas.microsoft.com/office/drawing/2014/main" id="{1D8FAA8E-8EC3-6EC9-3008-A307AF315E39}"/>
              </a:ext>
            </a:extLst>
          </p:cNvPr>
          <p:cNvCxnSpPr/>
          <p:nvPr/>
        </p:nvCxnSpPr>
        <p:spPr>
          <a:xfrm>
            <a:off x="1390995" y="4488873"/>
            <a:ext cx="252706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75" name="组合 74">
            <a:extLst>
              <a:ext uri="{FF2B5EF4-FFF2-40B4-BE49-F238E27FC236}">
                <a16:creationId xmlns:a16="http://schemas.microsoft.com/office/drawing/2014/main" id="{26FF6948-A5F1-C9EA-622E-95D05E489A75}"/>
              </a:ext>
            </a:extLst>
          </p:cNvPr>
          <p:cNvGrpSpPr/>
          <p:nvPr/>
        </p:nvGrpSpPr>
        <p:grpSpPr>
          <a:xfrm>
            <a:off x="10409880" y="3046349"/>
            <a:ext cx="482584" cy="842456"/>
            <a:chOff x="7913880" y="1632158"/>
            <a:chExt cx="482584" cy="842456"/>
          </a:xfrm>
        </p:grpSpPr>
        <p:cxnSp>
          <p:nvCxnSpPr>
            <p:cNvPr id="76" name="直接箭头连接符 75">
              <a:extLst>
                <a:ext uri="{FF2B5EF4-FFF2-40B4-BE49-F238E27FC236}">
                  <a16:creationId xmlns:a16="http://schemas.microsoft.com/office/drawing/2014/main" id="{B7903D52-1A4A-6EE7-4190-25D8B982C992}"/>
                </a:ext>
              </a:extLst>
            </p:cNvPr>
            <p:cNvCxnSpPr>
              <a:cxnSpLocks/>
              <a:stCxn id="79" idx="7"/>
              <a:endCxn id="78" idx="0"/>
            </p:cNvCxnSpPr>
            <p:nvPr/>
          </p:nvCxnSpPr>
          <p:spPr>
            <a:xfrm flipH="1">
              <a:off x="8115551" y="1658518"/>
              <a:ext cx="254553" cy="32065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grpSp>
          <p:nvGrpSpPr>
            <p:cNvPr id="77" name="组合 76">
              <a:extLst>
                <a:ext uri="{FF2B5EF4-FFF2-40B4-BE49-F238E27FC236}">
                  <a16:creationId xmlns:a16="http://schemas.microsoft.com/office/drawing/2014/main" id="{0DF4CC59-DBE3-2279-29B4-E2D4B3C83990}"/>
                </a:ext>
              </a:extLst>
            </p:cNvPr>
            <p:cNvGrpSpPr/>
            <p:nvPr/>
          </p:nvGrpSpPr>
          <p:grpSpPr>
            <a:xfrm>
              <a:off x="7913880" y="1632158"/>
              <a:ext cx="482584" cy="842456"/>
              <a:chOff x="7901108" y="1645401"/>
              <a:chExt cx="482584" cy="842456"/>
            </a:xfrm>
          </p:grpSpPr>
          <p:sp>
            <p:nvSpPr>
              <p:cNvPr id="78" name="梯形 77">
                <a:extLst>
                  <a:ext uri="{FF2B5EF4-FFF2-40B4-BE49-F238E27FC236}">
                    <a16:creationId xmlns:a16="http://schemas.microsoft.com/office/drawing/2014/main" id="{4B763151-6183-C4A5-EC56-A9E16BF2A01F}"/>
                  </a:ext>
                </a:extLst>
              </p:cNvPr>
              <p:cNvSpPr/>
              <p:nvPr/>
            </p:nvSpPr>
            <p:spPr>
              <a:xfrm>
                <a:off x="7901108" y="1992415"/>
                <a:ext cx="403342" cy="495442"/>
              </a:xfrm>
              <a:prstGeom prst="trapezoid">
                <a:avLst>
                  <a:gd name="adj" fmla="val 3541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9" name="椭圆 78">
                <a:extLst>
                  <a:ext uri="{FF2B5EF4-FFF2-40B4-BE49-F238E27FC236}">
                    <a16:creationId xmlns:a16="http://schemas.microsoft.com/office/drawing/2014/main" id="{0034D17C-0456-0E95-0F43-22C8A0F5633C}"/>
                  </a:ext>
                </a:extLst>
              </p:cNvPr>
              <p:cNvSpPr/>
              <p:nvPr/>
            </p:nvSpPr>
            <p:spPr>
              <a:xfrm>
                <a:off x="8203692" y="1645401"/>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80" name="组合 79">
            <a:extLst>
              <a:ext uri="{FF2B5EF4-FFF2-40B4-BE49-F238E27FC236}">
                <a16:creationId xmlns:a16="http://schemas.microsoft.com/office/drawing/2014/main" id="{F6C06135-EBB7-97B4-9EA3-F90643CF10F5}"/>
              </a:ext>
            </a:extLst>
          </p:cNvPr>
          <p:cNvGrpSpPr/>
          <p:nvPr/>
        </p:nvGrpSpPr>
        <p:grpSpPr>
          <a:xfrm>
            <a:off x="10306768" y="2668844"/>
            <a:ext cx="423162" cy="400110"/>
            <a:chOff x="9038077" y="1450593"/>
            <a:chExt cx="423162" cy="400110"/>
          </a:xfrm>
        </p:grpSpPr>
        <p:sp>
          <p:nvSpPr>
            <p:cNvPr id="81" name="文本框 69">
              <a:extLst>
                <a:ext uri="{FF2B5EF4-FFF2-40B4-BE49-F238E27FC236}">
                  <a16:creationId xmlns:a16="http://schemas.microsoft.com/office/drawing/2014/main" id="{93565A72-C79F-5A90-D0E4-DDD1E8F925E2}"/>
                </a:ext>
              </a:extLst>
            </p:cNvPr>
            <p:cNvSpPr txBox="1"/>
            <p:nvPr/>
          </p:nvSpPr>
          <p:spPr>
            <a:xfrm>
              <a:off x="9038077" y="1450593"/>
              <a:ext cx="419819"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latin typeface="Courier New" panose="02070309020205020404" pitchFamily="49" charset="0"/>
                  <a:cs typeface="Courier New" panose="02070309020205020404" pitchFamily="49" charset="0"/>
                </a:rPr>
                <a:t>c</a:t>
              </a:r>
              <a:endParaRPr lang="zh-CN" altLang="en-US" sz="2000" b="1" dirty="0">
                <a:latin typeface="Courier New" panose="02070309020205020404" pitchFamily="49" charset="0"/>
                <a:cs typeface="Courier New" panose="02070309020205020404" pitchFamily="49" charset="0"/>
              </a:endParaRPr>
            </a:p>
          </p:txBody>
        </p:sp>
        <p:cxnSp>
          <p:nvCxnSpPr>
            <p:cNvPr id="82" name="直接箭头连接符 81">
              <a:extLst>
                <a:ext uri="{FF2B5EF4-FFF2-40B4-BE49-F238E27FC236}">
                  <a16:creationId xmlns:a16="http://schemas.microsoft.com/office/drawing/2014/main" id="{235DCD10-08BB-C8A4-6C11-669E59F90D22}"/>
                </a:ext>
              </a:extLst>
            </p:cNvPr>
            <p:cNvCxnSpPr/>
            <p:nvPr/>
          </p:nvCxnSpPr>
          <p:spPr>
            <a:xfrm>
              <a:off x="9312959" y="1682364"/>
              <a:ext cx="148280" cy="162685"/>
            </a:xfrm>
            <a:prstGeom prst="straightConnector1">
              <a:avLst/>
            </a:prstGeom>
            <a:ln>
              <a:solidFill>
                <a:srgbClr val="041ABC"/>
              </a:solidFill>
              <a:tailEnd type="triangle" w="med" len="lg"/>
            </a:ln>
          </p:spPr>
          <p:style>
            <a:lnRef idx="2">
              <a:schemeClr val="accent1"/>
            </a:lnRef>
            <a:fillRef idx="0">
              <a:schemeClr val="accent1"/>
            </a:fillRef>
            <a:effectRef idx="1">
              <a:schemeClr val="accent1"/>
            </a:effectRef>
            <a:fontRef idx="minor">
              <a:schemeClr val="tx1"/>
            </a:fontRef>
          </p:style>
        </p:cxnSp>
      </p:grpSp>
      <p:cxnSp>
        <p:nvCxnSpPr>
          <p:cNvPr id="83" name="直接连接符 82">
            <a:extLst>
              <a:ext uri="{FF2B5EF4-FFF2-40B4-BE49-F238E27FC236}">
                <a16:creationId xmlns:a16="http://schemas.microsoft.com/office/drawing/2014/main" id="{FC6FCEA1-8114-F443-2E0D-058908C99FCE}"/>
              </a:ext>
            </a:extLst>
          </p:cNvPr>
          <p:cNvCxnSpPr>
            <a:cxnSpLocks/>
          </p:cNvCxnSpPr>
          <p:nvPr/>
        </p:nvCxnSpPr>
        <p:spPr>
          <a:xfrm>
            <a:off x="1390995" y="4757652"/>
            <a:ext cx="6263451"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5" name="直接连接符 84">
            <a:extLst>
              <a:ext uri="{FF2B5EF4-FFF2-40B4-BE49-F238E27FC236}">
                <a16:creationId xmlns:a16="http://schemas.microsoft.com/office/drawing/2014/main" id="{288558A5-DE84-3FBC-7392-A4748CC86587}"/>
              </a:ext>
            </a:extLst>
          </p:cNvPr>
          <p:cNvCxnSpPr>
            <a:cxnSpLocks/>
          </p:cNvCxnSpPr>
          <p:nvPr/>
        </p:nvCxnSpPr>
        <p:spPr>
          <a:xfrm>
            <a:off x="1390995" y="5051368"/>
            <a:ext cx="152954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7" name="直接连接符 86">
            <a:extLst>
              <a:ext uri="{FF2B5EF4-FFF2-40B4-BE49-F238E27FC236}">
                <a16:creationId xmlns:a16="http://schemas.microsoft.com/office/drawing/2014/main" id="{FA19A915-FA4E-ADE5-37F8-B7065EB84B68}"/>
              </a:ext>
            </a:extLst>
          </p:cNvPr>
          <p:cNvCxnSpPr>
            <a:cxnSpLocks/>
          </p:cNvCxnSpPr>
          <p:nvPr/>
        </p:nvCxnSpPr>
        <p:spPr>
          <a:xfrm>
            <a:off x="1783519" y="5309063"/>
            <a:ext cx="6263451"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8" name="直接箭头连接符 87">
            <a:extLst>
              <a:ext uri="{FF2B5EF4-FFF2-40B4-BE49-F238E27FC236}">
                <a16:creationId xmlns:a16="http://schemas.microsoft.com/office/drawing/2014/main" id="{DA3DDFD9-0245-687B-E923-9B854AAA51E7}"/>
              </a:ext>
            </a:extLst>
          </p:cNvPr>
          <p:cNvCxnSpPr>
            <a:cxnSpLocks/>
          </p:cNvCxnSpPr>
          <p:nvPr/>
        </p:nvCxnSpPr>
        <p:spPr>
          <a:xfrm>
            <a:off x="10892464" y="1779907"/>
            <a:ext cx="671007" cy="0"/>
          </a:xfrm>
          <a:prstGeom prst="straightConnector1">
            <a:avLst/>
          </a:prstGeom>
          <a:ln>
            <a:solidFill>
              <a:srgbClr val="FF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89" name="直接箭头连接符 88">
            <a:extLst>
              <a:ext uri="{FF2B5EF4-FFF2-40B4-BE49-F238E27FC236}">
                <a16:creationId xmlns:a16="http://schemas.microsoft.com/office/drawing/2014/main" id="{C9112E54-69F7-6D23-B6CE-681309D23C8C}"/>
              </a:ext>
            </a:extLst>
          </p:cNvPr>
          <p:cNvCxnSpPr>
            <a:cxnSpLocks/>
          </p:cNvCxnSpPr>
          <p:nvPr/>
        </p:nvCxnSpPr>
        <p:spPr>
          <a:xfrm>
            <a:off x="10055580" y="1778119"/>
            <a:ext cx="671007" cy="0"/>
          </a:xfrm>
          <a:prstGeom prst="straightConnector1">
            <a:avLst/>
          </a:prstGeom>
          <a:ln>
            <a:solidFill>
              <a:srgbClr val="FF0000"/>
            </a:solidFill>
            <a:tailEnd type="triangle" w="med"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353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1000" fill="hold"/>
                                        <p:tgtEl>
                                          <p:spTgt spid="7"/>
                                        </p:tgtEl>
                                        <p:attrNameLst>
                                          <p:attrName>ppt_w</p:attrName>
                                        </p:attrNameLst>
                                      </p:cBhvr>
                                      <p:tavLst>
                                        <p:tav tm="0">
                                          <p:val>
                                            <p:fltVal val="0"/>
                                          </p:val>
                                        </p:tav>
                                        <p:tav tm="100000">
                                          <p:val>
                                            <p:strVal val="#ppt_w"/>
                                          </p:val>
                                        </p:tav>
                                      </p:tavLst>
                                    </p:anim>
                                    <p:anim calcmode="lin" valueType="num">
                                      <p:cBhvr>
                                        <p:cTn id="22" dur="1000" fill="hold"/>
                                        <p:tgtEl>
                                          <p:spTgt spid="7"/>
                                        </p:tgtEl>
                                        <p:attrNameLst>
                                          <p:attrName>ppt_h</p:attrName>
                                        </p:attrNameLst>
                                      </p:cBhvr>
                                      <p:tavLst>
                                        <p:tav tm="0">
                                          <p:val>
                                            <p:fltVal val="0"/>
                                          </p:val>
                                        </p:tav>
                                        <p:tav tm="100000">
                                          <p:val>
                                            <p:strVal val="#ppt_h"/>
                                          </p:val>
                                        </p:tav>
                                      </p:tavLst>
                                    </p:anim>
                                    <p:anim calcmode="lin" valueType="num">
                                      <p:cBhvr>
                                        <p:cTn id="23" dur="1000" fill="hold"/>
                                        <p:tgtEl>
                                          <p:spTgt spid="7"/>
                                        </p:tgtEl>
                                        <p:attrNameLst>
                                          <p:attrName>style.rotation</p:attrName>
                                        </p:attrNameLst>
                                      </p:cBhvr>
                                      <p:tavLst>
                                        <p:tav tm="0">
                                          <p:val>
                                            <p:fltVal val="90"/>
                                          </p:val>
                                        </p:tav>
                                        <p:tav tm="100000">
                                          <p:val>
                                            <p:fltVal val="0"/>
                                          </p:val>
                                        </p:tav>
                                      </p:tavLst>
                                    </p:anim>
                                    <p:animEffect transition="in" filter="fade">
                                      <p:cBhvr>
                                        <p:cTn id="24" dur="10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anim calcmode="lin" valueType="num">
                                      <p:cBhvr>
                                        <p:cTn id="29" dur="1000" fill="hold"/>
                                        <p:tgtEl>
                                          <p:spTgt spid="64"/>
                                        </p:tgtEl>
                                        <p:attrNameLst>
                                          <p:attrName>ppt_w</p:attrName>
                                        </p:attrNameLst>
                                      </p:cBhvr>
                                      <p:tavLst>
                                        <p:tav tm="0">
                                          <p:val>
                                            <p:fltVal val="0"/>
                                          </p:val>
                                        </p:tav>
                                        <p:tav tm="100000">
                                          <p:val>
                                            <p:strVal val="#ppt_w"/>
                                          </p:val>
                                        </p:tav>
                                      </p:tavLst>
                                    </p:anim>
                                    <p:anim calcmode="lin" valueType="num">
                                      <p:cBhvr>
                                        <p:cTn id="30" dur="1000" fill="hold"/>
                                        <p:tgtEl>
                                          <p:spTgt spid="64"/>
                                        </p:tgtEl>
                                        <p:attrNameLst>
                                          <p:attrName>ppt_h</p:attrName>
                                        </p:attrNameLst>
                                      </p:cBhvr>
                                      <p:tavLst>
                                        <p:tav tm="0">
                                          <p:val>
                                            <p:fltVal val="0"/>
                                          </p:val>
                                        </p:tav>
                                        <p:tav tm="100000">
                                          <p:val>
                                            <p:strVal val="#ppt_h"/>
                                          </p:val>
                                        </p:tav>
                                      </p:tavLst>
                                    </p:anim>
                                    <p:anim calcmode="lin" valueType="num">
                                      <p:cBhvr>
                                        <p:cTn id="31" dur="1000" fill="hold"/>
                                        <p:tgtEl>
                                          <p:spTgt spid="64"/>
                                        </p:tgtEl>
                                        <p:attrNameLst>
                                          <p:attrName>style.rotation</p:attrName>
                                        </p:attrNameLst>
                                      </p:cBhvr>
                                      <p:tavLst>
                                        <p:tav tm="0">
                                          <p:val>
                                            <p:fltVal val="90"/>
                                          </p:val>
                                        </p:tav>
                                        <p:tav tm="100000">
                                          <p:val>
                                            <p:fltVal val="0"/>
                                          </p:val>
                                        </p:tav>
                                      </p:tavLst>
                                    </p:anim>
                                    <p:animEffect transition="in" filter="fade">
                                      <p:cBhvr>
                                        <p:cTn id="32" dur="1000"/>
                                        <p:tgtEl>
                                          <p:spTgt spid="64"/>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left)">
                                      <p:cBhvr>
                                        <p:cTn id="36" dur="500"/>
                                        <p:tgtEl>
                                          <p:spTgt spid="49"/>
                                        </p:tgtEl>
                                      </p:cBhvr>
                                    </p:animEffect>
                                  </p:childTnLst>
                                </p:cTn>
                              </p:par>
                            </p:childTnLst>
                          </p:cTn>
                        </p:par>
                        <p:par>
                          <p:cTn id="37" fill="hold">
                            <p:stCondLst>
                              <p:cond delay="1500"/>
                            </p:stCondLst>
                            <p:childTnLst>
                              <p:par>
                                <p:cTn id="38" presetID="22" presetClass="entr" presetSubtype="8" fill="hold" nodeType="after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up)">
                                      <p:cBhvr>
                                        <p:cTn id="44" dur="500"/>
                                        <p:tgtEl>
                                          <p:spTgt spid="10"/>
                                        </p:tgtEl>
                                      </p:cBhvr>
                                    </p:animEffect>
                                  </p:childTnLst>
                                </p:cTn>
                              </p:par>
                            </p:childTnLst>
                          </p:cTn>
                        </p:par>
                        <p:par>
                          <p:cTn id="45" fill="hold">
                            <p:stCondLst>
                              <p:cond delay="2500"/>
                            </p:stCondLst>
                            <p:childTnLst>
                              <p:par>
                                <p:cTn id="46" presetID="22" presetClass="entr" presetSubtype="1" fill="hold"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up)">
                                      <p:cBhvr>
                                        <p:cTn id="48" dur="500"/>
                                        <p:tgtEl>
                                          <p:spTgt spid="11"/>
                                        </p:tgtEl>
                                      </p:cBhvr>
                                    </p:animEffect>
                                  </p:childTnLst>
                                </p:cTn>
                              </p:par>
                            </p:childTnLst>
                          </p:cTn>
                        </p:par>
                        <p:par>
                          <p:cTn id="49" fill="hold">
                            <p:stCondLst>
                              <p:cond delay="3000"/>
                            </p:stCondLst>
                            <p:childTnLst>
                              <p:par>
                                <p:cTn id="50" presetID="22" presetClass="entr" presetSubtype="8"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par>
                          <p:cTn id="53" fill="hold">
                            <p:stCondLst>
                              <p:cond delay="3500"/>
                            </p:stCondLst>
                            <p:childTnLst>
                              <p:par>
                                <p:cTn id="54" presetID="22" presetClass="entr" presetSubtype="1"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up)">
                                      <p:cBhvr>
                                        <p:cTn id="56" dur="500"/>
                                        <p:tgtEl>
                                          <p:spTgt spid="13"/>
                                        </p:tgtEl>
                                      </p:cBhvr>
                                    </p:animEffect>
                                  </p:childTnLst>
                                </p:cTn>
                              </p:par>
                            </p:childTnLst>
                          </p:cTn>
                        </p:par>
                        <p:par>
                          <p:cTn id="57" fill="hold">
                            <p:stCondLst>
                              <p:cond delay="4000"/>
                            </p:stCondLst>
                            <p:childTnLst>
                              <p:par>
                                <p:cTn id="58" presetID="22" presetClass="entr" presetSubtype="8" fill="hold"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500"/>
                                        <p:tgtEl>
                                          <p:spTgt spid="19"/>
                                        </p:tgtEl>
                                      </p:cBhvr>
                                    </p:animEffect>
                                  </p:childTnLst>
                                </p:cTn>
                              </p:par>
                            </p:childTnLst>
                          </p:cTn>
                        </p:par>
                        <p:par>
                          <p:cTn id="61" fill="hold">
                            <p:stCondLst>
                              <p:cond delay="4500"/>
                            </p:stCondLst>
                            <p:childTnLst>
                              <p:par>
                                <p:cTn id="62" presetID="22" presetClass="entr" presetSubtype="1" fill="hold"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up)">
                                      <p:cBhvr>
                                        <p:cTn id="64" dur="5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65"/>
                                        </p:tgtEl>
                                        <p:attrNameLst>
                                          <p:attrName>style.visibility</p:attrName>
                                        </p:attrNameLst>
                                      </p:cBhvr>
                                      <p:to>
                                        <p:strVal val="visible"/>
                                      </p:to>
                                    </p:set>
                                    <p:anim calcmode="lin" valueType="num">
                                      <p:cBhvr>
                                        <p:cTn id="69" dur="1000" fill="hold"/>
                                        <p:tgtEl>
                                          <p:spTgt spid="65"/>
                                        </p:tgtEl>
                                        <p:attrNameLst>
                                          <p:attrName>ppt_w</p:attrName>
                                        </p:attrNameLst>
                                      </p:cBhvr>
                                      <p:tavLst>
                                        <p:tav tm="0">
                                          <p:val>
                                            <p:fltVal val="0"/>
                                          </p:val>
                                        </p:tav>
                                        <p:tav tm="100000">
                                          <p:val>
                                            <p:strVal val="#ppt_w"/>
                                          </p:val>
                                        </p:tav>
                                      </p:tavLst>
                                    </p:anim>
                                    <p:anim calcmode="lin" valueType="num">
                                      <p:cBhvr>
                                        <p:cTn id="70" dur="1000" fill="hold"/>
                                        <p:tgtEl>
                                          <p:spTgt spid="65"/>
                                        </p:tgtEl>
                                        <p:attrNameLst>
                                          <p:attrName>ppt_h</p:attrName>
                                        </p:attrNameLst>
                                      </p:cBhvr>
                                      <p:tavLst>
                                        <p:tav tm="0">
                                          <p:val>
                                            <p:fltVal val="0"/>
                                          </p:val>
                                        </p:tav>
                                        <p:tav tm="100000">
                                          <p:val>
                                            <p:strVal val="#ppt_h"/>
                                          </p:val>
                                        </p:tav>
                                      </p:tavLst>
                                    </p:anim>
                                    <p:anim calcmode="lin" valueType="num">
                                      <p:cBhvr>
                                        <p:cTn id="71" dur="1000" fill="hold"/>
                                        <p:tgtEl>
                                          <p:spTgt spid="65"/>
                                        </p:tgtEl>
                                        <p:attrNameLst>
                                          <p:attrName>style.rotation</p:attrName>
                                        </p:attrNameLst>
                                      </p:cBhvr>
                                      <p:tavLst>
                                        <p:tav tm="0">
                                          <p:val>
                                            <p:fltVal val="90"/>
                                          </p:val>
                                        </p:tav>
                                        <p:tav tm="100000">
                                          <p:val>
                                            <p:fltVal val="0"/>
                                          </p:val>
                                        </p:tav>
                                      </p:tavLst>
                                    </p:anim>
                                    <p:animEffect transition="in" filter="fade">
                                      <p:cBhvr>
                                        <p:cTn id="72" dur="1000"/>
                                        <p:tgtEl>
                                          <p:spTgt spid="65"/>
                                        </p:tgtEl>
                                      </p:cBhvr>
                                    </p:animEffect>
                                  </p:childTnLst>
                                </p:cTn>
                              </p:par>
                            </p:childTnLst>
                          </p:cTn>
                        </p:par>
                        <p:par>
                          <p:cTn id="73" fill="hold">
                            <p:stCondLst>
                              <p:cond delay="1000"/>
                            </p:stCondLst>
                            <p:childTnLst>
                              <p:par>
                                <p:cTn id="74" presetID="42" presetClass="entr" presetSubtype="0" fill="hold" grpId="0" nodeType="afterEffect">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fade">
                                      <p:cBhvr>
                                        <p:cTn id="76" dur="1000"/>
                                        <p:tgtEl>
                                          <p:spTgt spid="53"/>
                                        </p:tgtEl>
                                      </p:cBhvr>
                                    </p:animEffect>
                                    <p:anim calcmode="lin" valueType="num">
                                      <p:cBhvr>
                                        <p:cTn id="77" dur="1000" fill="hold"/>
                                        <p:tgtEl>
                                          <p:spTgt spid="53"/>
                                        </p:tgtEl>
                                        <p:attrNameLst>
                                          <p:attrName>ppt_x</p:attrName>
                                        </p:attrNameLst>
                                      </p:cBhvr>
                                      <p:tavLst>
                                        <p:tav tm="0">
                                          <p:val>
                                            <p:strVal val="#ppt_x"/>
                                          </p:val>
                                        </p:tav>
                                        <p:tav tm="100000">
                                          <p:val>
                                            <p:strVal val="#ppt_x"/>
                                          </p:val>
                                        </p:tav>
                                      </p:tavLst>
                                    </p:anim>
                                    <p:anim calcmode="lin" valueType="num">
                                      <p:cBhvr>
                                        <p:cTn id="78"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31" presetClass="entr" presetSubtype="0" fill="hold" grpId="0" nodeType="clickEffect">
                                  <p:stCondLst>
                                    <p:cond delay="0"/>
                                  </p:stCondLst>
                                  <p:childTnLst>
                                    <p:set>
                                      <p:cBhvr>
                                        <p:cTn id="82" dur="1" fill="hold">
                                          <p:stCondLst>
                                            <p:cond delay="0"/>
                                          </p:stCondLst>
                                        </p:cTn>
                                        <p:tgtEl>
                                          <p:spTgt spid="66"/>
                                        </p:tgtEl>
                                        <p:attrNameLst>
                                          <p:attrName>style.visibility</p:attrName>
                                        </p:attrNameLst>
                                      </p:cBhvr>
                                      <p:to>
                                        <p:strVal val="visible"/>
                                      </p:to>
                                    </p:set>
                                    <p:anim calcmode="lin" valueType="num">
                                      <p:cBhvr>
                                        <p:cTn id="83" dur="1000" fill="hold"/>
                                        <p:tgtEl>
                                          <p:spTgt spid="66"/>
                                        </p:tgtEl>
                                        <p:attrNameLst>
                                          <p:attrName>ppt_w</p:attrName>
                                        </p:attrNameLst>
                                      </p:cBhvr>
                                      <p:tavLst>
                                        <p:tav tm="0">
                                          <p:val>
                                            <p:fltVal val="0"/>
                                          </p:val>
                                        </p:tav>
                                        <p:tav tm="100000">
                                          <p:val>
                                            <p:strVal val="#ppt_w"/>
                                          </p:val>
                                        </p:tav>
                                      </p:tavLst>
                                    </p:anim>
                                    <p:anim calcmode="lin" valueType="num">
                                      <p:cBhvr>
                                        <p:cTn id="84" dur="1000" fill="hold"/>
                                        <p:tgtEl>
                                          <p:spTgt spid="66"/>
                                        </p:tgtEl>
                                        <p:attrNameLst>
                                          <p:attrName>ppt_h</p:attrName>
                                        </p:attrNameLst>
                                      </p:cBhvr>
                                      <p:tavLst>
                                        <p:tav tm="0">
                                          <p:val>
                                            <p:fltVal val="0"/>
                                          </p:val>
                                        </p:tav>
                                        <p:tav tm="100000">
                                          <p:val>
                                            <p:strVal val="#ppt_h"/>
                                          </p:val>
                                        </p:tav>
                                      </p:tavLst>
                                    </p:anim>
                                    <p:anim calcmode="lin" valueType="num">
                                      <p:cBhvr>
                                        <p:cTn id="85" dur="1000" fill="hold"/>
                                        <p:tgtEl>
                                          <p:spTgt spid="66"/>
                                        </p:tgtEl>
                                        <p:attrNameLst>
                                          <p:attrName>style.rotation</p:attrName>
                                        </p:attrNameLst>
                                      </p:cBhvr>
                                      <p:tavLst>
                                        <p:tav tm="0">
                                          <p:val>
                                            <p:fltVal val="90"/>
                                          </p:val>
                                        </p:tav>
                                        <p:tav tm="100000">
                                          <p:val>
                                            <p:fltVal val="0"/>
                                          </p:val>
                                        </p:tav>
                                      </p:tavLst>
                                    </p:anim>
                                    <p:animEffect transition="in" filter="fade">
                                      <p:cBhvr>
                                        <p:cTn id="86" dur="1000"/>
                                        <p:tgtEl>
                                          <p:spTgt spid="66"/>
                                        </p:tgtEl>
                                      </p:cBhvr>
                                    </p:animEffect>
                                  </p:childTnLst>
                                </p:cTn>
                              </p:par>
                            </p:childTnLst>
                          </p:cTn>
                        </p:par>
                        <p:par>
                          <p:cTn id="87" fill="hold">
                            <p:stCondLst>
                              <p:cond delay="1000"/>
                            </p:stCondLst>
                            <p:childTnLst>
                              <p:par>
                                <p:cTn id="88" presetID="22" presetClass="entr" presetSubtype="8" fill="hold" nodeType="afterEffect">
                                  <p:stCondLst>
                                    <p:cond delay="0"/>
                                  </p:stCondLst>
                                  <p:childTnLst>
                                    <p:set>
                                      <p:cBhvr>
                                        <p:cTn id="89" dur="1" fill="hold">
                                          <p:stCondLst>
                                            <p:cond delay="0"/>
                                          </p:stCondLst>
                                        </p:cTn>
                                        <p:tgtEl>
                                          <p:spTgt spid="60"/>
                                        </p:tgtEl>
                                        <p:attrNameLst>
                                          <p:attrName>style.visibility</p:attrName>
                                        </p:attrNameLst>
                                      </p:cBhvr>
                                      <p:to>
                                        <p:strVal val="visible"/>
                                      </p:to>
                                    </p:set>
                                    <p:animEffect transition="in" filter="wipe(left)">
                                      <p:cBhvr>
                                        <p:cTn id="90" dur="500"/>
                                        <p:tgtEl>
                                          <p:spTgt spid="60"/>
                                        </p:tgtEl>
                                      </p:cBhvr>
                                    </p:animEffect>
                                  </p:childTnLst>
                                </p:cTn>
                              </p:par>
                            </p:childTnLst>
                          </p:cTn>
                        </p:par>
                        <p:par>
                          <p:cTn id="91" fill="hold">
                            <p:stCondLst>
                              <p:cond delay="1500"/>
                            </p:stCondLst>
                            <p:childTnLst>
                              <p:par>
                                <p:cTn id="92" presetID="22" presetClass="entr" presetSubtype="1" fill="hold" nodeType="afterEffect">
                                  <p:stCondLst>
                                    <p:cond delay="0"/>
                                  </p:stCondLst>
                                  <p:childTnLst>
                                    <p:set>
                                      <p:cBhvr>
                                        <p:cTn id="93" dur="1" fill="hold">
                                          <p:stCondLst>
                                            <p:cond delay="0"/>
                                          </p:stCondLst>
                                        </p:cTn>
                                        <p:tgtEl>
                                          <p:spTgt spid="55"/>
                                        </p:tgtEl>
                                        <p:attrNameLst>
                                          <p:attrName>style.visibility</p:attrName>
                                        </p:attrNameLst>
                                      </p:cBhvr>
                                      <p:to>
                                        <p:strVal val="visible"/>
                                      </p:to>
                                    </p:set>
                                    <p:animEffect transition="in" filter="wipe(up)">
                                      <p:cBhvr>
                                        <p:cTn id="94" dur="500"/>
                                        <p:tgtEl>
                                          <p:spTgt spid="55"/>
                                        </p:tgtEl>
                                      </p:cBhvr>
                                    </p:animEffect>
                                  </p:childTnLst>
                                </p:cTn>
                              </p:par>
                            </p:childTnLst>
                          </p:cTn>
                        </p:par>
                        <p:par>
                          <p:cTn id="95" fill="hold">
                            <p:stCondLst>
                              <p:cond delay="2000"/>
                            </p:stCondLst>
                            <p:childTnLst>
                              <p:par>
                                <p:cTn id="96" presetID="21" presetClass="entr" presetSubtype="8" fill="hold" grpId="0" nodeType="afterEffect">
                                  <p:stCondLst>
                                    <p:cond delay="0"/>
                                  </p:stCondLst>
                                  <p:childTnLst>
                                    <p:set>
                                      <p:cBhvr>
                                        <p:cTn id="97" dur="1" fill="hold">
                                          <p:stCondLst>
                                            <p:cond delay="0"/>
                                          </p:stCondLst>
                                        </p:cTn>
                                        <p:tgtEl>
                                          <p:spTgt spid="67"/>
                                        </p:tgtEl>
                                        <p:attrNameLst>
                                          <p:attrName>style.visibility</p:attrName>
                                        </p:attrNameLst>
                                      </p:cBhvr>
                                      <p:to>
                                        <p:strVal val="visible"/>
                                      </p:to>
                                    </p:set>
                                    <p:animEffect transition="in" filter="wheel(8)">
                                      <p:cBhvr>
                                        <p:cTn id="98" dur="2000"/>
                                        <p:tgtEl>
                                          <p:spTgt spid="6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68"/>
                                        </p:tgtEl>
                                        <p:attrNameLst>
                                          <p:attrName>style.visibility</p:attrName>
                                        </p:attrNameLst>
                                      </p:cBhvr>
                                      <p:to>
                                        <p:strVal val="visible"/>
                                      </p:to>
                                    </p:set>
                                    <p:animEffect transition="in" filter="wipe(left)">
                                      <p:cBhvr>
                                        <p:cTn id="103" dur="1000"/>
                                        <p:tgtEl>
                                          <p:spTgt spid="68"/>
                                        </p:tgtEl>
                                      </p:cBhvr>
                                    </p:animEffect>
                                  </p:childTnLst>
                                </p:cTn>
                              </p:par>
                            </p:childTnLst>
                          </p:cTn>
                        </p:par>
                        <p:par>
                          <p:cTn id="104" fill="hold">
                            <p:stCondLst>
                              <p:cond delay="1000"/>
                            </p:stCondLst>
                            <p:childTnLst>
                              <p:par>
                                <p:cTn id="105" presetID="22" presetClass="exit" presetSubtype="4" fill="hold" nodeType="afterEffect">
                                  <p:stCondLst>
                                    <p:cond delay="0"/>
                                  </p:stCondLst>
                                  <p:childTnLst>
                                    <p:animEffect transition="out" filter="wipe(down)">
                                      <p:cBhvr>
                                        <p:cTn id="106" dur="1000"/>
                                        <p:tgtEl>
                                          <p:spTgt spid="10"/>
                                        </p:tgtEl>
                                      </p:cBhvr>
                                    </p:animEffect>
                                    <p:set>
                                      <p:cBhvr>
                                        <p:cTn id="107" dur="1" fill="hold">
                                          <p:stCondLst>
                                            <p:cond delay="999"/>
                                          </p:stCondLst>
                                        </p:cTn>
                                        <p:tgtEl>
                                          <p:spTgt spid="10"/>
                                        </p:tgtEl>
                                        <p:attrNameLst>
                                          <p:attrName>style.visibility</p:attrName>
                                        </p:attrNameLst>
                                      </p:cBhvr>
                                      <p:to>
                                        <p:strVal val="hidden"/>
                                      </p:to>
                                    </p:set>
                                  </p:childTnLst>
                                </p:cTn>
                              </p:par>
                            </p:childTnLst>
                          </p:cTn>
                        </p:par>
                        <p:par>
                          <p:cTn id="108" fill="hold">
                            <p:stCondLst>
                              <p:cond delay="2000"/>
                            </p:stCondLst>
                            <p:childTnLst>
                              <p:par>
                                <p:cTn id="109" presetID="22" presetClass="entr" presetSubtype="2" fill="hold" nodeType="afterEffect">
                                  <p:stCondLst>
                                    <p:cond delay="0"/>
                                  </p:stCondLst>
                                  <p:childTnLst>
                                    <p:set>
                                      <p:cBhvr>
                                        <p:cTn id="110" dur="1" fill="hold">
                                          <p:stCondLst>
                                            <p:cond delay="0"/>
                                          </p:stCondLst>
                                        </p:cTn>
                                        <p:tgtEl>
                                          <p:spTgt spid="69"/>
                                        </p:tgtEl>
                                        <p:attrNameLst>
                                          <p:attrName>style.visibility</p:attrName>
                                        </p:attrNameLst>
                                      </p:cBhvr>
                                      <p:to>
                                        <p:strVal val="visible"/>
                                      </p:to>
                                    </p:set>
                                    <p:animEffect transition="in" filter="wipe(right)">
                                      <p:cBhvr>
                                        <p:cTn id="111" dur="1000"/>
                                        <p:tgtEl>
                                          <p:spTgt spid="69"/>
                                        </p:tgtEl>
                                      </p:cBhvr>
                                    </p:animEffect>
                                  </p:childTnLst>
                                </p:cTn>
                              </p:par>
                            </p:childTnLst>
                          </p:cTn>
                        </p:par>
                        <p:par>
                          <p:cTn id="112" fill="hold">
                            <p:stCondLst>
                              <p:cond delay="3000"/>
                            </p:stCondLst>
                            <p:childTnLst>
                              <p:par>
                                <p:cTn id="113" presetID="21" presetClass="exit" presetSubtype="8" fill="hold" grpId="1" nodeType="afterEffect">
                                  <p:stCondLst>
                                    <p:cond delay="0"/>
                                  </p:stCondLst>
                                  <p:childTnLst>
                                    <p:animEffect transition="out" filter="wheel(8)">
                                      <p:cBhvr>
                                        <p:cTn id="114" dur="2000"/>
                                        <p:tgtEl>
                                          <p:spTgt spid="67"/>
                                        </p:tgtEl>
                                      </p:cBhvr>
                                    </p:animEffect>
                                    <p:set>
                                      <p:cBhvr>
                                        <p:cTn id="115" dur="1" fill="hold">
                                          <p:stCondLst>
                                            <p:cond delay="1999"/>
                                          </p:stCondLst>
                                        </p:cTn>
                                        <p:tgtEl>
                                          <p:spTgt spid="67"/>
                                        </p:tgtEl>
                                        <p:attrNameLst>
                                          <p:attrName>style.visibility</p:attrName>
                                        </p:attrNameLst>
                                      </p:cBhvr>
                                      <p:to>
                                        <p:strVal val="hidden"/>
                                      </p:to>
                                    </p:set>
                                  </p:childTnLst>
                                </p:cTn>
                              </p:par>
                            </p:childTnLst>
                          </p:cTn>
                        </p:par>
                        <p:par>
                          <p:cTn id="116" fill="hold">
                            <p:stCondLst>
                              <p:cond delay="5000"/>
                            </p:stCondLst>
                            <p:childTnLst>
                              <p:par>
                                <p:cTn id="117" presetID="42" presetClass="entr" presetSubtype="0" fill="hold" grpId="0" nodeType="afterEffect">
                                  <p:stCondLst>
                                    <p:cond delay="0"/>
                                  </p:stCondLst>
                                  <p:childTnLst>
                                    <p:set>
                                      <p:cBhvr>
                                        <p:cTn id="118" dur="1" fill="hold">
                                          <p:stCondLst>
                                            <p:cond delay="0"/>
                                          </p:stCondLst>
                                        </p:cTn>
                                        <p:tgtEl>
                                          <p:spTgt spid="72"/>
                                        </p:tgtEl>
                                        <p:attrNameLst>
                                          <p:attrName>style.visibility</p:attrName>
                                        </p:attrNameLst>
                                      </p:cBhvr>
                                      <p:to>
                                        <p:strVal val="visible"/>
                                      </p:to>
                                    </p:set>
                                    <p:animEffect transition="in" filter="fade">
                                      <p:cBhvr>
                                        <p:cTn id="119" dur="1000"/>
                                        <p:tgtEl>
                                          <p:spTgt spid="72"/>
                                        </p:tgtEl>
                                      </p:cBhvr>
                                    </p:animEffect>
                                    <p:anim calcmode="lin" valueType="num">
                                      <p:cBhvr>
                                        <p:cTn id="120" dur="1000" fill="hold"/>
                                        <p:tgtEl>
                                          <p:spTgt spid="72"/>
                                        </p:tgtEl>
                                        <p:attrNameLst>
                                          <p:attrName>ppt_x</p:attrName>
                                        </p:attrNameLst>
                                      </p:cBhvr>
                                      <p:tavLst>
                                        <p:tav tm="0">
                                          <p:val>
                                            <p:strVal val="#ppt_x"/>
                                          </p:val>
                                        </p:tav>
                                        <p:tav tm="100000">
                                          <p:val>
                                            <p:strVal val="#ppt_x"/>
                                          </p:val>
                                        </p:tav>
                                      </p:tavLst>
                                    </p:anim>
                                    <p:anim calcmode="lin" valueType="num">
                                      <p:cBhvr>
                                        <p:cTn id="121" dur="1000" fill="hold"/>
                                        <p:tgtEl>
                                          <p:spTgt spid="72"/>
                                        </p:tgtEl>
                                        <p:attrNameLst>
                                          <p:attrName>ppt_y</p:attrName>
                                        </p:attrNameLst>
                                      </p:cBhvr>
                                      <p:tavLst>
                                        <p:tav tm="0">
                                          <p:val>
                                            <p:strVal val="#ppt_y+.1"/>
                                          </p:val>
                                        </p:tav>
                                        <p:tav tm="100000">
                                          <p:val>
                                            <p:strVal val="#ppt_y"/>
                                          </p:val>
                                        </p:tav>
                                      </p:tavLst>
                                    </p:anim>
                                  </p:childTnLst>
                                </p:cTn>
                              </p:par>
                            </p:childTnLst>
                          </p:cTn>
                        </p:par>
                        <p:par>
                          <p:cTn id="122" fill="hold">
                            <p:stCondLst>
                              <p:cond delay="6000"/>
                            </p:stCondLst>
                            <p:childTnLst>
                              <p:par>
                                <p:cTn id="123" presetID="10" presetClass="exit" presetSubtype="0" fill="hold" nodeType="afterEffect">
                                  <p:stCondLst>
                                    <p:cond delay="0"/>
                                  </p:stCondLst>
                                  <p:childTnLst>
                                    <p:animEffect transition="out" filter="fade">
                                      <p:cBhvr>
                                        <p:cTn id="124" dur="500"/>
                                        <p:tgtEl>
                                          <p:spTgt spid="60"/>
                                        </p:tgtEl>
                                      </p:cBhvr>
                                    </p:animEffect>
                                    <p:set>
                                      <p:cBhvr>
                                        <p:cTn id="125" dur="1" fill="hold">
                                          <p:stCondLst>
                                            <p:cond delay="499"/>
                                          </p:stCondLst>
                                        </p:cTn>
                                        <p:tgtEl>
                                          <p:spTgt spid="60"/>
                                        </p:tgtEl>
                                        <p:attrNameLst>
                                          <p:attrName>style.visibility</p:attrName>
                                        </p:attrNameLst>
                                      </p:cBhvr>
                                      <p:to>
                                        <p:strVal val="hidden"/>
                                      </p:to>
                                    </p:set>
                                  </p:childTnLst>
                                </p:cTn>
                              </p:par>
                            </p:childTnLst>
                          </p:cTn>
                        </p:par>
                        <p:par>
                          <p:cTn id="126" fill="hold">
                            <p:stCondLst>
                              <p:cond delay="6500"/>
                            </p:stCondLst>
                            <p:childTnLst>
                              <p:par>
                                <p:cTn id="127" presetID="22" presetClass="entr" presetSubtype="8" fill="hold" nodeType="afterEffect">
                                  <p:stCondLst>
                                    <p:cond delay="0"/>
                                  </p:stCondLst>
                                  <p:childTnLst>
                                    <p:set>
                                      <p:cBhvr>
                                        <p:cTn id="128" dur="1" fill="hold">
                                          <p:stCondLst>
                                            <p:cond delay="0"/>
                                          </p:stCondLst>
                                        </p:cTn>
                                        <p:tgtEl>
                                          <p:spTgt spid="80"/>
                                        </p:tgtEl>
                                        <p:attrNameLst>
                                          <p:attrName>style.visibility</p:attrName>
                                        </p:attrNameLst>
                                      </p:cBhvr>
                                      <p:to>
                                        <p:strVal val="visible"/>
                                      </p:to>
                                    </p:set>
                                    <p:animEffect transition="in" filter="wipe(left)">
                                      <p:cBhvr>
                                        <p:cTn id="129" dur="500"/>
                                        <p:tgtEl>
                                          <p:spTgt spid="80"/>
                                        </p:tgtEl>
                                      </p:cBhvr>
                                    </p:animEffect>
                                  </p:childTnLst>
                                </p:cTn>
                              </p:par>
                            </p:childTnLst>
                          </p:cTn>
                        </p:par>
                        <p:par>
                          <p:cTn id="130" fill="hold">
                            <p:stCondLst>
                              <p:cond delay="7000"/>
                            </p:stCondLst>
                            <p:childTnLst>
                              <p:par>
                                <p:cTn id="131" presetID="22" presetClass="entr" presetSubtype="1" fill="hold" nodeType="afterEffect">
                                  <p:stCondLst>
                                    <p:cond delay="0"/>
                                  </p:stCondLst>
                                  <p:childTnLst>
                                    <p:set>
                                      <p:cBhvr>
                                        <p:cTn id="132" dur="1" fill="hold">
                                          <p:stCondLst>
                                            <p:cond delay="0"/>
                                          </p:stCondLst>
                                        </p:cTn>
                                        <p:tgtEl>
                                          <p:spTgt spid="75"/>
                                        </p:tgtEl>
                                        <p:attrNameLst>
                                          <p:attrName>style.visibility</p:attrName>
                                        </p:attrNameLst>
                                      </p:cBhvr>
                                      <p:to>
                                        <p:strVal val="visible"/>
                                      </p:to>
                                    </p:set>
                                    <p:animEffect transition="in" filter="wipe(up)">
                                      <p:cBhvr>
                                        <p:cTn id="133" dur="500"/>
                                        <p:tgtEl>
                                          <p:spTgt spid="75"/>
                                        </p:tgtEl>
                                      </p:cBhvr>
                                    </p:animEffect>
                                  </p:childTnLst>
                                </p:cTn>
                              </p:par>
                            </p:childTnLst>
                          </p:cTn>
                        </p:par>
                        <p:par>
                          <p:cTn id="134" fill="hold">
                            <p:stCondLst>
                              <p:cond delay="7500"/>
                            </p:stCondLst>
                            <p:childTnLst>
                              <p:par>
                                <p:cTn id="135" presetID="22" presetClass="entr" presetSubtype="8" fill="hold" nodeType="afterEffect">
                                  <p:stCondLst>
                                    <p:cond delay="0"/>
                                  </p:stCondLst>
                                  <p:childTnLst>
                                    <p:set>
                                      <p:cBhvr>
                                        <p:cTn id="136" dur="1" fill="hold">
                                          <p:stCondLst>
                                            <p:cond delay="0"/>
                                          </p:stCondLst>
                                        </p:cTn>
                                        <p:tgtEl>
                                          <p:spTgt spid="74"/>
                                        </p:tgtEl>
                                        <p:attrNameLst>
                                          <p:attrName>style.visibility</p:attrName>
                                        </p:attrNameLst>
                                      </p:cBhvr>
                                      <p:to>
                                        <p:strVal val="visible"/>
                                      </p:to>
                                    </p:set>
                                    <p:animEffect transition="in" filter="wipe(left)">
                                      <p:cBhvr>
                                        <p:cTn id="137" dur="500"/>
                                        <p:tgtEl>
                                          <p:spTgt spid="74"/>
                                        </p:tgtEl>
                                      </p:cBhvr>
                                    </p:animEffect>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nodeType="clickEffect">
                                  <p:stCondLst>
                                    <p:cond delay="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1500"/>
                                        <p:tgtEl>
                                          <p:spTgt spid="50"/>
                                        </p:tgtEl>
                                      </p:cBhvr>
                                    </p:animEffect>
                                    <p:anim calcmode="lin" valueType="num">
                                      <p:cBhvr>
                                        <p:cTn id="143" dur="1500" fill="hold"/>
                                        <p:tgtEl>
                                          <p:spTgt spid="50"/>
                                        </p:tgtEl>
                                        <p:attrNameLst>
                                          <p:attrName>ppt_x</p:attrName>
                                        </p:attrNameLst>
                                      </p:cBhvr>
                                      <p:tavLst>
                                        <p:tav tm="0">
                                          <p:val>
                                            <p:strVal val="#ppt_x"/>
                                          </p:val>
                                        </p:tav>
                                        <p:tav tm="100000">
                                          <p:val>
                                            <p:strVal val="#ppt_x"/>
                                          </p:val>
                                        </p:tav>
                                      </p:tavLst>
                                    </p:anim>
                                    <p:anim calcmode="lin" valueType="num">
                                      <p:cBhvr>
                                        <p:cTn id="144" dur="1500" fill="hold"/>
                                        <p:tgtEl>
                                          <p:spTgt spid="50"/>
                                        </p:tgtEl>
                                        <p:attrNameLst>
                                          <p:attrName>ppt_y</p:attrName>
                                        </p:attrNameLst>
                                      </p:cBhvr>
                                      <p:tavLst>
                                        <p:tav tm="0">
                                          <p:val>
                                            <p:strVal val="#ppt_y+.1"/>
                                          </p:val>
                                        </p:tav>
                                        <p:tav tm="100000">
                                          <p:val>
                                            <p:strVal val="#ppt_y"/>
                                          </p:val>
                                        </p:tav>
                                      </p:tavLst>
                                    </p:anim>
                                  </p:childTnLst>
                                </p:cTn>
                              </p:par>
                            </p:childTnLst>
                          </p:cTn>
                        </p:par>
                        <p:par>
                          <p:cTn id="145" fill="hold">
                            <p:stCondLst>
                              <p:cond delay="1500"/>
                            </p:stCondLst>
                            <p:childTnLst>
                              <p:par>
                                <p:cTn id="146" presetID="22" presetClass="exit" presetSubtype="2" fill="hold" nodeType="afterEffect">
                                  <p:stCondLst>
                                    <p:cond delay="0"/>
                                  </p:stCondLst>
                                  <p:childTnLst>
                                    <p:animEffect transition="out" filter="wipe(right)">
                                      <p:cBhvr>
                                        <p:cTn id="147" dur="500"/>
                                        <p:tgtEl>
                                          <p:spTgt spid="74"/>
                                        </p:tgtEl>
                                      </p:cBhvr>
                                    </p:animEffect>
                                    <p:set>
                                      <p:cBhvr>
                                        <p:cTn id="148" dur="1" fill="hold">
                                          <p:stCondLst>
                                            <p:cond delay="499"/>
                                          </p:stCondLst>
                                        </p:cTn>
                                        <p:tgtEl>
                                          <p:spTgt spid="74"/>
                                        </p:tgtEl>
                                        <p:attrNameLst>
                                          <p:attrName>style.visibility</p:attrName>
                                        </p:attrNameLst>
                                      </p:cBhvr>
                                      <p:to>
                                        <p:strVal val="hidden"/>
                                      </p:to>
                                    </p:set>
                                  </p:childTnLst>
                                </p:cTn>
                              </p:par>
                            </p:childTnLst>
                          </p:cTn>
                        </p:par>
                        <p:par>
                          <p:cTn id="149" fill="hold">
                            <p:stCondLst>
                              <p:cond delay="2000"/>
                            </p:stCondLst>
                            <p:childTnLst>
                              <p:par>
                                <p:cTn id="150" presetID="22" presetClass="entr" presetSubtype="8" fill="hold" nodeType="afterEffect">
                                  <p:stCondLst>
                                    <p:cond delay="0"/>
                                  </p:stCondLst>
                                  <p:childTnLst>
                                    <p:set>
                                      <p:cBhvr>
                                        <p:cTn id="151" dur="1" fill="hold">
                                          <p:stCondLst>
                                            <p:cond delay="0"/>
                                          </p:stCondLst>
                                        </p:cTn>
                                        <p:tgtEl>
                                          <p:spTgt spid="83"/>
                                        </p:tgtEl>
                                        <p:attrNameLst>
                                          <p:attrName>style.visibility</p:attrName>
                                        </p:attrNameLst>
                                      </p:cBhvr>
                                      <p:to>
                                        <p:strVal val="visible"/>
                                      </p:to>
                                    </p:set>
                                    <p:animEffect transition="in" filter="wipe(left)">
                                      <p:cBhvr>
                                        <p:cTn id="152" dur="500"/>
                                        <p:tgtEl>
                                          <p:spTgt spid="83"/>
                                        </p:tgtEl>
                                      </p:cBhvr>
                                    </p:animEffect>
                                  </p:childTnLst>
                                </p:cTn>
                              </p:par>
                            </p:childTnLst>
                          </p:cTn>
                        </p:par>
                      </p:childTnLst>
                    </p:cTn>
                  </p:par>
                  <p:par>
                    <p:cTn id="153" fill="hold">
                      <p:stCondLst>
                        <p:cond delay="indefinite"/>
                      </p:stCondLst>
                      <p:childTnLst>
                        <p:par>
                          <p:cTn id="154" fill="hold">
                            <p:stCondLst>
                              <p:cond delay="0"/>
                            </p:stCondLst>
                            <p:childTnLst>
                              <p:par>
                                <p:cTn id="155" presetID="63" presetClass="path" presetSubtype="0" accel="50000" decel="50000" fill="hold" nodeType="clickEffect">
                                  <p:stCondLst>
                                    <p:cond delay="0"/>
                                  </p:stCondLst>
                                  <p:childTnLst>
                                    <p:animMotion origin="layout" path="M -4.375E-6 -2.59259E-6 L 0.0724 -0.00046 " pathEditMode="relative" rAng="0" ptsTypes="AA">
                                      <p:cBhvr>
                                        <p:cTn id="156" dur="2000" fill="hold"/>
                                        <p:tgtEl>
                                          <p:spTgt spid="50"/>
                                        </p:tgtEl>
                                        <p:attrNameLst>
                                          <p:attrName>ppt_x</p:attrName>
                                          <p:attrName>ppt_y</p:attrName>
                                        </p:attrNameLst>
                                      </p:cBhvr>
                                      <p:rCtr x="3620" y="-23"/>
                                    </p:animMotion>
                                  </p:childTnLst>
                                </p:cTn>
                              </p:par>
                            </p:childTnLst>
                          </p:cTn>
                        </p:par>
                        <p:par>
                          <p:cTn id="157" fill="hold">
                            <p:stCondLst>
                              <p:cond delay="2000"/>
                            </p:stCondLst>
                            <p:childTnLst>
                              <p:par>
                                <p:cTn id="158" presetID="32" presetClass="emph" presetSubtype="0" fill="hold" nodeType="afterEffect">
                                  <p:stCondLst>
                                    <p:cond delay="0"/>
                                  </p:stCondLst>
                                  <p:childTnLst>
                                    <p:animRot by="120000">
                                      <p:cBhvr>
                                        <p:cTn id="159" dur="100" fill="hold">
                                          <p:stCondLst>
                                            <p:cond delay="0"/>
                                          </p:stCondLst>
                                        </p:cTn>
                                        <p:tgtEl>
                                          <p:spTgt spid="83"/>
                                        </p:tgtEl>
                                        <p:attrNameLst>
                                          <p:attrName>r</p:attrName>
                                        </p:attrNameLst>
                                      </p:cBhvr>
                                    </p:animRot>
                                    <p:animRot by="-240000">
                                      <p:cBhvr>
                                        <p:cTn id="160" dur="200" fill="hold">
                                          <p:stCondLst>
                                            <p:cond delay="200"/>
                                          </p:stCondLst>
                                        </p:cTn>
                                        <p:tgtEl>
                                          <p:spTgt spid="83"/>
                                        </p:tgtEl>
                                        <p:attrNameLst>
                                          <p:attrName>r</p:attrName>
                                        </p:attrNameLst>
                                      </p:cBhvr>
                                    </p:animRot>
                                    <p:animRot by="240000">
                                      <p:cBhvr>
                                        <p:cTn id="161" dur="200" fill="hold">
                                          <p:stCondLst>
                                            <p:cond delay="400"/>
                                          </p:stCondLst>
                                        </p:cTn>
                                        <p:tgtEl>
                                          <p:spTgt spid="83"/>
                                        </p:tgtEl>
                                        <p:attrNameLst>
                                          <p:attrName>r</p:attrName>
                                        </p:attrNameLst>
                                      </p:cBhvr>
                                    </p:animRot>
                                    <p:animRot by="-240000">
                                      <p:cBhvr>
                                        <p:cTn id="162" dur="200" fill="hold">
                                          <p:stCondLst>
                                            <p:cond delay="600"/>
                                          </p:stCondLst>
                                        </p:cTn>
                                        <p:tgtEl>
                                          <p:spTgt spid="83"/>
                                        </p:tgtEl>
                                        <p:attrNameLst>
                                          <p:attrName>r</p:attrName>
                                        </p:attrNameLst>
                                      </p:cBhvr>
                                    </p:animRot>
                                    <p:animRot by="120000">
                                      <p:cBhvr>
                                        <p:cTn id="163" dur="200" fill="hold">
                                          <p:stCondLst>
                                            <p:cond delay="800"/>
                                          </p:stCondLst>
                                        </p:cTn>
                                        <p:tgtEl>
                                          <p:spTgt spid="83"/>
                                        </p:tgtEl>
                                        <p:attrNameLst>
                                          <p:attrName>r</p:attrName>
                                        </p:attrNameLst>
                                      </p:cBhvr>
                                    </p:animRot>
                                  </p:childTnLst>
                                </p:cTn>
                              </p:par>
                            </p:childTnLst>
                          </p:cTn>
                        </p:par>
                      </p:childTnLst>
                    </p:cTn>
                  </p:par>
                  <p:par>
                    <p:cTn id="164" fill="hold">
                      <p:stCondLst>
                        <p:cond delay="indefinite"/>
                      </p:stCondLst>
                      <p:childTnLst>
                        <p:par>
                          <p:cTn id="165" fill="hold">
                            <p:stCondLst>
                              <p:cond delay="0"/>
                            </p:stCondLst>
                            <p:childTnLst>
                              <p:par>
                                <p:cTn id="166" presetID="63" presetClass="path" presetSubtype="0" accel="50000" decel="50000" fill="hold" nodeType="clickEffect">
                                  <p:stCondLst>
                                    <p:cond delay="0"/>
                                  </p:stCondLst>
                                  <p:childTnLst>
                                    <p:animMotion origin="layout" path="M 0.0724 -0.00046 L 0.14219 -0.00046 " pathEditMode="relative" rAng="0" ptsTypes="AA">
                                      <p:cBhvr>
                                        <p:cTn id="167" dur="2000" fill="hold"/>
                                        <p:tgtEl>
                                          <p:spTgt spid="50"/>
                                        </p:tgtEl>
                                        <p:attrNameLst>
                                          <p:attrName>ppt_x</p:attrName>
                                          <p:attrName>ppt_y</p:attrName>
                                        </p:attrNameLst>
                                      </p:cBhvr>
                                      <p:rCtr x="3490" y="0"/>
                                    </p:animMotion>
                                  </p:childTnLst>
                                </p:cTn>
                              </p:par>
                            </p:childTnLst>
                          </p:cTn>
                        </p:par>
                        <p:par>
                          <p:cTn id="168" fill="hold">
                            <p:stCondLst>
                              <p:cond delay="2000"/>
                            </p:stCondLst>
                            <p:childTnLst>
                              <p:par>
                                <p:cTn id="169" presetID="22" presetClass="exit" presetSubtype="2" fill="hold" nodeType="afterEffect">
                                  <p:stCondLst>
                                    <p:cond delay="0"/>
                                  </p:stCondLst>
                                  <p:childTnLst>
                                    <p:animEffect transition="out" filter="wipe(right)">
                                      <p:cBhvr>
                                        <p:cTn id="170" dur="500"/>
                                        <p:tgtEl>
                                          <p:spTgt spid="83"/>
                                        </p:tgtEl>
                                      </p:cBhvr>
                                    </p:animEffect>
                                    <p:set>
                                      <p:cBhvr>
                                        <p:cTn id="171" dur="1" fill="hold">
                                          <p:stCondLst>
                                            <p:cond delay="499"/>
                                          </p:stCondLst>
                                        </p:cTn>
                                        <p:tgtEl>
                                          <p:spTgt spid="83"/>
                                        </p:tgtEl>
                                        <p:attrNameLst>
                                          <p:attrName>style.visibility</p:attrName>
                                        </p:attrNameLst>
                                      </p:cBhvr>
                                      <p:to>
                                        <p:strVal val="hidden"/>
                                      </p:to>
                                    </p:set>
                                  </p:childTnLst>
                                </p:cTn>
                              </p:par>
                            </p:childTnLst>
                          </p:cTn>
                        </p:par>
                        <p:par>
                          <p:cTn id="172" fill="hold">
                            <p:stCondLst>
                              <p:cond delay="2500"/>
                            </p:stCondLst>
                            <p:childTnLst>
                              <p:par>
                                <p:cTn id="173" presetID="22" presetClass="entr" presetSubtype="8" fill="hold" nodeType="afterEffect">
                                  <p:stCondLst>
                                    <p:cond delay="0"/>
                                  </p:stCondLst>
                                  <p:childTnLst>
                                    <p:set>
                                      <p:cBhvr>
                                        <p:cTn id="174" dur="1" fill="hold">
                                          <p:stCondLst>
                                            <p:cond delay="0"/>
                                          </p:stCondLst>
                                        </p:cTn>
                                        <p:tgtEl>
                                          <p:spTgt spid="85"/>
                                        </p:tgtEl>
                                        <p:attrNameLst>
                                          <p:attrName>style.visibility</p:attrName>
                                        </p:attrNameLst>
                                      </p:cBhvr>
                                      <p:to>
                                        <p:strVal val="visible"/>
                                      </p:to>
                                    </p:set>
                                    <p:animEffect transition="in" filter="wipe(left)">
                                      <p:cBhvr>
                                        <p:cTn id="175" dur="500"/>
                                        <p:tgtEl>
                                          <p:spTgt spid="85"/>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xit" presetSubtype="2" fill="hold" nodeType="clickEffect">
                                  <p:stCondLst>
                                    <p:cond delay="0"/>
                                  </p:stCondLst>
                                  <p:childTnLst>
                                    <p:animEffect transition="out" filter="wipe(right)">
                                      <p:cBhvr>
                                        <p:cTn id="179" dur="500"/>
                                        <p:tgtEl>
                                          <p:spTgt spid="85"/>
                                        </p:tgtEl>
                                      </p:cBhvr>
                                    </p:animEffect>
                                    <p:set>
                                      <p:cBhvr>
                                        <p:cTn id="180" dur="1" fill="hold">
                                          <p:stCondLst>
                                            <p:cond delay="499"/>
                                          </p:stCondLst>
                                        </p:cTn>
                                        <p:tgtEl>
                                          <p:spTgt spid="85"/>
                                        </p:tgtEl>
                                        <p:attrNameLst>
                                          <p:attrName>style.visibility</p:attrName>
                                        </p:attrNameLst>
                                      </p:cBhvr>
                                      <p:to>
                                        <p:strVal val="hidden"/>
                                      </p:to>
                                    </p:set>
                                  </p:childTnLst>
                                </p:cTn>
                              </p:par>
                            </p:childTnLst>
                          </p:cTn>
                        </p:par>
                        <p:par>
                          <p:cTn id="181" fill="hold">
                            <p:stCondLst>
                              <p:cond delay="500"/>
                            </p:stCondLst>
                            <p:childTnLst>
                              <p:par>
                                <p:cTn id="182" presetID="22" presetClass="entr" presetSubtype="8" fill="hold" nodeType="afterEffect">
                                  <p:stCondLst>
                                    <p:cond delay="0"/>
                                  </p:stCondLst>
                                  <p:childTnLst>
                                    <p:set>
                                      <p:cBhvr>
                                        <p:cTn id="183" dur="1" fill="hold">
                                          <p:stCondLst>
                                            <p:cond delay="0"/>
                                          </p:stCondLst>
                                        </p:cTn>
                                        <p:tgtEl>
                                          <p:spTgt spid="87"/>
                                        </p:tgtEl>
                                        <p:attrNameLst>
                                          <p:attrName>style.visibility</p:attrName>
                                        </p:attrNameLst>
                                      </p:cBhvr>
                                      <p:to>
                                        <p:strVal val="visible"/>
                                      </p:to>
                                    </p:set>
                                    <p:animEffect transition="in" filter="wipe(left)">
                                      <p:cBhvr>
                                        <p:cTn id="184" dur="500"/>
                                        <p:tgtEl>
                                          <p:spTgt spid="87"/>
                                        </p:tgtEl>
                                      </p:cBhvr>
                                    </p:animEffect>
                                  </p:childTnLst>
                                </p:cTn>
                              </p:par>
                            </p:childTnLst>
                          </p:cTn>
                        </p:par>
                        <p:par>
                          <p:cTn id="185" fill="hold">
                            <p:stCondLst>
                              <p:cond delay="1000"/>
                            </p:stCondLst>
                            <p:childTnLst>
                              <p:par>
                                <p:cTn id="186" presetID="22" presetClass="exit" presetSubtype="2" fill="hold" nodeType="afterEffect">
                                  <p:stCondLst>
                                    <p:cond delay="0"/>
                                  </p:stCondLst>
                                  <p:childTnLst>
                                    <p:animEffect transition="out" filter="wipe(right)">
                                      <p:cBhvr>
                                        <p:cTn id="187" dur="500"/>
                                        <p:tgtEl>
                                          <p:spTgt spid="87"/>
                                        </p:tgtEl>
                                      </p:cBhvr>
                                    </p:animEffect>
                                    <p:set>
                                      <p:cBhvr>
                                        <p:cTn id="188" dur="1" fill="hold">
                                          <p:stCondLst>
                                            <p:cond delay="499"/>
                                          </p:stCondLst>
                                        </p:cTn>
                                        <p:tgtEl>
                                          <p:spTgt spid="87"/>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63" presetClass="path" presetSubtype="0" accel="50000" decel="50000" fill="hold" nodeType="clickEffect">
                                  <p:stCondLst>
                                    <p:cond delay="0"/>
                                  </p:stCondLst>
                                  <p:childTnLst>
                                    <p:animMotion origin="layout" path="M 2.29167E-6 4.07407E-6 L 0.07005 -0.00139 " pathEditMode="relative" rAng="0" ptsTypes="AA">
                                      <p:cBhvr>
                                        <p:cTn id="192" dur="2000" fill="hold"/>
                                        <p:tgtEl>
                                          <p:spTgt spid="14"/>
                                        </p:tgtEl>
                                        <p:attrNameLst>
                                          <p:attrName>ppt_x</p:attrName>
                                          <p:attrName>ppt_y</p:attrName>
                                        </p:attrNameLst>
                                      </p:cBhvr>
                                      <p:rCtr x="3503" y="-69"/>
                                    </p:animMotion>
                                  </p:childTnLst>
                                </p:cTn>
                              </p:par>
                              <p:par>
                                <p:cTn id="193" presetID="64" presetClass="path" presetSubtype="0" accel="50000" decel="50000" fill="hold" nodeType="withEffect">
                                  <p:stCondLst>
                                    <p:cond delay="0"/>
                                  </p:stCondLst>
                                  <p:childTnLst>
                                    <p:animMotion origin="layout" path="M -2.08333E-7 2.96296E-6 L 0.00039 -0.19375 " pathEditMode="relative" rAng="0" ptsTypes="AA">
                                      <p:cBhvr>
                                        <p:cTn id="194" dur="2000" fill="hold"/>
                                        <p:tgtEl>
                                          <p:spTgt spid="80"/>
                                        </p:tgtEl>
                                        <p:attrNameLst>
                                          <p:attrName>ppt_x</p:attrName>
                                          <p:attrName>ppt_y</p:attrName>
                                        </p:attrNameLst>
                                      </p:cBhvr>
                                      <p:rCtr x="13" y="-9699"/>
                                    </p:animMotion>
                                  </p:childTnLst>
                                </p:cTn>
                              </p:par>
                              <p:par>
                                <p:cTn id="195" presetID="64" presetClass="path" presetSubtype="0" accel="50000" decel="50000" fill="hold" nodeType="withEffect">
                                  <p:stCondLst>
                                    <p:cond delay="0"/>
                                  </p:stCondLst>
                                  <p:childTnLst>
                                    <p:animMotion origin="layout" path="M 2.29167E-6 4.44444E-6 L 1.04167E-6 -0.19838 " pathEditMode="relative" rAng="0" ptsTypes="AA">
                                      <p:cBhvr>
                                        <p:cTn id="196" dur="2000" fill="hold"/>
                                        <p:tgtEl>
                                          <p:spTgt spid="75"/>
                                        </p:tgtEl>
                                        <p:attrNameLst>
                                          <p:attrName>ppt_x</p:attrName>
                                          <p:attrName>ppt_y</p:attrName>
                                        </p:attrNameLst>
                                      </p:cBhvr>
                                      <p:rCtr x="39" y="-10000"/>
                                    </p:animMotion>
                                  </p:childTnLst>
                                </p:cTn>
                              </p:par>
                              <p:par>
                                <p:cTn id="197" presetID="7" presetClass="emph" presetSubtype="2" fill="hold" nodeType="withEffect">
                                  <p:stCondLst>
                                    <p:cond delay="0"/>
                                  </p:stCondLst>
                                  <p:childTnLst>
                                    <p:animClr clrSpc="rgb" dir="cw">
                                      <p:cBhvr>
                                        <p:cTn id="198" dur="2000" fill="hold"/>
                                        <p:tgtEl>
                                          <p:spTgt spid="19"/>
                                        </p:tgtEl>
                                        <p:attrNameLst>
                                          <p:attrName>stroke.color</p:attrName>
                                        </p:attrNameLst>
                                      </p:cBhvr>
                                      <p:to>
                                        <a:srgbClr val="D8D8D8"/>
                                      </p:to>
                                    </p:animClr>
                                    <p:set>
                                      <p:cBhvr>
                                        <p:cTn id="199" dur="2000" fill="hold"/>
                                        <p:tgtEl>
                                          <p:spTgt spid="19"/>
                                        </p:tgtEl>
                                        <p:attrNameLst>
                                          <p:attrName>stroke.on</p:attrName>
                                        </p:attrNameLst>
                                      </p:cBhvr>
                                      <p:to>
                                        <p:strVal val="true"/>
                                      </p:to>
                                    </p:set>
                                  </p:childTnLst>
                                </p:cTn>
                              </p:par>
                            </p:childTnLst>
                          </p:cTn>
                        </p:par>
                        <p:par>
                          <p:cTn id="200" fill="hold">
                            <p:stCondLst>
                              <p:cond delay="2000"/>
                            </p:stCondLst>
                            <p:childTnLst>
                              <p:par>
                                <p:cTn id="201" presetID="22" presetClass="entr" presetSubtype="8" fill="hold" nodeType="afterEffect">
                                  <p:stCondLst>
                                    <p:cond delay="0"/>
                                  </p:stCondLst>
                                  <p:childTnLst>
                                    <p:set>
                                      <p:cBhvr>
                                        <p:cTn id="202" dur="1" fill="hold">
                                          <p:stCondLst>
                                            <p:cond delay="0"/>
                                          </p:stCondLst>
                                        </p:cTn>
                                        <p:tgtEl>
                                          <p:spTgt spid="88"/>
                                        </p:tgtEl>
                                        <p:attrNameLst>
                                          <p:attrName>style.visibility</p:attrName>
                                        </p:attrNameLst>
                                      </p:cBhvr>
                                      <p:to>
                                        <p:strVal val="visible"/>
                                      </p:to>
                                    </p:set>
                                    <p:animEffect transition="in" filter="wipe(left)">
                                      <p:cBhvr>
                                        <p:cTn id="203" dur="1000"/>
                                        <p:tgtEl>
                                          <p:spTgt spid="88"/>
                                        </p:tgtEl>
                                      </p:cBhvr>
                                    </p:animEffect>
                                  </p:childTnLst>
                                </p:cTn>
                              </p:par>
                            </p:childTnLst>
                          </p:cTn>
                        </p:par>
                        <p:par>
                          <p:cTn id="204" fill="hold">
                            <p:stCondLst>
                              <p:cond delay="3000"/>
                            </p:stCondLst>
                            <p:childTnLst>
                              <p:par>
                                <p:cTn id="205" presetID="10" presetClass="exit" presetSubtype="0" fill="hold" nodeType="afterEffect">
                                  <p:stCondLst>
                                    <p:cond delay="0"/>
                                  </p:stCondLst>
                                  <p:childTnLst>
                                    <p:animEffect transition="out" filter="fade">
                                      <p:cBhvr>
                                        <p:cTn id="206" dur="500"/>
                                        <p:tgtEl>
                                          <p:spTgt spid="19"/>
                                        </p:tgtEl>
                                      </p:cBhvr>
                                    </p:animEffect>
                                    <p:set>
                                      <p:cBhvr>
                                        <p:cTn id="207" dur="1" fill="hold">
                                          <p:stCondLst>
                                            <p:cond delay="499"/>
                                          </p:stCondLst>
                                        </p:cTn>
                                        <p:tgtEl>
                                          <p:spTgt spid="19"/>
                                        </p:tgtEl>
                                        <p:attrNameLst>
                                          <p:attrName>style.visibility</p:attrName>
                                        </p:attrNameLst>
                                      </p:cBhvr>
                                      <p:to>
                                        <p:strVal val="hidden"/>
                                      </p:to>
                                    </p:set>
                                  </p:childTnLst>
                                </p:cTn>
                              </p:par>
                              <p:par>
                                <p:cTn id="208" presetID="22" presetClass="entr" presetSubtype="8" fill="hold" nodeType="withEffect">
                                  <p:stCondLst>
                                    <p:cond delay="0"/>
                                  </p:stCondLst>
                                  <p:childTnLst>
                                    <p:set>
                                      <p:cBhvr>
                                        <p:cTn id="209" dur="1" fill="hold">
                                          <p:stCondLst>
                                            <p:cond delay="0"/>
                                          </p:stCondLst>
                                        </p:cTn>
                                        <p:tgtEl>
                                          <p:spTgt spid="89"/>
                                        </p:tgtEl>
                                        <p:attrNameLst>
                                          <p:attrName>style.visibility</p:attrName>
                                        </p:attrNameLst>
                                      </p:cBhvr>
                                      <p:to>
                                        <p:strVal val="visible"/>
                                      </p:to>
                                    </p:set>
                                    <p:animEffect transition="in" filter="wipe(left)">
                                      <p:cBhvr>
                                        <p:cTn id="210" dur="1000"/>
                                        <p:tgtEl>
                                          <p:spTgt spid="89"/>
                                        </p:tgtEl>
                                      </p:cBhvr>
                                    </p:animEffect>
                                  </p:childTnLst>
                                </p:cTn>
                              </p:par>
                            </p:childTnLst>
                          </p:cTn>
                        </p:par>
                      </p:childTnLst>
                    </p:cTn>
                  </p:par>
                  <p:par>
                    <p:cTn id="211" fill="hold">
                      <p:stCondLst>
                        <p:cond delay="indefinite"/>
                      </p:stCondLst>
                      <p:childTnLst>
                        <p:par>
                          <p:cTn id="212" fill="hold">
                            <p:stCondLst>
                              <p:cond delay="0"/>
                            </p:stCondLst>
                            <p:childTnLst>
                              <p:par>
                                <p:cTn id="213" presetID="31" presetClass="entr" presetSubtype="0" fill="hold" grpId="0" nodeType="clickEffect">
                                  <p:stCondLst>
                                    <p:cond delay="0"/>
                                  </p:stCondLst>
                                  <p:childTnLst>
                                    <p:set>
                                      <p:cBhvr>
                                        <p:cTn id="214" dur="1" fill="hold">
                                          <p:stCondLst>
                                            <p:cond delay="0"/>
                                          </p:stCondLst>
                                        </p:cTn>
                                        <p:tgtEl>
                                          <p:spTgt spid="9"/>
                                        </p:tgtEl>
                                        <p:attrNameLst>
                                          <p:attrName>style.visibility</p:attrName>
                                        </p:attrNameLst>
                                      </p:cBhvr>
                                      <p:to>
                                        <p:strVal val="visible"/>
                                      </p:to>
                                    </p:set>
                                    <p:anim calcmode="lin" valueType="num">
                                      <p:cBhvr>
                                        <p:cTn id="215" dur="1000" fill="hold"/>
                                        <p:tgtEl>
                                          <p:spTgt spid="9"/>
                                        </p:tgtEl>
                                        <p:attrNameLst>
                                          <p:attrName>ppt_w</p:attrName>
                                        </p:attrNameLst>
                                      </p:cBhvr>
                                      <p:tavLst>
                                        <p:tav tm="0">
                                          <p:val>
                                            <p:fltVal val="0"/>
                                          </p:val>
                                        </p:tav>
                                        <p:tav tm="100000">
                                          <p:val>
                                            <p:strVal val="#ppt_w"/>
                                          </p:val>
                                        </p:tav>
                                      </p:tavLst>
                                    </p:anim>
                                    <p:anim calcmode="lin" valueType="num">
                                      <p:cBhvr>
                                        <p:cTn id="216" dur="1000" fill="hold"/>
                                        <p:tgtEl>
                                          <p:spTgt spid="9"/>
                                        </p:tgtEl>
                                        <p:attrNameLst>
                                          <p:attrName>ppt_h</p:attrName>
                                        </p:attrNameLst>
                                      </p:cBhvr>
                                      <p:tavLst>
                                        <p:tav tm="0">
                                          <p:val>
                                            <p:fltVal val="0"/>
                                          </p:val>
                                        </p:tav>
                                        <p:tav tm="100000">
                                          <p:val>
                                            <p:strVal val="#ppt_h"/>
                                          </p:val>
                                        </p:tav>
                                      </p:tavLst>
                                    </p:anim>
                                    <p:anim calcmode="lin" valueType="num">
                                      <p:cBhvr>
                                        <p:cTn id="217" dur="1000" fill="hold"/>
                                        <p:tgtEl>
                                          <p:spTgt spid="9"/>
                                        </p:tgtEl>
                                        <p:attrNameLst>
                                          <p:attrName>style.rotation</p:attrName>
                                        </p:attrNameLst>
                                      </p:cBhvr>
                                      <p:tavLst>
                                        <p:tav tm="0">
                                          <p:val>
                                            <p:fltVal val="90"/>
                                          </p:val>
                                        </p:tav>
                                        <p:tav tm="100000">
                                          <p:val>
                                            <p:fltVal val="0"/>
                                          </p:val>
                                        </p:tav>
                                      </p:tavLst>
                                    </p:anim>
                                    <p:animEffect transition="in" filter="fade">
                                      <p:cBhvr>
                                        <p:cTn id="21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p:bldP spid="9" grpId="0" animBg="1"/>
      <p:bldP spid="53" grpId="0"/>
      <p:bldP spid="64" grpId="0" animBg="1"/>
      <p:bldP spid="65" grpId="0" animBg="1"/>
      <p:bldP spid="66" grpId="0" animBg="1"/>
      <p:bldP spid="67" grpId="0" animBg="1"/>
      <p:bldP spid="67" grpId="1" animBg="1"/>
      <p:bldP spid="7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 name="组合 100">
            <a:extLst>
              <a:ext uri="{FF2B5EF4-FFF2-40B4-BE49-F238E27FC236}">
                <a16:creationId xmlns:a16="http://schemas.microsoft.com/office/drawing/2014/main" id="{8176FAE1-2923-9EF6-5443-A47C2D911A71}"/>
              </a:ext>
            </a:extLst>
          </p:cNvPr>
          <p:cNvGrpSpPr/>
          <p:nvPr/>
        </p:nvGrpSpPr>
        <p:grpSpPr>
          <a:xfrm>
            <a:off x="9653675" y="1183378"/>
            <a:ext cx="1156375" cy="1601194"/>
            <a:chOff x="9694026" y="1241367"/>
            <a:chExt cx="1156375" cy="1601194"/>
          </a:xfrm>
        </p:grpSpPr>
        <p:sp>
          <p:nvSpPr>
            <p:cNvPr id="102" name="椭圆 101">
              <a:extLst>
                <a:ext uri="{FF2B5EF4-FFF2-40B4-BE49-F238E27FC236}">
                  <a16:creationId xmlns:a16="http://schemas.microsoft.com/office/drawing/2014/main" id="{BD9D9052-CADD-A44F-589B-BE73D9610E5C}"/>
                </a:ext>
              </a:extLst>
            </p:cNvPr>
            <p:cNvSpPr/>
            <p:nvPr/>
          </p:nvSpPr>
          <p:spPr>
            <a:xfrm>
              <a:off x="10526401" y="1241367"/>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A</a:t>
              </a:r>
              <a:endParaRPr lang="zh-CN" altLang="en-US" b="1" dirty="0">
                <a:solidFill>
                  <a:srgbClr val="041ABC"/>
                </a:solidFill>
              </a:endParaRPr>
            </a:p>
          </p:txBody>
        </p:sp>
        <p:sp>
          <p:nvSpPr>
            <p:cNvPr id="103" name="椭圆 102">
              <a:extLst>
                <a:ext uri="{FF2B5EF4-FFF2-40B4-BE49-F238E27FC236}">
                  <a16:creationId xmlns:a16="http://schemas.microsoft.com/office/drawing/2014/main" id="{BC6794B7-4C6E-FB7E-E5B6-BDF6689FB931}"/>
                </a:ext>
              </a:extLst>
            </p:cNvPr>
            <p:cNvSpPr/>
            <p:nvPr/>
          </p:nvSpPr>
          <p:spPr>
            <a:xfrm>
              <a:off x="9694026" y="1643148"/>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B</a:t>
              </a:r>
              <a:endParaRPr lang="zh-CN" altLang="en-US" b="1" dirty="0">
                <a:solidFill>
                  <a:srgbClr val="041ABC"/>
                </a:solidFill>
              </a:endParaRPr>
            </a:p>
          </p:txBody>
        </p:sp>
        <p:sp>
          <p:nvSpPr>
            <p:cNvPr id="104" name="椭圆 103">
              <a:extLst>
                <a:ext uri="{FF2B5EF4-FFF2-40B4-BE49-F238E27FC236}">
                  <a16:creationId xmlns:a16="http://schemas.microsoft.com/office/drawing/2014/main" id="{40401F46-0436-3B37-DFFA-20F34B115C67}"/>
                </a:ext>
              </a:extLst>
            </p:cNvPr>
            <p:cNvSpPr/>
            <p:nvPr/>
          </p:nvSpPr>
          <p:spPr>
            <a:xfrm>
              <a:off x="10102440" y="2080854"/>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C</a:t>
              </a:r>
              <a:endParaRPr lang="zh-CN" altLang="en-US" b="1" dirty="0">
                <a:solidFill>
                  <a:srgbClr val="041ABC"/>
                </a:solidFill>
              </a:endParaRPr>
            </a:p>
          </p:txBody>
        </p:sp>
        <p:sp>
          <p:nvSpPr>
            <p:cNvPr id="105" name="椭圆 104">
              <a:extLst>
                <a:ext uri="{FF2B5EF4-FFF2-40B4-BE49-F238E27FC236}">
                  <a16:creationId xmlns:a16="http://schemas.microsoft.com/office/drawing/2014/main" id="{355C734D-1CBC-1591-8441-3391B80DB759}"/>
                </a:ext>
              </a:extLst>
            </p:cNvPr>
            <p:cNvSpPr/>
            <p:nvPr/>
          </p:nvSpPr>
          <p:spPr>
            <a:xfrm>
              <a:off x="9856026" y="2518561"/>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D</a:t>
              </a:r>
              <a:endParaRPr lang="zh-CN" altLang="en-US" b="1" dirty="0">
                <a:solidFill>
                  <a:srgbClr val="041ABC"/>
                </a:solidFill>
              </a:endParaRPr>
            </a:p>
          </p:txBody>
        </p:sp>
        <p:sp>
          <p:nvSpPr>
            <p:cNvPr id="106" name="椭圆 105">
              <a:extLst>
                <a:ext uri="{FF2B5EF4-FFF2-40B4-BE49-F238E27FC236}">
                  <a16:creationId xmlns:a16="http://schemas.microsoft.com/office/drawing/2014/main" id="{AB615CDA-5AA6-8F4A-99D6-864DED202050}"/>
                </a:ext>
              </a:extLst>
            </p:cNvPr>
            <p:cNvSpPr/>
            <p:nvPr/>
          </p:nvSpPr>
          <p:spPr>
            <a:xfrm>
              <a:off x="10364401" y="2518560"/>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E</a:t>
              </a:r>
              <a:endParaRPr lang="zh-CN" altLang="en-US" b="1" dirty="0">
                <a:solidFill>
                  <a:srgbClr val="041ABC"/>
                </a:solidFill>
              </a:endParaRPr>
            </a:p>
          </p:txBody>
        </p:sp>
        <p:cxnSp>
          <p:nvCxnSpPr>
            <p:cNvPr id="107" name="直接连接符 106">
              <a:extLst>
                <a:ext uri="{FF2B5EF4-FFF2-40B4-BE49-F238E27FC236}">
                  <a16:creationId xmlns:a16="http://schemas.microsoft.com/office/drawing/2014/main" id="{CAD5ED30-F067-9F90-E56D-C037EFE33C49}"/>
                </a:ext>
              </a:extLst>
            </p:cNvPr>
            <p:cNvCxnSpPr>
              <a:cxnSpLocks/>
              <a:stCxn id="102" idx="3"/>
              <a:endCxn id="103" idx="0"/>
            </p:cNvCxnSpPr>
            <p:nvPr/>
          </p:nvCxnSpPr>
          <p:spPr>
            <a:xfrm flipH="1">
              <a:off x="9856026" y="1517918"/>
              <a:ext cx="717824" cy="1252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8" name="直接连接符 107">
              <a:extLst>
                <a:ext uri="{FF2B5EF4-FFF2-40B4-BE49-F238E27FC236}">
                  <a16:creationId xmlns:a16="http://schemas.microsoft.com/office/drawing/2014/main" id="{FBD0A1CA-7856-0F51-9D76-4F7B195F8337}"/>
                </a:ext>
              </a:extLst>
            </p:cNvPr>
            <p:cNvCxnSpPr>
              <a:cxnSpLocks/>
              <a:stCxn id="103" idx="5"/>
              <a:endCxn id="104" idx="0"/>
            </p:cNvCxnSpPr>
            <p:nvPr/>
          </p:nvCxnSpPr>
          <p:spPr>
            <a:xfrm>
              <a:off x="9970577" y="1919699"/>
              <a:ext cx="293863" cy="161155"/>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直接连接符 108">
              <a:extLst>
                <a:ext uri="{FF2B5EF4-FFF2-40B4-BE49-F238E27FC236}">
                  <a16:creationId xmlns:a16="http://schemas.microsoft.com/office/drawing/2014/main" id="{14EC14CD-FE71-E6CE-39F4-6EFC6DD2A5F6}"/>
                </a:ext>
              </a:extLst>
            </p:cNvPr>
            <p:cNvCxnSpPr>
              <a:stCxn id="104" idx="3"/>
              <a:endCxn id="105" idx="0"/>
            </p:cNvCxnSpPr>
            <p:nvPr/>
          </p:nvCxnSpPr>
          <p:spPr>
            <a:xfrm flipH="1">
              <a:off x="10018026" y="2357405"/>
              <a:ext cx="131863" cy="16115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直接连接符 109">
              <a:extLst>
                <a:ext uri="{FF2B5EF4-FFF2-40B4-BE49-F238E27FC236}">
                  <a16:creationId xmlns:a16="http://schemas.microsoft.com/office/drawing/2014/main" id="{6B36F0F0-9827-4819-DD4C-EE6ACAA5B665}"/>
                </a:ext>
              </a:extLst>
            </p:cNvPr>
            <p:cNvCxnSpPr>
              <a:stCxn id="104" idx="5"/>
              <a:endCxn id="106" idx="0"/>
            </p:cNvCxnSpPr>
            <p:nvPr/>
          </p:nvCxnSpPr>
          <p:spPr>
            <a:xfrm>
              <a:off x="10378991" y="2357405"/>
              <a:ext cx="147410" cy="16115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88" name="组合 87">
            <a:extLst>
              <a:ext uri="{FF2B5EF4-FFF2-40B4-BE49-F238E27FC236}">
                <a16:creationId xmlns:a16="http://schemas.microsoft.com/office/drawing/2014/main" id="{6952719B-48A0-DCCC-CE6F-4A69935479AE}"/>
              </a:ext>
            </a:extLst>
          </p:cNvPr>
          <p:cNvGrpSpPr/>
          <p:nvPr/>
        </p:nvGrpSpPr>
        <p:grpSpPr>
          <a:xfrm>
            <a:off x="9863124" y="1187584"/>
            <a:ext cx="1569852" cy="1440234"/>
            <a:chOff x="8622827" y="3087813"/>
            <a:chExt cx="1569852" cy="1440234"/>
          </a:xfrm>
        </p:grpSpPr>
        <p:sp>
          <p:nvSpPr>
            <p:cNvPr id="89" name="椭圆 88">
              <a:extLst>
                <a:ext uri="{FF2B5EF4-FFF2-40B4-BE49-F238E27FC236}">
                  <a16:creationId xmlns:a16="http://schemas.microsoft.com/office/drawing/2014/main" id="{2A940078-76D5-E263-3BA5-F4654BFD0124}"/>
                </a:ext>
              </a:extLst>
            </p:cNvPr>
            <p:cNvSpPr/>
            <p:nvPr/>
          </p:nvSpPr>
          <p:spPr>
            <a:xfrm>
              <a:off x="9245753" y="3087813"/>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A</a:t>
              </a:r>
              <a:endParaRPr lang="zh-CN" altLang="en-US" b="1" dirty="0">
                <a:solidFill>
                  <a:srgbClr val="041ABC"/>
                </a:solidFill>
              </a:endParaRPr>
            </a:p>
          </p:txBody>
        </p:sp>
        <p:sp>
          <p:nvSpPr>
            <p:cNvPr id="90" name="椭圆 89">
              <a:extLst>
                <a:ext uri="{FF2B5EF4-FFF2-40B4-BE49-F238E27FC236}">
                  <a16:creationId xmlns:a16="http://schemas.microsoft.com/office/drawing/2014/main" id="{C0109470-C7EE-CCE1-930A-E4343EEEC9CF}"/>
                </a:ext>
              </a:extLst>
            </p:cNvPr>
            <p:cNvSpPr/>
            <p:nvPr/>
          </p:nvSpPr>
          <p:spPr>
            <a:xfrm>
              <a:off x="8622827" y="3638779"/>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B</a:t>
              </a:r>
              <a:endParaRPr lang="zh-CN" altLang="en-US" b="1" dirty="0">
                <a:solidFill>
                  <a:srgbClr val="041ABC"/>
                </a:solidFill>
              </a:endParaRPr>
            </a:p>
          </p:txBody>
        </p:sp>
        <p:sp>
          <p:nvSpPr>
            <p:cNvPr id="91" name="椭圆 90">
              <a:extLst>
                <a:ext uri="{FF2B5EF4-FFF2-40B4-BE49-F238E27FC236}">
                  <a16:creationId xmlns:a16="http://schemas.microsoft.com/office/drawing/2014/main" id="{2D0240A4-0190-2CAA-5ACC-F55F1E2C079A}"/>
                </a:ext>
              </a:extLst>
            </p:cNvPr>
            <p:cNvSpPr/>
            <p:nvPr/>
          </p:nvSpPr>
          <p:spPr>
            <a:xfrm>
              <a:off x="9245753" y="3642609"/>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C</a:t>
              </a:r>
              <a:endParaRPr lang="zh-CN" altLang="en-US" b="1" dirty="0">
                <a:solidFill>
                  <a:srgbClr val="041ABC"/>
                </a:solidFill>
              </a:endParaRPr>
            </a:p>
          </p:txBody>
        </p:sp>
        <p:sp>
          <p:nvSpPr>
            <p:cNvPr id="92" name="椭圆 91">
              <a:extLst>
                <a:ext uri="{FF2B5EF4-FFF2-40B4-BE49-F238E27FC236}">
                  <a16:creationId xmlns:a16="http://schemas.microsoft.com/office/drawing/2014/main" id="{D6AED2D3-6F08-706C-156A-8E32FAFD453C}"/>
                </a:ext>
              </a:extLst>
            </p:cNvPr>
            <p:cNvSpPr/>
            <p:nvPr/>
          </p:nvSpPr>
          <p:spPr>
            <a:xfrm>
              <a:off x="9245753" y="4204047"/>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D</a:t>
              </a:r>
              <a:endParaRPr lang="zh-CN" altLang="en-US" b="1" dirty="0">
                <a:solidFill>
                  <a:srgbClr val="041ABC"/>
                </a:solidFill>
              </a:endParaRPr>
            </a:p>
          </p:txBody>
        </p:sp>
        <p:sp>
          <p:nvSpPr>
            <p:cNvPr id="93" name="椭圆 92">
              <a:extLst>
                <a:ext uri="{FF2B5EF4-FFF2-40B4-BE49-F238E27FC236}">
                  <a16:creationId xmlns:a16="http://schemas.microsoft.com/office/drawing/2014/main" id="{CAAEA8B4-F407-D765-45C5-03527604A484}"/>
                </a:ext>
              </a:extLst>
            </p:cNvPr>
            <p:cNvSpPr/>
            <p:nvPr/>
          </p:nvSpPr>
          <p:spPr>
            <a:xfrm>
              <a:off x="9868679" y="3638779"/>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E</a:t>
              </a:r>
              <a:endParaRPr lang="zh-CN" altLang="en-US" b="1" dirty="0">
                <a:solidFill>
                  <a:srgbClr val="041ABC"/>
                </a:solidFill>
              </a:endParaRPr>
            </a:p>
          </p:txBody>
        </p:sp>
        <p:cxnSp>
          <p:nvCxnSpPr>
            <p:cNvPr id="94" name="直接连接符 93">
              <a:extLst>
                <a:ext uri="{FF2B5EF4-FFF2-40B4-BE49-F238E27FC236}">
                  <a16:creationId xmlns:a16="http://schemas.microsoft.com/office/drawing/2014/main" id="{69E65BF4-D7AC-1C76-20C1-609C8285BACE}"/>
                </a:ext>
              </a:extLst>
            </p:cNvPr>
            <p:cNvCxnSpPr>
              <a:cxnSpLocks/>
              <a:stCxn id="89" idx="3"/>
              <a:endCxn id="90" idx="0"/>
            </p:cNvCxnSpPr>
            <p:nvPr/>
          </p:nvCxnSpPr>
          <p:spPr>
            <a:xfrm flipH="1">
              <a:off x="8784827" y="3364364"/>
              <a:ext cx="508375" cy="274415"/>
            </a:xfrm>
            <a:prstGeom prst="line">
              <a:avLst/>
            </a:prstGeom>
          </p:spPr>
          <p:style>
            <a:lnRef idx="2">
              <a:schemeClr val="accent1"/>
            </a:lnRef>
            <a:fillRef idx="0">
              <a:schemeClr val="accent1"/>
            </a:fillRef>
            <a:effectRef idx="1">
              <a:schemeClr val="accent1"/>
            </a:effectRef>
            <a:fontRef idx="minor">
              <a:schemeClr val="tx1"/>
            </a:fontRef>
          </p:style>
        </p:cxnSp>
        <p:cxnSp>
          <p:nvCxnSpPr>
            <p:cNvPr id="95" name="直接连接符 94">
              <a:extLst>
                <a:ext uri="{FF2B5EF4-FFF2-40B4-BE49-F238E27FC236}">
                  <a16:creationId xmlns:a16="http://schemas.microsoft.com/office/drawing/2014/main" id="{48A66748-7666-B25B-B6F0-D459055FC610}"/>
                </a:ext>
              </a:extLst>
            </p:cNvPr>
            <p:cNvCxnSpPr>
              <a:cxnSpLocks/>
              <a:stCxn id="91" idx="0"/>
              <a:endCxn id="89" idx="4"/>
            </p:cNvCxnSpPr>
            <p:nvPr/>
          </p:nvCxnSpPr>
          <p:spPr>
            <a:xfrm flipV="1">
              <a:off x="9407753" y="3411813"/>
              <a:ext cx="0" cy="230796"/>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直接连接符 95">
              <a:extLst>
                <a:ext uri="{FF2B5EF4-FFF2-40B4-BE49-F238E27FC236}">
                  <a16:creationId xmlns:a16="http://schemas.microsoft.com/office/drawing/2014/main" id="{3000959A-6729-137F-B201-B337B5A05EE0}"/>
                </a:ext>
              </a:extLst>
            </p:cNvPr>
            <p:cNvCxnSpPr>
              <a:cxnSpLocks/>
              <a:stCxn id="91" idx="4"/>
              <a:endCxn id="92" idx="0"/>
            </p:cNvCxnSpPr>
            <p:nvPr/>
          </p:nvCxnSpPr>
          <p:spPr>
            <a:xfrm>
              <a:off x="9407753" y="3966609"/>
              <a:ext cx="0" cy="237438"/>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直接连接符 96">
              <a:extLst>
                <a:ext uri="{FF2B5EF4-FFF2-40B4-BE49-F238E27FC236}">
                  <a16:creationId xmlns:a16="http://schemas.microsoft.com/office/drawing/2014/main" id="{CF3EADA4-EC28-3E7A-6631-49560ADB1E16}"/>
                </a:ext>
              </a:extLst>
            </p:cNvPr>
            <p:cNvCxnSpPr>
              <a:cxnSpLocks/>
              <a:stCxn id="93" idx="0"/>
              <a:endCxn id="89" idx="5"/>
            </p:cNvCxnSpPr>
            <p:nvPr/>
          </p:nvCxnSpPr>
          <p:spPr>
            <a:xfrm flipH="1" flipV="1">
              <a:off x="9522304" y="3364364"/>
              <a:ext cx="508375" cy="274415"/>
            </a:xfrm>
            <a:prstGeom prst="line">
              <a:avLst/>
            </a:prstGeom>
          </p:spPr>
          <p:style>
            <a:lnRef idx="2">
              <a:schemeClr val="accent1"/>
            </a:lnRef>
            <a:fillRef idx="0">
              <a:schemeClr val="accent1"/>
            </a:fillRef>
            <a:effectRef idx="1">
              <a:schemeClr val="accent1"/>
            </a:effectRef>
            <a:fontRef idx="minor">
              <a:schemeClr val="tx1"/>
            </a:fontRef>
          </p:style>
        </p:cxnSp>
      </p:grpSp>
      <p:sp>
        <p:nvSpPr>
          <p:cNvPr id="8" name="椭圆 7">
            <a:extLst>
              <a:ext uri="{FF2B5EF4-FFF2-40B4-BE49-F238E27FC236}">
                <a16:creationId xmlns:a16="http://schemas.microsoft.com/office/drawing/2014/main" id="{898D2D60-3B9A-3811-CC41-288733B9CC93}"/>
              </a:ext>
            </a:extLst>
          </p:cNvPr>
          <p:cNvSpPr/>
          <p:nvPr/>
        </p:nvSpPr>
        <p:spPr>
          <a:xfrm>
            <a:off x="10486050" y="1178952"/>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A</a:t>
            </a:r>
            <a:endParaRPr lang="zh-CN" altLang="en-US" b="1" dirty="0">
              <a:solidFill>
                <a:srgbClr val="041ABC"/>
              </a:solidFill>
            </a:endParaRPr>
          </a:p>
        </p:txBody>
      </p:sp>
      <p:sp>
        <p:nvSpPr>
          <p:cNvPr id="9" name="椭圆 8">
            <a:extLst>
              <a:ext uri="{FF2B5EF4-FFF2-40B4-BE49-F238E27FC236}">
                <a16:creationId xmlns:a16="http://schemas.microsoft.com/office/drawing/2014/main" id="{72E6FAA2-8194-44F8-3694-97F8542F2167}"/>
              </a:ext>
            </a:extLst>
          </p:cNvPr>
          <p:cNvSpPr/>
          <p:nvPr/>
        </p:nvSpPr>
        <p:spPr>
          <a:xfrm>
            <a:off x="9653675" y="1580733"/>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B</a:t>
            </a:r>
            <a:endParaRPr lang="zh-CN" altLang="en-US" b="1" dirty="0">
              <a:solidFill>
                <a:srgbClr val="041ABC"/>
              </a:solidFill>
            </a:endParaRPr>
          </a:p>
        </p:txBody>
      </p:sp>
      <p:sp>
        <p:nvSpPr>
          <p:cNvPr id="10" name="椭圆 9">
            <a:extLst>
              <a:ext uri="{FF2B5EF4-FFF2-40B4-BE49-F238E27FC236}">
                <a16:creationId xmlns:a16="http://schemas.microsoft.com/office/drawing/2014/main" id="{756AB93C-C781-5FC5-B474-CD86A890B487}"/>
              </a:ext>
            </a:extLst>
          </p:cNvPr>
          <p:cNvSpPr/>
          <p:nvPr/>
        </p:nvSpPr>
        <p:spPr>
          <a:xfrm>
            <a:off x="10062089" y="2018439"/>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C</a:t>
            </a:r>
            <a:endParaRPr lang="zh-CN" altLang="en-US" b="1" dirty="0">
              <a:solidFill>
                <a:srgbClr val="041ABC"/>
              </a:solidFill>
            </a:endParaRPr>
          </a:p>
        </p:txBody>
      </p:sp>
      <p:sp>
        <p:nvSpPr>
          <p:cNvPr id="11" name="椭圆 10">
            <a:extLst>
              <a:ext uri="{FF2B5EF4-FFF2-40B4-BE49-F238E27FC236}">
                <a16:creationId xmlns:a16="http://schemas.microsoft.com/office/drawing/2014/main" id="{3773BF50-AC03-968C-E797-2D70F304B5F3}"/>
              </a:ext>
            </a:extLst>
          </p:cNvPr>
          <p:cNvSpPr/>
          <p:nvPr/>
        </p:nvSpPr>
        <p:spPr>
          <a:xfrm>
            <a:off x="9810623" y="2460571"/>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D</a:t>
            </a:r>
            <a:endParaRPr lang="zh-CN" altLang="en-US" b="1" dirty="0">
              <a:solidFill>
                <a:srgbClr val="041ABC"/>
              </a:solidFill>
            </a:endParaRPr>
          </a:p>
        </p:txBody>
      </p:sp>
      <p:sp>
        <p:nvSpPr>
          <p:cNvPr id="12" name="椭圆 11">
            <a:extLst>
              <a:ext uri="{FF2B5EF4-FFF2-40B4-BE49-F238E27FC236}">
                <a16:creationId xmlns:a16="http://schemas.microsoft.com/office/drawing/2014/main" id="{DB891AD2-C3FA-F30E-C9ED-737B9AF8867A}"/>
              </a:ext>
            </a:extLst>
          </p:cNvPr>
          <p:cNvSpPr/>
          <p:nvPr/>
        </p:nvSpPr>
        <p:spPr>
          <a:xfrm>
            <a:off x="10324050" y="2456145"/>
            <a:ext cx="324000" cy="324000"/>
          </a:xfrm>
          <a:prstGeom prst="ellipse">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E</a:t>
            </a:r>
            <a:endParaRPr lang="zh-CN" altLang="en-US" b="1" dirty="0">
              <a:solidFill>
                <a:srgbClr val="041ABC"/>
              </a:solidFill>
            </a:endParaRPr>
          </a:p>
        </p:txBody>
      </p:sp>
      <p:cxnSp>
        <p:nvCxnSpPr>
          <p:cNvPr id="14" name="直接连接符 13">
            <a:extLst>
              <a:ext uri="{FF2B5EF4-FFF2-40B4-BE49-F238E27FC236}">
                <a16:creationId xmlns:a16="http://schemas.microsoft.com/office/drawing/2014/main" id="{63223C67-3BFA-0110-6C5F-0E2F3D71A0D9}"/>
              </a:ext>
            </a:extLst>
          </p:cNvPr>
          <p:cNvCxnSpPr>
            <a:cxnSpLocks/>
            <a:stCxn id="8" idx="3"/>
            <a:endCxn id="9" idx="0"/>
          </p:cNvCxnSpPr>
          <p:nvPr/>
        </p:nvCxnSpPr>
        <p:spPr>
          <a:xfrm flipH="1">
            <a:off x="9815675" y="1455503"/>
            <a:ext cx="717824" cy="1252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直接连接符 15">
            <a:extLst>
              <a:ext uri="{FF2B5EF4-FFF2-40B4-BE49-F238E27FC236}">
                <a16:creationId xmlns:a16="http://schemas.microsoft.com/office/drawing/2014/main" id="{EC22D11A-4B66-7328-50A3-69F7484E4A0B}"/>
              </a:ext>
            </a:extLst>
          </p:cNvPr>
          <p:cNvCxnSpPr>
            <a:cxnSpLocks/>
            <a:stCxn id="9" idx="5"/>
            <a:endCxn id="10" idx="0"/>
          </p:cNvCxnSpPr>
          <p:nvPr/>
        </p:nvCxnSpPr>
        <p:spPr>
          <a:xfrm>
            <a:off x="9930226" y="1857284"/>
            <a:ext cx="293863" cy="161155"/>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直接连接符 17">
            <a:extLst>
              <a:ext uri="{FF2B5EF4-FFF2-40B4-BE49-F238E27FC236}">
                <a16:creationId xmlns:a16="http://schemas.microsoft.com/office/drawing/2014/main" id="{54915F6A-0638-36D9-0212-E42EDDE6D1DE}"/>
              </a:ext>
            </a:extLst>
          </p:cNvPr>
          <p:cNvCxnSpPr>
            <a:stCxn id="10" idx="3"/>
            <a:endCxn id="11" idx="0"/>
          </p:cNvCxnSpPr>
          <p:nvPr/>
        </p:nvCxnSpPr>
        <p:spPr>
          <a:xfrm flipH="1">
            <a:off x="9972623" y="2294990"/>
            <a:ext cx="136915" cy="165581"/>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781C1391-E38A-065C-BE09-4479BC48E3A0}"/>
              </a:ext>
            </a:extLst>
          </p:cNvPr>
          <p:cNvCxnSpPr>
            <a:stCxn id="10" idx="5"/>
            <a:endCxn id="12" idx="0"/>
          </p:cNvCxnSpPr>
          <p:nvPr/>
        </p:nvCxnSpPr>
        <p:spPr>
          <a:xfrm>
            <a:off x="10338640" y="2294990"/>
            <a:ext cx="147410" cy="161155"/>
          </a:xfrm>
          <a:prstGeom prst="line">
            <a:avLst/>
          </a:prstGeom>
        </p:spPr>
        <p:style>
          <a:lnRef idx="2">
            <a:schemeClr val="accent1"/>
          </a:lnRef>
          <a:fillRef idx="0">
            <a:schemeClr val="accent1"/>
          </a:fillRef>
          <a:effectRef idx="1">
            <a:schemeClr val="accent1"/>
          </a:effectRef>
          <a:fontRef idx="minor">
            <a:schemeClr val="tx1"/>
          </a:fontRef>
        </p:style>
      </p:cxnSp>
      <p:grpSp>
        <p:nvGrpSpPr>
          <p:cNvPr id="56" name="组合 55">
            <a:extLst>
              <a:ext uri="{FF2B5EF4-FFF2-40B4-BE49-F238E27FC236}">
                <a16:creationId xmlns:a16="http://schemas.microsoft.com/office/drawing/2014/main" id="{AD26D4C0-0B80-9DB9-E3FC-8EDFAEA3273B}"/>
              </a:ext>
            </a:extLst>
          </p:cNvPr>
          <p:cNvGrpSpPr/>
          <p:nvPr/>
        </p:nvGrpSpPr>
        <p:grpSpPr>
          <a:xfrm>
            <a:off x="7004383" y="1176378"/>
            <a:ext cx="1156375" cy="1601194"/>
            <a:chOff x="9694026" y="1241367"/>
            <a:chExt cx="1156375" cy="1601194"/>
          </a:xfrm>
        </p:grpSpPr>
        <p:sp>
          <p:nvSpPr>
            <p:cNvPr id="57" name="椭圆 56">
              <a:extLst>
                <a:ext uri="{FF2B5EF4-FFF2-40B4-BE49-F238E27FC236}">
                  <a16:creationId xmlns:a16="http://schemas.microsoft.com/office/drawing/2014/main" id="{555A3157-0276-A6CF-8AC6-4FE5BCD239DB}"/>
                </a:ext>
              </a:extLst>
            </p:cNvPr>
            <p:cNvSpPr/>
            <p:nvPr/>
          </p:nvSpPr>
          <p:spPr>
            <a:xfrm>
              <a:off x="10526401" y="1241367"/>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A</a:t>
              </a:r>
              <a:endParaRPr lang="zh-CN" altLang="en-US" b="1" dirty="0">
                <a:solidFill>
                  <a:srgbClr val="041ABC"/>
                </a:solidFill>
              </a:endParaRPr>
            </a:p>
          </p:txBody>
        </p:sp>
        <p:sp>
          <p:nvSpPr>
            <p:cNvPr id="58" name="椭圆 57">
              <a:extLst>
                <a:ext uri="{FF2B5EF4-FFF2-40B4-BE49-F238E27FC236}">
                  <a16:creationId xmlns:a16="http://schemas.microsoft.com/office/drawing/2014/main" id="{DC87F1ED-4906-6B1B-B76A-69ED1DC6DACE}"/>
                </a:ext>
              </a:extLst>
            </p:cNvPr>
            <p:cNvSpPr/>
            <p:nvPr/>
          </p:nvSpPr>
          <p:spPr>
            <a:xfrm>
              <a:off x="9694026" y="1643148"/>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B</a:t>
              </a:r>
              <a:endParaRPr lang="zh-CN" altLang="en-US" b="1" dirty="0">
                <a:solidFill>
                  <a:srgbClr val="041ABC"/>
                </a:solidFill>
              </a:endParaRPr>
            </a:p>
          </p:txBody>
        </p:sp>
        <p:sp>
          <p:nvSpPr>
            <p:cNvPr id="59" name="椭圆 58">
              <a:extLst>
                <a:ext uri="{FF2B5EF4-FFF2-40B4-BE49-F238E27FC236}">
                  <a16:creationId xmlns:a16="http://schemas.microsoft.com/office/drawing/2014/main" id="{3984A2F2-DD7D-052E-D37A-E56168B0E90A}"/>
                </a:ext>
              </a:extLst>
            </p:cNvPr>
            <p:cNvSpPr/>
            <p:nvPr/>
          </p:nvSpPr>
          <p:spPr>
            <a:xfrm>
              <a:off x="10102440" y="2080854"/>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C</a:t>
              </a:r>
              <a:endParaRPr lang="zh-CN" altLang="en-US" b="1" dirty="0">
                <a:solidFill>
                  <a:srgbClr val="041ABC"/>
                </a:solidFill>
              </a:endParaRPr>
            </a:p>
          </p:txBody>
        </p:sp>
        <p:sp>
          <p:nvSpPr>
            <p:cNvPr id="60" name="椭圆 59">
              <a:extLst>
                <a:ext uri="{FF2B5EF4-FFF2-40B4-BE49-F238E27FC236}">
                  <a16:creationId xmlns:a16="http://schemas.microsoft.com/office/drawing/2014/main" id="{750505BA-E2B6-D30C-6B72-A1A0B3A5418E}"/>
                </a:ext>
              </a:extLst>
            </p:cNvPr>
            <p:cNvSpPr/>
            <p:nvPr/>
          </p:nvSpPr>
          <p:spPr>
            <a:xfrm>
              <a:off x="9856026" y="2518561"/>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D</a:t>
              </a:r>
              <a:endParaRPr lang="zh-CN" altLang="en-US" b="1" dirty="0">
                <a:solidFill>
                  <a:srgbClr val="041ABC"/>
                </a:solidFill>
              </a:endParaRPr>
            </a:p>
          </p:txBody>
        </p:sp>
        <p:sp>
          <p:nvSpPr>
            <p:cNvPr id="61" name="椭圆 60">
              <a:extLst>
                <a:ext uri="{FF2B5EF4-FFF2-40B4-BE49-F238E27FC236}">
                  <a16:creationId xmlns:a16="http://schemas.microsoft.com/office/drawing/2014/main" id="{96D026EC-F0D0-7078-4583-AB63C966831B}"/>
                </a:ext>
              </a:extLst>
            </p:cNvPr>
            <p:cNvSpPr/>
            <p:nvPr/>
          </p:nvSpPr>
          <p:spPr>
            <a:xfrm>
              <a:off x="10364401" y="2518560"/>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41ABC"/>
                  </a:solidFill>
                </a:rPr>
                <a:t>E</a:t>
              </a:r>
              <a:endParaRPr lang="zh-CN" altLang="en-US" b="1" dirty="0">
                <a:solidFill>
                  <a:srgbClr val="041ABC"/>
                </a:solidFill>
              </a:endParaRPr>
            </a:p>
          </p:txBody>
        </p:sp>
        <p:cxnSp>
          <p:nvCxnSpPr>
            <p:cNvPr id="62" name="直接连接符 61">
              <a:extLst>
                <a:ext uri="{FF2B5EF4-FFF2-40B4-BE49-F238E27FC236}">
                  <a16:creationId xmlns:a16="http://schemas.microsoft.com/office/drawing/2014/main" id="{B1866280-6393-7496-1BC0-97CB4C68EA0E}"/>
                </a:ext>
              </a:extLst>
            </p:cNvPr>
            <p:cNvCxnSpPr>
              <a:cxnSpLocks/>
              <a:stCxn id="57" idx="3"/>
              <a:endCxn id="58" idx="0"/>
            </p:cNvCxnSpPr>
            <p:nvPr/>
          </p:nvCxnSpPr>
          <p:spPr>
            <a:xfrm flipH="1">
              <a:off x="9856026" y="1517918"/>
              <a:ext cx="717824" cy="12523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直接连接符 62">
              <a:extLst>
                <a:ext uri="{FF2B5EF4-FFF2-40B4-BE49-F238E27FC236}">
                  <a16:creationId xmlns:a16="http://schemas.microsoft.com/office/drawing/2014/main" id="{2CC425A0-CB68-8455-43E5-ECC75F5FAFF3}"/>
                </a:ext>
              </a:extLst>
            </p:cNvPr>
            <p:cNvCxnSpPr>
              <a:cxnSpLocks/>
              <a:stCxn id="58" idx="5"/>
              <a:endCxn id="59" idx="0"/>
            </p:cNvCxnSpPr>
            <p:nvPr/>
          </p:nvCxnSpPr>
          <p:spPr>
            <a:xfrm>
              <a:off x="9970577" y="1919699"/>
              <a:ext cx="293863" cy="161155"/>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直接连接符 63">
              <a:extLst>
                <a:ext uri="{FF2B5EF4-FFF2-40B4-BE49-F238E27FC236}">
                  <a16:creationId xmlns:a16="http://schemas.microsoft.com/office/drawing/2014/main" id="{F675FF30-2166-DBA3-71E7-505AFA613651}"/>
                </a:ext>
              </a:extLst>
            </p:cNvPr>
            <p:cNvCxnSpPr>
              <a:stCxn id="59" idx="3"/>
              <a:endCxn id="60" idx="0"/>
            </p:cNvCxnSpPr>
            <p:nvPr/>
          </p:nvCxnSpPr>
          <p:spPr>
            <a:xfrm flipH="1">
              <a:off x="10018026" y="2357405"/>
              <a:ext cx="131863" cy="161156"/>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直接连接符 64">
              <a:extLst>
                <a:ext uri="{FF2B5EF4-FFF2-40B4-BE49-F238E27FC236}">
                  <a16:creationId xmlns:a16="http://schemas.microsoft.com/office/drawing/2014/main" id="{01FEB0B8-93A6-75BD-0FE4-55460EBBD101}"/>
                </a:ext>
              </a:extLst>
            </p:cNvPr>
            <p:cNvCxnSpPr>
              <a:stCxn id="59" idx="5"/>
              <a:endCxn id="61" idx="0"/>
            </p:cNvCxnSpPr>
            <p:nvPr/>
          </p:nvCxnSpPr>
          <p:spPr>
            <a:xfrm>
              <a:off x="10378991" y="2357405"/>
              <a:ext cx="147410" cy="16115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75" name="组合 74">
            <a:extLst>
              <a:ext uri="{FF2B5EF4-FFF2-40B4-BE49-F238E27FC236}">
                <a16:creationId xmlns:a16="http://schemas.microsoft.com/office/drawing/2014/main" id="{D9BCC497-A999-5EA2-C5B8-20C6306B22FD}"/>
              </a:ext>
            </a:extLst>
          </p:cNvPr>
          <p:cNvGrpSpPr/>
          <p:nvPr/>
        </p:nvGrpSpPr>
        <p:grpSpPr>
          <a:xfrm>
            <a:off x="7216542" y="1175337"/>
            <a:ext cx="1569852" cy="1440234"/>
            <a:chOff x="8622827" y="3087813"/>
            <a:chExt cx="1569852" cy="1440234"/>
          </a:xfrm>
        </p:grpSpPr>
        <p:sp>
          <p:nvSpPr>
            <p:cNvPr id="66" name="椭圆 65">
              <a:extLst>
                <a:ext uri="{FF2B5EF4-FFF2-40B4-BE49-F238E27FC236}">
                  <a16:creationId xmlns:a16="http://schemas.microsoft.com/office/drawing/2014/main" id="{515541E9-7412-9F4D-D26D-7F21D2A44CB3}"/>
                </a:ext>
              </a:extLst>
            </p:cNvPr>
            <p:cNvSpPr/>
            <p:nvPr/>
          </p:nvSpPr>
          <p:spPr>
            <a:xfrm>
              <a:off x="9245753" y="3087813"/>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A</a:t>
              </a:r>
              <a:endParaRPr lang="zh-CN" altLang="en-US" b="1" dirty="0">
                <a:solidFill>
                  <a:srgbClr val="041ABC"/>
                </a:solidFill>
              </a:endParaRPr>
            </a:p>
          </p:txBody>
        </p:sp>
        <p:sp>
          <p:nvSpPr>
            <p:cNvPr id="67" name="椭圆 66">
              <a:extLst>
                <a:ext uri="{FF2B5EF4-FFF2-40B4-BE49-F238E27FC236}">
                  <a16:creationId xmlns:a16="http://schemas.microsoft.com/office/drawing/2014/main" id="{480C517D-651A-9D21-C2F2-83E2AD0B91BC}"/>
                </a:ext>
              </a:extLst>
            </p:cNvPr>
            <p:cNvSpPr/>
            <p:nvPr/>
          </p:nvSpPr>
          <p:spPr>
            <a:xfrm>
              <a:off x="8622827" y="363877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B</a:t>
              </a:r>
              <a:endParaRPr lang="zh-CN" altLang="en-US" b="1" dirty="0">
                <a:solidFill>
                  <a:srgbClr val="041ABC"/>
                </a:solidFill>
              </a:endParaRPr>
            </a:p>
          </p:txBody>
        </p:sp>
        <p:sp>
          <p:nvSpPr>
            <p:cNvPr id="68" name="椭圆 67">
              <a:extLst>
                <a:ext uri="{FF2B5EF4-FFF2-40B4-BE49-F238E27FC236}">
                  <a16:creationId xmlns:a16="http://schemas.microsoft.com/office/drawing/2014/main" id="{DE09E19A-1786-B896-0D5E-83CED518F278}"/>
                </a:ext>
              </a:extLst>
            </p:cNvPr>
            <p:cNvSpPr/>
            <p:nvPr/>
          </p:nvSpPr>
          <p:spPr>
            <a:xfrm>
              <a:off x="9245753" y="364260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C</a:t>
              </a:r>
              <a:endParaRPr lang="zh-CN" altLang="en-US" b="1" dirty="0">
                <a:solidFill>
                  <a:srgbClr val="041ABC"/>
                </a:solidFill>
              </a:endParaRPr>
            </a:p>
          </p:txBody>
        </p:sp>
        <p:sp>
          <p:nvSpPr>
            <p:cNvPr id="69" name="椭圆 68">
              <a:extLst>
                <a:ext uri="{FF2B5EF4-FFF2-40B4-BE49-F238E27FC236}">
                  <a16:creationId xmlns:a16="http://schemas.microsoft.com/office/drawing/2014/main" id="{27ED329C-FA22-78A9-E757-EF08B04B003C}"/>
                </a:ext>
              </a:extLst>
            </p:cNvPr>
            <p:cNvSpPr/>
            <p:nvPr/>
          </p:nvSpPr>
          <p:spPr>
            <a:xfrm>
              <a:off x="9245753" y="4204047"/>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D</a:t>
              </a:r>
              <a:endParaRPr lang="zh-CN" altLang="en-US" b="1" dirty="0">
                <a:solidFill>
                  <a:srgbClr val="041ABC"/>
                </a:solidFill>
              </a:endParaRPr>
            </a:p>
          </p:txBody>
        </p:sp>
        <p:sp>
          <p:nvSpPr>
            <p:cNvPr id="70" name="椭圆 69">
              <a:extLst>
                <a:ext uri="{FF2B5EF4-FFF2-40B4-BE49-F238E27FC236}">
                  <a16:creationId xmlns:a16="http://schemas.microsoft.com/office/drawing/2014/main" id="{62EEED95-571D-9792-B8D6-B9B80005F37D}"/>
                </a:ext>
              </a:extLst>
            </p:cNvPr>
            <p:cNvSpPr/>
            <p:nvPr/>
          </p:nvSpPr>
          <p:spPr>
            <a:xfrm>
              <a:off x="9868679" y="363877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E</a:t>
              </a:r>
              <a:endParaRPr lang="zh-CN" altLang="en-US" b="1" dirty="0">
                <a:solidFill>
                  <a:srgbClr val="041ABC"/>
                </a:solidFill>
              </a:endParaRPr>
            </a:p>
          </p:txBody>
        </p:sp>
        <p:cxnSp>
          <p:nvCxnSpPr>
            <p:cNvPr id="71" name="直接连接符 70">
              <a:extLst>
                <a:ext uri="{FF2B5EF4-FFF2-40B4-BE49-F238E27FC236}">
                  <a16:creationId xmlns:a16="http://schemas.microsoft.com/office/drawing/2014/main" id="{C6E53E36-D74C-928D-4662-9E40F9EFF933}"/>
                </a:ext>
              </a:extLst>
            </p:cNvPr>
            <p:cNvCxnSpPr>
              <a:cxnSpLocks/>
              <a:stCxn id="66" idx="3"/>
              <a:endCxn id="67" idx="0"/>
            </p:cNvCxnSpPr>
            <p:nvPr/>
          </p:nvCxnSpPr>
          <p:spPr>
            <a:xfrm flipH="1">
              <a:off x="8784827" y="3364364"/>
              <a:ext cx="508375" cy="274415"/>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直接连接符 71">
              <a:extLst>
                <a:ext uri="{FF2B5EF4-FFF2-40B4-BE49-F238E27FC236}">
                  <a16:creationId xmlns:a16="http://schemas.microsoft.com/office/drawing/2014/main" id="{B3DA5936-46E6-F4E8-7E92-650D3B7390D8}"/>
                </a:ext>
              </a:extLst>
            </p:cNvPr>
            <p:cNvCxnSpPr>
              <a:cxnSpLocks/>
              <a:stCxn id="68" idx="0"/>
              <a:endCxn id="66" idx="4"/>
            </p:cNvCxnSpPr>
            <p:nvPr/>
          </p:nvCxnSpPr>
          <p:spPr>
            <a:xfrm flipV="1">
              <a:off x="9407753" y="3411813"/>
              <a:ext cx="0" cy="230796"/>
            </a:xfrm>
            <a:prstGeom prst="line">
              <a:avLst/>
            </a:prstGeom>
          </p:spPr>
          <p:style>
            <a:lnRef idx="2">
              <a:schemeClr val="accent1"/>
            </a:lnRef>
            <a:fillRef idx="0">
              <a:schemeClr val="accent1"/>
            </a:fillRef>
            <a:effectRef idx="1">
              <a:schemeClr val="accent1"/>
            </a:effectRef>
            <a:fontRef idx="minor">
              <a:schemeClr val="tx1"/>
            </a:fontRef>
          </p:style>
        </p:cxnSp>
        <p:cxnSp>
          <p:nvCxnSpPr>
            <p:cNvPr id="73" name="直接连接符 72">
              <a:extLst>
                <a:ext uri="{FF2B5EF4-FFF2-40B4-BE49-F238E27FC236}">
                  <a16:creationId xmlns:a16="http://schemas.microsoft.com/office/drawing/2014/main" id="{80454BB9-00CC-DAFB-4691-ACC124F7C377}"/>
                </a:ext>
              </a:extLst>
            </p:cNvPr>
            <p:cNvCxnSpPr>
              <a:cxnSpLocks/>
              <a:stCxn id="68" idx="4"/>
              <a:endCxn id="69" idx="0"/>
            </p:cNvCxnSpPr>
            <p:nvPr/>
          </p:nvCxnSpPr>
          <p:spPr>
            <a:xfrm>
              <a:off x="9407753" y="3966609"/>
              <a:ext cx="0" cy="2374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直接连接符 73">
              <a:extLst>
                <a:ext uri="{FF2B5EF4-FFF2-40B4-BE49-F238E27FC236}">
                  <a16:creationId xmlns:a16="http://schemas.microsoft.com/office/drawing/2014/main" id="{06A1BF34-990E-75BC-5975-E5DD66F4B166}"/>
                </a:ext>
              </a:extLst>
            </p:cNvPr>
            <p:cNvCxnSpPr>
              <a:cxnSpLocks/>
              <a:stCxn id="70" idx="0"/>
              <a:endCxn id="66" idx="5"/>
            </p:cNvCxnSpPr>
            <p:nvPr/>
          </p:nvCxnSpPr>
          <p:spPr>
            <a:xfrm flipH="1" flipV="1">
              <a:off x="9522304" y="3364364"/>
              <a:ext cx="508375" cy="274415"/>
            </a:xfrm>
            <a:prstGeom prst="line">
              <a:avLst/>
            </a:prstGeom>
          </p:spPr>
          <p:style>
            <a:lnRef idx="2">
              <a:schemeClr val="accent1"/>
            </a:lnRef>
            <a:fillRef idx="0">
              <a:schemeClr val="accent1"/>
            </a:fillRef>
            <a:effectRef idx="1">
              <a:schemeClr val="accent1"/>
            </a:effectRef>
            <a:fontRef idx="minor">
              <a:schemeClr val="tx1"/>
            </a:fontRef>
          </p:style>
        </p:cxnSp>
      </p:grpSp>
      <p:sp>
        <p:nvSpPr>
          <p:cNvPr id="2" name="灯片编号占位符 1">
            <a:extLst>
              <a:ext uri="{FF2B5EF4-FFF2-40B4-BE49-F238E27FC236}">
                <a16:creationId xmlns:a16="http://schemas.microsoft.com/office/drawing/2014/main" id="{ABE7C20C-E1F1-F63D-B292-5D1D155AAFF3}"/>
              </a:ext>
            </a:extLst>
          </p:cNvPr>
          <p:cNvSpPr>
            <a:spLocks noGrp="1"/>
          </p:cNvSpPr>
          <p:nvPr>
            <p:ph type="sldNum" sz="quarter" idx="12"/>
          </p:nvPr>
        </p:nvSpPr>
        <p:spPr/>
        <p:txBody>
          <a:bodyPr/>
          <a:lstStyle/>
          <a:p>
            <a:fld id="{D7C0FE0B-717B-41AE-9FA2-CA4BF851D1C3}" type="slidenum">
              <a:rPr lang="zh-CN" altLang="en-US" smtClean="0"/>
              <a:t>40</a:t>
            </a:fld>
            <a:endParaRPr lang="zh-CN" altLang="en-US"/>
          </a:p>
        </p:txBody>
      </p:sp>
      <p:sp>
        <p:nvSpPr>
          <p:cNvPr id="4" name="文本框 3">
            <a:extLst>
              <a:ext uri="{FF2B5EF4-FFF2-40B4-BE49-F238E27FC236}">
                <a16:creationId xmlns:a16="http://schemas.microsoft.com/office/drawing/2014/main" id="{A2636920-CFD6-98C6-71FC-7502997F9472}"/>
              </a:ext>
            </a:extLst>
          </p:cNvPr>
          <p:cNvSpPr txBox="1"/>
          <p:nvPr/>
        </p:nvSpPr>
        <p:spPr>
          <a:xfrm>
            <a:off x="1064028" y="305015"/>
            <a:ext cx="4483331" cy="461665"/>
          </a:xfrm>
          <a:prstGeom prst="rect">
            <a:avLst/>
          </a:prstGeom>
          <a:noFill/>
        </p:spPr>
        <p:txBody>
          <a:bodyPr wrap="square">
            <a:spAutoFit/>
          </a:bodyPr>
          <a:lstStyle/>
          <a:p>
            <a:pPr indent="269240" algn="just">
              <a:spcBef>
                <a:spcPts val="1300"/>
              </a:spcBef>
              <a:spcAft>
                <a:spcPts val="1300"/>
              </a:spcAft>
              <a:buNone/>
            </a:pPr>
            <a:r>
              <a:rPr lang="en-US" altLang="zh-CN" sz="2400" b="1" kern="100" dirty="0">
                <a:solidFill>
                  <a:srgbClr val="041ABC"/>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6.6.2  </a:t>
            </a:r>
            <a:r>
              <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森林与二叉树的转换</a:t>
            </a:r>
            <a:endPar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grpSp>
        <p:nvGrpSpPr>
          <p:cNvPr id="225" name="组合 224">
            <a:extLst>
              <a:ext uri="{FF2B5EF4-FFF2-40B4-BE49-F238E27FC236}">
                <a16:creationId xmlns:a16="http://schemas.microsoft.com/office/drawing/2014/main" id="{F595C142-146F-F22F-5B88-69815EDC8A64}"/>
              </a:ext>
            </a:extLst>
          </p:cNvPr>
          <p:cNvGrpSpPr/>
          <p:nvPr/>
        </p:nvGrpSpPr>
        <p:grpSpPr>
          <a:xfrm>
            <a:off x="972447" y="2989815"/>
            <a:ext cx="4525039" cy="3493634"/>
            <a:chOff x="972447" y="2989815"/>
            <a:chExt cx="4525039" cy="3493634"/>
          </a:xfrm>
        </p:grpSpPr>
        <p:pic>
          <p:nvPicPr>
            <p:cNvPr id="5" name="IM 82">
              <a:extLst>
                <a:ext uri="{FF2B5EF4-FFF2-40B4-BE49-F238E27FC236}">
                  <a16:creationId xmlns:a16="http://schemas.microsoft.com/office/drawing/2014/main" id="{8155EFF1-735F-A72B-655A-57D17E80380F}"/>
                </a:ext>
              </a:extLst>
            </p:cNvPr>
            <p:cNvPicPr/>
            <p:nvPr/>
          </p:nvPicPr>
          <p:blipFill>
            <a:blip r:embed="rId2"/>
            <a:stretch>
              <a:fillRect/>
            </a:stretch>
          </p:blipFill>
          <p:spPr>
            <a:xfrm>
              <a:off x="972447" y="2989815"/>
              <a:ext cx="4364326" cy="3025112"/>
            </a:xfrm>
            <a:prstGeom prst="rect">
              <a:avLst/>
            </a:prstGeom>
          </p:spPr>
        </p:pic>
        <p:sp>
          <p:nvSpPr>
            <p:cNvPr id="7" name="文本框 6">
              <a:extLst>
                <a:ext uri="{FF2B5EF4-FFF2-40B4-BE49-F238E27FC236}">
                  <a16:creationId xmlns:a16="http://schemas.microsoft.com/office/drawing/2014/main" id="{3F0317D0-FF62-7B26-AA5F-E48E00AF73F1}"/>
                </a:ext>
              </a:extLst>
            </p:cNvPr>
            <p:cNvSpPr txBox="1"/>
            <p:nvPr/>
          </p:nvSpPr>
          <p:spPr>
            <a:xfrm>
              <a:off x="1014155" y="6128095"/>
              <a:ext cx="4483331" cy="355354"/>
            </a:xfrm>
            <a:prstGeom prst="rect">
              <a:avLst/>
            </a:prstGeom>
            <a:noFill/>
          </p:spPr>
          <p:txBody>
            <a:bodyPr wrap="square">
              <a:spAutoFit/>
            </a:bodyPr>
            <a:lstStyle/>
            <a:p>
              <a:pPr algn="ctr">
                <a:lnSpc>
                  <a:spcPct val="115000"/>
                </a:lnSpc>
                <a:spcAft>
                  <a:spcPts val="600"/>
                </a:spcAft>
                <a:buNone/>
              </a:pPr>
              <a:r>
                <a:rPr lang="zh-CN" altLang="zh-CN" sz="1600" kern="100" dirty="0">
                  <a:effectLst/>
                  <a:latin typeface="+mj-ea"/>
                  <a:ea typeface="+mj-ea"/>
                  <a:cs typeface="Times New Roman" panose="02020603050405020304" pitchFamily="18" charset="0"/>
                </a:rPr>
                <a:t>图</a:t>
              </a:r>
              <a:r>
                <a:rPr lang="en-US" altLang="zh-CN" sz="1600" kern="100" dirty="0">
                  <a:effectLst/>
                  <a:latin typeface="+mj-ea"/>
                  <a:ea typeface="+mj-ea"/>
                  <a:cs typeface="Times New Roman" panose="02020603050405020304" pitchFamily="18" charset="0"/>
                </a:rPr>
                <a:t>6.25  </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树与二叉树的对应关系示例</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sp>
        <p:nvSpPr>
          <p:cNvPr id="24" name="椭圆 23">
            <a:extLst>
              <a:ext uri="{FF2B5EF4-FFF2-40B4-BE49-F238E27FC236}">
                <a16:creationId xmlns:a16="http://schemas.microsoft.com/office/drawing/2014/main" id="{898D2D60-3B9A-3811-CC41-288733B9CC93}"/>
              </a:ext>
            </a:extLst>
          </p:cNvPr>
          <p:cNvSpPr/>
          <p:nvPr/>
        </p:nvSpPr>
        <p:spPr>
          <a:xfrm>
            <a:off x="7834048" y="1166752"/>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A</a:t>
            </a:r>
            <a:endParaRPr lang="zh-CN" altLang="en-US" b="1" dirty="0">
              <a:solidFill>
                <a:srgbClr val="041ABC"/>
              </a:solidFill>
            </a:endParaRPr>
          </a:p>
        </p:txBody>
      </p:sp>
      <p:sp>
        <p:nvSpPr>
          <p:cNvPr id="25" name="椭圆 24">
            <a:extLst>
              <a:ext uri="{FF2B5EF4-FFF2-40B4-BE49-F238E27FC236}">
                <a16:creationId xmlns:a16="http://schemas.microsoft.com/office/drawing/2014/main" id="{72E6FAA2-8194-44F8-3694-97F8542F2167}"/>
              </a:ext>
            </a:extLst>
          </p:cNvPr>
          <p:cNvSpPr/>
          <p:nvPr/>
        </p:nvSpPr>
        <p:spPr>
          <a:xfrm>
            <a:off x="7216542" y="1727345"/>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B</a:t>
            </a:r>
            <a:endParaRPr lang="zh-CN" altLang="en-US" b="1" dirty="0">
              <a:solidFill>
                <a:srgbClr val="041ABC"/>
              </a:solidFill>
            </a:endParaRPr>
          </a:p>
        </p:txBody>
      </p:sp>
      <p:sp>
        <p:nvSpPr>
          <p:cNvPr id="26" name="椭圆 25">
            <a:extLst>
              <a:ext uri="{FF2B5EF4-FFF2-40B4-BE49-F238E27FC236}">
                <a16:creationId xmlns:a16="http://schemas.microsoft.com/office/drawing/2014/main" id="{756AB93C-C781-5FC5-B474-CD86A890B487}"/>
              </a:ext>
            </a:extLst>
          </p:cNvPr>
          <p:cNvSpPr/>
          <p:nvPr/>
        </p:nvSpPr>
        <p:spPr>
          <a:xfrm>
            <a:off x="7839468" y="1731175"/>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C</a:t>
            </a:r>
            <a:endParaRPr lang="zh-CN" altLang="en-US" b="1" dirty="0">
              <a:solidFill>
                <a:srgbClr val="041ABC"/>
              </a:solidFill>
            </a:endParaRPr>
          </a:p>
        </p:txBody>
      </p:sp>
      <p:sp>
        <p:nvSpPr>
          <p:cNvPr id="27" name="椭圆 26">
            <a:extLst>
              <a:ext uri="{FF2B5EF4-FFF2-40B4-BE49-F238E27FC236}">
                <a16:creationId xmlns:a16="http://schemas.microsoft.com/office/drawing/2014/main" id="{3773BF50-AC03-968C-E797-2D70F304B5F3}"/>
              </a:ext>
            </a:extLst>
          </p:cNvPr>
          <p:cNvSpPr/>
          <p:nvPr/>
        </p:nvSpPr>
        <p:spPr>
          <a:xfrm>
            <a:off x="7839468" y="2292613"/>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D</a:t>
            </a:r>
            <a:endParaRPr lang="zh-CN" altLang="en-US" b="1" dirty="0">
              <a:solidFill>
                <a:srgbClr val="041ABC"/>
              </a:solidFill>
            </a:endParaRPr>
          </a:p>
        </p:txBody>
      </p:sp>
      <p:sp>
        <p:nvSpPr>
          <p:cNvPr id="28" name="椭圆 27">
            <a:extLst>
              <a:ext uri="{FF2B5EF4-FFF2-40B4-BE49-F238E27FC236}">
                <a16:creationId xmlns:a16="http://schemas.microsoft.com/office/drawing/2014/main" id="{DB891AD2-C3FA-F30E-C9ED-737B9AF8867A}"/>
              </a:ext>
            </a:extLst>
          </p:cNvPr>
          <p:cNvSpPr/>
          <p:nvPr/>
        </p:nvSpPr>
        <p:spPr>
          <a:xfrm>
            <a:off x="8462394" y="1727345"/>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E</a:t>
            </a:r>
            <a:endParaRPr lang="zh-CN" altLang="en-US" b="1" dirty="0">
              <a:solidFill>
                <a:srgbClr val="041ABC"/>
              </a:solidFill>
            </a:endParaRPr>
          </a:p>
        </p:txBody>
      </p:sp>
      <p:cxnSp>
        <p:nvCxnSpPr>
          <p:cNvPr id="29" name="直接连接符 28">
            <a:extLst>
              <a:ext uri="{FF2B5EF4-FFF2-40B4-BE49-F238E27FC236}">
                <a16:creationId xmlns:a16="http://schemas.microsoft.com/office/drawing/2014/main" id="{63223C67-3BFA-0110-6C5F-0E2F3D71A0D9}"/>
              </a:ext>
            </a:extLst>
          </p:cNvPr>
          <p:cNvCxnSpPr>
            <a:cxnSpLocks/>
            <a:stCxn id="24" idx="3"/>
            <a:endCxn id="25" idx="0"/>
          </p:cNvCxnSpPr>
          <p:nvPr/>
        </p:nvCxnSpPr>
        <p:spPr>
          <a:xfrm flipH="1">
            <a:off x="7378542" y="1443303"/>
            <a:ext cx="502955" cy="284042"/>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直接连接符 29">
            <a:extLst>
              <a:ext uri="{FF2B5EF4-FFF2-40B4-BE49-F238E27FC236}">
                <a16:creationId xmlns:a16="http://schemas.microsoft.com/office/drawing/2014/main" id="{EC22D11A-4B66-7328-50A3-69F7484E4A0B}"/>
              </a:ext>
            </a:extLst>
          </p:cNvPr>
          <p:cNvCxnSpPr>
            <a:cxnSpLocks/>
            <a:stCxn id="26" idx="0"/>
            <a:endCxn id="24" idx="4"/>
          </p:cNvCxnSpPr>
          <p:nvPr/>
        </p:nvCxnSpPr>
        <p:spPr>
          <a:xfrm flipH="1" flipV="1">
            <a:off x="7996048" y="1490752"/>
            <a:ext cx="5420" cy="2404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直接连接符 30">
            <a:extLst>
              <a:ext uri="{FF2B5EF4-FFF2-40B4-BE49-F238E27FC236}">
                <a16:creationId xmlns:a16="http://schemas.microsoft.com/office/drawing/2014/main" id="{54915F6A-0638-36D9-0212-E42EDDE6D1DE}"/>
              </a:ext>
            </a:extLst>
          </p:cNvPr>
          <p:cNvCxnSpPr>
            <a:cxnSpLocks/>
            <a:stCxn id="26" idx="4"/>
            <a:endCxn id="27" idx="0"/>
          </p:cNvCxnSpPr>
          <p:nvPr/>
        </p:nvCxnSpPr>
        <p:spPr>
          <a:xfrm>
            <a:off x="8001468" y="2055175"/>
            <a:ext cx="0" cy="2374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直接连接符 31">
            <a:extLst>
              <a:ext uri="{FF2B5EF4-FFF2-40B4-BE49-F238E27FC236}">
                <a16:creationId xmlns:a16="http://schemas.microsoft.com/office/drawing/2014/main" id="{781C1391-E38A-065C-BE09-4479BC48E3A0}"/>
              </a:ext>
            </a:extLst>
          </p:cNvPr>
          <p:cNvCxnSpPr>
            <a:cxnSpLocks/>
            <a:stCxn id="28" idx="0"/>
            <a:endCxn id="24" idx="5"/>
          </p:cNvCxnSpPr>
          <p:nvPr/>
        </p:nvCxnSpPr>
        <p:spPr>
          <a:xfrm flipH="1" flipV="1">
            <a:off x="8110599" y="1443303"/>
            <a:ext cx="513795" cy="284042"/>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直接连接符 48">
            <a:extLst>
              <a:ext uri="{FF2B5EF4-FFF2-40B4-BE49-F238E27FC236}">
                <a16:creationId xmlns:a16="http://schemas.microsoft.com/office/drawing/2014/main" id="{1DEB93B4-7707-F0A3-1119-5789A959C9A0}"/>
              </a:ext>
            </a:extLst>
          </p:cNvPr>
          <p:cNvCxnSpPr>
            <a:cxnSpLocks/>
            <a:stCxn id="26" idx="2"/>
          </p:cNvCxnSpPr>
          <p:nvPr/>
        </p:nvCxnSpPr>
        <p:spPr>
          <a:xfrm flipH="1" flipV="1">
            <a:off x="7540542" y="1889345"/>
            <a:ext cx="298926" cy="383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直接连接符 50">
            <a:extLst>
              <a:ext uri="{FF2B5EF4-FFF2-40B4-BE49-F238E27FC236}">
                <a16:creationId xmlns:a16="http://schemas.microsoft.com/office/drawing/2014/main" id="{E0445DD8-8381-08EC-D8A7-F92762A5952D}"/>
              </a:ext>
            </a:extLst>
          </p:cNvPr>
          <p:cNvCxnSpPr>
            <a:cxnSpLocks/>
          </p:cNvCxnSpPr>
          <p:nvPr/>
        </p:nvCxnSpPr>
        <p:spPr>
          <a:xfrm flipH="1" flipV="1">
            <a:off x="8180213" y="1887430"/>
            <a:ext cx="298926" cy="383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直接连接符 51">
            <a:extLst>
              <a:ext uri="{FF2B5EF4-FFF2-40B4-BE49-F238E27FC236}">
                <a16:creationId xmlns:a16="http://schemas.microsoft.com/office/drawing/2014/main" id="{1DA328D1-D3FE-341A-8ED8-D970F851A1E4}"/>
              </a:ext>
            </a:extLst>
          </p:cNvPr>
          <p:cNvCxnSpPr>
            <a:cxnSpLocks/>
          </p:cNvCxnSpPr>
          <p:nvPr/>
        </p:nvCxnSpPr>
        <p:spPr>
          <a:xfrm flipH="1">
            <a:off x="7167732" y="1452930"/>
            <a:ext cx="717824" cy="125230"/>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直接连接符 52">
            <a:extLst>
              <a:ext uri="{FF2B5EF4-FFF2-40B4-BE49-F238E27FC236}">
                <a16:creationId xmlns:a16="http://schemas.microsoft.com/office/drawing/2014/main" id="{5DB3C930-A5BB-6A77-7486-98E7D34D0E4B}"/>
              </a:ext>
            </a:extLst>
          </p:cNvPr>
          <p:cNvCxnSpPr>
            <a:cxnSpLocks/>
          </p:cNvCxnSpPr>
          <p:nvPr/>
        </p:nvCxnSpPr>
        <p:spPr>
          <a:xfrm>
            <a:off x="7255051" y="1854711"/>
            <a:ext cx="293863" cy="161155"/>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直接连接符 53">
            <a:extLst>
              <a:ext uri="{FF2B5EF4-FFF2-40B4-BE49-F238E27FC236}">
                <a16:creationId xmlns:a16="http://schemas.microsoft.com/office/drawing/2014/main" id="{A73442A5-3F63-1554-5625-A5C2BFCDA6C9}"/>
              </a:ext>
            </a:extLst>
          </p:cNvPr>
          <p:cNvCxnSpPr/>
          <p:nvPr/>
        </p:nvCxnSpPr>
        <p:spPr>
          <a:xfrm flipH="1">
            <a:off x="7300956" y="2292416"/>
            <a:ext cx="131863" cy="161156"/>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直接连接符 54">
            <a:extLst>
              <a:ext uri="{FF2B5EF4-FFF2-40B4-BE49-F238E27FC236}">
                <a16:creationId xmlns:a16="http://schemas.microsoft.com/office/drawing/2014/main" id="{50EF97E0-B4A0-4E0E-0014-DB2A10B80956}"/>
              </a:ext>
            </a:extLst>
          </p:cNvPr>
          <p:cNvCxnSpPr/>
          <p:nvPr/>
        </p:nvCxnSpPr>
        <p:spPr>
          <a:xfrm>
            <a:off x="7661921" y="2292416"/>
            <a:ext cx="147410" cy="16115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直接连接符 110">
            <a:extLst>
              <a:ext uri="{FF2B5EF4-FFF2-40B4-BE49-F238E27FC236}">
                <a16:creationId xmlns:a16="http://schemas.microsoft.com/office/drawing/2014/main" id="{E2EE0A3E-16F1-B85C-7A8F-1539604BDB63}"/>
              </a:ext>
            </a:extLst>
          </p:cNvPr>
          <p:cNvCxnSpPr>
            <a:cxnSpLocks/>
            <a:stCxn id="8" idx="3"/>
            <a:endCxn id="90" idx="0"/>
          </p:cNvCxnSpPr>
          <p:nvPr/>
        </p:nvCxnSpPr>
        <p:spPr>
          <a:xfrm flipH="1">
            <a:off x="10025124" y="1455503"/>
            <a:ext cx="508375" cy="28304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5" name="直接连接符 114">
            <a:extLst>
              <a:ext uri="{FF2B5EF4-FFF2-40B4-BE49-F238E27FC236}">
                <a16:creationId xmlns:a16="http://schemas.microsoft.com/office/drawing/2014/main" id="{0F6434E6-8D98-6A7B-BD93-832125317B8C}"/>
              </a:ext>
            </a:extLst>
          </p:cNvPr>
          <p:cNvCxnSpPr>
            <a:cxnSpLocks/>
            <a:endCxn id="91" idx="0"/>
          </p:cNvCxnSpPr>
          <p:nvPr/>
        </p:nvCxnSpPr>
        <p:spPr>
          <a:xfrm>
            <a:off x="10648050" y="1513045"/>
            <a:ext cx="0" cy="2293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8" name="直接连接符 117">
            <a:extLst>
              <a:ext uri="{FF2B5EF4-FFF2-40B4-BE49-F238E27FC236}">
                <a16:creationId xmlns:a16="http://schemas.microsoft.com/office/drawing/2014/main" id="{CF536E64-3870-339D-43DE-3E61644D9489}"/>
              </a:ext>
            </a:extLst>
          </p:cNvPr>
          <p:cNvCxnSpPr>
            <a:cxnSpLocks/>
            <a:endCxn id="93" idx="0"/>
          </p:cNvCxnSpPr>
          <p:nvPr/>
        </p:nvCxnSpPr>
        <p:spPr>
          <a:xfrm>
            <a:off x="10756311" y="1461598"/>
            <a:ext cx="514665" cy="2769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直接连接符 119">
            <a:extLst>
              <a:ext uri="{FF2B5EF4-FFF2-40B4-BE49-F238E27FC236}">
                <a16:creationId xmlns:a16="http://schemas.microsoft.com/office/drawing/2014/main" id="{851F88F2-FF5B-582A-B952-C370D852CC07}"/>
              </a:ext>
            </a:extLst>
          </p:cNvPr>
          <p:cNvCxnSpPr>
            <a:cxnSpLocks/>
          </p:cNvCxnSpPr>
          <p:nvPr/>
        </p:nvCxnSpPr>
        <p:spPr>
          <a:xfrm>
            <a:off x="10648050" y="2071765"/>
            <a:ext cx="0" cy="229335"/>
          </a:xfrm>
          <a:prstGeom prst="line">
            <a:avLst/>
          </a:prstGeom>
        </p:spPr>
        <p:style>
          <a:lnRef idx="2">
            <a:schemeClr val="accent1"/>
          </a:lnRef>
          <a:fillRef idx="0">
            <a:schemeClr val="accent1"/>
          </a:fillRef>
          <a:effectRef idx="1">
            <a:schemeClr val="accent1"/>
          </a:effectRef>
          <a:fontRef idx="minor">
            <a:schemeClr val="tx1"/>
          </a:fontRef>
        </p:style>
      </p:cxnSp>
      <p:sp>
        <p:nvSpPr>
          <p:cNvPr id="125" name="文本框 124">
            <a:extLst>
              <a:ext uri="{FF2B5EF4-FFF2-40B4-BE49-F238E27FC236}">
                <a16:creationId xmlns:a16="http://schemas.microsoft.com/office/drawing/2014/main" id="{FF262A78-900A-8B2B-FB81-9626214CA805}"/>
              </a:ext>
            </a:extLst>
          </p:cNvPr>
          <p:cNvSpPr txBox="1"/>
          <p:nvPr/>
        </p:nvSpPr>
        <p:spPr>
          <a:xfrm>
            <a:off x="8621684" y="844654"/>
            <a:ext cx="1210588" cy="400110"/>
          </a:xfrm>
          <a:prstGeom prst="rect">
            <a:avLst/>
          </a:prstGeom>
          <a:noFill/>
        </p:spPr>
        <p:txBody>
          <a:bodyPr wrap="none" rtlCol="0">
            <a:spAutoFit/>
          </a:bodyPr>
          <a:lstStyle/>
          <a:p>
            <a:r>
              <a:rPr lang="zh-CN" altLang="en-US" sz="2000" dirty="0">
                <a:solidFill>
                  <a:srgbClr val="C00000"/>
                </a:solidFill>
                <a:latin typeface="+mj-ea"/>
                <a:ea typeface="+mj-ea"/>
              </a:rPr>
              <a:t>对应关系</a:t>
            </a:r>
          </a:p>
        </p:txBody>
      </p:sp>
      <p:grpSp>
        <p:nvGrpSpPr>
          <p:cNvPr id="129" name="组合 128">
            <a:extLst>
              <a:ext uri="{FF2B5EF4-FFF2-40B4-BE49-F238E27FC236}">
                <a16:creationId xmlns:a16="http://schemas.microsoft.com/office/drawing/2014/main" id="{0C9FB91C-A6D3-6C8F-B261-3BD3286A9A04}"/>
              </a:ext>
            </a:extLst>
          </p:cNvPr>
          <p:cNvGrpSpPr/>
          <p:nvPr/>
        </p:nvGrpSpPr>
        <p:grpSpPr>
          <a:xfrm>
            <a:off x="8729678" y="2869955"/>
            <a:ext cx="721844" cy="324291"/>
            <a:chOff x="8556568" y="3269382"/>
            <a:chExt cx="721844" cy="324291"/>
          </a:xfrm>
        </p:grpSpPr>
        <p:sp>
          <p:nvSpPr>
            <p:cNvPr id="126" name="矩形 125">
              <a:extLst>
                <a:ext uri="{FF2B5EF4-FFF2-40B4-BE49-F238E27FC236}">
                  <a16:creationId xmlns:a16="http://schemas.microsoft.com/office/drawing/2014/main" id="{0B1390C1-D154-839E-ACC2-6EE7231DD233}"/>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A</a:t>
              </a:r>
              <a:endParaRPr lang="zh-CN" altLang="en-US" sz="2000" b="1" dirty="0">
                <a:solidFill>
                  <a:srgbClr val="041ABC"/>
                </a:solidFill>
              </a:endParaRPr>
            </a:p>
          </p:txBody>
        </p:sp>
        <p:sp>
          <p:nvSpPr>
            <p:cNvPr id="127" name="矩形 126">
              <a:extLst>
                <a:ext uri="{FF2B5EF4-FFF2-40B4-BE49-F238E27FC236}">
                  <a16:creationId xmlns:a16="http://schemas.microsoft.com/office/drawing/2014/main" id="{D164B9F0-17E7-0747-1BB4-FF48198ADAAF}"/>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28" name="矩形 127">
              <a:extLst>
                <a:ext uri="{FF2B5EF4-FFF2-40B4-BE49-F238E27FC236}">
                  <a16:creationId xmlns:a16="http://schemas.microsoft.com/office/drawing/2014/main" id="{450953A0-C957-EF5A-A82F-FEA33A852703}"/>
                </a:ext>
              </a:extLst>
            </p:cNvPr>
            <p:cNvSpPr/>
            <p:nvPr/>
          </p:nvSpPr>
          <p:spPr>
            <a:xfrm>
              <a:off x="9062412" y="3269382"/>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130" name="组合 129">
            <a:extLst>
              <a:ext uri="{FF2B5EF4-FFF2-40B4-BE49-F238E27FC236}">
                <a16:creationId xmlns:a16="http://schemas.microsoft.com/office/drawing/2014/main" id="{6DAD9B42-5012-43B8-4662-E22CA5744747}"/>
              </a:ext>
            </a:extLst>
          </p:cNvPr>
          <p:cNvGrpSpPr/>
          <p:nvPr/>
        </p:nvGrpSpPr>
        <p:grpSpPr>
          <a:xfrm>
            <a:off x="8729678" y="3456049"/>
            <a:ext cx="721844" cy="324293"/>
            <a:chOff x="8556568" y="3269380"/>
            <a:chExt cx="721844" cy="324293"/>
          </a:xfrm>
        </p:grpSpPr>
        <p:sp>
          <p:nvSpPr>
            <p:cNvPr id="131" name="矩形 130">
              <a:extLst>
                <a:ext uri="{FF2B5EF4-FFF2-40B4-BE49-F238E27FC236}">
                  <a16:creationId xmlns:a16="http://schemas.microsoft.com/office/drawing/2014/main" id="{0F52AE55-795C-016D-2495-95A0DADB36B0}"/>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B</a:t>
              </a:r>
              <a:endParaRPr lang="zh-CN" altLang="en-US" sz="2000" b="1" dirty="0">
                <a:solidFill>
                  <a:srgbClr val="041ABC"/>
                </a:solidFill>
              </a:endParaRPr>
            </a:p>
          </p:txBody>
        </p:sp>
        <p:sp>
          <p:nvSpPr>
            <p:cNvPr id="132" name="矩形 131">
              <a:extLst>
                <a:ext uri="{FF2B5EF4-FFF2-40B4-BE49-F238E27FC236}">
                  <a16:creationId xmlns:a16="http://schemas.microsoft.com/office/drawing/2014/main" id="{9F06A5D9-20F9-93F1-9C82-6ECB4EEB9589}"/>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33" name="矩形 132">
              <a:extLst>
                <a:ext uri="{FF2B5EF4-FFF2-40B4-BE49-F238E27FC236}">
                  <a16:creationId xmlns:a16="http://schemas.microsoft.com/office/drawing/2014/main" id="{84E2514B-034E-810C-C237-D37DEB7837AF}"/>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134" name="组合 133">
            <a:extLst>
              <a:ext uri="{FF2B5EF4-FFF2-40B4-BE49-F238E27FC236}">
                <a16:creationId xmlns:a16="http://schemas.microsoft.com/office/drawing/2014/main" id="{5B16E9AC-02D3-EE55-3E44-D9E4703D3600}"/>
              </a:ext>
            </a:extLst>
          </p:cNvPr>
          <p:cNvGrpSpPr/>
          <p:nvPr/>
        </p:nvGrpSpPr>
        <p:grpSpPr>
          <a:xfrm>
            <a:off x="8730600" y="4039474"/>
            <a:ext cx="721844" cy="324293"/>
            <a:chOff x="8556568" y="3269380"/>
            <a:chExt cx="721844" cy="324293"/>
          </a:xfrm>
        </p:grpSpPr>
        <p:sp>
          <p:nvSpPr>
            <p:cNvPr id="135" name="矩形 134">
              <a:extLst>
                <a:ext uri="{FF2B5EF4-FFF2-40B4-BE49-F238E27FC236}">
                  <a16:creationId xmlns:a16="http://schemas.microsoft.com/office/drawing/2014/main" id="{9EF6BCDF-146B-F90F-14BC-30FCF246F76B}"/>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C</a:t>
              </a:r>
              <a:endParaRPr lang="zh-CN" altLang="en-US" sz="2000" b="1" dirty="0">
                <a:solidFill>
                  <a:srgbClr val="041ABC"/>
                </a:solidFill>
              </a:endParaRPr>
            </a:p>
          </p:txBody>
        </p:sp>
        <p:sp>
          <p:nvSpPr>
            <p:cNvPr id="136" name="矩形 135">
              <a:extLst>
                <a:ext uri="{FF2B5EF4-FFF2-40B4-BE49-F238E27FC236}">
                  <a16:creationId xmlns:a16="http://schemas.microsoft.com/office/drawing/2014/main" id="{CC62D126-DB99-67F6-54DA-BF36097ED344}"/>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37" name="矩形 136">
              <a:extLst>
                <a:ext uri="{FF2B5EF4-FFF2-40B4-BE49-F238E27FC236}">
                  <a16:creationId xmlns:a16="http://schemas.microsoft.com/office/drawing/2014/main" id="{58F43360-0445-8698-667D-2CF520D27154}"/>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138" name="组合 137">
            <a:extLst>
              <a:ext uri="{FF2B5EF4-FFF2-40B4-BE49-F238E27FC236}">
                <a16:creationId xmlns:a16="http://schemas.microsoft.com/office/drawing/2014/main" id="{6DAD9B42-5012-43B8-4662-E22CA5744747}"/>
              </a:ext>
            </a:extLst>
          </p:cNvPr>
          <p:cNvGrpSpPr/>
          <p:nvPr/>
        </p:nvGrpSpPr>
        <p:grpSpPr>
          <a:xfrm>
            <a:off x="8731698" y="4620619"/>
            <a:ext cx="721844" cy="324293"/>
            <a:chOff x="8556568" y="3269380"/>
            <a:chExt cx="721844" cy="324293"/>
          </a:xfrm>
        </p:grpSpPr>
        <p:sp>
          <p:nvSpPr>
            <p:cNvPr id="139" name="矩形 138">
              <a:extLst>
                <a:ext uri="{FF2B5EF4-FFF2-40B4-BE49-F238E27FC236}">
                  <a16:creationId xmlns:a16="http://schemas.microsoft.com/office/drawing/2014/main" id="{0F52AE55-795C-016D-2495-95A0DADB36B0}"/>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D</a:t>
              </a:r>
              <a:endParaRPr lang="zh-CN" altLang="en-US" sz="2000" b="1" dirty="0">
                <a:solidFill>
                  <a:srgbClr val="041ABC"/>
                </a:solidFill>
              </a:endParaRPr>
            </a:p>
          </p:txBody>
        </p:sp>
        <p:sp>
          <p:nvSpPr>
            <p:cNvPr id="140" name="矩形 139">
              <a:extLst>
                <a:ext uri="{FF2B5EF4-FFF2-40B4-BE49-F238E27FC236}">
                  <a16:creationId xmlns:a16="http://schemas.microsoft.com/office/drawing/2014/main" id="{9F06A5D9-20F9-93F1-9C82-6ECB4EEB9589}"/>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rgbClr val="041ABC"/>
                </a:solidFill>
              </a:endParaRPr>
            </a:p>
          </p:txBody>
        </p:sp>
        <p:sp>
          <p:nvSpPr>
            <p:cNvPr id="141" name="矩形 140">
              <a:extLst>
                <a:ext uri="{FF2B5EF4-FFF2-40B4-BE49-F238E27FC236}">
                  <a16:creationId xmlns:a16="http://schemas.microsoft.com/office/drawing/2014/main" id="{84E2514B-034E-810C-C237-D37DEB7837AF}"/>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rgbClr val="041ABC"/>
                </a:solidFill>
              </a:endParaRPr>
            </a:p>
          </p:txBody>
        </p:sp>
      </p:grpSp>
      <p:grpSp>
        <p:nvGrpSpPr>
          <p:cNvPr id="142" name="组合 141">
            <a:extLst>
              <a:ext uri="{FF2B5EF4-FFF2-40B4-BE49-F238E27FC236}">
                <a16:creationId xmlns:a16="http://schemas.microsoft.com/office/drawing/2014/main" id="{CB4CB504-8058-5A8C-5E07-536D971DF60C}"/>
              </a:ext>
            </a:extLst>
          </p:cNvPr>
          <p:cNvGrpSpPr/>
          <p:nvPr/>
        </p:nvGrpSpPr>
        <p:grpSpPr>
          <a:xfrm>
            <a:off x="8729678" y="5201506"/>
            <a:ext cx="721844" cy="324293"/>
            <a:chOff x="8556568" y="3269380"/>
            <a:chExt cx="721844" cy="324293"/>
          </a:xfrm>
        </p:grpSpPr>
        <p:sp>
          <p:nvSpPr>
            <p:cNvPr id="143" name="矩形 142">
              <a:extLst>
                <a:ext uri="{FF2B5EF4-FFF2-40B4-BE49-F238E27FC236}">
                  <a16:creationId xmlns:a16="http://schemas.microsoft.com/office/drawing/2014/main" id="{553D978B-26AA-A805-8114-0E4C1A153DDA}"/>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E</a:t>
              </a:r>
              <a:endParaRPr lang="zh-CN" altLang="en-US" sz="2000" b="1" dirty="0">
                <a:solidFill>
                  <a:srgbClr val="041ABC"/>
                </a:solidFill>
              </a:endParaRPr>
            </a:p>
          </p:txBody>
        </p:sp>
        <p:sp>
          <p:nvSpPr>
            <p:cNvPr id="144" name="矩形 143">
              <a:extLst>
                <a:ext uri="{FF2B5EF4-FFF2-40B4-BE49-F238E27FC236}">
                  <a16:creationId xmlns:a16="http://schemas.microsoft.com/office/drawing/2014/main" id="{191461A8-F35E-485F-2DE8-8A3984852CB3}"/>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45" name="矩形 144">
              <a:extLst>
                <a:ext uri="{FF2B5EF4-FFF2-40B4-BE49-F238E27FC236}">
                  <a16:creationId xmlns:a16="http://schemas.microsoft.com/office/drawing/2014/main" id="{F6C057BE-0790-6901-D71E-1D15D8DE7EE3}"/>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cxnSp>
        <p:nvCxnSpPr>
          <p:cNvPr id="147" name="直接箭头连接符 146">
            <a:extLst>
              <a:ext uri="{FF2B5EF4-FFF2-40B4-BE49-F238E27FC236}">
                <a16:creationId xmlns:a16="http://schemas.microsoft.com/office/drawing/2014/main" id="{A8ABA3E4-0797-55DB-0CAA-BED7BD0241A3}"/>
              </a:ext>
            </a:extLst>
          </p:cNvPr>
          <p:cNvCxnSpPr>
            <a:cxnSpLocks/>
          </p:cNvCxnSpPr>
          <p:nvPr/>
        </p:nvCxnSpPr>
        <p:spPr>
          <a:xfrm>
            <a:off x="8837912" y="3058946"/>
            <a:ext cx="0" cy="404838"/>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49" name="直接箭头连接符 148">
            <a:extLst>
              <a:ext uri="{FF2B5EF4-FFF2-40B4-BE49-F238E27FC236}">
                <a16:creationId xmlns:a16="http://schemas.microsoft.com/office/drawing/2014/main" id="{CBED2C48-9DA7-37E4-E8BD-1E901BB674CC}"/>
              </a:ext>
            </a:extLst>
          </p:cNvPr>
          <p:cNvCxnSpPr>
            <a:cxnSpLocks/>
          </p:cNvCxnSpPr>
          <p:nvPr/>
        </p:nvCxnSpPr>
        <p:spPr>
          <a:xfrm>
            <a:off x="9347593" y="3635240"/>
            <a:ext cx="0" cy="404838"/>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50" name="直接箭头连接符 149">
            <a:extLst>
              <a:ext uri="{FF2B5EF4-FFF2-40B4-BE49-F238E27FC236}">
                <a16:creationId xmlns:a16="http://schemas.microsoft.com/office/drawing/2014/main" id="{A8ABA3E4-0797-55DB-0CAA-BED7BD0241A3}"/>
              </a:ext>
            </a:extLst>
          </p:cNvPr>
          <p:cNvCxnSpPr>
            <a:cxnSpLocks/>
          </p:cNvCxnSpPr>
          <p:nvPr/>
        </p:nvCxnSpPr>
        <p:spPr>
          <a:xfrm>
            <a:off x="8837912" y="4223140"/>
            <a:ext cx="0" cy="404838"/>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nvGrpSpPr>
          <p:cNvPr id="159" name="组合 158">
            <a:extLst>
              <a:ext uri="{FF2B5EF4-FFF2-40B4-BE49-F238E27FC236}">
                <a16:creationId xmlns:a16="http://schemas.microsoft.com/office/drawing/2014/main" id="{78058441-45EA-6B1D-491C-71AC18D10F94}"/>
              </a:ext>
            </a:extLst>
          </p:cNvPr>
          <p:cNvGrpSpPr/>
          <p:nvPr/>
        </p:nvGrpSpPr>
        <p:grpSpPr>
          <a:xfrm>
            <a:off x="9350520" y="4800160"/>
            <a:ext cx="306082" cy="563348"/>
            <a:chOff x="9349151" y="4517526"/>
            <a:chExt cx="306082" cy="563348"/>
          </a:xfrm>
        </p:grpSpPr>
        <p:cxnSp>
          <p:nvCxnSpPr>
            <p:cNvPr id="151" name="直接箭头连接符 150">
              <a:extLst>
                <a:ext uri="{FF2B5EF4-FFF2-40B4-BE49-F238E27FC236}">
                  <a16:creationId xmlns:a16="http://schemas.microsoft.com/office/drawing/2014/main" id="{2C8612FE-1A2B-9AF7-1687-ED7F20AAB1F5}"/>
                </a:ext>
              </a:extLst>
            </p:cNvPr>
            <p:cNvCxnSpPr>
              <a:cxnSpLocks/>
            </p:cNvCxnSpPr>
            <p:nvPr/>
          </p:nvCxnSpPr>
          <p:spPr>
            <a:xfrm>
              <a:off x="9349151" y="4517526"/>
              <a:ext cx="306082" cy="0"/>
            </a:xfrm>
            <a:prstGeom prst="straightConnector1">
              <a:avLst/>
            </a:prstGeom>
            <a:ln>
              <a:solidFill>
                <a:srgbClr val="041ABC"/>
              </a:solidFill>
              <a:headEnd type="oval" w="med" len="med"/>
              <a:tailEnd type="none" w="med" len="lg"/>
            </a:ln>
          </p:spPr>
          <p:style>
            <a:lnRef idx="2">
              <a:schemeClr val="accent1"/>
            </a:lnRef>
            <a:fillRef idx="0">
              <a:schemeClr val="accent1"/>
            </a:fillRef>
            <a:effectRef idx="1">
              <a:schemeClr val="accent1"/>
            </a:effectRef>
            <a:fontRef idx="minor">
              <a:schemeClr val="tx1"/>
            </a:fontRef>
          </p:style>
        </p:cxnSp>
        <p:cxnSp>
          <p:nvCxnSpPr>
            <p:cNvPr id="155" name="直接连接符 154">
              <a:extLst>
                <a:ext uri="{FF2B5EF4-FFF2-40B4-BE49-F238E27FC236}">
                  <a16:creationId xmlns:a16="http://schemas.microsoft.com/office/drawing/2014/main" id="{6FC5DC61-CD3F-2AA6-B62A-112B29700A83}"/>
                </a:ext>
              </a:extLst>
            </p:cNvPr>
            <p:cNvCxnSpPr>
              <a:cxnSpLocks/>
            </p:cNvCxnSpPr>
            <p:nvPr/>
          </p:nvCxnSpPr>
          <p:spPr>
            <a:xfrm flipH="1">
              <a:off x="9440438" y="5080874"/>
              <a:ext cx="202153" cy="0"/>
            </a:xfrm>
            <a:prstGeom prst="line">
              <a:avLst/>
            </a:prstGeom>
            <a:ln>
              <a:solidFill>
                <a:srgbClr val="041ABC"/>
              </a:solidFill>
              <a:headEnd type="none"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58" name="直接连接符 157">
              <a:extLst>
                <a:ext uri="{FF2B5EF4-FFF2-40B4-BE49-F238E27FC236}">
                  <a16:creationId xmlns:a16="http://schemas.microsoft.com/office/drawing/2014/main" id="{2EB05D3B-87E4-CE25-F2B2-6BCBC73D6CDB}"/>
                </a:ext>
              </a:extLst>
            </p:cNvPr>
            <p:cNvCxnSpPr/>
            <p:nvPr/>
          </p:nvCxnSpPr>
          <p:spPr>
            <a:xfrm>
              <a:off x="9655233" y="4517526"/>
              <a:ext cx="0" cy="563147"/>
            </a:xfrm>
            <a:prstGeom prst="line">
              <a:avLst/>
            </a:prstGeom>
            <a:ln>
              <a:solidFill>
                <a:srgbClr val="041ABC"/>
              </a:solidFill>
            </a:ln>
          </p:spPr>
          <p:style>
            <a:lnRef idx="2">
              <a:schemeClr val="accent1"/>
            </a:lnRef>
            <a:fillRef idx="0">
              <a:schemeClr val="accent1"/>
            </a:fillRef>
            <a:effectRef idx="1">
              <a:schemeClr val="accent1"/>
            </a:effectRef>
            <a:fontRef idx="minor">
              <a:schemeClr val="tx1"/>
            </a:fontRef>
          </p:style>
        </p:cxnSp>
      </p:grpSp>
      <p:grpSp>
        <p:nvGrpSpPr>
          <p:cNvPr id="160" name="组合 159">
            <a:extLst>
              <a:ext uri="{FF2B5EF4-FFF2-40B4-BE49-F238E27FC236}">
                <a16:creationId xmlns:a16="http://schemas.microsoft.com/office/drawing/2014/main" id="{7D8193B3-E53A-3C71-F9B1-3CBFF999F690}"/>
              </a:ext>
            </a:extLst>
          </p:cNvPr>
          <p:cNvGrpSpPr/>
          <p:nvPr/>
        </p:nvGrpSpPr>
        <p:grpSpPr>
          <a:xfrm>
            <a:off x="8732449" y="2871721"/>
            <a:ext cx="721844" cy="324291"/>
            <a:chOff x="8556568" y="3269382"/>
            <a:chExt cx="721844" cy="324291"/>
          </a:xfrm>
        </p:grpSpPr>
        <p:sp>
          <p:nvSpPr>
            <p:cNvPr id="161" name="矩形 160">
              <a:extLst>
                <a:ext uri="{FF2B5EF4-FFF2-40B4-BE49-F238E27FC236}">
                  <a16:creationId xmlns:a16="http://schemas.microsoft.com/office/drawing/2014/main" id="{0769E06D-F8FE-4590-F804-4BDE0BA00BC9}"/>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A</a:t>
              </a:r>
              <a:endParaRPr lang="zh-CN" altLang="en-US" sz="2000" b="1" dirty="0">
                <a:solidFill>
                  <a:srgbClr val="041ABC"/>
                </a:solidFill>
              </a:endParaRPr>
            </a:p>
          </p:txBody>
        </p:sp>
        <p:sp>
          <p:nvSpPr>
            <p:cNvPr id="162" name="矩形 161">
              <a:extLst>
                <a:ext uri="{FF2B5EF4-FFF2-40B4-BE49-F238E27FC236}">
                  <a16:creationId xmlns:a16="http://schemas.microsoft.com/office/drawing/2014/main" id="{CB8A634A-D287-3752-1428-6C6AAEA9F1C9}"/>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63" name="矩形 162">
              <a:extLst>
                <a:ext uri="{FF2B5EF4-FFF2-40B4-BE49-F238E27FC236}">
                  <a16:creationId xmlns:a16="http://schemas.microsoft.com/office/drawing/2014/main" id="{A5E3C8A0-D2A1-3D3D-50F5-D2CF9292F6EA}"/>
                </a:ext>
              </a:extLst>
            </p:cNvPr>
            <p:cNvSpPr/>
            <p:nvPr/>
          </p:nvSpPr>
          <p:spPr>
            <a:xfrm>
              <a:off x="9062412" y="3269382"/>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164" name="组合 163">
            <a:extLst>
              <a:ext uri="{FF2B5EF4-FFF2-40B4-BE49-F238E27FC236}">
                <a16:creationId xmlns:a16="http://schemas.microsoft.com/office/drawing/2014/main" id="{83752E44-C7FD-6E96-D7B0-BA67BEBEA94C}"/>
              </a:ext>
            </a:extLst>
          </p:cNvPr>
          <p:cNvGrpSpPr/>
          <p:nvPr/>
        </p:nvGrpSpPr>
        <p:grpSpPr>
          <a:xfrm>
            <a:off x="8732449" y="3457815"/>
            <a:ext cx="721844" cy="324293"/>
            <a:chOff x="8556568" y="3269380"/>
            <a:chExt cx="721844" cy="324293"/>
          </a:xfrm>
        </p:grpSpPr>
        <p:sp>
          <p:nvSpPr>
            <p:cNvPr id="165" name="矩形 164">
              <a:extLst>
                <a:ext uri="{FF2B5EF4-FFF2-40B4-BE49-F238E27FC236}">
                  <a16:creationId xmlns:a16="http://schemas.microsoft.com/office/drawing/2014/main" id="{606CCE32-D509-355E-0E30-7793D6BEFB49}"/>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B</a:t>
              </a:r>
              <a:endParaRPr lang="zh-CN" altLang="en-US" sz="2000" b="1" dirty="0">
                <a:solidFill>
                  <a:srgbClr val="041ABC"/>
                </a:solidFill>
              </a:endParaRPr>
            </a:p>
          </p:txBody>
        </p:sp>
        <p:sp>
          <p:nvSpPr>
            <p:cNvPr id="166" name="矩形 165">
              <a:extLst>
                <a:ext uri="{FF2B5EF4-FFF2-40B4-BE49-F238E27FC236}">
                  <a16:creationId xmlns:a16="http://schemas.microsoft.com/office/drawing/2014/main" id="{5E8B411C-FA6E-8CF6-632E-846E30E2D38E}"/>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67" name="矩形 166">
              <a:extLst>
                <a:ext uri="{FF2B5EF4-FFF2-40B4-BE49-F238E27FC236}">
                  <a16:creationId xmlns:a16="http://schemas.microsoft.com/office/drawing/2014/main" id="{8BC77A9F-FC89-FA40-F0DE-A64D8DE7F4B5}"/>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168" name="组合 167">
            <a:extLst>
              <a:ext uri="{FF2B5EF4-FFF2-40B4-BE49-F238E27FC236}">
                <a16:creationId xmlns:a16="http://schemas.microsoft.com/office/drawing/2014/main" id="{13BE0BF1-5C81-9951-3540-4CC9C93AEB4A}"/>
              </a:ext>
            </a:extLst>
          </p:cNvPr>
          <p:cNvGrpSpPr/>
          <p:nvPr/>
        </p:nvGrpSpPr>
        <p:grpSpPr>
          <a:xfrm>
            <a:off x="8733371" y="4041240"/>
            <a:ext cx="721844" cy="324293"/>
            <a:chOff x="8556568" y="3269380"/>
            <a:chExt cx="721844" cy="324293"/>
          </a:xfrm>
        </p:grpSpPr>
        <p:sp>
          <p:nvSpPr>
            <p:cNvPr id="169" name="矩形 168">
              <a:extLst>
                <a:ext uri="{FF2B5EF4-FFF2-40B4-BE49-F238E27FC236}">
                  <a16:creationId xmlns:a16="http://schemas.microsoft.com/office/drawing/2014/main" id="{1EA687D7-59A9-929A-4075-FEB4AE12741F}"/>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C</a:t>
              </a:r>
              <a:endParaRPr lang="zh-CN" altLang="en-US" sz="2000" b="1" dirty="0">
                <a:solidFill>
                  <a:srgbClr val="041ABC"/>
                </a:solidFill>
              </a:endParaRPr>
            </a:p>
          </p:txBody>
        </p:sp>
        <p:sp>
          <p:nvSpPr>
            <p:cNvPr id="170" name="矩形 169">
              <a:extLst>
                <a:ext uri="{FF2B5EF4-FFF2-40B4-BE49-F238E27FC236}">
                  <a16:creationId xmlns:a16="http://schemas.microsoft.com/office/drawing/2014/main" id="{A8B9FF35-7E71-027E-FAF6-44B43C1A5F2F}"/>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71" name="矩形 170">
              <a:extLst>
                <a:ext uri="{FF2B5EF4-FFF2-40B4-BE49-F238E27FC236}">
                  <a16:creationId xmlns:a16="http://schemas.microsoft.com/office/drawing/2014/main" id="{BB20C1AB-1046-920F-6F71-AC3B1EA20587}"/>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172" name="组合 171">
            <a:extLst>
              <a:ext uri="{FF2B5EF4-FFF2-40B4-BE49-F238E27FC236}">
                <a16:creationId xmlns:a16="http://schemas.microsoft.com/office/drawing/2014/main" id="{2A60277D-7EC4-286C-8C94-960EE9CCF282}"/>
              </a:ext>
            </a:extLst>
          </p:cNvPr>
          <p:cNvGrpSpPr/>
          <p:nvPr/>
        </p:nvGrpSpPr>
        <p:grpSpPr>
          <a:xfrm>
            <a:off x="8734469" y="4622385"/>
            <a:ext cx="721844" cy="324293"/>
            <a:chOff x="8556568" y="3269380"/>
            <a:chExt cx="721844" cy="324293"/>
          </a:xfrm>
        </p:grpSpPr>
        <p:sp>
          <p:nvSpPr>
            <p:cNvPr id="173" name="矩形 172">
              <a:extLst>
                <a:ext uri="{FF2B5EF4-FFF2-40B4-BE49-F238E27FC236}">
                  <a16:creationId xmlns:a16="http://schemas.microsoft.com/office/drawing/2014/main" id="{2A93E0CF-76DF-3127-4AA6-4DECC6721D9D}"/>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D</a:t>
              </a:r>
              <a:endParaRPr lang="zh-CN" altLang="en-US" sz="2000" b="1" dirty="0">
                <a:solidFill>
                  <a:srgbClr val="041ABC"/>
                </a:solidFill>
              </a:endParaRPr>
            </a:p>
          </p:txBody>
        </p:sp>
        <p:sp>
          <p:nvSpPr>
            <p:cNvPr id="174" name="矩形 173">
              <a:extLst>
                <a:ext uri="{FF2B5EF4-FFF2-40B4-BE49-F238E27FC236}">
                  <a16:creationId xmlns:a16="http://schemas.microsoft.com/office/drawing/2014/main" id="{E3CA0826-9FC7-15C0-CAE5-0D9EDDEFD6D1}"/>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rgbClr val="041ABC"/>
                </a:solidFill>
              </a:endParaRPr>
            </a:p>
          </p:txBody>
        </p:sp>
        <p:sp>
          <p:nvSpPr>
            <p:cNvPr id="175" name="矩形 174">
              <a:extLst>
                <a:ext uri="{FF2B5EF4-FFF2-40B4-BE49-F238E27FC236}">
                  <a16:creationId xmlns:a16="http://schemas.microsoft.com/office/drawing/2014/main" id="{BBF2253E-7A04-7519-030E-945E2EAF7311}"/>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rgbClr val="041ABC"/>
                </a:solidFill>
              </a:endParaRPr>
            </a:p>
          </p:txBody>
        </p:sp>
      </p:grpSp>
      <p:grpSp>
        <p:nvGrpSpPr>
          <p:cNvPr id="176" name="组合 175">
            <a:extLst>
              <a:ext uri="{FF2B5EF4-FFF2-40B4-BE49-F238E27FC236}">
                <a16:creationId xmlns:a16="http://schemas.microsoft.com/office/drawing/2014/main" id="{1D1B2F10-300B-D5CE-DC1D-A2320AF2A2C8}"/>
              </a:ext>
            </a:extLst>
          </p:cNvPr>
          <p:cNvGrpSpPr/>
          <p:nvPr/>
        </p:nvGrpSpPr>
        <p:grpSpPr>
          <a:xfrm>
            <a:off x="8732449" y="5203272"/>
            <a:ext cx="721844" cy="324293"/>
            <a:chOff x="8556568" y="3269380"/>
            <a:chExt cx="721844" cy="324293"/>
          </a:xfrm>
        </p:grpSpPr>
        <p:sp>
          <p:nvSpPr>
            <p:cNvPr id="177" name="矩形 176">
              <a:extLst>
                <a:ext uri="{FF2B5EF4-FFF2-40B4-BE49-F238E27FC236}">
                  <a16:creationId xmlns:a16="http://schemas.microsoft.com/office/drawing/2014/main" id="{E6646777-686D-81DB-D39F-1F26E517F2FB}"/>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E</a:t>
              </a:r>
              <a:endParaRPr lang="zh-CN" altLang="en-US" sz="2000" b="1" dirty="0">
                <a:solidFill>
                  <a:srgbClr val="041ABC"/>
                </a:solidFill>
              </a:endParaRPr>
            </a:p>
          </p:txBody>
        </p:sp>
        <p:sp>
          <p:nvSpPr>
            <p:cNvPr id="178" name="矩形 177">
              <a:extLst>
                <a:ext uri="{FF2B5EF4-FFF2-40B4-BE49-F238E27FC236}">
                  <a16:creationId xmlns:a16="http://schemas.microsoft.com/office/drawing/2014/main" id="{21053051-806C-EBD9-0040-3371895F69ED}"/>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79" name="矩形 178">
              <a:extLst>
                <a:ext uri="{FF2B5EF4-FFF2-40B4-BE49-F238E27FC236}">
                  <a16:creationId xmlns:a16="http://schemas.microsoft.com/office/drawing/2014/main" id="{6CB21334-945B-BEA0-AE65-15553F17B176}"/>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cxnSp>
        <p:nvCxnSpPr>
          <p:cNvPr id="180" name="直接箭头连接符 179">
            <a:extLst>
              <a:ext uri="{FF2B5EF4-FFF2-40B4-BE49-F238E27FC236}">
                <a16:creationId xmlns:a16="http://schemas.microsoft.com/office/drawing/2014/main" id="{073C4830-2EDB-B22C-A287-466927820B23}"/>
              </a:ext>
            </a:extLst>
          </p:cNvPr>
          <p:cNvCxnSpPr>
            <a:cxnSpLocks/>
          </p:cNvCxnSpPr>
          <p:nvPr/>
        </p:nvCxnSpPr>
        <p:spPr>
          <a:xfrm flipH="1">
            <a:off x="5957456" y="4223140"/>
            <a:ext cx="836813" cy="404838"/>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84" name="直接箭头连接符 183">
            <a:extLst>
              <a:ext uri="{FF2B5EF4-FFF2-40B4-BE49-F238E27FC236}">
                <a16:creationId xmlns:a16="http://schemas.microsoft.com/office/drawing/2014/main" id="{F8421847-DB0A-B4A5-808E-4B9019119065}"/>
              </a:ext>
            </a:extLst>
          </p:cNvPr>
          <p:cNvCxnSpPr>
            <a:cxnSpLocks/>
          </p:cNvCxnSpPr>
          <p:nvPr/>
        </p:nvCxnSpPr>
        <p:spPr>
          <a:xfrm>
            <a:off x="6231774" y="4791177"/>
            <a:ext cx="486150" cy="0"/>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86" name="直接箭头连接符 185">
            <a:extLst>
              <a:ext uri="{FF2B5EF4-FFF2-40B4-BE49-F238E27FC236}">
                <a16:creationId xmlns:a16="http://schemas.microsoft.com/office/drawing/2014/main" id="{732DCA7B-580A-5E21-4737-D12CA8E9587C}"/>
              </a:ext>
            </a:extLst>
          </p:cNvPr>
          <p:cNvCxnSpPr>
            <a:cxnSpLocks/>
          </p:cNvCxnSpPr>
          <p:nvPr/>
        </p:nvCxnSpPr>
        <p:spPr>
          <a:xfrm>
            <a:off x="7306555" y="4791177"/>
            <a:ext cx="486150" cy="0"/>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87" name="直接箭头连接符 186">
            <a:extLst>
              <a:ext uri="{FF2B5EF4-FFF2-40B4-BE49-F238E27FC236}">
                <a16:creationId xmlns:a16="http://schemas.microsoft.com/office/drawing/2014/main" id="{DDEBD958-5073-47FA-E2ED-62830580BF3B}"/>
              </a:ext>
            </a:extLst>
          </p:cNvPr>
          <p:cNvCxnSpPr>
            <a:cxnSpLocks/>
          </p:cNvCxnSpPr>
          <p:nvPr/>
        </p:nvCxnSpPr>
        <p:spPr>
          <a:xfrm>
            <a:off x="6794269" y="4791177"/>
            <a:ext cx="0" cy="379340"/>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190" name="文本框 189">
            <a:extLst>
              <a:ext uri="{FF2B5EF4-FFF2-40B4-BE49-F238E27FC236}">
                <a16:creationId xmlns:a16="http://schemas.microsoft.com/office/drawing/2014/main" id="{E9937201-41B3-9064-3BEC-B0AA9A5A9C8D}"/>
              </a:ext>
            </a:extLst>
          </p:cNvPr>
          <p:cNvSpPr txBox="1"/>
          <p:nvPr/>
        </p:nvSpPr>
        <p:spPr>
          <a:xfrm>
            <a:off x="6068291" y="3067318"/>
            <a:ext cx="2328245" cy="707886"/>
          </a:xfrm>
          <a:prstGeom prst="rect">
            <a:avLst/>
          </a:prstGeom>
          <a:noFill/>
        </p:spPr>
        <p:txBody>
          <a:bodyPr wrap="square" rtlCol="0">
            <a:spAutoFit/>
          </a:bodyPr>
          <a:lstStyle/>
          <a:p>
            <a:r>
              <a:rPr lang="zh-CN" altLang="en-US" sz="2000" b="1" dirty="0">
                <a:solidFill>
                  <a:srgbClr val="C00000"/>
                </a:solidFill>
                <a:latin typeface="Courier New" panose="02070309020205020404" pitchFamily="49" charset="0"/>
                <a:ea typeface="+mj-ea"/>
                <a:cs typeface="Courier New" panose="02070309020205020404" pitchFamily="49" charset="0"/>
              </a:rPr>
              <a:t>按 </a:t>
            </a:r>
            <a:r>
              <a:rPr lang="en-US" altLang="zh-CN" sz="2000" b="1" dirty="0" err="1">
                <a:solidFill>
                  <a:srgbClr val="8E0000"/>
                </a:solidFill>
                <a:latin typeface="Courier New" panose="02070309020205020404" pitchFamily="49" charset="0"/>
                <a:ea typeface="+mj-ea"/>
                <a:cs typeface="Courier New" panose="02070309020205020404" pitchFamily="49" charset="0"/>
              </a:rPr>
              <a:t>firstChild</a:t>
            </a:r>
            <a:endParaRPr lang="en-US" altLang="zh-CN" sz="2000" b="1" dirty="0">
              <a:solidFill>
                <a:srgbClr val="8E0000"/>
              </a:solidFill>
              <a:latin typeface="Courier New" panose="02070309020205020404" pitchFamily="49" charset="0"/>
              <a:ea typeface="+mj-ea"/>
              <a:cs typeface="Courier New" panose="02070309020205020404" pitchFamily="49" charset="0"/>
            </a:endParaRPr>
          </a:p>
          <a:p>
            <a:r>
              <a:rPr lang="zh-CN" altLang="en-US" sz="2000" b="1" dirty="0">
                <a:solidFill>
                  <a:srgbClr val="C00000"/>
                </a:solidFill>
                <a:latin typeface="Courier New" panose="02070309020205020404" pitchFamily="49" charset="0"/>
                <a:ea typeface="+mj-ea"/>
                <a:cs typeface="Courier New" panose="02070309020205020404" pitchFamily="49" charset="0"/>
              </a:rPr>
              <a:t>和 </a:t>
            </a:r>
            <a:r>
              <a:rPr lang="en-US" altLang="zh-CN" sz="2000" b="1" dirty="0" err="1">
                <a:solidFill>
                  <a:srgbClr val="8E0000"/>
                </a:solidFill>
                <a:latin typeface="Courier New" panose="02070309020205020404" pitchFamily="49" charset="0"/>
                <a:ea typeface="+mj-ea"/>
                <a:cs typeface="Courier New" panose="02070309020205020404" pitchFamily="49" charset="0"/>
              </a:rPr>
              <a:t>nextSib</a:t>
            </a:r>
            <a:r>
              <a:rPr lang="en-US" altLang="zh-CN" sz="2000" b="1" dirty="0">
                <a:solidFill>
                  <a:srgbClr val="C00000"/>
                </a:solidFill>
                <a:latin typeface="Courier New" panose="02070309020205020404" pitchFamily="49" charset="0"/>
                <a:ea typeface="+mj-ea"/>
                <a:cs typeface="Courier New" panose="02070309020205020404" pitchFamily="49" charset="0"/>
              </a:rPr>
              <a:t> </a:t>
            </a:r>
            <a:r>
              <a:rPr lang="zh-CN" altLang="en-US" sz="2000" b="1" dirty="0">
                <a:solidFill>
                  <a:srgbClr val="C00000"/>
                </a:solidFill>
                <a:latin typeface="Courier New" panose="02070309020205020404" pitchFamily="49" charset="0"/>
                <a:ea typeface="+mj-ea"/>
                <a:cs typeface="Courier New" panose="02070309020205020404" pitchFamily="49" charset="0"/>
              </a:rPr>
              <a:t>解释</a:t>
            </a:r>
          </a:p>
        </p:txBody>
      </p:sp>
      <p:sp>
        <p:nvSpPr>
          <p:cNvPr id="191" name="文本框 190">
            <a:extLst>
              <a:ext uri="{FF2B5EF4-FFF2-40B4-BE49-F238E27FC236}">
                <a16:creationId xmlns:a16="http://schemas.microsoft.com/office/drawing/2014/main" id="{80C32B74-1EA8-778D-5C47-DE40065299E2}"/>
              </a:ext>
            </a:extLst>
          </p:cNvPr>
          <p:cNvSpPr txBox="1"/>
          <p:nvPr/>
        </p:nvSpPr>
        <p:spPr>
          <a:xfrm>
            <a:off x="9592188" y="3098382"/>
            <a:ext cx="2328245" cy="707886"/>
          </a:xfrm>
          <a:prstGeom prst="rect">
            <a:avLst/>
          </a:prstGeom>
          <a:noFill/>
        </p:spPr>
        <p:txBody>
          <a:bodyPr wrap="square" rtlCol="0">
            <a:spAutoFit/>
          </a:bodyPr>
          <a:lstStyle/>
          <a:p>
            <a:r>
              <a:rPr lang="zh-CN" altLang="en-US" sz="2000" b="1" dirty="0">
                <a:solidFill>
                  <a:srgbClr val="C00000"/>
                </a:solidFill>
                <a:latin typeface="Courier New" panose="02070309020205020404" pitchFamily="49" charset="0"/>
                <a:ea typeface="+mj-ea"/>
                <a:cs typeface="Courier New" panose="02070309020205020404" pitchFamily="49" charset="0"/>
              </a:rPr>
              <a:t>按 </a:t>
            </a:r>
            <a:r>
              <a:rPr lang="en-US" altLang="zh-CN" sz="2000" b="1" dirty="0" err="1">
                <a:solidFill>
                  <a:srgbClr val="8E0000"/>
                </a:solidFill>
                <a:latin typeface="Courier New" panose="02070309020205020404" pitchFamily="49" charset="0"/>
                <a:ea typeface="+mj-ea"/>
                <a:cs typeface="Courier New" panose="02070309020205020404" pitchFamily="49" charset="0"/>
              </a:rPr>
              <a:t>lChild</a:t>
            </a:r>
            <a:endParaRPr lang="en-US" altLang="zh-CN" sz="2000" b="1" dirty="0">
              <a:solidFill>
                <a:srgbClr val="8E0000"/>
              </a:solidFill>
              <a:latin typeface="Courier New" panose="02070309020205020404" pitchFamily="49" charset="0"/>
              <a:ea typeface="+mj-ea"/>
              <a:cs typeface="Courier New" panose="02070309020205020404" pitchFamily="49" charset="0"/>
            </a:endParaRPr>
          </a:p>
          <a:p>
            <a:r>
              <a:rPr lang="zh-CN" altLang="en-US" sz="2000" b="1" dirty="0">
                <a:solidFill>
                  <a:srgbClr val="C00000"/>
                </a:solidFill>
                <a:latin typeface="Courier New" panose="02070309020205020404" pitchFamily="49" charset="0"/>
                <a:ea typeface="+mj-ea"/>
                <a:cs typeface="Courier New" panose="02070309020205020404" pitchFamily="49" charset="0"/>
              </a:rPr>
              <a:t>和 </a:t>
            </a:r>
            <a:r>
              <a:rPr lang="en-US" altLang="zh-CN" sz="2000" b="1" dirty="0" err="1">
                <a:solidFill>
                  <a:srgbClr val="8E0000"/>
                </a:solidFill>
                <a:latin typeface="Courier New" panose="02070309020205020404" pitchFamily="49" charset="0"/>
                <a:ea typeface="+mj-ea"/>
                <a:cs typeface="Courier New" panose="02070309020205020404" pitchFamily="49" charset="0"/>
              </a:rPr>
              <a:t>rchild</a:t>
            </a:r>
            <a:r>
              <a:rPr lang="en-US" altLang="zh-CN" sz="2000" b="1" dirty="0">
                <a:solidFill>
                  <a:srgbClr val="C00000"/>
                </a:solidFill>
                <a:latin typeface="Courier New" panose="02070309020205020404" pitchFamily="49" charset="0"/>
                <a:ea typeface="+mj-ea"/>
                <a:cs typeface="Courier New" panose="02070309020205020404" pitchFamily="49" charset="0"/>
              </a:rPr>
              <a:t> </a:t>
            </a:r>
            <a:r>
              <a:rPr lang="zh-CN" altLang="en-US" sz="2000" b="1" dirty="0">
                <a:solidFill>
                  <a:srgbClr val="C00000"/>
                </a:solidFill>
                <a:latin typeface="Courier New" panose="02070309020205020404" pitchFamily="49" charset="0"/>
                <a:ea typeface="+mj-ea"/>
                <a:cs typeface="Courier New" panose="02070309020205020404" pitchFamily="49" charset="0"/>
              </a:rPr>
              <a:t>解释</a:t>
            </a:r>
          </a:p>
        </p:txBody>
      </p:sp>
      <p:grpSp>
        <p:nvGrpSpPr>
          <p:cNvPr id="192" name="组合 191">
            <a:extLst>
              <a:ext uri="{FF2B5EF4-FFF2-40B4-BE49-F238E27FC236}">
                <a16:creationId xmlns:a16="http://schemas.microsoft.com/office/drawing/2014/main" id="{C9AA29B8-2B73-3F7A-19C4-026BB48A5A0D}"/>
              </a:ext>
            </a:extLst>
          </p:cNvPr>
          <p:cNvGrpSpPr/>
          <p:nvPr/>
        </p:nvGrpSpPr>
        <p:grpSpPr>
          <a:xfrm>
            <a:off x="8735953" y="2871721"/>
            <a:ext cx="721844" cy="324291"/>
            <a:chOff x="8556568" y="3269382"/>
            <a:chExt cx="721844" cy="324291"/>
          </a:xfrm>
        </p:grpSpPr>
        <p:sp>
          <p:nvSpPr>
            <p:cNvPr id="193" name="矩形 192">
              <a:extLst>
                <a:ext uri="{FF2B5EF4-FFF2-40B4-BE49-F238E27FC236}">
                  <a16:creationId xmlns:a16="http://schemas.microsoft.com/office/drawing/2014/main" id="{44B43FA1-2D71-E5B6-C600-B4F18B8F2B90}"/>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A</a:t>
              </a:r>
              <a:endParaRPr lang="zh-CN" altLang="en-US" sz="2000" b="1" dirty="0">
                <a:solidFill>
                  <a:srgbClr val="041ABC"/>
                </a:solidFill>
              </a:endParaRPr>
            </a:p>
          </p:txBody>
        </p:sp>
        <p:sp>
          <p:nvSpPr>
            <p:cNvPr id="194" name="矩形 193">
              <a:extLst>
                <a:ext uri="{FF2B5EF4-FFF2-40B4-BE49-F238E27FC236}">
                  <a16:creationId xmlns:a16="http://schemas.microsoft.com/office/drawing/2014/main" id="{B6F8625E-C62A-A5F7-C275-29032B19CD80}"/>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95" name="矩形 194">
              <a:extLst>
                <a:ext uri="{FF2B5EF4-FFF2-40B4-BE49-F238E27FC236}">
                  <a16:creationId xmlns:a16="http://schemas.microsoft.com/office/drawing/2014/main" id="{E50E851F-BD5E-FE38-64F6-34016E829014}"/>
                </a:ext>
              </a:extLst>
            </p:cNvPr>
            <p:cNvSpPr/>
            <p:nvPr/>
          </p:nvSpPr>
          <p:spPr>
            <a:xfrm>
              <a:off x="9062412" y="3269382"/>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196" name="组合 195">
            <a:extLst>
              <a:ext uri="{FF2B5EF4-FFF2-40B4-BE49-F238E27FC236}">
                <a16:creationId xmlns:a16="http://schemas.microsoft.com/office/drawing/2014/main" id="{B1583FAB-DFD7-1A17-8142-BD0DF3E35D04}"/>
              </a:ext>
            </a:extLst>
          </p:cNvPr>
          <p:cNvGrpSpPr/>
          <p:nvPr/>
        </p:nvGrpSpPr>
        <p:grpSpPr>
          <a:xfrm>
            <a:off x="8735953" y="3457815"/>
            <a:ext cx="721844" cy="324293"/>
            <a:chOff x="8556568" y="3269380"/>
            <a:chExt cx="721844" cy="324293"/>
          </a:xfrm>
        </p:grpSpPr>
        <p:sp>
          <p:nvSpPr>
            <p:cNvPr id="197" name="矩形 196">
              <a:extLst>
                <a:ext uri="{FF2B5EF4-FFF2-40B4-BE49-F238E27FC236}">
                  <a16:creationId xmlns:a16="http://schemas.microsoft.com/office/drawing/2014/main" id="{E6717393-9658-A29E-D8AB-9B1020EEAA04}"/>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B</a:t>
              </a:r>
              <a:endParaRPr lang="zh-CN" altLang="en-US" sz="2000" b="1" dirty="0">
                <a:solidFill>
                  <a:srgbClr val="041ABC"/>
                </a:solidFill>
              </a:endParaRPr>
            </a:p>
          </p:txBody>
        </p:sp>
        <p:sp>
          <p:nvSpPr>
            <p:cNvPr id="198" name="矩形 197">
              <a:extLst>
                <a:ext uri="{FF2B5EF4-FFF2-40B4-BE49-F238E27FC236}">
                  <a16:creationId xmlns:a16="http://schemas.microsoft.com/office/drawing/2014/main" id="{4D39A2FE-0C7F-F4DC-8D6E-5B16ADF0CC6A}"/>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199" name="矩形 198">
              <a:extLst>
                <a:ext uri="{FF2B5EF4-FFF2-40B4-BE49-F238E27FC236}">
                  <a16:creationId xmlns:a16="http://schemas.microsoft.com/office/drawing/2014/main" id="{6A3CE82E-FB8C-CBC8-D23A-B72DD6852E17}"/>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200" name="组合 199">
            <a:extLst>
              <a:ext uri="{FF2B5EF4-FFF2-40B4-BE49-F238E27FC236}">
                <a16:creationId xmlns:a16="http://schemas.microsoft.com/office/drawing/2014/main" id="{D6F3ABAE-053A-D15C-7991-4395DB6694C4}"/>
              </a:ext>
            </a:extLst>
          </p:cNvPr>
          <p:cNvGrpSpPr/>
          <p:nvPr/>
        </p:nvGrpSpPr>
        <p:grpSpPr>
          <a:xfrm>
            <a:off x="8736875" y="4041240"/>
            <a:ext cx="721844" cy="324293"/>
            <a:chOff x="8556568" y="3269380"/>
            <a:chExt cx="721844" cy="324293"/>
          </a:xfrm>
        </p:grpSpPr>
        <p:sp>
          <p:nvSpPr>
            <p:cNvPr id="201" name="矩形 200">
              <a:extLst>
                <a:ext uri="{FF2B5EF4-FFF2-40B4-BE49-F238E27FC236}">
                  <a16:creationId xmlns:a16="http://schemas.microsoft.com/office/drawing/2014/main" id="{DB9D5F11-4CFE-ED53-D44F-DC1A6AFE65F8}"/>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C</a:t>
              </a:r>
              <a:endParaRPr lang="zh-CN" altLang="en-US" sz="2000" b="1" dirty="0">
                <a:solidFill>
                  <a:srgbClr val="041ABC"/>
                </a:solidFill>
              </a:endParaRPr>
            </a:p>
          </p:txBody>
        </p:sp>
        <p:sp>
          <p:nvSpPr>
            <p:cNvPr id="202" name="矩形 201">
              <a:extLst>
                <a:ext uri="{FF2B5EF4-FFF2-40B4-BE49-F238E27FC236}">
                  <a16:creationId xmlns:a16="http://schemas.microsoft.com/office/drawing/2014/main" id="{848ED3F9-7CBA-9EDC-8912-7035DE9CE8D5}"/>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203" name="矩形 202">
              <a:extLst>
                <a:ext uri="{FF2B5EF4-FFF2-40B4-BE49-F238E27FC236}">
                  <a16:creationId xmlns:a16="http://schemas.microsoft.com/office/drawing/2014/main" id="{79005237-571F-D7E1-C72F-C2855193CEC9}"/>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grpSp>
        <p:nvGrpSpPr>
          <p:cNvPr id="204" name="组合 203">
            <a:extLst>
              <a:ext uri="{FF2B5EF4-FFF2-40B4-BE49-F238E27FC236}">
                <a16:creationId xmlns:a16="http://schemas.microsoft.com/office/drawing/2014/main" id="{A50012C0-FE7F-78F5-7EB1-03D15A8339CC}"/>
              </a:ext>
            </a:extLst>
          </p:cNvPr>
          <p:cNvGrpSpPr/>
          <p:nvPr/>
        </p:nvGrpSpPr>
        <p:grpSpPr>
          <a:xfrm>
            <a:off x="8737973" y="4622385"/>
            <a:ext cx="721844" cy="324293"/>
            <a:chOff x="8556568" y="3269380"/>
            <a:chExt cx="721844" cy="324293"/>
          </a:xfrm>
        </p:grpSpPr>
        <p:sp>
          <p:nvSpPr>
            <p:cNvPr id="205" name="矩形 204">
              <a:extLst>
                <a:ext uri="{FF2B5EF4-FFF2-40B4-BE49-F238E27FC236}">
                  <a16:creationId xmlns:a16="http://schemas.microsoft.com/office/drawing/2014/main" id="{6B2B794B-D92E-6D75-7580-614A9E6DCB3E}"/>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D</a:t>
              </a:r>
              <a:endParaRPr lang="zh-CN" altLang="en-US" sz="2000" b="1" dirty="0">
                <a:solidFill>
                  <a:srgbClr val="041ABC"/>
                </a:solidFill>
              </a:endParaRPr>
            </a:p>
          </p:txBody>
        </p:sp>
        <p:sp>
          <p:nvSpPr>
            <p:cNvPr id="206" name="矩形 205">
              <a:extLst>
                <a:ext uri="{FF2B5EF4-FFF2-40B4-BE49-F238E27FC236}">
                  <a16:creationId xmlns:a16="http://schemas.microsoft.com/office/drawing/2014/main" id="{39419210-4681-940D-21C8-7004DC434554}"/>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rgbClr val="041ABC"/>
                </a:solidFill>
              </a:endParaRPr>
            </a:p>
          </p:txBody>
        </p:sp>
        <p:sp>
          <p:nvSpPr>
            <p:cNvPr id="207" name="矩形 206">
              <a:extLst>
                <a:ext uri="{FF2B5EF4-FFF2-40B4-BE49-F238E27FC236}">
                  <a16:creationId xmlns:a16="http://schemas.microsoft.com/office/drawing/2014/main" id="{E76E20B9-0799-97D2-E91D-489E5D7220C5}"/>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rgbClr val="041ABC"/>
                </a:solidFill>
              </a:endParaRPr>
            </a:p>
          </p:txBody>
        </p:sp>
      </p:grpSp>
      <p:grpSp>
        <p:nvGrpSpPr>
          <p:cNvPr id="208" name="组合 207">
            <a:extLst>
              <a:ext uri="{FF2B5EF4-FFF2-40B4-BE49-F238E27FC236}">
                <a16:creationId xmlns:a16="http://schemas.microsoft.com/office/drawing/2014/main" id="{E277E480-E63A-92F8-C04B-E0F97C0F9F1B}"/>
              </a:ext>
            </a:extLst>
          </p:cNvPr>
          <p:cNvGrpSpPr/>
          <p:nvPr/>
        </p:nvGrpSpPr>
        <p:grpSpPr>
          <a:xfrm>
            <a:off x="8735953" y="5203272"/>
            <a:ext cx="721844" cy="324293"/>
            <a:chOff x="8556568" y="3269380"/>
            <a:chExt cx="721844" cy="324293"/>
          </a:xfrm>
        </p:grpSpPr>
        <p:sp>
          <p:nvSpPr>
            <p:cNvPr id="209" name="矩形 208">
              <a:extLst>
                <a:ext uri="{FF2B5EF4-FFF2-40B4-BE49-F238E27FC236}">
                  <a16:creationId xmlns:a16="http://schemas.microsoft.com/office/drawing/2014/main" id="{F5E22EDD-5984-F21B-2C06-4062D4C766A8}"/>
                </a:ext>
              </a:extLst>
            </p:cNvPr>
            <p:cNvSpPr/>
            <p:nvPr/>
          </p:nvSpPr>
          <p:spPr>
            <a:xfrm>
              <a:off x="8774412" y="3269673"/>
              <a:ext cx="288000" cy="324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41ABC"/>
                  </a:solidFill>
                </a:rPr>
                <a:t>E</a:t>
              </a:r>
              <a:endParaRPr lang="zh-CN" altLang="en-US" sz="2000" b="1" dirty="0">
                <a:solidFill>
                  <a:srgbClr val="041ABC"/>
                </a:solidFill>
              </a:endParaRPr>
            </a:p>
          </p:txBody>
        </p:sp>
        <p:sp>
          <p:nvSpPr>
            <p:cNvPr id="210" name="矩形 209">
              <a:extLst>
                <a:ext uri="{FF2B5EF4-FFF2-40B4-BE49-F238E27FC236}">
                  <a16:creationId xmlns:a16="http://schemas.microsoft.com/office/drawing/2014/main" id="{C8A498B2-2257-B8FB-4FB8-E959FCEEF612}"/>
                </a:ext>
              </a:extLst>
            </p:cNvPr>
            <p:cNvSpPr/>
            <p:nvPr/>
          </p:nvSpPr>
          <p:spPr>
            <a:xfrm>
              <a:off x="8556568" y="3269673"/>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sp>
          <p:nvSpPr>
            <p:cNvPr id="211" name="矩形 210">
              <a:extLst>
                <a:ext uri="{FF2B5EF4-FFF2-40B4-BE49-F238E27FC236}">
                  <a16:creationId xmlns:a16="http://schemas.microsoft.com/office/drawing/2014/main" id="{2F9ACB18-48BC-F9AA-71AE-C8B77A4BE95B}"/>
                </a:ext>
              </a:extLst>
            </p:cNvPr>
            <p:cNvSpPr/>
            <p:nvPr/>
          </p:nvSpPr>
          <p:spPr>
            <a:xfrm>
              <a:off x="9062412" y="3269380"/>
              <a:ext cx="216000" cy="3240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41ABC"/>
                </a:solidFill>
              </a:endParaRPr>
            </a:p>
          </p:txBody>
        </p:sp>
      </p:grpSp>
      <p:cxnSp>
        <p:nvCxnSpPr>
          <p:cNvPr id="212" name="直接箭头连接符 211">
            <a:extLst>
              <a:ext uri="{FF2B5EF4-FFF2-40B4-BE49-F238E27FC236}">
                <a16:creationId xmlns:a16="http://schemas.microsoft.com/office/drawing/2014/main" id="{2C8E408F-F003-021D-A60A-A9AFD05B7C9C}"/>
              </a:ext>
            </a:extLst>
          </p:cNvPr>
          <p:cNvCxnSpPr>
            <a:cxnSpLocks/>
          </p:cNvCxnSpPr>
          <p:nvPr/>
        </p:nvCxnSpPr>
        <p:spPr>
          <a:xfrm flipH="1">
            <a:off x="10335134" y="4230865"/>
            <a:ext cx="501383" cy="380410"/>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213" name="直接箭头连接符 212">
            <a:extLst>
              <a:ext uri="{FF2B5EF4-FFF2-40B4-BE49-F238E27FC236}">
                <a16:creationId xmlns:a16="http://schemas.microsoft.com/office/drawing/2014/main" id="{C07DFF05-4A55-90BE-8896-6E027862DCB9}"/>
              </a:ext>
            </a:extLst>
          </p:cNvPr>
          <p:cNvCxnSpPr>
            <a:cxnSpLocks/>
          </p:cNvCxnSpPr>
          <p:nvPr/>
        </p:nvCxnSpPr>
        <p:spPr>
          <a:xfrm>
            <a:off x="10522290" y="4789122"/>
            <a:ext cx="125760" cy="425730"/>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214" name="直接箭头连接符 213">
            <a:extLst>
              <a:ext uri="{FF2B5EF4-FFF2-40B4-BE49-F238E27FC236}">
                <a16:creationId xmlns:a16="http://schemas.microsoft.com/office/drawing/2014/main" id="{A4129F4E-824D-7C18-F978-C1B6F49CF1BD}"/>
              </a:ext>
            </a:extLst>
          </p:cNvPr>
          <p:cNvCxnSpPr>
            <a:cxnSpLocks/>
          </p:cNvCxnSpPr>
          <p:nvPr/>
        </p:nvCxnSpPr>
        <p:spPr>
          <a:xfrm>
            <a:off x="10906444" y="5393619"/>
            <a:ext cx="271404" cy="386498"/>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215" name="直接箭头连接符 214">
            <a:extLst>
              <a:ext uri="{FF2B5EF4-FFF2-40B4-BE49-F238E27FC236}">
                <a16:creationId xmlns:a16="http://schemas.microsoft.com/office/drawing/2014/main" id="{FBAFA1A9-728C-B74F-17D8-8C84EEA28A31}"/>
              </a:ext>
            </a:extLst>
          </p:cNvPr>
          <p:cNvCxnSpPr>
            <a:cxnSpLocks/>
          </p:cNvCxnSpPr>
          <p:nvPr/>
        </p:nvCxnSpPr>
        <p:spPr>
          <a:xfrm flipH="1">
            <a:off x="10077157" y="5401217"/>
            <a:ext cx="318562" cy="378900"/>
          </a:xfrm>
          <a:prstGeom prst="straightConnector1">
            <a:avLst/>
          </a:prstGeom>
          <a:ln>
            <a:solidFill>
              <a:srgbClr val="041ABC"/>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222" name="文本框 221">
            <a:extLst>
              <a:ext uri="{FF2B5EF4-FFF2-40B4-BE49-F238E27FC236}">
                <a16:creationId xmlns:a16="http://schemas.microsoft.com/office/drawing/2014/main" id="{3B42B189-74BB-52E1-1012-B53D19FBA259}"/>
              </a:ext>
            </a:extLst>
          </p:cNvPr>
          <p:cNvSpPr txBox="1"/>
          <p:nvPr/>
        </p:nvSpPr>
        <p:spPr>
          <a:xfrm>
            <a:off x="8507484" y="2380035"/>
            <a:ext cx="1210588" cy="400110"/>
          </a:xfrm>
          <a:prstGeom prst="rect">
            <a:avLst/>
          </a:prstGeom>
          <a:noFill/>
        </p:spPr>
        <p:txBody>
          <a:bodyPr wrap="none" rtlCol="0">
            <a:spAutoFit/>
          </a:bodyPr>
          <a:lstStyle/>
          <a:p>
            <a:r>
              <a:rPr lang="zh-CN" altLang="en-US" sz="2000" dirty="0">
                <a:solidFill>
                  <a:srgbClr val="C00000"/>
                </a:solidFill>
                <a:latin typeface="+mj-ea"/>
                <a:ea typeface="+mj-ea"/>
              </a:rPr>
              <a:t>存储结构</a:t>
            </a:r>
          </a:p>
        </p:txBody>
      </p:sp>
      <p:sp>
        <p:nvSpPr>
          <p:cNvPr id="224" name="文本框 223">
            <a:extLst>
              <a:ext uri="{FF2B5EF4-FFF2-40B4-BE49-F238E27FC236}">
                <a16:creationId xmlns:a16="http://schemas.microsoft.com/office/drawing/2014/main" id="{9ECC6F34-DC3D-0413-419D-9A8B598D1924}"/>
              </a:ext>
            </a:extLst>
          </p:cNvPr>
          <p:cNvSpPr txBox="1"/>
          <p:nvPr/>
        </p:nvSpPr>
        <p:spPr>
          <a:xfrm>
            <a:off x="682574" y="966527"/>
            <a:ext cx="5080726" cy="1876411"/>
          </a:xfrm>
          <a:prstGeom prst="rect">
            <a:avLst/>
          </a:prstGeom>
          <a:noFill/>
        </p:spPr>
        <p:txBody>
          <a:bodyPr wrap="square">
            <a:spAutoFit/>
          </a:bodyPr>
          <a:lstStyle/>
          <a:p>
            <a:pPr algn="just">
              <a:lnSpc>
                <a:spcPct val="120000"/>
              </a:lnSpc>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可以二叉链表作为媒介导出树与二叉树之间的一个</a:t>
            </a:r>
            <a:r>
              <a:rPr lang="zh-CN" altLang="zh-CN" sz="1800" dirty="0">
                <a:solidFill>
                  <a:srgbClr val="041AB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对应关系</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给定一棵树，可以找到唯一的一棵二叉树与之对应，从物理结构来看，它们的</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二叉链表是相同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的，只是</a:t>
            </a:r>
            <a:r>
              <a:rPr lang="zh-CN" altLang="zh-CN"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解释不同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而已。</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1200"/>
              </a:spcBef>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6.25</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直观地展示了树与二叉树之间的</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对应关系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158876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animEffect transition="in" filter="fade">
                                      <p:cBhvr>
                                        <p:cTn id="7" dur="1000"/>
                                        <p:tgtEl>
                                          <p:spTgt spid="224">
                                            <p:txEl>
                                              <p:pRg st="0" end="0"/>
                                            </p:txEl>
                                          </p:spTgt>
                                        </p:tgtEl>
                                      </p:cBhvr>
                                    </p:animEffect>
                                    <p:anim calcmode="lin" valueType="num">
                                      <p:cBhvr>
                                        <p:cTn id="8" dur="1000" fill="hold"/>
                                        <p:tgtEl>
                                          <p:spTgt spid="22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2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24">
                                            <p:txEl>
                                              <p:pRg st="1" end="1"/>
                                            </p:txEl>
                                          </p:spTgt>
                                        </p:tgtEl>
                                        <p:attrNameLst>
                                          <p:attrName>style.visibility</p:attrName>
                                        </p:attrNameLst>
                                      </p:cBhvr>
                                      <p:to>
                                        <p:strVal val="visible"/>
                                      </p:to>
                                    </p:set>
                                    <p:animEffect transition="in" filter="fade">
                                      <p:cBhvr>
                                        <p:cTn id="14" dur="1000"/>
                                        <p:tgtEl>
                                          <p:spTgt spid="224">
                                            <p:txEl>
                                              <p:pRg st="1" end="1"/>
                                            </p:txEl>
                                          </p:spTgt>
                                        </p:tgtEl>
                                      </p:cBhvr>
                                    </p:animEffect>
                                    <p:anim calcmode="lin" valueType="num">
                                      <p:cBhvr>
                                        <p:cTn id="15" dur="1000" fill="hold"/>
                                        <p:tgtEl>
                                          <p:spTgt spid="22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24">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225"/>
                                        </p:tgtEl>
                                        <p:attrNameLst>
                                          <p:attrName>style.visibility</p:attrName>
                                        </p:attrNameLst>
                                      </p:cBhvr>
                                      <p:to>
                                        <p:strVal val="visible"/>
                                      </p:to>
                                    </p:set>
                                    <p:animEffect transition="in" filter="wipe(up)">
                                      <p:cBhvr>
                                        <p:cTn id="20" dur="1000"/>
                                        <p:tgtEl>
                                          <p:spTgt spid="225"/>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up)">
                                      <p:cBhvr>
                                        <p:cTn id="24" dur="500"/>
                                        <p:tgtEl>
                                          <p:spTgt spid="24"/>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up)">
                                      <p:cBhvr>
                                        <p:cTn id="27" dur="500"/>
                                        <p:tgtEl>
                                          <p:spTgt spid="2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up)">
                                      <p:cBhvr>
                                        <p:cTn id="30" dur="500"/>
                                        <p:tgtEl>
                                          <p:spTgt spid="2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up)">
                                      <p:cBhvr>
                                        <p:cTn id="33" dur="500"/>
                                        <p:tgtEl>
                                          <p:spTgt spid="2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ipe(up)">
                                      <p:cBhvr>
                                        <p:cTn id="36" dur="500"/>
                                        <p:tgtEl>
                                          <p:spTgt spid="28"/>
                                        </p:tgtEl>
                                      </p:cBhvr>
                                    </p:animEffect>
                                  </p:childTnLst>
                                </p:cTn>
                              </p:par>
                              <p:par>
                                <p:cTn id="37" presetID="22" presetClass="entr" presetSubtype="1"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up)">
                                      <p:cBhvr>
                                        <p:cTn id="39" dur="500"/>
                                        <p:tgtEl>
                                          <p:spTgt spid="29"/>
                                        </p:tgtEl>
                                      </p:cBhvr>
                                    </p:animEffect>
                                  </p:childTnLst>
                                </p:cTn>
                              </p:par>
                              <p:par>
                                <p:cTn id="40" presetID="22" presetClass="entr" presetSubtype="1"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up)">
                                      <p:cBhvr>
                                        <p:cTn id="42" dur="500"/>
                                        <p:tgtEl>
                                          <p:spTgt spid="30"/>
                                        </p:tgtEl>
                                      </p:cBhvr>
                                    </p:animEffect>
                                  </p:childTnLst>
                                </p:cTn>
                              </p:par>
                              <p:par>
                                <p:cTn id="43" presetID="22" presetClass="entr" presetSubtype="1"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up)">
                                      <p:cBhvr>
                                        <p:cTn id="45" dur="500"/>
                                        <p:tgtEl>
                                          <p:spTgt spid="31"/>
                                        </p:tgtEl>
                                      </p:cBhvr>
                                    </p:animEffect>
                                  </p:childTnLst>
                                </p:cTn>
                              </p:par>
                              <p:par>
                                <p:cTn id="46" presetID="22" presetClass="entr" presetSubtype="1"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wipe(up)">
                                      <p:cBhvr>
                                        <p:cTn id="48" dur="500"/>
                                        <p:tgtEl>
                                          <p:spTgt spid="32"/>
                                        </p:tgtEl>
                                      </p:cBhvr>
                                    </p:animEffect>
                                  </p:childTnLst>
                                </p:cTn>
                              </p:par>
                              <p:par>
                                <p:cTn id="49" presetID="22" presetClass="entr" presetSubtype="1" fill="hold" grpId="1"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up)">
                                      <p:cBhvr>
                                        <p:cTn id="51" dur="500"/>
                                        <p:tgtEl>
                                          <p:spTgt spid="8"/>
                                        </p:tgtEl>
                                      </p:cBhvr>
                                    </p:animEffect>
                                  </p:childTnLst>
                                </p:cTn>
                              </p:par>
                              <p:par>
                                <p:cTn id="52" presetID="22" presetClass="entr" presetSubtype="1" fill="hold" grpId="2"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up)">
                                      <p:cBhvr>
                                        <p:cTn id="54" dur="500"/>
                                        <p:tgtEl>
                                          <p:spTgt spid="9"/>
                                        </p:tgtEl>
                                      </p:cBhvr>
                                    </p:animEffect>
                                  </p:childTnLst>
                                </p:cTn>
                              </p:par>
                              <p:par>
                                <p:cTn id="55" presetID="22" presetClass="entr" presetSubtype="1" fill="hold" grpId="2"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up)">
                                      <p:cBhvr>
                                        <p:cTn id="57" dur="500"/>
                                        <p:tgtEl>
                                          <p:spTgt spid="10"/>
                                        </p:tgtEl>
                                      </p:cBhvr>
                                    </p:animEffect>
                                  </p:childTnLst>
                                </p:cTn>
                              </p:par>
                              <p:par>
                                <p:cTn id="58" presetID="22" presetClass="entr" presetSubtype="1" fill="hold" grpId="2"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up)">
                                      <p:cBhvr>
                                        <p:cTn id="60" dur="500"/>
                                        <p:tgtEl>
                                          <p:spTgt spid="12"/>
                                        </p:tgtEl>
                                      </p:cBhvr>
                                    </p:animEffect>
                                  </p:childTnLst>
                                </p:cTn>
                              </p:par>
                              <p:par>
                                <p:cTn id="61" presetID="22" presetClass="entr" presetSubtype="1" fill="hold" grpId="2"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up)">
                                      <p:cBhvr>
                                        <p:cTn id="63" dur="500"/>
                                        <p:tgtEl>
                                          <p:spTgt spid="11"/>
                                        </p:tgtEl>
                                      </p:cBhvr>
                                    </p:animEffect>
                                  </p:childTnLst>
                                </p:cTn>
                              </p:par>
                              <p:par>
                                <p:cTn id="64" presetID="22" presetClass="entr" presetSubtype="1" fill="hold"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up)">
                                      <p:cBhvr>
                                        <p:cTn id="66" dur="500"/>
                                        <p:tgtEl>
                                          <p:spTgt spid="14"/>
                                        </p:tgtEl>
                                      </p:cBhvr>
                                    </p:animEffect>
                                  </p:childTnLst>
                                </p:cTn>
                              </p:par>
                              <p:par>
                                <p:cTn id="67" presetID="22" presetClass="entr" presetSubtype="1" fill="hold"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up)">
                                      <p:cBhvr>
                                        <p:cTn id="69" dur="500"/>
                                        <p:tgtEl>
                                          <p:spTgt spid="16"/>
                                        </p:tgtEl>
                                      </p:cBhvr>
                                    </p:animEffect>
                                  </p:childTnLst>
                                </p:cTn>
                              </p:par>
                              <p:par>
                                <p:cTn id="70" presetID="22" presetClass="entr" presetSubtype="1" fill="hold"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up)">
                                      <p:cBhvr>
                                        <p:cTn id="72" dur="500"/>
                                        <p:tgtEl>
                                          <p:spTgt spid="18"/>
                                        </p:tgtEl>
                                      </p:cBhvr>
                                    </p:animEffect>
                                  </p:childTnLst>
                                </p:cTn>
                              </p:par>
                              <p:par>
                                <p:cTn id="73" presetID="22" presetClass="entr" presetSubtype="1" fill="hold" nodeType="with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up)">
                                      <p:cBhvr>
                                        <p:cTn id="75" dur="500"/>
                                        <p:tgtEl>
                                          <p:spTgt spid="20"/>
                                        </p:tgtEl>
                                      </p:cBhvr>
                                    </p:animEffect>
                                  </p:childTnLst>
                                </p:cTn>
                              </p:par>
                            </p:childTnLst>
                          </p:cTn>
                        </p:par>
                      </p:childTnLst>
                    </p:cTn>
                  </p:par>
                  <p:par>
                    <p:cTn id="76" fill="hold">
                      <p:stCondLst>
                        <p:cond delay="indefinite"/>
                      </p:stCondLst>
                      <p:childTnLst>
                        <p:par>
                          <p:cTn id="77" fill="hold">
                            <p:stCondLst>
                              <p:cond delay="0"/>
                            </p:stCondLst>
                            <p:childTnLst>
                              <p:par>
                                <p:cTn id="78" presetID="31" presetClass="entr" presetSubtype="0" fill="hold" grpId="0" nodeType="clickEffect">
                                  <p:stCondLst>
                                    <p:cond delay="0"/>
                                  </p:stCondLst>
                                  <p:childTnLst>
                                    <p:set>
                                      <p:cBhvr>
                                        <p:cTn id="79" dur="1" fill="hold">
                                          <p:stCondLst>
                                            <p:cond delay="0"/>
                                          </p:stCondLst>
                                        </p:cTn>
                                        <p:tgtEl>
                                          <p:spTgt spid="125"/>
                                        </p:tgtEl>
                                        <p:attrNameLst>
                                          <p:attrName>style.visibility</p:attrName>
                                        </p:attrNameLst>
                                      </p:cBhvr>
                                      <p:to>
                                        <p:strVal val="visible"/>
                                      </p:to>
                                    </p:set>
                                    <p:anim calcmode="lin" valueType="num">
                                      <p:cBhvr>
                                        <p:cTn id="80" dur="1000" fill="hold"/>
                                        <p:tgtEl>
                                          <p:spTgt spid="125"/>
                                        </p:tgtEl>
                                        <p:attrNameLst>
                                          <p:attrName>ppt_w</p:attrName>
                                        </p:attrNameLst>
                                      </p:cBhvr>
                                      <p:tavLst>
                                        <p:tav tm="0">
                                          <p:val>
                                            <p:fltVal val="0"/>
                                          </p:val>
                                        </p:tav>
                                        <p:tav tm="100000">
                                          <p:val>
                                            <p:strVal val="#ppt_w"/>
                                          </p:val>
                                        </p:tav>
                                      </p:tavLst>
                                    </p:anim>
                                    <p:anim calcmode="lin" valueType="num">
                                      <p:cBhvr>
                                        <p:cTn id="81" dur="1000" fill="hold"/>
                                        <p:tgtEl>
                                          <p:spTgt spid="125"/>
                                        </p:tgtEl>
                                        <p:attrNameLst>
                                          <p:attrName>ppt_h</p:attrName>
                                        </p:attrNameLst>
                                      </p:cBhvr>
                                      <p:tavLst>
                                        <p:tav tm="0">
                                          <p:val>
                                            <p:fltVal val="0"/>
                                          </p:val>
                                        </p:tav>
                                        <p:tav tm="100000">
                                          <p:val>
                                            <p:strVal val="#ppt_h"/>
                                          </p:val>
                                        </p:tav>
                                      </p:tavLst>
                                    </p:anim>
                                    <p:anim calcmode="lin" valueType="num">
                                      <p:cBhvr>
                                        <p:cTn id="82" dur="1000" fill="hold"/>
                                        <p:tgtEl>
                                          <p:spTgt spid="125"/>
                                        </p:tgtEl>
                                        <p:attrNameLst>
                                          <p:attrName>style.rotation</p:attrName>
                                        </p:attrNameLst>
                                      </p:cBhvr>
                                      <p:tavLst>
                                        <p:tav tm="0">
                                          <p:val>
                                            <p:fltVal val="90"/>
                                          </p:val>
                                        </p:tav>
                                        <p:tav tm="100000">
                                          <p:val>
                                            <p:fltVal val="0"/>
                                          </p:val>
                                        </p:tav>
                                      </p:tavLst>
                                    </p:anim>
                                    <p:animEffect transition="in" filter="fade">
                                      <p:cBhvr>
                                        <p:cTn id="83" dur="1000"/>
                                        <p:tgtEl>
                                          <p:spTgt spid="125"/>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nodeType="clickEffect">
                                  <p:stCondLst>
                                    <p:cond delay="0"/>
                                  </p:stCondLst>
                                  <p:childTnLst>
                                    <p:animEffect transition="out" filter="fade">
                                      <p:cBhvr>
                                        <p:cTn id="87" dur="500"/>
                                        <p:tgtEl>
                                          <p:spTgt spid="30"/>
                                        </p:tgtEl>
                                      </p:cBhvr>
                                    </p:animEffect>
                                    <p:set>
                                      <p:cBhvr>
                                        <p:cTn id="88" dur="1" fill="hold">
                                          <p:stCondLst>
                                            <p:cond delay="499"/>
                                          </p:stCondLst>
                                        </p:cTn>
                                        <p:tgtEl>
                                          <p:spTgt spid="30"/>
                                        </p:tgtEl>
                                        <p:attrNameLst>
                                          <p:attrName>style.visibility</p:attrName>
                                        </p:attrNameLst>
                                      </p:cBhvr>
                                      <p:to>
                                        <p:strVal val="hidden"/>
                                      </p:to>
                                    </p:set>
                                  </p:childTnLst>
                                </p:cTn>
                              </p:par>
                              <p:par>
                                <p:cTn id="89" presetID="22" presetClass="entr" presetSubtype="8" fill="hold" nodeType="withEffect">
                                  <p:stCondLst>
                                    <p:cond delay="0"/>
                                  </p:stCondLst>
                                  <p:childTnLst>
                                    <p:set>
                                      <p:cBhvr>
                                        <p:cTn id="90" dur="1" fill="hold">
                                          <p:stCondLst>
                                            <p:cond delay="0"/>
                                          </p:stCondLst>
                                        </p:cTn>
                                        <p:tgtEl>
                                          <p:spTgt spid="49"/>
                                        </p:tgtEl>
                                        <p:attrNameLst>
                                          <p:attrName>style.visibility</p:attrName>
                                        </p:attrNameLst>
                                      </p:cBhvr>
                                      <p:to>
                                        <p:strVal val="visible"/>
                                      </p:to>
                                    </p:set>
                                    <p:animEffect transition="in" filter="wipe(left)">
                                      <p:cBhvr>
                                        <p:cTn id="91" dur="1000"/>
                                        <p:tgtEl>
                                          <p:spTgt spid="4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xit" presetSubtype="0" fill="hold" nodeType="clickEffect">
                                  <p:stCondLst>
                                    <p:cond delay="0"/>
                                  </p:stCondLst>
                                  <p:childTnLst>
                                    <p:animEffect transition="out" filter="fade">
                                      <p:cBhvr>
                                        <p:cTn id="95" dur="500"/>
                                        <p:tgtEl>
                                          <p:spTgt spid="32"/>
                                        </p:tgtEl>
                                      </p:cBhvr>
                                    </p:animEffect>
                                    <p:set>
                                      <p:cBhvr>
                                        <p:cTn id="96" dur="1" fill="hold">
                                          <p:stCondLst>
                                            <p:cond delay="499"/>
                                          </p:stCondLst>
                                        </p:cTn>
                                        <p:tgtEl>
                                          <p:spTgt spid="32"/>
                                        </p:tgtEl>
                                        <p:attrNameLst>
                                          <p:attrName>style.visibility</p:attrName>
                                        </p:attrNameLst>
                                      </p:cBhvr>
                                      <p:to>
                                        <p:strVal val="hidden"/>
                                      </p:to>
                                    </p:set>
                                  </p:childTnLst>
                                </p:cTn>
                              </p:par>
                              <p:par>
                                <p:cTn id="97" presetID="22" presetClass="entr" presetSubtype="8" fill="hold" nodeType="withEffect">
                                  <p:stCondLst>
                                    <p:cond delay="0"/>
                                  </p:stCondLst>
                                  <p:childTnLst>
                                    <p:set>
                                      <p:cBhvr>
                                        <p:cTn id="98" dur="1" fill="hold">
                                          <p:stCondLst>
                                            <p:cond delay="0"/>
                                          </p:stCondLst>
                                        </p:cTn>
                                        <p:tgtEl>
                                          <p:spTgt spid="51"/>
                                        </p:tgtEl>
                                        <p:attrNameLst>
                                          <p:attrName>style.visibility</p:attrName>
                                        </p:attrNameLst>
                                      </p:cBhvr>
                                      <p:to>
                                        <p:strVal val="visible"/>
                                      </p:to>
                                    </p:set>
                                    <p:animEffect transition="in" filter="wipe(left)">
                                      <p:cBhvr>
                                        <p:cTn id="99" dur="1000"/>
                                        <p:tgtEl>
                                          <p:spTgt spid="51"/>
                                        </p:tgtEl>
                                      </p:cBhvr>
                                    </p:animEffect>
                                  </p:childTnLst>
                                </p:cTn>
                              </p:par>
                            </p:childTnLst>
                          </p:cTn>
                        </p:par>
                      </p:childTnLst>
                    </p:cTn>
                  </p:par>
                  <p:par>
                    <p:cTn id="100" fill="hold">
                      <p:stCondLst>
                        <p:cond delay="indefinite"/>
                      </p:stCondLst>
                      <p:childTnLst>
                        <p:par>
                          <p:cTn id="101" fill="hold">
                            <p:stCondLst>
                              <p:cond delay="0"/>
                            </p:stCondLst>
                            <p:childTnLst>
                              <p:par>
                                <p:cTn id="102" presetID="42" presetClass="path" presetSubtype="0" accel="50000" decel="50000" fill="hold" grpId="1" nodeType="clickEffect">
                                  <p:stCondLst>
                                    <p:cond delay="0"/>
                                  </p:stCondLst>
                                  <p:childTnLst>
                                    <p:animMotion origin="layout" path="M 1.11022E-16 2.59259E-6 L -0.03789 0.04143 " pathEditMode="relative" rAng="0" ptsTypes="AA">
                                      <p:cBhvr>
                                        <p:cTn id="103" dur="2000" fill="hold"/>
                                        <p:tgtEl>
                                          <p:spTgt spid="26"/>
                                        </p:tgtEl>
                                        <p:attrNameLst>
                                          <p:attrName>ppt_x</p:attrName>
                                          <p:attrName>ppt_y</p:attrName>
                                        </p:attrNameLst>
                                      </p:cBhvr>
                                      <p:rCtr x="-1901" y="2060"/>
                                    </p:animMotion>
                                  </p:childTnLst>
                                </p:cTn>
                              </p:par>
                              <p:par>
                                <p:cTn id="104" presetID="42" presetClass="path" presetSubtype="0" accel="50000" decel="50000" fill="hold" grpId="1" nodeType="withEffect">
                                  <p:stCondLst>
                                    <p:cond delay="0"/>
                                  </p:stCondLst>
                                  <p:childTnLst>
                                    <p:animMotion origin="layout" path="M 1.11022E-16 -3.7037E-7 L -0.05755 0.02361 " pathEditMode="relative" rAng="0" ptsTypes="AA">
                                      <p:cBhvr>
                                        <p:cTn id="105" dur="2000" fill="hold"/>
                                        <p:tgtEl>
                                          <p:spTgt spid="27"/>
                                        </p:tgtEl>
                                        <p:attrNameLst>
                                          <p:attrName>ppt_x</p:attrName>
                                          <p:attrName>ppt_y</p:attrName>
                                        </p:attrNameLst>
                                      </p:cBhvr>
                                      <p:rCtr x="-2878" y="1181"/>
                                    </p:animMotion>
                                  </p:childTnLst>
                                </p:cTn>
                              </p:par>
                              <p:par>
                                <p:cTn id="106" presetID="42" presetClass="path" presetSubtype="0" accel="50000" decel="50000" fill="hold" grpId="1" nodeType="withEffect">
                                  <p:stCondLst>
                                    <p:cond delay="0"/>
                                  </p:stCondLst>
                                  <p:childTnLst>
                                    <p:animMotion origin="layout" path="M -1.875E-6 -2.96296E-6 L -0.06679 0.10556 " pathEditMode="relative" rAng="0" ptsTypes="AA">
                                      <p:cBhvr>
                                        <p:cTn id="107" dur="2000" fill="hold"/>
                                        <p:tgtEl>
                                          <p:spTgt spid="28"/>
                                        </p:tgtEl>
                                        <p:attrNameLst>
                                          <p:attrName>ppt_x</p:attrName>
                                          <p:attrName>ppt_y</p:attrName>
                                        </p:attrNameLst>
                                      </p:cBhvr>
                                      <p:rCtr x="-3346" y="5278"/>
                                    </p:animMotion>
                                  </p:childTnLst>
                                </p:cTn>
                              </p:par>
                              <p:par>
                                <p:cTn id="108" presetID="35" presetClass="path" presetSubtype="0" accel="50000" decel="50000" fill="hold" grpId="1" nodeType="withEffect">
                                  <p:stCondLst>
                                    <p:cond delay="0"/>
                                  </p:stCondLst>
                                  <p:childTnLst>
                                    <p:animMotion origin="layout" path="M 1.66667E-6 -2.96296E-6 L -0.01732 -0.02106 " pathEditMode="relative" rAng="0" ptsTypes="AA">
                                      <p:cBhvr>
                                        <p:cTn id="109" dur="2000" fill="hold"/>
                                        <p:tgtEl>
                                          <p:spTgt spid="25"/>
                                        </p:tgtEl>
                                        <p:attrNameLst>
                                          <p:attrName>ppt_x</p:attrName>
                                          <p:attrName>ppt_y</p:attrName>
                                        </p:attrNameLst>
                                      </p:cBhvr>
                                      <p:rCtr x="-872" y="-1065"/>
                                    </p:animMotion>
                                  </p:childTnLst>
                                </p:cTn>
                              </p:par>
                              <p:par>
                                <p:cTn id="110" presetID="10" presetClass="exit" presetSubtype="0" fill="hold" nodeType="withEffect">
                                  <p:stCondLst>
                                    <p:cond delay="250"/>
                                  </p:stCondLst>
                                  <p:childTnLst>
                                    <p:animEffect transition="out" filter="fade">
                                      <p:cBhvr>
                                        <p:cTn id="111" dur="500"/>
                                        <p:tgtEl>
                                          <p:spTgt spid="29"/>
                                        </p:tgtEl>
                                      </p:cBhvr>
                                    </p:animEffect>
                                    <p:set>
                                      <p:cBhvr>
                                        <p:cTn id="112" dur="1" fill="hold">
                                          <p:stCondLst>
                                            <p:cond delay="499"/>
                                          </p:stCondLst>
                                        </p:cTn>
                                        <p:tgtEl>
                                          <p:spTgt spid="29"/>
                                        </p:tgtEl>
                                        <p:attrNameLst>
                                          <p:attrName>style.visibility</p:attrName>
                                        </p:attrNameLst>
                                      </p:cBhvr>
                                      <p:to>
                                        <p:strVal val="hidden"/>
                                      </p:to>
                                    </p:set>
                                  </p:childTnLst>
                                </p:cTn>
                              </p:par>
                              <p:par>
                                <p:cTn id="113" presetID="10" presetClass="exit" presetSubtype="0" fill="hold" nodeType="withEffect">
                                  <p:stCondLst>
                                    <p:cond delay="250"/>
                                  </p:stCondLst>
                                  <p:childTnLst>
                                    <p:animEffect transition="out" filter="fade">
                                      <p:cBhvr>
                                        <p:cTn id="114" dur="500"/>
                                        <p:tgtEl>
                                          <p:spTgt spid="31"/>
                                        </p:tgtEl>
                                      </p:cBhvr>
                                    </p:animEffect>
                                    <p:set>
                                      <p:cBhvr>
                                        <p:cTn id="115" dur="1" fill="hold">
                                          <p:stCondLst>
                                            <p:cond delay="499"/>
                                          </p:stCondLst>
                                        </p:cTn>
                                        <p:tgtEl>
                                          <p:spTgt spid="31"/>
                                        </p:tgtEl>
                                        <p:attrNameLst>
                                          <p:attrName>style.visibility</p:attrName>
                                        </p:attrNameLst>
                                      </p:cBhvr>
                                      <p:to>
                                        <p:strVal val="hidden"/>
                                      </p:to>
                                    </p:set>
                                  </p:childTnLst>
                                </p:cTn>
                              </p:par>
                              <p:par>
                                <p:cTn id="116" presetID="10" presetClass="exit" presetSubtype="0" fill="hold" nodeType="withEffect">
                                  <p:stCondLst>
                                    <p:cond delay="250"/>
                                  </p:stCondLst>
                                  <p:childTnLst>
                                    <p:animEffect transition="out" filter="fade">
                                      <p:cBhvr>
                                        <p:cTn id="117" dur="500"/>
                                        <p:tgtEl>
                                          <p:spTgt spid="49"/>
                                        </p:tgtEl>
                                      </p:cBhvr>
                                    </p:animEffect>
                                    <p:set>
                                      <p:cBhvr>
                                        <p:cTn id="118" dur="1" fill="hold">
                                          <p:stCondLst>
                                            <p:cond delay="499"/>
                                          </p:stCondLst>
                                        </p:cTn>
                                        <p:tgtEl>
                                          <p:spTgt spid="49"/>
                                        </p:tgtEl>
                                        <p:attrNameLst>
                                          <p:attrName>style.visibility</p:attrName>
                                        </p:attrNameLst>
                                      </p:cBhvr>
                                      <p:to>
                                        <p:strVal val="hidden"/>
                                      </p:to>
                                    </p:set>
                                  </p:childTnLst>
                                </p:cTn>
                              </p:par>
                              <p:par>
                                <p:cTn id="119" presetID="10" presetClass="exit" presetSubtype="0" fill="hold" nodeType="withEffect">
                                  <p:stCondLst>
                                    <p:cond delay="250"/>
                                  </p:stCondLst>
                                  <p:childTnLst>
                                    <p:animEffect transition="out" filter="fade">
                                      <p:cBhvr>
                                        <p:cTn id="120" dur="500"/>
                                        <p:tgtEl>
                                          <p:spTgt spid="51"/>
                                        </p:tgtEl>
                                      </p:cBhvr>
                                    </p:animEffect>
                                    <p:set>
                                      <p:cBhvr>
                                        <p:cTn id="121" dur="1" fill="hold">
                                          <p:stCondLst>
                                            <p:cond delay="499"/>
                                          </p:stCondLst>
                                        </p:cTn>
                                        <p:tgtEl>
                                          <p:spTgt spid="51"/>
                                        </p:tgtEl>
                                        <p:attrNameLst>
                                          <p:attrName>style.visibility</p:attrName>
                                        </p:attrNameLst>
                                      </p:cBhvr>
                                      <p:to>
                                        <p:strVal val="hidden"/>
                                      </p:to>
                                    </p:set>
                                  </p:childTnLst>
                                </p:cTn>
                              </p:par>
                              <p:par>
                                <p:cTn id="122" presetID="10" presetClass="entr" presetSubtype="0" fill="hold" nodeType="withEffect">
                                  <p:stCondLst>
                                    <p:cond delay="1000"/>
                                  </p:stCondLst>
                                  <p:childTnLst>
                                    <p:set>
                                      <p:cBhvr>
                                        <p:cTn id="123" dur="1" fill="hold">
                                          <p:stCondLst>
                                            <p:cond delay="0"/>
                                          </p:stCondLst>
                                        </p:cTn>
                                        <p:tgtEl>
                                          <p:spTgt spid="52"/>
                                        </p:tgtEl>
                                        <p:attrNameLst>
                                          <p:attrName>style.visibility</p:attrName>
                                        </p:attrNameLst>
                                      </p:cBhvr>
                                      <p:to>
                                        <p:strVal val="visible"/>
                                      </p:to>
                                    </p:set>
                                    <p:animEffect transition="in" filter="fade">
                                      <p:cBhvr>
                                        <p:cTn id="124" dur="500"/>
                                        <p:tgtEl>
                                          <p:spTgt spid="52"/>
                                        </p:tgtEl>
                                      </p:cBhvr>
                                    </p:animEffect>
                                  </p:childTnLst>
                                </p:cTn>
                              </p:par>
                              <p:par>
                                <p:cTn id="125" presetID="10" presetClass="entr" presetSubtype="0" fill="hold" nodeType="withEffect">
                                  <p:stCondLst>
                                    <p:cond delay="1000"/>
                                  </p:stCondLst>
                                  <p:childTnLst>
                                    <p:set>
                                      <p:cBhvr>
                                        <p:cTn id="126" dur="1" fill="hold">
                                          <p:stCondLst>
                                            <p:cond delay="0"/>
                                          </p:stCondLst>
                                        </p:cTn>
                                        <p:tgtEl>
                                          <p:spTgt spid="53"/>
                                        </p:tgtEl>
                                        <p:attrNameLst>
                                          <p:attrName>style.visibility</p:attrName>
                                        </p:attrNameLst>
                                      </p:cBhvr>
                                      <p:to>
                                        <p:strVal val="visible"/>
                                      </p:to>
                                    </p:set>
                                    <p:animEffect transition="in" filter="fade">
                                      <p:cBhvr>
                                        <p:cTn id="127" dur="500"/>
                                        <p:tgtEl>
                                          <p:spTgt spid="53"/>
                                        </p:tgtEl>
                                      </p:cBhvr>
                                    </p:animEffect>
                                  </p:childTnLst>
                                </p:cTn>
                              </p:par>
                              <p:par>
                                <p:cTn id="128" presetID="10" presetClass="entr" presetSubtype="0" fill="hold" nodeType="withEffect">
                                  <p:stCondLst>
                                    <p:cond delay="1000"/>
                                  </p:stCondLst>
                                  <p:childTnLst>
                                    <p:set>
                                      <p:cBhvr>
                                        <p:cTn id="129" dur="1" fill="hold">
                                          <p:stCondLst>
                                            <p:cond delay="0"/>
                                          </p:stCondLst>
                                        </p:cTn>
                                        <p:tgtEl>
                                          <p:spTgt spid="54"/>
                                        </p:tgtEl>
                                        <p:attrNameLst>
                                          <p:attrName>style.visibility</p:attrName>
                                        </p:attrNameLst>
                                      </p:cBhvr>
                                      <p:to>
                                        <p:strVal val="visible"/>
                                      </p:to>
                                    </p:set>
                                    <p:animEffect transition="in" filter="fade">
                                      <p:cBhvr>
                                        <p:cTn id="130" dur="500"/>
                                        <p:tgtEl>
                                          <p:spTgt spid="54"/>
                                        </p:tgtEl>
                                      </p:cBhvr>
                                    </p:animEffect>
                                  </p:childTnLst>
                                </p:cTn>
                              </p:par>
                              <p:par>
                                <p:cTn id="131" presetID="10" presetClass="entr" presetSubtype="0" fill="hold" nodeType="withEffect">
                                  <p:stCondLst>
                                    <p:cond delay="1000"/>
                                  </p:stCondLst>
                                  <p:childTnLst>
                                    <p:set>
                                      <p:cBhvr>
                                        <p:cTn id="132" dur="1" fill="hold">
                                          <p:stCondLst>
                                            <p:cond delay="0"/>
                                          </p:stCondLst>
                                        </p:cTn>
                                        <p:tgtEl>
                                          <p:spTgt spid="55"/>
                                        </p:tgtEl>
                                        <p:attrNameLst>
                                          <p:attrName>style.visibility</p:attrName>
                                        </p:attrNameLst>
                                      </p:cBhvr>
                                      <p:to>
                                        <p:strVal val="visible"/>
                                      </p:to>
                                    </p:set>
                                    <p:animEffect transition="in" filter="fade">
                                      <p:cBhvr>
                                        <p:cTn id="133" dur="500"/>
                                        <p:tgtEl>
                                          <p:spTgt spid="55"/>
                                        </p:tgtEl>
                                      </p:cBhvr>
                                    </p:animEffec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56"/>
                                        </p:tgtEl>
                                        <p:attrNameLst>
                                          <p:attrName>style.visibility</p:attrName>
                                        </p:attrNameLst>
                                      </p:cBhvr>
                                      <p:to>
                                        <p:strVal val="visible"/>
                                      </p:to>
                                    </p:set>
                                  </p:childTnLst>
                                </p:cTn>
                              </p:par>
                            </p:childTnLst>
                          </p:cTn>
                        </p:par>
                        <p:par>
                          <p:cTn id="138" fill="hold">
                            <p:stCondLst>
                              <p:cond delay="0"/>
                            </p:stCondLst>
                            <p:childTnLst>
                              <p:par>
                                <p:cTn id="139" presetID="63" presetClass="path" presetSubtype="0" accel="50000" decel="50000" fill="hold" nodeType="afterEffect">
                                  <p:stCondLst>
                                    <p:cond delay="0"/>
                                  </p:stCondLst>
                                  <p:childTnLst>
                                    <p:animMotion origin="layout" path="M 5E-6 -4.44444E-6 L 0.21745 -4.44444E-6 " pathEditMode="relative" rAng="0" ptsTypes="AA">
                                      <p:cBhvr>
                                        <p:cTn id="140" dur="2000" fill="hold"/>
                                        <p:tgtEl>
                                          <p:spTgt spid="56"/>
                                        </p:tgtEl>
                                        <p:attrNameLst>
                                          <p:attrName>ppt_x</p:attrName>
                                          <p:attrName>ppt_y</p:attrName>
                                        </p:attrNameLst>
                                      </p:cBhvr>
                                      <p:rCtr x="10872" y="0"/>
                                    </p:animMotion>
                                  </p:childTnLst>
                                </p:cTn>
                              </p:par>
                              <p:par>
                                <p:cTn id="141" presetID="10" presetClass="entr" presetSubtype="0" fill="hold" nodeType="withEffect">
                                  <p:stCondLst>
                                    <p:cond delay="250"/>
                                  </p:stCondLst>
                                  <p:childTnLst>
                                    <p:set>
                                      <p:cBhvr>
                                        <p:cTn id="142" dur="1" fill="hold">
                                          <p:stCondLst>
                                            <p:cond delay="0"/>
                                          </p:stCondLst>
                                        </p:cTn>
                                        <p:tgtEl>
                                          <p:spTgt spid="75"/>
                                        </p:tgtEl>
                                        <p:attrNameLst>
                                          <p:attrName>style.visibility</p:attrName>
                                        </p:attrNameLst>
                                      </p:cBhvr>
                                      <p:to>
                                        <p:strVal val="visible"/>
                                      </p:to>
                                    </p:set>
                                    <p:animEffect transition="in" filter="fade">
                                      <p:cBhvr>
                                        <p:cTn id="143" dur="1000"/>
                                        <p:tgtEl>
                                          <p:spTgt spid="75"/>
                                        </p:tgtEl>
                                      </p:cBhvr>
                                    </p:animEffect>
                                  </p:childTnLst>
                                </p:cTn>
                              </p:par>
                              <p:par>
                                <p:cTn id="144" presetID="10" presetClass="exit" presetSubtype="0" fill="hold" grpId="1" nodeType="withEffect">
                                  <p:stCondLst>
                                    <p:cond delay="250"/>
                                  </p:stCondLst>
                                  <p:childTnLst>
                                    <p:animEffect transition="out" filter="fade">
                                      <p:cBhvr>
                                        <p:cTn id="145" dur="500"/>
                                        <p:tgtEl>
                                          <p:spTgt spid="24"/>
                                        </p:tgtEl>
                                      </p:cBhvr>
                                    </p:animEffect>
                                    <p:set>
                                      <p:cBhvr>
                                        <p:cTn id="146" dur="1" fill="hold">
                                          <p:stCondLst>
                                            <p:cond delay="499"/>
                                          </p:stCondLst>
                                        </p:cTn>
                                        <p:tgtEl>
                                          <p:spTgt spid="24"/>
                                        </p:tgtEl>
                                        <p:attrNameLst>
                                          <p:attrName>style.visibility</p:attrName>
                                        </p:attrNameLst>
                                      </p:cBhvr>
                                      <p:to>
                                        <p:strVal val="hidden"/>
                                      </p:to>
                                    </p:set>
                                  </p:childTnLst>
                                </p:cTn>
                              </p:par>
                              <p:par>
                                <p:cTn id="147" presetID="10" presetClass="exit" presetSubtype="0" fill="hold" grpId="2" nodeType="withEffect">
                                  <p:stCondLst>
                                    <p:cond delay="250"/>
                                  </p:stCondLst>
                                  <p:childTnLst>
                                    <p:animEffect transition="out" filter="fade">
                                      <p:cBhvr>
                                        <p:cTn id="148" dur="500"/>
                                        <p:tgtEl>
                                          <p:spTgt spid="25"/>
                                        </p:tgtEl>
                                      </p:cBhvr>
                                    </p:animEffect>
                                    <p:set>
                                      <p:cBhvr>
                                        <p:cTn id="149" dur="1" fill="hold">
                                          <p:stCondLst>
                                            <p:cond delay="499"/>
                                          </p:stCondLst>
                                        </p:cTn>
                                        <p:tgtEl>
                                          <p:spTgt spid="25"/>
                                        </p:tgtEl>
                                        <p:attrNameLst>
                                          <p:attrName>style.visibility</p:attrName>
                                        </p:attrNameLst>
                                      </p:cBhvr>
                                      <p:to>
                                        <p:strVal val="hidden"/>
                                      </p:to>
                                    </p:set>
                                  </p:childTnLst>
                                </p:cTn>
                              </p:par>
                              <p:par>
                                <p:cTn id="150" presetID="10" presetClass="exit" presetSubtype="0" fill="hold" grpId="2" nodeType="withEffect">
                                  <p:stCondLst>
                                    <p:cond delay="250"/>
                                  </p:stCondLst>
                                  <p:childTnLst>
                                    <p:animEffect transition="out" filter="fade">
                                      <p:cBhvr>
                                        <p:cTn id="151" dur="500"/>
                                        <p:tgtEl>
                                          <p:spTgt spid="26"/>
                                        </p:tgtEl>
                                      </p:cBhvr>
                                    </p:animEffect>
                                    <p:set>
                                      <p:cBhvr>
                                        <p:cTn id="152" dur="1" fill="hold">
                                          <p:stCondLst>
                                            <p:cond delay="499"/>
                                          </p:stCondLst>
                                        </p:cTn>
                                        <p:tgtEl>
                                          <p:spTgt spid="26"/>
                                        </p:tgtEl>
                                        <p:attrNameLst>
                                          <p:attrName>style.visibility</p:attrName>
                                        </p:attrNameLst>
                                      </p:cBhvr>
                                      <p:to>
                                        <p:strVal val="hidden"/>
                                      </p:to>
                                    </p:set>
                                  </p:childTnLst>
                                </p:cTn>
                              </p:par>
                              <p:par>
                                <p:cTn id="153" presetID="10" presetClass="exit" presetSubtype="0" fill="hold" grpId="2" nodeType="withEffect">
                                  <p:stCondLst>
                                    <p:cond delay="250"/>
                                  </p:stCondLst>
                                  <p:childTnLst>
                                    <p:animEffect transition="out" filter="fade">
                                      <p:cBhvr>
                                        <p:cTn id="154" dur="500"/>
                                        <p:tgtEl>
                                          <p:spTgt spid="28"/>
                                        </p:tgtEl>
                                      </p:cBhvr>
                                    </p:animEffect>
                                    <p:set>
                                      <p:cBhvr>
                                        <p:cTn id="155" dur="1" fill="hold">
                                          <p:stCondLst>
                                            <p:cond delay="499"/>
                                          </p:stCondLst>
                                        </p:cTn>
                                        <p:tgtEl>
                                          <p:spTgt spid="28"/>
                                        </p:tgtEl>
                                        <p:attrNameLst>
                                          <p:attrName>style.visibility</p:attrName>
                                        </p:attrNameLst>
                                      </p:cBhvr>
                                      <p:to>
                                        <p:strVal val="hidden"/>
                                      </p:to>
                                    </p:set>
                                  </p:childTnLst>
                                </p:cTn>
                              </p:par>
                              <p:par>
                                <p:cTn id="156" presetID="10" presetClass="exit" presetSubtype="0" fill="hold" nodeType="withEffect">
                                  <p:stCondLst>
                                    <p:cond delay="250"/>
                                  </p:stCondLst>
                                  <p:childTnLst>
                                    <p:animEffect transition="out" filter="fade">
                                      <p:cBhvr>
                                        <p:cTn id="157" dur="500"/>
                                        <p:tgtEl>
                                          <p:spTgt spid="52"/>
                                        </p:tgtEl>
                                      </p:cBhvr>
                                    </p:animEffect>
                                    <p:set>
                                      <p:cBhvr>
                                        <p:cTn id="158" dur="1" fill="hold">
                                          <p:stCondLst>
                                            <p:cond delay="499"/>
                                          </p:stCondLst>
                                        </p:cTn>
                                        <p:tgtEl>
                                          <p:spTgt spid="52"/>
                                        </p:tgtEl>
                                        <p:attrNameLst>
                                          <p:attrName>style.visibility</p:attrName>
                                        </p:attrNameLst>
                                      </p:cBhvr>
                                      <p:to>
                                        <p:strVal val="hidden"/>
                                      </p:to>
                                    </p:set>
                                  </p:childTnLst>
                                </p:cTn>
                              </p:par>
                              <p:par>
                                <p:cTn id="159" presetID="10" presetClass="exit" presetSubtype="0" fill="hold" nodeType="withEffect">
                                  <p:stCondLst>
                                    <p:cond delay="250"/>
                                  </p:stCondLst>
                                  <p:childTnLst>
                                    <p:animEffect transition="out" filter="fade">
                                      <p:cBhvr>
                                        <p:cTn id="160" dur="500"/>
                                        <p:tgtEl>
                                          <p:spTgt spid="53"/>
                                        </p:tgtEl>
                                      </p:cBhvr>
                                    </p:animEffect>
                                    <p:set>
                                      <p:cBhvr>
                                        <p:cTn id="161" dur="1" fill="hold">
                                          <p:stCondLst>
                                            <p:cond delay="499"/>
                                          </p:stCondLst>
                                        </p:cTn>
                                        <p:tgtEl>
                                          <p:spTgt spid="53"/>
                                        </p:tgtEl>
                                        <p:attrNameLst>
                                          <p:attrName>style.visibility</p:attrName>
                                        </p:attrNameLst>
                                      </p:cBhvr>
                                      <p:to>
                                        <p:strVal val="hidden"/>
                                      </p:to>
                                    </p:set>
                                  </p:childTnLst>
                                </p:cTn>
                              </p:par>
                              <p:par>
                                <p:cTn id="162" presetID="10" presetClass="exit" presetSubtype="0" fill="hold" nodeType="withEffect">
                                  <p:stCondLst>
                                    <p:cond delay="250"/>
                                  </p:stCondLst>
                                  <p:childTnLst>
                                    <p:animEffect transition="out" filter="fade">
                                      <p:cBhvr>
                                        <p:cTn id="163" dur="500"/>
                                        <p:tgtEl>
                                          <p:spTgt spid="54"/>
                                        </p:tgtEl>
                                      </p:cBhvr>
                                    </p:animEffect>
                                    <p:set>
                                      <p:cBhvr>
                                        <p:cTn id="164" dur="1" fill="hold">
                                          <p:stCondLst>
                                            <p:cond delay="499"/>
                                          </p:stCondLst>
                                        </p:cTn>
                                        <p:tgtEl>
                                          <p:spTgt spid="54"/>
                                        </p:tgtEl>
                                        <p:attrNameLst>
                                          <p:attrName>style.visibility</p:attrName>
                                        </p:attrNameLst>
                                      </p:cBhvr>
                                      <p:to>
                                        <p:strVal val="hidden"/>
                                      </p:to>
                                    </p:set>
                                  </p:childTnLst>
                                </p:cTn>
                              </p:par>
                              <p:par>
                                <p:cTn id="165" presetID="10" presetClass="exit" presetSubtype="0" fill="hold" nodeType="withEffect">
                                  <p:stCondLst>
                                    <p:cond delay="250"/>
                                  </p:stCondLst>
                                  <p:childTnLst>
                                    <p:animEffect transition="out" filter="fade">
                                      <p:cBhvr>
                                        <p:cTn id="166" dur="500"/>
                                        <p:tgtEl>
                                          <p:spTgt spid="55"/>
                                        </p:tgtEl>
                                      </p:cBhvr>
                                    </p:animEffect>
                                    <p:set>
                                      <p:cBhvr>
                                        <p:cTn id="167" dur="1" fill="hold">
                                          <p:stCondLst>
                                            <p:cond delay="499"/>
                                          </p:stCondLst>
                                        </p:cTn>
                                        <p:tgtEl>
                                          <p:spTgt spid="55"/>
                                        </p:tgtEl>
                                        <p:attrNameLst>
                                          <p:attrName>style.visibility</p:attrName>
                                        </p:attrNameLst>
                                      </p:cBhvr>
                                      <p:to>
                                        <p:strVal val="hidden"/>
                                      </p:to>
                                    </p:set>
                                  </p:childTnLst>
                                </p:cTn>
                              </p:par>
                              <p:par>
                                <p:cTn id="168" presetID="10" presetClass="exit" presetSubtype="0" fill="hold" grpId="2" nodeType="withEffect">
                                  <p:stCondLst>
                                    <p:cond delay="250"/>
                                  </p:stCondLst>
                                  <p:childTnLst>
                                    <p:animEffect transition="out" filter="fade">
                                      <p:cBhvr>
                                        <p:cTn id="169" dur="500"/>
                                        <p:tgtEl>
                                          <p:spTgt spid="27"/>
                                        </p:tgtEl>
                                      </p:cBhvr>
                                    </p:animEffect>
                                    <p:set>
                                      <p:cBhvr>
                                        <p:cTn id="170" dur="1" fill="hold">
                                          <p:stCondLst>
                                            <p:cond delay="499"/>
                                          </p:stCondLst>
                                        </p:cTn>
                                        <p:tgtEl>
                                          <p:spTgt spid="27"/>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nodeType="clickEffect">
                                  <p:stCondLst>
                                    <p:cond delay="0"/>
                                  </p:stCondLst>
                                  <p:childTnLst>
                                    <p:set>
                                      <p:cBhvr>
                                        <p:cTn id="174" dur="1" fill="hold">
                                          <p:stCondLst>
                                            <p:cond delay="0"/>
                                          </p:stCondLst>
                                        </p:cTn>
                                        <p:tgtEl>
                                          <p:spTgt spid="56"/>
                                        </p:tgtEl>
                                        <p:attrNameLst>
                                          <p:attrName>style.visibility</p:attrName>
                                        </p:attrNameLst>
                                      </p:cBhvr>
                                      <p:to>
                                        <p:strVal val="hidden"/>
                                      </p:to>
                                    </p:set>
                                  </p:childTnLst>
                                </p:cTn>
                              </p:par>
                              <p:par>
                                <p:cTn id="175" presetID="63" presetClass="path" presetSubtype="0" accel="50000" decel="50000" fill="hold" grpId="0" nodeType="withEffect">
                                  <p:stCondLst>
                                    <p:cond delay="0"/>
                                  </p:stCondLst>
                                  <p:childTnLst>
                                    <p:animMotion origin="layout" path="M 1.875E-6 3.33333E-6 L 0.01719 0.02314 " pathEditMode="relative" rAng="0" ptsTypes="AA">
                                      <p:cBhvr>
                                        <p:cTn id="176" dur="2000" fill="hold"/>
                                        <p:tgtEl>
                                          <p:spTgt spid="9"/>
                                        </p:tgtEl>
                                        <p:attrNameLst>
                                          <p:attrName>ppt_x</p:attrName>
                                          <p:attrName>ppt_y</p:attrName>
                                        </p:attrNameLst>
                                      </p:cBhvr>
                                      <p:rCtr x="859" y="1157"/>
                                    </p:animMotion>
                                  </p:childTnLst>
                                </p:cTn>
                              </p:par>
                              <p:par>
                                <p:cTn id="177" presetID="63" presetClass="path" presetSubtype="0" accel="50000" decel="50000" fill="hold" grpId="0" nodeType="withEffect">
                                  <p:stCondLst>
                                    <p:cond delay="0"/>
                                  </p:stCondLst>
                                  <p:childTnLst>
                                    <p:animMotion origin="layout" path="M 3.95833E-6 -2.96296E-6 L 0.06445 -0.1044 " pathEditMode="relative" rAng="0" ptsTypes="AA">
                                      <p:cBhvr>
                                        <p:cTn id="178" dur="2000" fill="hold"/>
                                        <p:tgtEl>
                                          <p:spTgt spid="12"/>
                                        </p:tgtEl>
                                        <p:attrNameLst>
                                          <p:attrName>ppt_x</p:attrName>
                                          <p:attrName>ppt_y</p:attrName>
                                        </p:attrNameLst>
                                      </p:cBhvr>
                                      <p:rCtr x="3216" y="-5231"/>
                                    </p:animMotion>
                                  </p:childTnLst>
                                </p:cTn>
                              </p:par>
                              <p:par>
                                <p:cTn id="179" presetID="63" presetClass="path" presetSubtype="0" accel="50000" decel="50000" fill="hold" grpId="0" nodeType="withEffect">
                                  <p:stCondLst>
                                    <p:cond delay="0"/>
                                  </p:stCondLst>
                                  <p:childTnLst>
                                    <p:animMotion origin="layout" path="M -1.66667E-6 -4.07407E-6 L 0.03477 -0.04051 " pathEditMode="relative" rAng="0" ptsTypes="AA">
                                      <p:cBhvr>
                                        <p:cTn id="180" dur="2000" fill="hold"/>
                                        <p:tgtEl>
                                          <p:spTgt spid="10"/>
                                        </p:tgtEl>
                                        <p:attrNameLst>
                                          <p:attrName>ppt_x</p:attrName>
                                          <p:attrName>ppt_y</p:attrName>
                                        </p:attrNameLst>
                                      </p:cBhvr>
                                      <p:rCtr x="1732" y="-2037"/>
                                    </p:animMotion>
                                  </p:childTnLst>
                                </p:cTn>
                              </p:par>
                              <p:par>
                                <p:cTn id="181" presetID="63" presetClass="path" presetSubtype="0" accel="50000" decel="50000" fill="hold" grpId="0" nodeType="withEffect">
                                  <p:stCondLst>
                                    <p:cond delay="0"/>
                                  </p:stCondLst>
                                  <p:childTnLst>
                                    <p:animMotion origin="layout" path="M 1.25E-6 2.59259E-6 L 0.05495 -0.02176 " pathEditMode="relative" rAng="0" ptsTypes="AA">
                                      <p:cBhvr>
                                        <p:cTn id="182" dur="2000" fill="hold"/>
                                        <p:tgtEl>
                                          <p:spTgt spid="11"/>
                                        </p:tgtEl>
                                        <p:attrNameLst>
                                          <p:attrName>ppt_x</p:attrName>
                                          <p:attrName>ppt_y</p:attrName>
                                        </p:attrNameLst>
                                      </p:cBhvr>
                                      <p:rCtr x="2747" y="-1088"/>
                                    </p:animMotion>
                                  </p:childTnLst>
                                </p:cTn>
                              </p:par>
                              <p:par>
                                <p:cTn id="183" presetID="10" presetClass="exit" presetSubtype="0" fill="hold" nodeType="withEffect">
                                  <p:stCondLst>
                                    <p:cond delay="250"/>
                                  </p:stCondLst>
                                  <p:childTnLst>
                                    <p:animEffect transition="out" filter="fade">
                                      <p:cBhvr>
                                        <p:cTn id="184" dur="500"/>
                                        <p:tgtEl>
                                          <p:spTgt spid="14"/>
                                        </p:tgtEl>
                                      </p:cBhvr>
                                    </p:animEffect>
                                    <p:set>
                                      <p:cBhvr>
                                        <p:cTn id="185" dur="1" fill="hold">
                                          <p:stCondLst>
                                            <p:cond delay="499"/>
                                          </p:stCondLst>
                                        </p:cTn>
                                        <p:tgtEl>
                                          <p:spTgt spid="14"/>
                                        </p:tgtEl>
                                        <p:attrNameLst>
                                          <p:attrName>style.visibility</p:attrName>
                                        </p:attrNameLst>
                                      </p:cBhvr>
                                      <p:to>
                                        <p:strVal val="hidden"/>
                                      </p:to>
                                    </p:set>
                                  </p:childTnLst>
                                </p:cTn>
                              </p:par>
                              <p:par>
                                <p:cTn id="186" presetID="10" presetClass="exit" presetSubtype="0" fill="hold" nodeType="withEffect">
                                  <p:stCondLst>
                                    <p:cond delay="250"/>
                                  </p:stCondLst>
                                  <p:childTnLst>
                                    <p:animEffect transition="out" filter="fade">
                                      <p:cBhvr>
                                        <p:cTn id="187" dur="500"/>
                                        <p:tgtEl>
                                          <p:spTgt spid="16"/>
                                        </p:tgtEl>
                                      </p:cBhvr>
                                    </p:animEffect>
                                    <p:set>
                                      <p:cBhvr>
                                        <p:cTn id="188" dur="1" fill="hold">
                                          <p:stCondLst>
                                            <p:cond delay="499"/>
                                          </p:stCondLst>
                                        </p:cTn>
                                        <p:tgtEl>
                                          <p:spTgt spid="16"/>
                                        </p:tgtEl>
                                        <p:attrNameLst>
                                          <p:attrName>style.visibility</p:attrName>
                                        </p:attrNameLst>
                                      </p:cBhvr>
                                      <p:to>
                                        <p:strVal val="hidden"/>
                                      </p:to>
                                    </p:set>
                                  </p:childTnLst>
                                </p:cTn>
                              </p:par>
                              <p:par>
                                <p:cTn id="189" presetID="10" presetClass="exit" presetSubtype="0" fill="hold" nodeType="withEffect">
                                  <p:stCondLst>
                                    <p:cond delay="250"/>
                                  </p:stCondLst>
                                  <p:childTnLst>
                                    <p:animEffect transition="out" filter="fade">
                                      <p:cBhvr>
                                        <p:cTn id="190" dur="500"/>
                                        <p:tgtEl>
                                          <p:spTgt spid="18"/>
                                        </p:tgtEl>
                                      </p:cBhvr>
                                    </p:animEffect>
                                    <p:set>
                                      <p:cBhvr>
                                        <p:cTn id="191" dur="1" fill="hold">
                                          <p:stCondLst>
                                            <p:cond delay="499"/>
                                          </p:stCondLst>
                                        </p:cTn>
                                        <p:tgtEl>
                                          <p:spTgt spid="18"/>
                                        </p:tgtEl>
                                        <p:attrNameLst>
                                          <p:attrName>style.visibility</p:attrName>
                                        </p:attrNameLst>
                                      </p:cBhvr>
                                      <p:to>
                                        <p:strVal val="hidden"/>
                                      </p:to>
                                    </p:set>
                                  </p:childTnLst>
                                </p:cTn>
                              </p:par>
                              <p:par>
                                <p:cTn id="192" presetID="10" presetClass="exit" presetSubtype="0" fill="hold" nodeType="withEffect">
                                  <p:stCondLst>
                                    <p:cond delay="250"/>
                                  </p:stCondLst>
                                  <p:childTnLst>
                                    <p:animEffect transition="out" filter="fade">
                                      <p:cBhvr>
                                        <p:cTn id="193" dur="500"/>
                                        <p:tgtEl>
                                          <p:spTgt spid="20"/>
                                        </p:tgtEl>
                                      </p:cBhvr>
                                    </p:animEffect>
                                    <p:set>
                                      <p:cBhvr>
                                        <p:cTn id="194" dur="1" fill="hold">
                                          <p:stCondLst>
                                            <p:cond delay="499"/>
                                          </p:stCondLst>
                                        </p:cTn>
                                        <p:tgtEl>
                                          <p:spTgt spid="20"/>
                                        </p:tgtEl>
                                        <p:attrNameLst>
                                          <p:attrName>style.visibility</p:attrName>
                                        </p:attrNameLst>
                                      </p:cBhvr>
                                      <p:to>
                                        <p:strVal val="hidden"/>
                                      </p:to>
                                    </p:set>
                                  </p:childTnLst>
                                </p:cTn>
                              </p:par>
                              <p:par>
                                <p:cTn id="195" presetID="10" presetClass="entr" presetSubtype="0" fill="hold" nodeType="withEffect">
                                  <p:stCondLst>
                                    <p:cond delay="1500"/>
                                  </p:stCondLst>
                                  <p:childTnLst>
                                    <p:set>
                                      <p:cBhvr>
                                        <p:cTn id="196" dur="1" fill="hold">
                                          <p:stCondLst>
                                            <p:cond delay="0"/>
                                          </p:stCondLst>
                                        </p:cTn>
                                        <p:tgtEl>
                                          <p:spTgt spid="111"/>
                                        </p:tgtEl>
                                        <p:attrNameLst>
                                          <p:attrName>style.visibility</p:attrName>
                                        </p:attrNameLst>
                                      </p:cBhvr>
                                      <p:to>
                                        <p:strVal val="visible"/>
                                      </p:to>
                                    </p:set>
                                    <p:animEffect transition="in" filter="fade">
                                      <p:cBhvr>
                                        <p:cTn id="197" dur="500"/>
                                        <p:tgtEl>
                                          <p:spTgt spid="111"/>
                                        </p:tgtEl>
                                      </p:cBhvr>
                                    </p:animEffect>
                                  </p:childTnLst>
                                </p:cTn>
                              </p:par>
                              <p:par>
                                <p:cTn id="198" presetID="10" presetClass="entr" presetSubtype="0" fill="hold" nodeType="withEffect">
                                  <p:stCondLst>
                                    <p:cond delay="1500"/>
                                  </p:stCondLst>
                                  <p:childTnLst>
                                    <p:set>
                                      <p:cBhvr>
                                        <p:cTn id="199" dur="1" fill="hold">
                                          <p:stCondLst>
                                            <p:cond delay="0"/>
                                          </p:stCondLst>
                                        </p:cTn>
                                        <p:tgtEl>
                                          <p:spTgt spid="115"/>
                                        </p:tgtEl>
                                        <p:attrNameLst>
                                          <p:attrName>style.visibility</p:attrName>
                                        </p:attrNameLst>
                                      </p:cBhvr>
                                      <p:to>
                                        <p:strVal val="visible"/>
                                      </p:to>
                                    </p:set>
                                    <p:animEffect transition="in" filter="fade">
                                      <p:cBhvr>
                                        <p:cTn id="200" dur="500"/>
                                        <p:tgtEl>
                                          <p:spTgt spid="115"/>
                                        </p:tgtEl>
                                      </p:cBhvr>
                                    </p:animEffect>
                                  </p:childTnLst>
                                </p:cTn>
                              </p:par>
                              <p:par>
                                <p:cTn id="201" presetID="10" presetClass="entr" presetSubtype="0" fill="hold" nodeType="withEffect">
                                  <p:stCondLst>
                                    <p:cond delay="1500"/>
                                  </p:stCondLst>
                                  <p:childTnLst>
                                    <p:set>
                                      <p:cBhvr>
                                        <p:cTn id="202" dur="1" fill="hold">
                                          <p:stCondLst>
                                            <p:cond delay="0"/>
                                          </p:stCondLst>
                                        </p:cTn>
                                        <p:tgtEl>
                                          <p:spTgt spid="118"/>
                                        </p:tgtEl>
                                        <p:attrNameLst>
                                          <p:attrName>style.visibility</p:attrName>
                                        </p:attrNameLst>
                                      </p:cBhvr>
                                      <p:to>
                                        <p:strVal val="visible"/>
                                      </p:to>
                                    </p:set>
                                    <p:animEffect transition="in" filter="fade">
                                      <p:cBhvr>
                                        <p:cTn id="203" dur="500"/>
                                        <p:tgtEl>
                                          <p:spTgt spid="118"/>
                                        </p:tgtEl>
                                      </p:cBhvr>
                                    </p:animEffect>
                                  </p:childTnLst>
                                </p:cTn>
                              </p:par>
                              <p:par>
                                <p:cTn id="204" presetID="10" presetClass="entr" presetSubtype="0" fill="hold" nodeType="withEffect">
                                  <p:stCondLst>
                                    <p:cond delay="1500"/>
                                  </p:stCondLst>
                                  <p:childTnLst>
                                    <p:set>
                                      <p:cBhvr>
                                        <p:cTn id="205" dur="1" fill="hold">
                                          <p:stCondLst>
                                            <p:cond delay="0"/>
                                          </p:stCondLst>
                                        </p:cTn>
                                        <p:tgtEl>
                                          <p:spTgt spid="120"/>
                                        </p:tgtEl>
                                        <p:attrNameLst>
                                          <p:attrName>style.visibility</p:attrName>
                                        </p:attrNameLst>
                                      </p:cBhvr>
                                      <p:to>
                                        <p:strVal val="visible"/>
                                      </p:to>
                                    </p:set>
                                    <p:animEffect transition="in" filter="fade">
                                      <p:cBhvr>
                                        <p:cTn id="206" dur="500"/>
                                        <p:tgtEl>
                                          <p:spTgt spid="120"/>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ntr" presetSubtype="0" fill="hold" nodeType="clickEffect">
                                  <p:stCondLst>
                                    <p:cond delay="0"/>
                                  </p:stCondLst>
                                  <p:childTnLst>
                                    <p:set>
                                      <p:cBhvr>
                                        <p:cTn id="210" dur="1" fill="hold">
                                          <p:stCondLst>
                                            <p:cond delay="0"/>
                                          </p:stCondLst>
                                        </p:cTn>
                                        <p:tgtEl>
                                          <p:spTgt spid="88"/>
                                        </p:tgtEl>
                                        <p:attrNameLst>
                                          <p:attrName>style.visibility</p:attrName>
                                        </p:attrNameLst>
                                      </p:cBhvr>
                                      <p:to>
                                        <p:strVal val="visible"/>
                                      </p:to>
                                    </p:set>
                                    <p:animEffect transition="in" filter="fade">
                                      <p:cBhvr>
                                        <p:cTn id="211" dur="500"/>
                                        <p:tgtEl>
                                          <p:spTgt spid="88"/>
                                        </p:tgtEl>
                                      </p:cBhvr>
                                    </p:animEffect>
                                  </p:childTnLst>
                                </p:cTn>
                              </p:par>
                            </p:childTnLst>
                          </p:cTn>
                        </p:par>
                        <p:par>
                          <p:cTn id="212" fill="hold">
                            <p:stCondLst>
                              <p:cond delay="500"/>
                            </p:stCondLst>
                            <p:childTnLst>
                              <p:par>
                                <p:cTn id="213" presetID="35" presetClass="path" presetSubtype="0" accel="50000" decel="50000" fill="hold" nodeType="afterEffect">
                                  <p:stCondLst>
                                    <p:cond delay="0"/>
                                  </p:stCondLst>
                                  <p:childTnLst>
                                    <p:animMotion origin="layout" path="M 2.70833E-6 7.40741E-7 L -0.21706 -0.00208 " pathEditMode="relative" rAng="0" ptsTypes="AA">
                                      <p:cBhvr>
                                        <p:cTn id="214" dur="2000" fill="hold"/>
                                        <p:tgtEl>
                                          <p:spTgt spid="88"/>
                                        </p:tgtEl>
                                        <p:attrNameLst>
                                          <p:attrName>ppt_x</p:attrName>
                                          <p:attrName>ppt_y</p:attrName>
                                        </p:attrNameLst>
                                      </p:cBhvr>
                                      <p:rCtr x="-10859" y="-116"/>
                                    </p:animMotion>
                                  </p:childTnLst>
                                </p:cTn>
                              </p:par>
                              <p:par>
                                <p:cTn id="215" presetID="10" presetClass="exit" presetSubtype="0" fill="hold" nodeType="withEffect">
                                  <p:stCondLst>
                                    <p:cond delay="0"/>
                                  </p:stCondLst>
                                  <p:childTnLst>
                                    <p:animEffect transition="out" filter="fade">
                                      <p:cBhvr>
                                        <p:cTn id="216" dur="500"/>
                                        <p:tgtEl>
                                          <p:spTgt spid="111"/>
                                        </p:tgtEl>
                                      </p:cBhvr>
                                    </p:animEffect>
                                    <p:set>
                                      <p:cBhvr>
                                        <p:cTn id="217" dur="1" fill="hold">
                                          <p:stCondLst>
                                            <p:cond delay="499"/>
                                          </p:stCondLst>
                                        </p:cTn>
                                        <p:tgtEl>
                                          <p:spTgt spid="111"/>
                                        </p:tgtEl>
                                        <p:attrNameLst>
                                          <p:attrName>style.visibility</p:attrName>
                                        </p:attrNameLst>
                                      </p:cBhvr>
                                      <p:to>
                                        <p:strVal val="hidden"/>
                                      </p:to>
                                    </p:set>
                                  </p:childTnLst>
                                </p:cTn>
                              </p:par>
                              <p:par>
                                <p:cTn id="218" presetID="10" presetClass="exit" presetSubtype="0" fill="hold" nodeType="withEffect">
                                  <p:stCondLst>
                                    <p:cond delay="0"/>
                                  </p:stCondLst>
                                  <p:childTnLst>
                                    <p:animEffect transition="out" filter="fade">
                                      <p:cBhvr>
                                        <p:cTn id="219" dur="500"/>
                                        <p:tgtEl>
                                          <p:spTgt spid="115"/>
                                        </p:tgtEl>
                                      </p:cBhvr>
                                    </p:animEffect>
                                    <p:set>
                                      <p:cBhvr>
                                        <p:cTn id="220" dur="1" fill="hold">
                                          <p:stCondLst>
                                            <p:cond delay="499"/>
                                          </p:stCondLst>
                                        </p:cTn>
                                        <p:tgtEl>
                                          <p:spTgt spid="115"/>
                                        </p:tgtEl>
                                        <p:attrNameLst>
                                          <p:attrName>style.visibility</p:attrName>
                                        </p:attrNameLst>
                                      </p:cBhvr>
                                      <p:to>
                                        <p:strVal val="hidden"/>
                                      </p:to>
                                    </p:set>
                                  </p:childTnLst>
                                </p:cTn>
                              </p:par>
                              <p:par>
                                <p:cTn id="221" presetID="10" presetClass="exit" presetSubtype="0" fill="hold" nodeType="withEffect">
                                  <p:stCondLst>
                                    <p:cond delay="0"/>
                                  </p:stCondLst>
                                  <p:childTnLst>
                                    <p:animEffect transition="out" filter="fade">
                                      <p:cBhvr>
                                        <p:cTn id="222" dur="500"/>
                                        <p:tgtEl>
                                          <p:spTgt spid="118"/>
                                        </p:tgtEl>
                                      </p:cBhvr>
                                    </p:animEffect>
                                    <p:set>
                                      <p:cBhvr>
                                        <p:cTn id="223" dur="1" fill="hold">
                                          <p:stCondLst>
                                            <p:cond delay="499"/>
                                          </p:stCondLst>
                                        </p:cTn>
                                        <p:tgtEl>
                                          <p:spTgt spid="118"/>
                                        </p:tgtEl>
                                        <p:attrNameLst>
                                          <p:attrName>style.visibility</p:attrName>
                                        </p:attrNameLst>
                                      </p:cBhvr>
                                      <p:to>
                                        <p:strVal val="hidden"/>
                                      </p:to>
                                    </p:set>
                                  </p:childTnLst>
                                </p:cTn>
                              </p:par>
                              <p:par>
                                <p:cTn id="224" presetID="10" presetClass="exit" presetSubtype="0" fill="hold" nodeType="withEffect">
                                  <p:stCondLst>
                                    <p:cond delay="0"/>
                                  </p:stCondLst>
                                  <p:childTnLst>
                                    <p:animEffect transition="out" filter="fade">
                                      <p:cBhvr>
                                        <p:cTn id="225" dur="500"/>
                                        <p:tgtEl>
                                          <p:spTgt spid="120"/>
                                        </p:tgtEl>
                                      </p:cBhvr>
                                    </p:animEffect>
                                    <p:set>
                                      <p:cBhvr>
                                        <p:cTn id="226" dur="1" fill="hold">
                                          <p:stCondLst>
                                            <p:cond delay="499"/>
                                          </p:stCondLst>
                                        </p:cTn>
                                        <p:tgtEl>
                                          <p:spTgt spid="120"/>
                                        </p:tgtEl>
                                        <p:attrNameLst>
                                          <p:attrName>style.visibility</p:attrName>
                                        </p:attrNameLst>
                                      </p:cBhvr>
                                      <p:to>
                                        <p:strVal val="hidden"/>
                                      </p:to>
                                    </p:set>
                                  </p:childTnLst>
                                </p:cTn>
                              </p:par>
                              <p:par>
                                <p:cTn id="227" presetID="10" presetClass="entr" presetSubtype="0" fill="hold" nodeType="withEffect">
                                  <p:stCondLst>
                                    <p:cond delay="250"/>
                                  </p:stCondLst>
                                  <p:childTnLst>
                                    <p:set>
                                      <p:cBhvr>
                                        <p:cTn id="228" dur="1" fill="hold">
                                          <p:stCondLst>
                                            <p:cond delay="0"/>
                                          </p:stCondLst>
                                        </p:cTn>
                                        <p:tgtEl>
                                          <p:spTgt spid="101"/>
                                        </p:tgtEl>
                                        <p:attrNameLst>
                                          <p:attrName>style.visibility</p:attrName>
                                        </p:attrNameLst>
                                      </p:cBhvr>
                                      <p:to>
                                        <p:strVal val="visible"/>
                                      </p:to>
                                    </p:set>
                                    <p:animEffect transition="in" filter="fade">
                                      <p:cBhvr>
                                        <p:cTn id="229" dur="1000"/>
                                        <p:tgtEl>
                                          <p:spTgt spid="101"/>
                                        </p:tgtEl>
                                      </p:cBhvr>
                                    </p:animEffect>
                                  </p:childTnLst>
                                </p:cTn>
                              </p:par>
                              <p:par>
                                <p:cTn id="230" presetID="10" presetClass="exit" presetSubtype="0" fill="hold" grpId="1" nodeType="withEffect">
                                  <p:stCondLst>
                                    <p:cond delay="250"/>
                                  </p:stCondLst>
                                  <p:childTnLst>
                                    <p:animEffect transition="out" filter="fade">
                                      <p:cBhvr>
                                        <p:cTn id="231" dur="500"/>
                                        <p:tgtEl>
                                          <p:spTgt spid="9"/>
                                        </p:tgtEl>
                                      </p:cBhvr>
                                    </p:animEffect>
                                    <p:set>
                                      <p:cBhvr>
                                        <p:cTn id="232" dur="1" fill="hold">
                                          <p:stCondLst>
                                            <p:cond delay="499"/>
                                          </p:stCondLst>
                                        </p:cTn>
                                        <p:tgtEl>
                                          <p:spTgt spid="9"/>
                                        </p:tgtEl>
                                        <p:attrNameLst>
                                          <p:attrName>style.visibility</p:attrName>
                                        </p:attrNameLst>
                                      </p:cBhvr>
                                      <p:to>
                                        <p:strVal val="hidden"/>
                                      </p:to>
                                    </p:set>
                                  </p:childTnLst>
                                </p:cTn>
                              </p:par>
                              <p:par>
                                <p:cTn id="233" presetID="10" presetClass="exit" presetSubtype="0" fill="hold" grpId="1" nodeType="withEffect">
                                  <p:stCondLst>
                                    <p:cond delay="250"/>
                                  </p:stCondLst>
                                  <p:childTnLst>
                                    <p:animEffect transition="out" filter="fade">
                                      <p:cBhvr>
                                        <p:cTn id="234" dur="500"/>
                                        <p:tgtEl>
                                          <p:spTgt spid="12"/>
                                        </p:tgtEl>
                                      </p:cBhvr>
                                    </p:animEffect>
                                    <p:set>
                                      <p:cBhvr>
                                        <p:cTn id="235" dur="1" fill="hold">
                                          <p:stCondLst>
                                            <p:cond delay="499"/>
                                          </p:stCondLst>
                                        </p:cTn>
                                        <p:tgtEl>
                                          <p:spTgt spid="12"/>
                                        </p:tgtEl>
                                        <p:attrNameLst>
                                          <p:attrName>style.visibility</p:attrName>
                                        </p:attrNameLst>
                                      </p:cBhvr>
                                      <p:to>
                                        <p:strVal val="hidden"/>
                                      </p:to>
                                    </p:set>
                                  </p:childTnLst>
                                </p:cTn>
                              </p:par>
                              <p:par>
                                <p:cTn id="236" presetID="10" presetClass="exit" presetSubtype="0" fill="hold" grpId="1" nodeType="withEffect">
                                  <p:stCondLst>
                                    <p:cond delay="250"/>
                                  </p:stCondLst>
                                  <p:childTnLst>
                                    <p:animEffect transition="out" filter="fade">
                                      <p:cBhvr>
                                        <p:cTn id="237" dur="500"/>
                                        <p:tgtEl>
                                          <p:spTgt spid="10"/>
                                        </p:tgtEl>
                                      </p:cBhvr>
                                    </p:animEffect>
                                    <p:set>
                                      <p:cBhvr>
                                        <p:cTn id="238" dur="1" fill="hold">
                                          <p:stCondLst>
                                            <p:cond delay="499"/>
                                          </p:stCondLst>
                                        </p:cTn>
                                        <p:tgtEl>
                                          <p:spTgt spid="10"/>
                                        </p:tgtEl>
                                        <p:attrNameLst>
                                          <p:attrName>style.visibility</p:attrName>
                                        </p:attrNameLst>
                                      </p:cBhvr>
                                      <p:to>
                                        <p:strVal val="hidden"/>
                                      </p:to>
                                    </p:set>
                                  </p:childTnLst>
                                </p:cTn>
                              </p:par>
                              <p:par>
                                <p:cTn id="239" presetID="10" presetClass="exit" presetSubtype="0" fill="hold" grpId="1" nodeType="withEffect">
                                  <p:stCondLst>
                                    <p:cond delay="250"/>
                                  </p:stCondLst>
                                  <p:childTnLst>
                                    <p:animEffect transition="out" filter="fade">
                                      <p:cBhvr>
                                        <p:cTn id="240" dur="500"/>
                                        <p:tgtEl>
                                          <p:spTgt spid="11"/>
                                        </p:tgtEl>
                                      </p:cBhvr>
                                    </p:animEffect>
                                    <p:set>
                                      <p:cBhvr>
                                        <p:cTn id="241" dur="1" fill="hold">
                                          <p:stCondLst>
                                            <p:cond delay="499"/>
                                          </p:stCondLst>
                                        </p:cTn>
                                        <p:tgtEl>
                                          <p:spTgt spid="11"/>
                                        </p:tgtEl>
                                        <p:attrNameLst>
                                          <p:attrName>style.visibility</p:attrName>
                                        </p:attrNameLst>
                                      </p:cBhvr>
                                      <p:to>
                                        <p:strVal val="hidden"/>
                                      </p:to>
                                    </p:set>
                                  </p:childTnLst>
                                </p:cTn>
                              </p:par>
                              <p:par>
                                <p:cTn id="242" presetID="10" presetClass="exit" presetSubtype="0" fill="hold" grpId="0" nodeType="withEffect">
                                  <p:stCondLst>
                                    <p:cond delay="250"/>
                                  </p:stCondLst>
                                  <p:childTnLst>
                                    <p:animEffect transition="out" filter="fade">
                                      <p:cBhvr>
                                        <p:cTn id="243" dur="500"/>
                                        <p:tgtEl>
                                          <p:spTgt spid="8"/>
                                        </p:tgtEl>
                                      </p:cBhvr>
                                    </p:animEffect>
                                    <p:set>
                                      <p:cBhvr>
                                        <p:cTn id="244" dur="1" fill="hold">
                                          <p:stCondLst>
                                            <p:cond delay="499"/>
                                          </p:stCondLst>
                                        </p:cTn>
                                        <p:tgtEl>
                                          <p:spTgt spid="8"/>
                                        </p:tgtEl>
                                        <p:attrNameLst>
                                          <p:attrName>style.visibility</p:attrName>
                                        </p:attrNameLst>
                                      </p:cBhvr>
                                      <p:to>
                                        <p:strVal val="hidden"/>
                                      </p:to>
                                    </p:set>
                                  </p:childTnLst>
                                </p:cTn>
                              </p:par>
                            </p:childTnLst>
                          </p:cTn>
                        </p:par>
                      </p:childTnLst>
                    </p:cTn>
                  </p:par>
                  <p:par>
                    <p:cTn id="245" fill="hold">
                      <p:stCondLst>
                        <p:cond delay="indefinite"/>
                      </p:stCondLst>
                      <p:childTnLst>
                        <p:par>
                          <p:cTn id="246" fill="hold">
                            <p:stCondLst>
                              <p:cond delay="0"/>
                            </p:stCondLst>
                            <p:childTnLst>
                              <p:par>
                                <p:cTn id="247" presetID="31" presetClass="entr" presetSubtype="0" fill="hold" grpId="0" nodeType="clickEffect">
                                  <p:stCondLst>
                                    <p:cond delay="0"/>
                                  </p:stCondLst>
                                  <p:childTnLst>
                                    <p:set>
                                      <p:cBhvr>
                                        <p:cTn id="248" dur="1" fill="hold">
                                          <p:stCondLst>
                                            <p:cond delay="0"/>
                                          </p:stCondLst>
                                        </p:cTn>
                                        <p:tgtEl>
                                          <p:spTgt spid="222"/>
                                        </p:tgtEl>
                                        <p:attrNameLst>
                                          <p:attrName>style.visibility</p:attrName>
                                        </p:attrNameLst>
                                      </p:cBhvr>
                                      <p:to>
                                        <p:strVal val="visible"/>
                                      </p:to>
                                    </p:set>
                                    <p:anim calcmode="lin" valueType="num">
                                      <p:cBhvr>
                                        <p:cTn id="249" dur="1000" fill="hold"/>
                                        <p:tgtEl>
                                          <p:spTgt spid="222"/>
                                        </p:tgtEl>
                                        <p:attrNameLst>
                                          <p:attrName>ppt_w</p:attrName>
                                        </p:attrNameLst>
                                      </p:cBhvr>
                                      <p:tavLst>
                                        <p:tav tm="0">
                                          <p:val>
                                            <p:fltVal val="0"/>
                                          </p:val>
                                        </p:tav>
                                        <p:tav tm="100000">
                                          <p:val>
                                            <p:strVal val="#ppt_w"/>
                                          </p:val>
                                        </p:tav>
                                      </p:tavLst>
                                    </p:anim>
                                    <p:anim calcmode="lin" valueType="num">
                                      <p:cBhvr>
                                        <p:cTn id="250" dur="1000" fill="hold"/>
                                        <p:tgtEl>
                                          <p:spTgt spid="222"/>
                                        </p:tgtEl>
                                        <p:attrNameLst>
                                          <p:attrName>ppt_h</p:attrName>
                                        </p:attrNameLst>
                                      </p:cBhvr>
                                      <p:tavLst>
                                        <p:tav tm="0">
                                          <p:val>
                                            <p:fltVal val="0"/>
                                          </p:val>
                                        </p:tav>
                                        <p:tav tm="100000">
                                          <p:val>
                                            <p:strVal val="#ppt_h"/>
                                          </p:val>
                                        </p:tav>
                                      </p:tavLst>
                                    </p:anim>
                                    <p:anim calcmode="lin" valueType="num">
                                      <p:cBhvr>
                                        <p:cTn id="251" dur="1000" fill="hold"/>
                                        <p:tgtEl>
                                          <p:spTgt spid="222"/>
                                        </p:tgtEl>
                                        <p:attrNameLst>
                                          <p:attrName>style.rotation</p:attrName>
                                        </p:attrNameLst>
                                      </p:cBhvr>
                                      <p:tavLst>
                                        <p:tav tm="0">
                                          <p:val>
                                            <p:fltVal val="90"/>
                                          </p:val>
                                        </p:tav>
                                        <p:tav tm="100000">
                                          <p:val>
                                            <p:fltVal val="0"/>
                                          </p:val>
                                        </p:tav>
                                      </p:tavLst>
                                    </p:anim>
                                    <p:animEffect transition="in" filter="fade">
                                      <p:cBhvr>
                                        <p:cTn id="252" dur="1000"/>
                                        <p:tgtEl>
                                          <p:spTgt spid="222"/>
                                        </p:tgtEl>
                                      </p:cBhvr>
                                    </p:animEffect>
                                  </p:childTnLst>
                                </p:cTn>
                              </p:par>
                            </p:childTnLst>
                          </p:cTn>
                        </p:par>
                      </p:childTnLst>
                    </p:cTn>
                  </p:par>
                  <p:par>
                    <p:cTn id="253" fill="hold">
                      <p:stCondLst>
                        <p:cond delay="indefinite"/>
                      </p:stCondLst>
                      <p:childTnLst>
                        <p:par>
                          <p:cTn id="254" fill="hold">
                            <p:stCondLst>
                              <p:cond delay="0"/>
                            </p:stCondLst>
                            <p:childTnLst>
                              <p:par>
                                <p:cTn id="255" presetID="22" presetClass="entr" presetSubtype="1" fill="hold" nodeType="clickEffect">
                                  <p:stCondLst>
                                    <p:cond delay="0"/>
                                  </p:stCondLst>
                                  <p:childTnLst>
                                    <p:set>
                                      <p:cBhvr>
                                        <p:cTn id="256" dur="1" fill="hold">
                                          <p:stCondLst>
                                            <p:cond delay="0"/>
                                          </p:stCondLst>
                                        </p:cTn>
                                        <p:tgtEl>
                                          <p:spTgt spid="129"/>
                                        </p:tgtEl>
                                        <p:attrNameLst>
                                          <p:attrName>style.visibility</p:attrName>
                                        </p:attrNameLst>
                                      </p:cBhvr>
                                      <p:to>
                                        <p:strVal val="visible"/>
                                      </p:to>
                                    </p:set>
                                    <p:animEffect transition="in" filter="wipe(up)">
                                      <p:cBhvr>
                                        <p:cTn id="257" dur="500"/>
                                        <p:tgtEl>
                                          <p:spTgt spid="129"/>
                                        </p:tgtEl>
                                      </p:cBhvr>
                                    </p:animEffect>
                                  </p:childTnLst>
                                </p:cTn>
                              </p:par>
                              <p:par>
                                <p:cTn id="258" presetID="22" presetClass="entr" presetSubtype="1" fill="hold" nodeType="withEffect">
                                  <p:stCondLst>
                                    <p:cond delay="250"/>
                                  </p:stCondLst>
                                  <p:childTnLst>
                                    <p:set>
                                      <p:cBhvr>
                                        <p:cTn id="259" dur="1" fill="hold">
                                          <p:stCondLst>
                                            <p:cond delay="0"/>
                                          </p:stCondLst>
                                        </p:cTn>
                                        <p:tgtEl>
                                          <p:spTgt spid="147"/>
                                        </p:tgtEl>
                                        <p:attrNameLst>
                                          <p:attrName>style.visibility</p:attrName>
                                        </p:attrNameLst>
                                      </p:cBhvr>
                                      <p:to>
                                        <p:strVal val="visible"/>
                                      </p:to>
                                    </p:set>
                                    <p:animEffect transition="in" filter="wipe(up)">
                                      <p:cBhvr>
                                        <p:cTn id="260" dur="500"/>
                                        <p:tgtEl>
                                          <p:spTgt spid="147"/>
                                        </p:tgtEl>
                                      </p:cBhvr>
                                    </p:animEffect>
                                  </p:childTnLst>
                                </p:cTn>
                              </p:par>
                              <p:par>
                                <p:cTn id="261" presetID="22" presetClass="entr" presetSubtype="1" fill="hold" nodeType="withEffect">
                                  <p:stCondLst>
                                    <p:cond delay="500"/>
                                  </p:stCondLst>
                                  <p:childTnLst>
                                    <p:set>
                                      <p:cBhvr>
                                        <p:cTn id="262" dur="1" fill="hold">
                                          <p:stCondLst>
                                            <p:cond delay="0"/>
                                          </p:stCondLst>
                                        </p:cTn>
                                        <p:tgtEl>
                                          <p:spTgt spid="130"/>
                                        </p:tgtEl>
                                        <p:attrNameLst>
                                          <p:attrName>style.visibility</p:attrName>
                                        </p:attrNameLst>
                                      </p:cBhvr>
                                      <p:to>
                                        <p:strVal val="visible"/>
                                      </p:to>
                                    </p:set>
                                    <p:animEffect transition="in" filter="wipe(up)">
                                      <p:cBhvr>
                                        <p:cTn id="263" dur="500"/>
                                        <p:tgtEl>
                                          <p:spTgt spid="130"/>
                                        </p:tgtEl>
                                      </p:cBhvr>
                                    </p:animEffect>
                                  </p:childTnLst>
                                </p:cTn>
                              </p:par>
                              <p:par>
                                <p:cTn id="264" presetID="22" presetClass="entr" presetSubtype="1" fill="hold" nodeType="withEffect">
                                  <p:stCondLst>
                                    <p:cond delay="750"/>
                                  </p:stCondLst>
                                  <p:childTnLst>
                                    <p:set>
                                      <p:cBhvr>
                                        <p:cTn id="265" dur="1" fill="hold">
                                          <p:stCondLst>
                                            <p:cond delay="0"/>
                                          </p:stCondLst>
                                        </p:cTn>
                                        <p:tgtEl>
                                          <p:spTgt spid="149"/>
                                        </p:tgtEl>
                                        <p:attrNameLst>
                                          <p:attrName>style.visibility</p:attrName>
                                        </p:attrNameLst>
                                      </p:cBhvr>
                                      <p:to>
                                        <p:strVal val="visible"/>
                                      </p:to>
                                    </p:set>
                                    <p:animEffect transition="in" filter="wipe(up)">
                                      <p:cBhvr>
                                        <p:cTn id="266" dur="500"/>
                                        <p:tgtEl>
                                          <p:spTgt spid="149"/>
                                        </p:tgtEl>
                                      </p:cBhvr>
                                    </p:animEffect>
                                  </p:childTnLst>
                                </p:cTn>
                              </p:par>
                              <p:par>
                                <p:cTn id="267" presetID="22" presetClass="entr" presetSubtype="1" fill="hold" nodeType="withEffect">
                                  <p:stCondLst>
                                    <p:cond delay="1000"/>
                                  </p:stCondLst>
                                  <p:childTnLst>
                                    <p:set>
                                      <p:cBhvr>
                                        <p:cTn id="268" dur="1" fill="hold">
                                          <p:stCondLst>
                                            <p:cond delay="0"/>
                                          </p:stCondLst>
                                        </p:cTn>
                                        <p:tgtEl>
                                          <p:spTgt spid="134"/>
                                        </p:tgtEl>
                                        <p:attrNameLst>
                                          <p:attrName>style.visibility</p:attrName>
                                        </p:attrNameLst>
                                      </p:cBhvr>
                                      <p:to>
                                        <p:strVal val="visible"/>
                                      </p:to>
                                    </p:set>
                                    <p:animEffect transition="in" filter="wipe(up)">
                                      <p:cBhvr>
                                        <p:cTn id="269" dur="500"/>
                                        <p:tgtEl>
                                          <p:spTgt spid="134"/>
                                        </p:tgtEl>
                                      </p:cBhvr>
                                    </p:animEffect>
                                  </p:childTnLst>
                                </p:cTn>
                              </p:par>
                              <p:par>
                                <p:cTn id="270" presetID="22" presetClass="entr" presetSubtype="1" fill="hold" nodeType="withEffect">
                                  <p:stCondLst>
                                    <p:cond delay="1250"/>
                                  </p:stCondLst>
                                  <p:childTnLst>
                                    <p:set>
                                      <p:cBhvr>
                                        <p:cTn id="271" dur="1" fill="hold">
                                          <p:stCondLst>
                                            <p:cond delay="0"/>
                                          </p:stCondLst>
                                        </p:cTn>
                                        <p:tgtEl>
                                          <p:spTgt spid="150"/>
                                        </p:tgtEl>
                                        <p:attrNameLst>
                                          <p:attrName>style.visibility</p:attrName>
                                        </p:attrNameLst>
                                      </p:cBhvr>
                                      <p:to>
                                        <p:strVal val="visible"/>
                                      </p:to>
                                    </p:set>
                                    <p:animEffect transition="in" filter="wipe(up)">
                                      <p:cBhvr>
                                        <p:cTn id="272" dur="500"/>
                                        <p:tgtEl>
                                          <p:spTgt spid="150"/>
                                        </p:tgtEl>
                                      </p:cBhvr>
                                    </p:animEffect>
                                  </p:childTnLst>
                                </p:cTn>
                              </p:par>
                              <p:par>
                                <p:cTn id="273" presetID="22" presetClass="entr" presetSubtype="1" fill="hold" nodeType="withEffect">
                                  <p:stCondLst>
                                    <p:cond delay="1500"/>
                                  </p:stCondLst>
                                  <p:childTnLst>
                                    <p:set>
                                      <p:cBhvr>
                                        <p:cTn id="274" dur="1" fill="hold">
                                          <p:stCondLst>
                                            <p:cond delay="0"/>
                                          </p:stCondLst>
                                        </p:cTn>
                                        <p:tgtEl>
                                          <p:spTgt spid="138"/>
                                        </p:tgtEl>
                                        <p:attrNameLst>
                                          <p:attrName>style.visibility</p:attrName>
                                        </p:attrNameLst>
                                      </p:cBhvr>
                                      <p:to>
                                        <p:strVal val="visible"/>
                                      </p:to>
                                    </p:set>
                                    <p:animEffect transition="in" filter="wipe(up)">
                                      <p:cBhvr>
                                        <p:cTn id="275" dur="500"/>
                                        <p:tgtEl>
                                          <p:spTgt spid="138"/>
                                        </p:tgtEl>
                                      </p:cBhvr>
                                    </p:animEffect>
                                  </p:childTnLst>
                                </p:cTn>
                              </p:par>
                              <p:par>
                                <p:cTn id="276" presetID="22" presetClass="entr" presetSubtype="1" fill="hold" nodeType="withEffect">
                                  <p:stCondLst>
                                    <p:cond delay="1750"/>
                                  </p:stCondLst>
                                  <p:childTnLst>
                                    <p:set>
                                      <p:cBhvr>
                                        <p:cTn id="277" dur="1" fill="hold">
                                          <p:stCondLst>
                                            <p:cond delay="0"/>
                                          </p:stCondLst>
                                        </p:cTn>
                                        <p:tgtEl>
                                          <p:spTgt spid="159"/>
                                        </p:tgtEl>
                                        <p:attrNameLst>
                                          <p:attrName>style.visibility</p:attrName>
                                        </p:attrNameLst>
                                      </p:cBhvr>
                                      <p:to>
                                        <p:strVal val="visible"/>
                                      </p:to>
                                    </p:set>
                                    <p:animEffect transition="in" filter="wipe(up)">
                                      <p:cBhvr>
                                        <p:cTn id="278" dur="500"/>
                                        <p:tgtEl>
                                          <p:spTgt spid="159"/>
                                        </p:tgtEl>
                                      </p:cBhvr>
                                    </p:animEffect>
                                  </p:childTnLst>
                                </p:cTn>
                              </p:par>
                              <p:par>
                                <p:cTn id="279" presetID="22" presetClass="entr" presetSubtype="1" fill="hold" nodeType="withEffect">
                                  <p:stCondLst>
                                    <p:cond delay="2000"/>
                                  </p:stCondLst>
                                  <p:childTnLst>
                                    <p:set>
                                      <p:cBhvr>
                                        <p:cTn id="280" dur="1" fill="hold">
                                          <p:stCondLst>
                                            <p:cond delay="0"/>
                                          </p:stCondLst>
                                        </p:cTn>
                                        <p:tgtEl>
                                          <p:spTgt spid="142"/>
                                        </p:tgtEl>
                                        <p:attrNameLst>
                                          <p:attrName>style.visibility</p:attrName>
                                        </p:attrNameLst>
                                      </p:cBhvr>
                                      <p:to>
                                        <p:strVal val="visible"/>
                                      </p:to>
                                    </p:set>
                                    <p:animEffect transition="in" filter="wipe(up)">
                                      <p:cBhvr>
                                        <p:cTn id="281" dur="500"/>
                                        <p:tgtEl>
                                          <p:spTgt spid="142"/>
                                        </p:tgtEl>
                                      </p:cBhvr>
                                    </p:animEffect>
                                  </p:childTnLst>
                                </p:cTn>
                              </p:par>
                            </p:childTnLst>
                          </p:cTn>
                        </p:par>
                      </p:childTnLst>
                    </p:cTn>
                  </p:par>
                  <p:par>
                    <p:cTn id="282" fill="hold">
                      <p:stCondLst>
                        <p:cond delay="indefinite"/>
                      </p:stCondLst>
                      <p:childTnLst>
                        <p:par>
                          <p:cTn id="283" fill="hold">
                            <p:stCondLst>
                              <p:cond delay="0"/>
                            </p:stCondLst>
                            <p:childTnLst>
                              <p:par>
                                <p:cTn id="284" presetID="1" presetClass="entr" presetSubtype="0" fill="hold" nodeType="clickEffect">
                                  <p:stCondLst>
                                    <p:cond delay="0"/>
                                  </p:stCondLst>
                                  <p:childTnLst>
                                    <p:set>
                                      <p:cBhvr>
                                        <p:cTn id="285" dur="1" fill="hold">
                                          <p:stCondLst>
                                            <p:cond delay="0"/>
                                          </p:stCondLst>
                                        </p:cTn>
                                        <p:tgtEl>
                                          <p:spTgt spid="160"/>
                                        </p:tgtEl>
                                        <p:attrNameLst>
                                          <p:attrName>style.visibility</p:attrName>
                                        </p:attrNameLst>
                                      </p:cBhvr>
                                      <p:to>
                                        <p:strVal val="visible"/>
                                      </p:to>
                                    </p:set>
                                  </p:childTnLst>
                                </p:cTn>
                              </p:par>
                              <p:par>
                                <p:cTn id="286" presetID="1" presetClass="entr" presetSubtype="0" fill="hold" nodeType="withEffect">
                                  <p:stCondLst>
                                    <p:cond delay="0"/>
                                  </p:stCondLst>
                                  <p:childTnLst>
                                    <p:set>
                                      <p:cBhvr>
                                        <p:cTn id="287" dur="1" fill="hold">
                                          <p:stCondLst>
                                            <p:cond delay="0"/>
                                          </p:stCondLst>
                                        </p:cTn>
                                        <p:tgtEl>
                                          <p:spTgt spid="164"/>
                                        </p:tgtEl>
                                        <p:attrNameLst>
                                          <p:attrName>style.visibility</p:attrName>
                                        </p:attrNameLst>
                                      </p:cBhvr>
                                      <p:to>
                                        <p:strVal val="visible"/>
                                      </p:to>
                                    </p:set>
                                  </p:childTnLst>
                                </p:cTn>
                              </p:par>
                              <p:par>
                                <p:cTn id="288" presetID="1" presetClass="entr" presetSubtype="0" fill="hold" nodeType="withEffect">
                                  <p:stCondLst>
                                    <p:cond delay="0"/>
                                  </p:stCondLst>
                                  <p:childTnLst>
                                    <p:set>
                                      <p:cBhvr>
                                        <p:cTn id="289" dur="1" fill="hold">
                                          <p:stCondLst>
                                            <p:cond delay="0"/>
                                          </p:stCondLst>
                                        </p:cTn>
                                        <p:tgtEl>
                                          <p:spTgt spid="168"/>
                                        </p:tgtEl>
                                        <p:attrNameLst>
                                          <p:attrName>style.visibility</p:attrName>
                                        </p:attrNameLst>
                                      </p:cBhvr>
                                      <p:to>
                                        <p:strVal val="visible"/>
                                      </p:to>
                                    </p:set>
                                  </p:childTnLst>
                                </p:cTn>
                              </p:par>
                              <p:par>
                                <p:cTn id="290" presetID="1" presetClass="entr" presetSubtype="0" fill="hold" nodeType="withEffect">
                                  <p:stCondLst>
                                    <p:cond delay="0"/>
                                  </p:stCondLst>
                                  <p:childTnLst>
                                    <p:set>
                                      <p:cBhvr>
                                        <p:cTn id="291" dur="1" fill="hold">
                                          <p:stCondLst>
                                            <p:cond delay="0"/>
                                          </p:stCondLst>
                                        </p:cTn>
                                        <p:tgtEl>
                                          <p:spTgt spid="172"/>
                                        </p:tgtEl>
                                        <p:attrNameLst>
                                          <p:attrName>style.visibility</p:attrName>
                                        </p:attrNameLst>
                                      </p:cBhvr>
                                      <p:to>
                                        <p:strVal val="visible"/>
                                      </p:to>
                                    </p:set>
                                  </p:childTnLst>
                                </p:cTn>
                              </p:par>
                              <p:par>
                                <p:cTn id="292" presetID="1" presetClass="entr" presetSubtype="0" fill="hold" nodeType="withEffect">
                                  <p:stCondLst>
                                    <p:cond delay="0"/>
                                  </p:stCondLst>
                                  <p:childTnLst>
                                    <p:set>
                                      <p:cBhvr>
                                        <p:cTn id="293" dur="1" fill="hold">
                                          <p:stCondLst>
                                            <p:cond delay="0"/>
                                          </p:stCondLst>
                                        </p:cTn>
                                        <p:tgtEl>
                                          <p:spTgt spid="176"/>
                                        </p:tgtEl>
                                        <p:attrNameLst>
                                          <p:attrName>style.visibility</p:attrName>
                                        </p:attrNameLst>
                                      </p:cBhvr>
                                      <p:to>
                                        <p:strVal val="visible"/>
                                      </p:to>
                                    </p:set>
                                  </p:childTnLst>
                                </p:cTn>
                              </p:par>
                            </p:childTnLst>
                          </p:cTn>
                        </p:par>
                      </p:childTnLst>
                    </p:cTn>
                  </p:par>
                  <p:par>
                    <p:cTn id="294" fill="hold">
                      <p:stCondLst>
                        <p:cond delay="indefinite"/>
                      </p:stCondLst>
                      <p:childTnLst>
                        <p:par>
                          <p:cTn id="295" fill="hold">
                            <p:stCondLst>
                              <p:cond delay="0"/>
                            </p:stCondLst>
                            <p:childTnLst>
                              <p:par>
                                <p:cTn id="296" presetID="31" presetClass="entr" presetSubtype="0" fill="hold" grpId="0" nodeType="clickEffect">
                                  <p:stCondLst>
                                    <p:cond delay="0"/>
                                  </p:stCondLst>
                                  <p:childTnLst>
                                    <p:set>
                                      <p:cBhvr>
                                        <p:cTn id="297" dur="1" fill="hold">
                                          <p:stCondLst>
                                            <p:cond delay="0"/>
                                          </p:stCondLst>
                                        </p:cTn>
                                        <p:tgtEl>
                                          <p:spTgt spid="190"/>
                                        </p:tgtEl>
                                        <p:attrNameLst>
                                          <p:attrName>style.visibility</p:attrName>
                                        </p:attrNameLst>
                                      </p:cBhvr>
                                      <p:to>
                                        <p:strVal val="visible"/>
                                      </p:to>
                                    </p:set>
                                    <p:anim calcmode="lin" valueType="num">
                                      <p:cBhvr>
                                        <p:cTn id="298" dur="1000" fill="hold"/>
                                        <p:tgtEl>
                                          <p:spTgt spid="190"/>
                                        </p:tgtEl>
                                        <p:attrNameLst>
                                          <p:attrName>ppt_w</p:attrName>
                                        </p:attrNameLst>
                                      </p:cBhvr>
                                      <p:tavLst>
                                        <p:tav tm="0">
                                          <p:val>
                                            <p:fltVal val="0"/>
                                          </p:val>
                                        </p:tav>
                                        <p:tav tm="100000">
                                          <p:val>
                                            <p:strVal val="#ppt_w"/>
                                          </p:val>
                                        </p:tav>
                                      </p:tavLst>
                                    </p:anim>
                                    <p:anim calcmode="lin" valueType="num">
                                      <p:cBhvr>
                                        <p:cTn id="299" dur="1000" fill="hold"/>
                                        <p:tgtEl>
                                          <p:spTgt spid="190"/>
                                        </p:tgtEl>
                                        <p:attrNameLst>
                                          <p:attrName>ppt_h</p:attrName>
                                        </p:attrNameLst>
                                      </p:cBhvr>
                                      <p:tavLst>
                                        <p:tav tm="0">
                                          <p:val>
                                            <p:fltVal val="0"/>
                                          </p:val>
                                        </p:tav>
                                        <p:tav tm="100000">
                                          <p:val>
                                            <p:strVal val="#ppt_h"/>
                                          </p:val>
                                        </p:tav>
                                      </p:tavLst>
                                    </p:anim>
                                    <p:anim calcmode="lin" valueType="num">
                                      <p:cBhvr>
                                        <p:cTn id="300" dur="1000" fill="hold"/>
                                        <p:tgtEl>
                                          <p:spTgt spid="190"/>
                                        </p:tgtEl>
                                        <p:attrNameLst>
                                          <p:attrName>style.rotation</p:attrName>
                                        </p:attrNameLst>
                                      </p:cBhvr>
                                      <p:tavLst>
                                        <p:tav tm="0">
                                          <p:val>
                                            <p:fltVal val="90"/>
                                          </p:val>
                                        </p:tav>
                                        <p:tav tm="100000">
                                          <p:val>
                                            <p:fltVal val="0"/>
                                          </p:val>
                                        </p:tav>
                                      </p:tavLst>
                                    </p:anim>
                                    <p:animEffect transition="in" filter="fade">
                                      <p:cBhvr>
                                        <p:cTn id="301" dur="1000"/>
                                        <p:tgtEl>
                                          <p:spTgt spid="190"/>
                                        </p:tgtEl>
                                      </p:cBhvr>
                                    </p:animEffect>
                                  </p:childTnLst>
                                </p:cTn>
                              </p:par>
                            </p:childTnLst>
                          </p:cTn>
                        </p:par>
                      </p:childTnLst>
                    </p:cTn>
                  </p:par>
                  <p:par>
                    <p:cTn id="302" fill="hold">
                      <p:stCondLst>
                        <p:cond delay="indefinite"/>
                      </p:stCondLst>
                      <p:childTnLst>
                        <p:par>
                          <p:cTn id="303" fill="hold">
                            <p:stCondLst>
                              <p:cond delay="0"/>
                            </p:stCondLst>
                            <p:childTnLst>
                              <p:par>
                                <p:cTn id="304" presetID="35" presetClass="path" presetSubtype="0" accel="50000" decel="50000" fill="hold" nodeType="clickEffect">
                                  <p:stCondLst>
                                    <p:cond delay="0"/>
                                  </p:stCondLst>
                                  <p:childTnLst>
                                    <p:animMotion origin="layout" path="M -3.33333E-6 -1.11111E-6 L -0.1681 0.17523 " pathEditMode="relative" rAng="0" ptsTypes="AA">
                                      <p:cBhvr>
                                        <p:cTn id="305" dur="1500" fill="hold"/>
                                        <p:tgtEl>
                                          <p:spTgt spid="160"/>
                                        </p:tgtEl>
                                        <p:attrNameLst>
                                          <p:attrName>ppt_x</p:attrName>
                                          <p:attrName>ppt_y</p:attrName>
                                        </p:attrNameLst>
                                      </p:cBhvr>
                                      <p:rCtr x="-8411" y="8750"/>
                                    </p:animMotion>
                                  </p:childTnLst>
                                </p:cTn>
                              </p:par>
                              <p:par>
                                <p:cTn id="306" presetID="35" presetClass="path" presetSubtype="0" accel="50000" decel="50000" fill="hold" nodeType="withEffect">
                                  <p:stCondLst>
                                    <p:cond delay="0"/>
                                  </p:stCondLst>
                                  <p:childTnLst>
                                    <p:animMotion origin="layout" path="M -3.33333E-6 2.22222E-6 L -0.25716 0.17129 " pathEditMode="relative" rAng="0" ptsTypes="AA">
                                      <p:cBhvr>
                                        <p:cTn id="307" dur="1500" fill="hold"/>
                                        <p:tgtEl>
                                          <p:spTgt spid="164"/>
                                        </p:tgtEl>
                                        <p:attrNameLst>
                                          <p:attrName>ppt_x</p:attrName>
                                          <p:attrName>ppt_y</p:attrName>
                                        </p:attrNameLst>
                                      </p:cBhvr>
                                      <p:rCtr x="-12865" y="8565"/>
                                    </p:animMotion>
                                  </p:childTnLst>
                                </p:cTn>
                              </p:par>
                              <p:par>
                                <p:cTn id="308" presetID="35" presetClass="path" presetSubtype="0" accel="50000" decel="50000" fill="hold" nodeType="withEffect">
                                  <p:stCondLst>
                                    <p:cond delay="0"/>
                                  </p:stCondLst>
                                  <p:childTnLst>
                                    <p:animMotion origin="layout" path="M -3.33333E-6 -2.96296E-6 L -0.1681 0.08611 " pathEditMode="relative" rAng="0" ptsTypes="AA">
                                      <p:cBhvr>
                                        <p:cTn id="309" dur="1500" fill="hold"/>
                                        <p:tgtEl>
                                          <p:spTgt spid="168"/>
                                        </p:tgtEl>
                                        <p:attrNameLst>
                                          <p:attrName>ppt_x</p:attrName>
                                          <p:attrName>ppt_y</p:attrName>
                                        </p:attrNameLst>
                                      </p:cBhvr>
                                      <p:rCtr x="-8411" y="4306"/>
                                    </p:animMotion>
                                  </p:childTnLst>
                                </p:cTn>
                              </p:par>
                              <p:par>
                                <p:cTn id="310" presetID="35" presetClass="path" presetSubtype="0" accel="50000" decel="50000" fill="hold" nodeType="withEffect">
                                  <p:stCondLst>
                                    <p:cond delay="0"/>
                                  </p:stCondLst>
                                  <p:childTnLst>
                                    <p:animMotion origin="layout" path="M -3.54167E-6 4.81481E-6 L -0.16823 0.078 " pathEditMode="relative" rAng="0" ptsTypes="AA">
                                      <p:cBhvr>
                                        <p:cTn id="311" dur="1500" fill="hold"/>
                                        <p:tgtEl>
                                          <p:spTgt spid="172"/>
                                        </p:tgtEl>
                                        <p:attrNameLst>
                                          <p:attrName>ppt_x</p:attrName>
                                          <p:attrName>ppt_y</p:attrName>
                                        </p:attrNameLst>
                                      </p:cBhvr>
                                      <p:rCtr x="-8411" y="3889"/>
                                    </p:animMotion>
                                  </p:childTnLst>
                                </p:cTn>
                              </p:par>
                              <p:par>
                                <p:cTn id="312" presetID="35" presetClass="path" presetSubtype="0" accel="50000" decel="50000" fill="hold" nodeType="withEffect">
                                  <p:stCondLst>
                                    <p:cond delay="0"/>
                                  </p:stCondLst>
                                  <p:childTnLst>
                                    <p:animMotion origin="layout" path="M -3.33333E-6 2.59259E-6 L -0.07669 -0.0838 " pathEditMode="relative" rAng="0" ptsTypes="AA">
                                      <p:cBhvr>
                                        <p:cTn id="313" dur="1500" fill="hold"/>
                                        <p:tgtEl>
                                          <p:spTgt spid="176"/>
                                        </p:tgtEl>
                                        <p:attrNameLst>
                                          <p:attrName>ppt_x</p:attrName>
                                          <p:attrName>ppt_y</p:attrName>
                                        </p:attrNameLst>
                                      </p:cBhvr>
                                      <p:rCtr x="-3841" y="-4190"/>
                                    </p:animMotion>
                                  </p:childTnLst>
                                </p:cTn>
                              </p:par>
                              <p:par>
                                <p:cTn id="314" presetID="22" presetClass="entr" presetSubtype="2" fill="hold" nodeType="withEffect">
                                  <p:stCondLst>
                                    <p:cond delay="1000"/>
                                  </p:stCondLst>
                                  <p:childTnLst>
                                    <p:set>
                                      <p:cBhvr>
                                        <p:cTn id="315" dur="1" fill="hold">
                                          <p:stCondLst>
                                            <p:cond delay="0"/>
                                          </p:stCondLst>
                                        </p:cTn>
                                        <p:tgtEl>
                                          <p:spTgt spid="180"/>
                                        </p:tgtEl>
                                        <p:attrNameLst>
                                          <p:attrName>style.visibility</p:attrName>
                                        </p:attrNameLst>
                                      </p:cBhvr>
                                      <p:to>
                                        <p:strVal val="visible"/>
                                      </p:to>
                                    </p:set>
                                    <p:animEffect transition="in" filter="wipe(right)">
                                      <p:cBhvr>
                                        <p:cTn id="316" dur="500"/>
                                        <p:tgtEl>
                                          <p:spTgt spid="180"/>
                                        </p:tgtEl>
                                      </p:cBhvr>
                                    </p:animEffect>
                                  </p:childTnLst>
                                </p:cTn>
                              </p:par>
                              <p:par>
                                <p:cTn id="317" presetID="22" presetClass="entr" presetSubtype="8" fill="hold" nodeType="withEffect">
                                  <p:stCondLst>
                                    <p:cond delay="1000"/>
                                  </p:stCondLst>
                                  <p:childTnLst>
                                    <p:set>
                                      <p:cBhvr>
                                        <p:cTn id="318" dur="1" fill="hold">
                                          <p:stCondLst>
                                            <p:cond delay="0"/>
                                          </p:stCondLst>
                                        </p:cTn>
                                        <p:tgtEl>
                                          <p:spTgt spid="184"/>
                                        </p:tgtEl>
                                        <p:attrNameLst>
                                          <p:attrName>style.visibility</p:attrName>
                                        </p:attrNameLst>
                                      </p:cBhvr>
                                      <p:to>
                                        <p:strVal val="visible"/>
                                      </p:to>
                                    </p:set>
                                    <p:animEffect transition="in" filter="wipe(left)">
                                      <p:cBhvr>
                                        <p:cTn id="319" dur="500"/>
                                        <p:tgtEl>
                                          <p:spTgt spid="184"/>
                                        </p:tgtEl>
                                      </p:cBhvr>
                                    </p:animEffect>
                                  </p:childTnLst>
                                </p:cTn>
                              </p:par>
                              <p:par>
                                <p:cTn id="320" presetID="22" presetClass="entr" presetSubtype="8" fill="hold" nodeType="withEffect">
                                  <p:stCondLst>
                                    <p:cond delay="1000"/>
                                  </p:stCondLst>
                                  <p:childTnLst>
                                    <p:set>
                                      <p:cBhvr>
                                        <p:cTn id="321" dur="1" fill="hold">
                                          <p:stCondLst>
                                            <p:cond delay="0"/>
                                          </p:stCondLst>
                                        </p:cTn>
                                        <p:tgtEl>
                                          <p:spTgt spid="186"/>
                                        </p:tgtEl>
                                        <p:attrNameLst>
                                          <p:attrName>style.visibility</p:attrName>
                                        </p:attrNameLst>
                                      </p:cBhvr>
                                      <p:to>
                                        <p:strVal val="visible"/>
                                      </p:to>
                                    </p:set>
                                    <p:animEffect transition="in" filter="wipe(left)">
                                      <p:cBhvr>
                                        <p:cTn id="322" dur="500"/>
                                        <p:tgtEl>
                                          <p:spTgt spid="186"/>
                                        </p:tgtEl>
                                      </p:cBhvr>
                                    </p:animEffect>
                                  </p:childTnLst>
                                </p:cTn>
                              </p:par>
                              <p:par>
                                <p:cTn id="323" presetID="22" presetClass="entr" presetSubtype="1" fill="hold" nodeType="withEffect">
                                  <p:stCondLst>
                                    <p:cond delay="1000"/>
                                  </p:stCondLst>
                                  <p:childTnLst>
                                    <p:set>
                                      <p:cBhvr>
                                        <p:cTn id="324" dur="1" fill="hold">
                                          <p:stCondLst>
                                            <p:cond delay="0"/>
                                          </p:stCondLst>
                                        </p:cTn>
                                        <p:tgtEl>
                                          <p:spTgt spid="187"/>
                                        </p:tgtEl>
                                        <p:attrNameLst>
                                          <p:attrName>style.visibility</p:attrName>
                                        </p:attrNameLst>
                                      </p:cBhvr>
                                      <p:to>
                                        <p:strVal val="visible"/>
                                      </p:to>
                                    </p:set>
                                    <p:animEffect transition="in" filter="wipe(up)">
                                      <p:cBhvr>
                                        <p:cTn id="325" dur="500"/>
                                        <p:tgtEl>
                                          <p:spTgt spid="187"/>
                                        </p:tgtEl>
                                      </p:cBhvr>
                                    </p:animEffect>
                                  </p:childTnLst>
                                </p:cTn>
                              </p:par>
                            </p:childTnLst>
                          </p:cTn>
                        </p:par>
                      </p:childTnLst>
                    </p:cTn>
                  </p:par>
                  <p:par>
                    <p:cTn id="326" fill="hold">
                      <p:stCondLst>
                        <p:cond delay="indefinite"/>
                      </p:stCondLst>
                      <p:childTnLst>
                        <p:par>
                          <p:cTn id="327" fill="hold">
                            <p:stCondLst>
                              <p:cond delay="0"/>
                            </p:stCondLst>
                            <p:childTnLst>
                              <p:par>
                                <p:cTn id="328" presetID="31" presetClass="entr" presetSubtype="0" fill="hold" grpId="0" nodeType="clickEffect">
                                  <p:stCondLst>
                                    <p:cond delay="0"/>
                                  </p:stCondLst>
                                  <p:childTnLst>
                                    <p:set>
                                      <p:cBhvr>
                                        <p:cTn id="329" dur="1" fill="hold">
                                          <p:stCondLst>
                                            <p:cond delay="0"/>
                                          </p:stCondLst>
                                        </p:cTn>
                                        <p:tgtEl>
                                          <p:spTgt spid="191"/>
                                        </p:tgtEl>
                                        <p:attrNameLst>
                                          <p:attrName>style.visibility</p:attrName>
                                        </p:attrNameLst>
                                      </p:cBhvr>
                                      <p:to>
                                        <p:strVal val="visible"/>
                                      </p:to>
                                    </p:set>
                                    <p:anim calcmode="lin" valueType="num">
                                      <p:cBhvr>
                                        <p:cTn id="330" dur="1000" fill="hold"/>
                                        <p:tgtEl>
                                          <p:spTgt spid="191"/>
                                        </p:tgtEl>
                                        <p:attrNameLst>
                                          <p:attrName>ppt_w</p:attrName>
                                        </p:attrNameLst>
                                      </p:cBhvr>
                                      <p:tavLst>
                                        <p:tav tm="0">
                                          <p:val>
                                            <p:fltVal val="0"/>
                                          </p:val>
                                        </p:tav>
                                        <p:tav tm="100000">
                                          <p:val>
                                            <p:strVal val="#ppt_w"/>
                                          </p:val>
                                        </p:tav>
                                      </p:tavLst>
                                    </p:anim>
                                    <p:anim calcmode="lin" valueType="num">
                                      <p:cBhvr>
                                        <p:cTn id="331" dur="1000" fill="hold"/>
                                        <p:tgtEl>
                                          <p:spTgt spid="191"/>
                                        </p:tgtEl>
                                        <p:attrNameLst>
                                          <p:attrName>ppt_h</p:attrName>
                                        </p:attrNameLst>
                                      </p:cBhvr>
                                      <p:tavLst>
                                        <p:tav tm="0">
                                          <p:val>
                                            <p:fltVal val="0"/>
                                          </p:val>
                                        </p:tav>
                                        <p:tav tm="100000">
                                          <p:val>
                                            <p:strVal val="#ppt_h"/>
                                          </p:val>
                                        </p:tav>
                                      </p:tavLst>
                                    </p:anim>
                                    <p:anim calcmode="lin" valueType="num">
                                      <p:cBhvr>
                                        <p:cTn id="332" dur="1000" fill="hold"/>
                                        <p:tgtEl>
                                          <p:spTgt spid="191"/>
                                        </p:tgtEl>
                                        <p:attrNameLst>
                                          <p:attrName>style.rotation</p:attrName>
                                        </p:attrNameLst>
                                      </p:cBhvr>
                                      <p:tavLst>
                                        <p:tav tm="0">
                                          <p:val>
                                            <p:fltVal val="90"/>
                                          </p:val>
                                        </p:tav>
                                        <p:tav tm="100000">
                                          <p:val>
                                            <p:fltVal val="0"/>
                                          </p:val>
                                        </p:tav>
                                      </p:tavLst>
                                    </p:anim>
                                    <p:animEffect transition="in" filter="fade">
                                      <p:cBhvr>
                                        <p:cTn id="333" dur="1000"/>
                                        <p:tgtEl>
                                          <p:spTgt spid="191"/>
                                        </p:tgtEl>
                                      </p:cBhvr>
                                    </p:animEffect>
                                  </p:childTnLst>
                                </p:cTn>
                              </p:par>
                            </p:childTnLst>
                          </p:cTn>
                        </p:par>
                      </p:childTnLst>
                    </p:cTn>
                  </p:par>
                  <p:par>
                    <p:cTn id="334" fill="hold">
                      <p:stCondLst>
                        <p:cond delay="indefinite"/>
                      </p:stCondLst>
                      <p:childTnLst>
                        <p:par>
                          <p:cTn id="335" fill="hold">
                            <p:stCondLst>
                              <p:cond delay="0"/>
                            </p:stCondLst>
                            <p:childTnLst>
                              <p:par>
                                <p:cTn id="336" presetID="1" presetClass="entr" presetSubtype="0" fill="hold" nodeType="clickEffect">
                                  <p:stCondLst>
                                    <p:cond delay="0"/>
                                  </p:stCondLst>
                                  <p:childTnLst>
                                    <p:set>
                                      <p:cBhvr>
                                        <p:cTn id="337" dur="1" fill="hold">
                                          <p:stCondLst>
                                            <p:cond delay="0"/>
                                          </p:stCondLst>
                                        </p:cTn>
                                        <p:tgtEl>
                                          <p:spTgt spid="192"/>
                                        </p:tgtEl>
                                        <p:attrNameLst>
                                          <p:attrName>style.visibility</p:attrName>
                                        </p:attrNameLst>
                                      </p:cBhvr>
                                      <p:to>
                                        <p:strVal val="visible"/>
                                      </p:to>
                                    </p:set>
                                  </p:childTnLst>
                                </p:cTn>
                              </p:par>
                              <p:par>
                                <p:cTn id="338" presetID="1" presetClass="entr" presetSubtype="0" fill="hold" nodeType="withEffect">
                                  <p:stCondLst>
                                    <p:cond delay="0"/>
                                  </p:stCondLst>
                                  <p:childTnLst>
                                    <p:set>
                                      <p:cBhvr>
                                        <p:cTn id="339" dur="1" fill="hold">
                                          <p:stCondLst>
                                            <p:cond delay="0"/>
                                          </p:stCondLst>
                                        </p:cTn>
                                        <p:tgtEl>
                                          <p:spTgt spid="196"/>
                                        </p:tgtEl>
                                        <p:attrNameLst>
                                          <p:attrName>style.visibility</p:attrName>
                                        </p:attrNameLst>
                                      </p:cBhvr>
                                      <p:to>
                                        <p:strVal val="visible"/>
                                      </p:to>
                                    </p:set>
                                  </p:childTnLst>
                                </p:cTn>
                              </p:par>
                              <p:par>
                                <p:cTn id="340" presetID="1" presetClass="entr" presetSubtype="0" fill="hold" nodeType="withEffect">
                                  <p:stCondLst>
                                    <p:cond delay="0"/>
                                  </p:stCondLst>
                                  <p:childTnLst>
                                    <p:set>
                                      <p:cBhvr>
                                        <p:cTn id="341" dur="1" fill="hold">
                                          <p:stCondLst>
                                            <p:cond delay="0"/>
                                          </p:stCondLst>
                                        </p:cTn>
                                        <p:tgtEl>
                                          <p:spTgt spid="200"/>
                                        </p:tgtEl>
                                        <p:attrNameLst>
                                          <p:attrName>style.visibility</p:attrName>
                                        </p:attrNameLst>
                                      </p:cBhvr>
                                      <p:to>
                                        <p:strVal val="visible"/>
                                      </p:to>
                                    </p:set>
                                  </p:childTnLst>
                                </p:cTn>
                              </p:par>
                              <p:par>
                                <p:cTn id="342" presetID="1" presetClass="entr" presetSubtype="0" fill="hold" nodeType="withEffect">
                                  <p:stCondLst>
                                    <p:cond delay="0"/>
                                  </p:stCondLst>
                                  <p:childTnLst>
                                    <p:set>
                                      <p:cBhvr>
                                        <p:cTn id="343" dur="1" fill="hold">
                                          <p:stCondLst>
                                            <p:cond delay="0"/>
                                          </p:stCondLst>
                                        </p:cTn>
                                        <p:tgtEl>
                                          <p:spTgt spid="204"/>
                                        </p:tgtEl>
                                        <p:attrNameLst>
                                          <p:attrName>style.visibility</p:attrName>
                                        </p:attrNameLst>
                                      </p:cBhvr>
                                      <p:to>
                                        <p:strVal val="visible"/>
                                      </p:to>
                                    </p:set>
                                  </p:childTnLst>
                                </p:cTn>
                              </p:par>
                              <p:par>
                                <p:cTn id="344" presetID="1" presetClass="entr" presetSubtype="0" fill="hold" nodeType="withEffect">
                                  <p:stCondLst>
                                    <p:cond delay="0"/>
                                  </p:stCondLst>
                                  <p:childTnLst>
                                    <p:set>
                                      <p:cBhvr>
                                        <p:cTn id="345" dur="1" fill="hold">
                                          <p:stCondLst>
                                            <p:cond delay="0"/>
                                          </p:stCondLst>
                                        </p:cTn>
                                        <p:tgtEl>
                                          <p:spTgt spid="208"/>
                                        </p:tgtEl>
                                        <p:attrNameLst>
                                          <p:attrName>style.visibility</p:attrName>
                                        </p:attrNameLst>
                                      </p:cBhvr>
                                      <p:to>
                                        <p:strVal val="visible"/>
                                      </p:to>
                                    </p:set>
                                  </p:childTnLst>
                                </p:cTn>
                              </p:par>
                            </p:childTnLst>
                          </p:cTn>
                        </p:par>
                      </p:childTnLst>
                    </p:cTn>
                  </p:par>
                  <p:par>
                    <p:cTn id="346" fill="hold">
                      <p:stCondLst>
                        <p:cond delay="indefinite"/>
                      </p:stCondLst>
                      <p:childTnLst>
                        <p:par>
                          <p:cTn id="347" fill="hold">
                            <p:stCondLst>
                              <p:cond delay="0"/>
                            </p:stCondLst>
                            <p:childTnLst>
                              <p:par>
                                <p:cTn id="348" presetID="35" presetClass="path" presetSubtype="0" accel="50000" decel="50000" fill="hold" nodeType="clickEffect">
                                  <p:stCondLst>
                                    <p:cond delay="0"/>
                                  </p:stCondLst>
                                  <p:childTnLst>
                                    <p:animMotion origin="layout" path="M -3.75E-6 -1.11111E-6 L 0.16394 0.17338 " pathEditMode="relative" rAng="0" ptsTypes="AA">
                                      <p:cBhvr>
                                        <p:cTn id="349" dur="1500" fill="hold"/>
                                        <p:tgtEl>
                                          <p:spTgt spid="192"/>
                                        </p:tgtEl>
                                        <p:attrNameLst>
                                          <p:attrName>ppt_x</p:attrName>
                                          <p:attrName>ppt_y</p:attrName>
                                        </p:attrNameLst>
                                      </p:cBhvr>
                                      <p:rCtr x="8190" y="8657"/>
                                    </p:animMotion>
                                  </p:childTnLst>
                                </p:cTn>
                              </p:par>
                              <p:par>
                                <p:cTn id="350" presetID="35" presetClass="path" presetSubtype="0" accel="50000" decel="50000" fill="hold" nodeType="withEffect">
                                  <p:stCondLst>
                                    <p:cond delay="0"/>
                                  </p:stCondLst>
                                  <p:childTnLst>
                                    <p:animMotion origin="layout" path="M -3.75E-6 2.22222E-6 L 0.09571 0.16944 " pathEditMode="relative" rAng="0" ptsTypes="AA">
                                      <p:cBhvr>
                                        <p:cTn id="351" dur="1500" fill="hold"/>
                                        <p:tgtEl>
                                          <p:spTgt spid="196"/>
                                        </p:tgtEl>
                                        <p:attrNameLst>
                                          <p:attrName>ppt_x</p:attrName>
                                          <p:attrName>ppt_y</p:attrName>
                                        </p:attrNameLst>
                                      </p:cBhvr>
                                      <p:rCtr x="4779" y="8472"/>
                                    </p:animMotion>
                                  </p:childTnLst>
                                </p:cTn>
                              </p:par>
                              <p:par>
                                <p:cTn id="352" presetID="35" presetClass="path" presetSubtype="0" accel="50000" decel="50000" fill="hold" nodeType="withEffect">
                                  <p:stCondLst>
                                    <p:cond delay="0"/>
                                  </p:stCondLst>
                                  <p:childTnLst>
                                    <p:animMotion origin="layout" path="M -3.95833E-6 -2.96296E-6 L 0.12709 0.17176 " pathEditMode="relative" rAng="0" ptsTypes="AA">
                                      <p:cBhvr>
                                        <p:cTn id="353" dur="1500" fill="hold"/>
                                        <p:tgtEl>
                                          <p:spTgt spid="200"/>
                                        </p:tgtEl>
                                        <p:attrNameLst>
                                          <p:attrName>ppt_x</p:attrName>
                                          <p:attrName>ppt_y</p:attrName>
                                        </p:attrNameLst>
                                      </p:cBhvr>
                                      <p:rCtr x="6354" y="8588"/>
                                    </p:animMotion>
                                  </p:childTnLst>
                                </p:cTn>
                              </p:par>
                              <p:par>
                                <p:cTn id="354" presetID="35" presetClass="path" presetSubtype="0" accel="50000" decel="50000" fill="hold" nodeType="withEffect">
                                  <p:stCondLst>
                                    <p:cond delay="0"/>
                                  </p:stCondLst>
                                  <p:childTnLst>
                                    <p:animMotion origin="layout" path="M -3.95833E-6 4.81481E-6 L 0.08295 0.16712 " pathEditMode="relative" rAng="0" ptsTypes="AA">
                                      <p:cBhvr>
                                        <p:cTn id="355" dur="1500" fill="hold"/>
                                        <p:tgtEl>
                                          <p:spTgt spid="204"/>
                                        </p:tgtEl>
                                        <p:attrNameLst>
                                          <p:attrName>ppt_x</p:attrName>
                                          <p:attrName>ppt_y</p:attrName>
                                        </p:attrNameLst>
                                      </p:cBhvr>
                                      <p:rCtr x="4141" y="8356"/>
                                    </p:animMotion>
                                  </p:childTnLst>
                                </p:cTn>
                              </p:par>
                              <p:par>
                                <p:cTn id="356" presetID="35" presetClass="path" presetSubtype="0" accel="50000" decel="50000" fill="hold" nodeType="withEffect">
                                  <p:stCondLst>
                                    <p:cond delay="0"/>
                                  </p:stCondLst>
                                  <p:childTnLst>
                                    <p:animMotion origin="layout" path="M -0.00117 -0.00417 L 0.175 0.0824 " pathEditMode="relative" rAng="0" ptsTypes="AA">
                                      <p:cBhvr>
                                        <p:cTn id="357" dur="1500" fill="hold"/>
                                        <p:tgtEl>
                                          <p:spTgt spid="208"/>
                                        </p:tgtEl>
                                        <p:attrNameLst>
                                          <p:attrName>ppt_x</p:attrName>
                                          <p:attrName>ppt_y</p:attrName>
                                        </p:attrNameLst>
                                      </p:cBhvr>
                                      <p:rCtr x="8802" y="4329"/>
                                    </p:animMotion>
                                  </p:childTnLst>
                                </p:cTn>
                              </p:par>
                              <p:par>
                                <p:cTn id="358" presetID="22" presetClass="entr" presetSubtype="2" fill="hold" nodeType="withEffect">
                                  <p:stCondLst>
                                    <p:cond delay="1000"/>
                                  </p:stCondLst>
                                  <p:childTnLst>
                                    <p:set>
                                      <p:cBhvr>
                                        <p:cTn id="359" dur="1" fill="hold">
                                          <p:stCondLst>
                                            <p:cond delay="0"/>
                                          </p:stCondLst>
                                        </p:cTn>
                                        <p:tgtEl>
                                          <p:spTgt spid="212"/>
                                        </p:tgtEl>
                                        <p:attrNameLst>
                                          <p:attrName>style.visibility</p:attrName>
                                        </p:attrNameLst>
                                      </p:cBhvr>
                                      <p:to>
                                        <p:strVal val="visible"/>
                                      </p:to>
                                    </p:set>
                                    <p:animEffect transition="in" filter="wipe(right)">
                                      <p:cBhvr>
                                        <p:cTn id="360" dur="500"/>
                                        <p:tgtEl>
                                          <p:spTgt spid="212"/>
                                        </p:tgtEl>
                                      </p:cBhvr>
                                    </p:animEffect>
                                  </p:childTnLst>
                                </p:cTn>
                              </p:par>
                              <p:par>
                                <p:cTn id="361" presetID="22" presetClass="entr" presetSubtype="8" fill="hold" nodeType="withEffect">
                                  <p:stCondLst>
                                    <p:cond delay="1000"/>
                                  </p:stCondLst>
                                  <p:childTnLst>
                                    <p:set>
                                      <p:cBhvr>
                                        <p:cTn id="362" dur="1" fill="hold">
                                          <p:stCondLst>
                                            <p:cond delay="0"/>
                                          </p:stCondLst>
                                        </p:cTn>
                                        <p:tgtEl>
                                          <p:spTgt spid="213"/>
                                        </p:tgtEl>
                                        <p:attrNameLst>
                                          <p:attrName>style.visibility</p:attrName>
                                        </p:attrNameLst>
                                      </p:cBhvr>
                                      <p:to>
                                        <p:strVal val="visible"/>
                                      </p:to>
                                    </p:set>
                                    <p:animEffect transition="in" filter="wipe(left)">
                                      <p:cBhvr>
                                        <p:cTn id="363" dur="500"/>
                                        <p:tgtEl>
                                          <p:spTgt spid="213"/>
                                        </p:tgtEl>
                                      </p:cBhvr>
                                    </p:animEffect>
                                  </p:childTnLst>
                                </p:cTn>
                              </p:par>
                              <p:par>
                                <p:cTn id="364" presetID="22" presetClass="entr" presetSubtype="1" fill="hold" nodeType="withEffect">
                                  <p:stCondLst>
                                    <p:cond delay="1000"/>
                                  </p:stCondLst>
                                  <p:childTnLst>
                                    <p:set>
                                      <p:cBhvr>
                                        <p:cTn id="365" dur="1" fill="hold">
                                          <p:stCondLst>
                                            <p:cond delay="0"/>
                                          </p:stCondLst>
                                        </p:cTn>
                                        <p:tgtEl>
                                          <p:spTgt spid="215"/>
                                        </p:tgtEl>
                                        <p:attrNameLst>
                                          <p:attrName>style.visibility</p:attrName>
                                        </p:attrNameLst>
                                      </p:cBhvr>
                                      <p:to>
                                        <p:strVal val="visible"/>
                                      </p:to>
                                    </p:set>
                                    <p:animEffect transition="in" filter="wipe(up)">
                                      <p:cBhvr>
                                        <p:cTn id="366" dur="500"/>
                                        <p:tgtEl>
                                          <p:spTgt spid="215"/>
                                        </p:tgtEl>
                                      </p:cBhvr>
                                    </p:animEffect>
                                  </p:childTnLst>
                                </p:cTn>
                              </p:par>
                              <p:par>
                                <p:cTn id="367" presetID="22" presetClass="entr" presetSubtype="8" fill="hold" nodeType="withEffect">
                                  <p:stCondLst>
                                    <p:cond delay="1000"/>
                                  </p:stCondLst>
                                  <p:childTnLst>
                                    <p:set>
                                      <p:cBhvr>
                                        <p:cTn id="368" dur="1" fill="hold">
                                          <p:stCondLst>
                                            <p:cond delay="0"/>
                                          </p:stCondLst>
                                        </p:cTn>
                                        <p:tgtEl>
                                          <p:spTgt spid="214"/>
                                        </p:tgtEl>
                                        <p:attrNameLst>
                                          <p:attrName>style.visibility</p:attrName>
                                        </p:attrNameLst>
                                      </p:cBhvr>
                                      <p:to>
                                        <p:strVal val="visible"/>
                                      </p:to>
                                    </p:set>
                                    <p:animEffect transition="in" filter="wipe(left)">
                                      <p:cBhvr>
                                        <p:cTn id="369" dur="5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9" grpId="2" animBg="1"/>
      <p:bldP spid="10" grpId="0" animBg="1"/>
      <p:bldP spid="10" grpId="1" animBg="1"/>
      <p:bldP spid="10" grpId="2" animBg="1"/>
      <p:bldP spid="11" grpId="0" animBg="1"/>
      <p:bldP spid="11" grpId="1" animBg="1"/>
      <p:bldP spid="11" grpId="2" animBg="1"/>
      <p:bldP spid="12" grpId="0" animBg="1"/>
      <p:bldP spid="12" grpId="1" animBg="1"/>
      <p:bldP spid="12" grpId="2" animBg="1"/>
      <p:bldP spid="24" grpId="0" animBg="1"/>
      <p:bldP spid="24" grpId="1" animBg="1"/>
      <p:bldP spid="25" grpId="0" animBg="1"/>
      <p:bldP spid="25" grpId="1" animBg="1"/>
      <p:bldP spid="25" grpId="2" animBg="1"/>
      <p:bldP spid="26" grpId="0" animBg="1"/>
      <p:bldP spid="26" grpId="1" animBg="1"/>
      <p:bldP spid="26" grpId="2" animBg="1"/>
      <p:bldP spid="27" grpId="0" animBg="1"/>
      <p:bldP spid="27" grpId="1" animBg="1"/>
      <p:bldP spid="27" grpId="2" animBg="1"/>
      <p:bldP spid="28" grpId="0" animBg="1"/>
      <p:bldP spid="28" grpId="1" animBg="1"/>
      <p:bldP spid="28" grpId="2" animBg="1"/>
      <p:bldP spid="125" grpId="0"/>
      <p:bldP spid="190" grpId="0"/>
      <p:bldP spid="191" grpId="0"/>
      <p:bldP spid="222" grpId="0"/>
      <p:bldP spid="224"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E715B5B-5D56-103C-3B7C-D56FA25B10DD}"/>
              </a:ext>
            </a:extLst>
          </p:cNvPr>
          <p:cNvSpPr>
            <a:spLocks noGrp="1"/>
          </p:cNvSpPr>
          <p:nvPr>
            <p:ph type="sldNum" sz="quarter" idx="12"/>
          </p:nvPr>
        </p:nvSpPr>
        <p:spPr/>
        <p:txBody>
          <a:bodyPr/>
          <a:lstStyle/>
          <a:p>
            <a:fld id="{D7C0FE0B-717B-41AE-9FA2-CA4BF851D1C3}" type="slidenum">
              <a:rPr lang="zh-CN" altLang="en-US" smtClean="0"/>
              <a:t>41</a:t>
            </a:fld>
            <a:endParaRPr lang="zh-CN" altLang="en-US"/>
          </a:p>
        </p:txBody>
      </p:sp>
      <p:sp>
        <p:nvSpPr>
          <p:cNvPr id="3" name="Rectangle 2">
            <a:extLst>
              <a:ext uri="{FF2B5EF4-FFF2-40B4-BE49-F238E27FC236}">
                <a16:creationId xmlns:a16="http://schemas.microsoft.com/office/drawing/2014/main" id="{8B866019-ED5C-457E-FFDF-3540BF2467DA}"/>
              </a:ext>
            </a:extLst>
          </p:cNvPr>
          <p:cNvSpPr>
            <a:spLocks noChangeArrowheads="1"/>
          </p:cNvSpPr>
          <p:nvPr/>
        </p:nvSpPr>
        <p:spPr bwMode="auto">
          <a:xfrm>
            <a:off x="670558" y="1720541"/>
            <a:ext cx="4765965" cy="3559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3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从树的二叉链表表示的定义可知，任何一棵和树对应的二叉树，其</a:t>
            </a:r>
            <a:r>
              <a:rPr kumimoji="0" lang="zh-CN" altLang="zh-CN" sz="2000" b="1" i="0" u="none" strike="noStrike" cap="none" normalizeH="0" baseline="0" dirty="0">
                <a:ln>
                  <a:noFill/>
                </a:ln>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右子树必空</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algn="l" defTabSz="914400" rtl="0" eaLnBrk="0" fontAlgn="base" latinLnBrk="0" hangingPunct="0">
              <a:lnSpc>
                <a:spcPct val="130000"/>
              </a:lnSpc>
              <a:spcBef>
                <a:spcPts val="1200"/>
              </a:spcBef>
              <a:spcAft>
                <a:spcPct val="0"/>
              </a:spcAft>
              <a:buClrTx/>
              <a:buSzTx/>
              <a:buFontTx/>
              <a:buNone/>
              <a:tabLst/>
            </a:pP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若把森林中第二棵树的根节点看成是第一棵树的根节点的兄弟，则同样可导出</a:t>
            </a:r>
            <a:r>
              <a:rPr kumimoji="0" lang="zh-CN" altLang="zh-CN" sz="2000" b="1" i="0" u="none" strike="noStrike" cap="none" normalizeH="0" baseline="0" dirty="0">
                <a:ln>
                  <a:noFill/>
                </a:ln>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森林和二叉树的对应关系</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endParaRPr>
          </a:p>
          <a:p>
            <a:pPr marL="0" marR="0" lvl="0" algn="l" defTabSz="914400" rtl="0" eaLnBrk="0" fontAlgn="base" latinLnBrk="0" hangingPunct="0">
              <a:lnSpc>
                <a:spcPct val="130000"/>
              </a:lnSpc>
              <a:spcBef>
                <a:spcPts val="1200"/>
              </a:spcBef>
              <a:spcAft>
                <a:spcPct val="0"/>
              </a:spcAft>
              <a:buClrTx/>
              <a:buSzTx/>
              <a:buFontTx/>
              <a:buNone/>
              <a:tabLst/>
            </a:pP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例如，图</a:t>
            </a:r>
            <a:r>
              <a:rPr kumimoji="0" lang="en-US" altLang="zh-CN"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6.26</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展示了森林与二叉树之间的对应关系。</a:t>
            </a:r>
            <a:endParaRPr kumimoji="0" lang="zh-CN" altLang="en-US" sz="2000" b="0" i="0" u="none" strike="noStrike" cap="none" normalizeH="0" baseline="0" dirty="0">
              <a:ln>
                <a:noFill/>
              </a:ln>
              <a:solidFill>
                <a:schemeClr val="tx1"/>
              </a:solidFill>
              <a:effectLst/>
            </a:endParaRPr>
          </a:p>
          <a:p>
            <a:pPr marL="0" marR="0" lvl="0" algn="l" defTabSz="914400" rtl="0" eaLnBrk="0" fontAlgn="base" latinLnBrk="0" hangingPunct="0">
              <a:lnSpc>
                <a:spcPct val="130000"/>
              </a:lnSpc>
              <a:spcBef>
                <a:spcPct val="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p:grpSp>
        <p:nvGrpSpPr>
          <p:cNvPr id="12" name="组合 11">
            <a:extLst>
              <a:ext uri="{FF2B5EF4-FFF2-40B4-BE49-F238E27FC236}">
                <a16:creationId xmlns:a16="http://schemas.microsoft.com/office/drawing/2014/main" id="{E4F61FC7-25FE-1224-91CE-BDAFCB9665C4}"/>
              </a:ext>
            </a:extLst>
          </p:cNvPr>
          <p:cNvGrpSpPr/>
          <p:nvPr/>
        </p:nvGrpSpPr>
        <p:grpSpPr>
          <a:xfrm>
            <a:off x="6147065" y="1479046"/>
            <a:ext cx="5374377" cy="3480598"/>
            <a:chOff x="6147065" y="1479046"/>
            <a:chExt cx="5374377" cy="3480598"/>
          </a:xfrm>
        </p:grpSpPr>
        <p:pic>
          <p:nvPicPr>
            <p:cNvPr id="1025" name="IM 84">
              <a:extLst>
                <a:ext uri="{FF2B5EF4-FFF2-40B4-BE49-F238E27FC236}">
                  <a16:creationId xmlns:a16="http://schemas.microsoft.com/office/drawing/2014/main" id="{0A476A6E-0C04-D93B-606B-C1611DE1F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7065" y="1479046"/>
              <a:ext cx="5374377" cy="29454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FA26DAD-F7D9-108D-86CF-47CCEB87D8E5}"/>
                </a:ext>
              </a:extLst>
            </p:cNvPr>
            <p:cNvSpPr>
              <a:spLocks noChangeArrowheads="1"/>
            </p:cNvSpPr>
            <p:nvPr/>
          </p:nvSpPr>
          <p:spPr bwMode="auto">
            <a:xfrm>
              <a:off x="6783187" y="4621090"/>
              <a:ext cx="457199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6.26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森林与二叉树的对应关系示例</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6" name="文本框 5">
            <a:extLst>
              <a:ext uri="{FF2B5EF4-FFF2-40B4-BE49-F238E27FC236}">
                <a16:creationId xmlns:a16="http://schemas.microsoft.com/office/drawing/2014/main" id="{7F67D9A3-527A-623F-C076-8A287367DD69}"/>
              </a:ext>
            </a:extLst>
          </p:cNvPr>
          <p:cNvSpPr txBox="1"/>
          <p:nvPr/>
        </p:nvSpPr>
        <p:spPr>
          <a:xfrm>
            <a:off x="670558" y="1078936"/>
            <a:ext cx="4172991" cy="400110"/>
          </a:xfrm>
          <a:prstGeom prst="rect">
            <a:avLst/>
          </a:prstGeom>
          <a:noFill/>
        </p:spPr>
        <p:txBody>
          <a:bodyPr wrap="square">
            <a:spAutoFit/>
          </a:bodyPr>
          <a:lstStyle/>
          <a:p>
            <a:r>
              <a:rPr lang="zh-CN" altLang="en-US" sz="20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森林</a:t>
            </a:r>
            <a:r>
              <a:rPr lang="zh-CN" altLang="zh-CN" sz="20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与二叉树之间的对应关系</a:t>
            </a:r>
            <a:endParaRPr lang="zh-CN" altLang="en-US" sz="2000" b="1" dirty="0">
              <a:solidFill>
                <a:srgbClr val="C00000"/>
              </a:solidFill>
              <a:effectLst>
                <a:outerShdw blurRad="38100" dist="38100" dir="2700000" algn="tl">
                  <a:srgbClr val="000000">
                    <a:alpha val="43137"/>
                  </a:srgbClr>
                </a:outerShdw>
              </a:effectLst>
            </a:endParaRPr>
          </a:p>
        </p:txBody>
      </p:sp>
      <p:sp>
        <p:nvSpPr>
          <p:cNvPr id="9" name="文本框 8">
            <a:extLst>
              <a:ext uri="{FF2B5EF4-FFF2-40B4-BE49-F238E27FC236}">
                <a16:creationId xmlns:a16="http://schemas.microsoft.com/office/drawing/2014/main" id="{5C40B2F4-771D-7DCD-E490-11C602869C83}"/>
              </a:ext>
            </a:extLst>
          </p:cNvPr>
          <p:cNvSpPr txBox="1"/>
          <p:nvPr/>
        </p:nvSpPr>
        <p:spPr>
          <a:xfrm>
            <a:off x="1064028" y="305015"/>
            <a:ext cx="5536277" cy="461665"/>
          </a:xfrm>
          <a:prstGeom prst="rect">
            <a:avLst/>
          </a:prstGeom>
          <a:noFill/>
        </p:spPr>
        <p:txBody>
          <a:bodyPr wrap="square">
            <a:spAutoFit/>
          </a:bodyPr>
          <a:lstStyle/>
          <a:p>
            <a:pPr indent="269240" algn="just">
              <a:spcBef>
                <a:spcPts val="1300"/>
              </a:spcBef>
              <a:spcAft>
                <a:spcPts val="1300"/>
              </a:spcAft>
              <a:buNone/>
            </a:pPr>
            <a:r>
              <a:rPr lang="en-US" altLang="zh-CN" sz="2400" b="1" kern="100" dirty="0">
                <a:solidFill>
                  <a:srgbClr val="041ABC"/>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6.6.2  </a:t>
            </a:r>
            <a:r>
              <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森林与二叉树的转换</a:t>
            </a:r>
            <a:r>
              <a:rPr lang="zh-CN" altLang="en-US"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11" name="文本框 10">
            <a:extLst>
              <a:ext uri="{FF2B5EF4-FFF2-40B4-BE49-F238E27FC236}">
                <a16:creationId xmlns:a16="http://schemas.microsoft.com/office/drawing/2014/main" id="{1106FD66-61BB-95B6-99AA-7461C5B5586A}"/>
              </a:ext>
            </a:extLst>
          </p:cNvPr>
          <p:cNvSpPr txBox="1"/>
          <p:nvPr/>
        </p:nvSpPr>
        <p:spPr>
          <a:xfrm>
            <a:off x="670557" y="5328544"/>
            <a:ext cx="9781311" cy="400110"/>
          </a:xfrm>
          <a:prstGeom prst="rect">
            <a:avLst/>
          </a:prstGeom>
          <a:noFill/>
        </p:spPr>
        <p:txBody>
          <a:bodyPr wrap="square">
            <a:spAutoFit/>
          </a:bodyPr>
          <a:lstStyle/>
          <a:p>
            <a:r>
              <a:rPr lang="zh-CN" altLang="en-US" sz="2000" dirty="0">
                <a:effectLst/>
                <a:latin typeface="Times New Roman" panose="02020603050405020304" pitchFamily="18" charset="0"/>
                <a:ea typeface="宋体" panose="02010600030101010101" pitchFamily="2" charset="-122"/>
                <a:cs typeface="Times New Roman" panose="02020603050405020304" pitchFamily="18" charset="0"/>
              </a:rPr>
              <a:t>如教材所述，</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这个一一对应关系导致森林或树与二叉树可以</a:t>
            </a:r>
            <a:r>
              <a:rPr lang="zh-CN" altLang="zh-CN" sz="20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相互转换</a:t>
            </a:r>
            <a:r>
              <a:rPr lang="zh-CN" altLang="en-US" sz="20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的形式定义。</a:t>
            </a:r>
            <a:endParaRPr lang="zh-CN" altLang="en-US" sz="2000" dirty="0"/>
          </a:p>
        </p:txBody>
      </p:sp>
    </p:spTree>
    <p:extLst>
      <p:ext uri="{BB962C8B-B14F-4D97-AF65-F5344CB8AC3E}">
        <p14:creationId xmlns:p14="http://schemas.microsoft.com/office/powerpoint/2010/main" val="38366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1000" fill="hold"/>
                                        <p:tgtEl>
                                          <p:spTgt spid="11"/>
                                        </p:tgtEl>
                                        <p:attrNameLst>
                                          <p:attrName>ppt_w</p:attrName>
                                        </p:attrNameLst>
                                      </p:cBhvr>
                                      <p:tavLst>
                                        <p:tav tm="0">
                                          <p:val>
                                            <p:fltVal val="0"/>
                                          </p:val>
                                        </p:tav>
                                        <p:tav tm="100000">
                                          <p:val>
                                            <p:strVal val="#ppt_w"/>
                                          </p:val>
                                        </p:tav>
                                      </p:tavLst>
                                    </p:anim>
                                    <p:anim calcmode="lin" valueType="num">
                                      <p:cBhvr>
                                        <p:cTn id="35" dur="1000" fill="hold"/>
                                        <p:tgtEl>
                                          <p:spTgt spid="11"/>
                                        </p:tgtEl>
                                        <p:attrNameLst>
                                          <p:attrName>ppt_h</p:attrName>
                                        </p:attrNameLst>
                                      </p:cBhvr>
                                      <p:tavLst>
                                        <p:tav tm="0">
                                          <p:val>
                                            <p:fltVal val="0"/>
                                          </p:val>
                                        </p:tav>
                                        <p:tav tm="100000">
                                          <p:val>
                                            <p:strVal val="#ppt_h"/>
                                          </p:val>
                                        </p:tav>
                                      </p:tavLst>
                                    </p:anim>
                                    <p:anim calcmode="lin" valueType="num">
                                      <p:cBhvr>
                                        <p:cTn id="36" dur="1000" fill="hold"/>
                                        <p:tgtEl>
                                          <p:spTgt spid="11"/>
                                        </p:tgtEl>
                                        <p:attrNameLst>
                                          <p:attrName>style.rotation</p:attrName>
                                        </p:attrNameLst>
                                      </p:cBhvr>
                                      <p:tavLst>
                                        <p:tav tm="0">
                                          <p:val>
                                            <p:fltVal val="90"/>
                                          </p:val>
                                        </p:tav>
                                        <p:tav tm="100000">
                                          <p:val>
                                            <p:fltVal val="0"/>
                                          </p:val>
                                        </p:tav>
                                      </p:tavLst>
                                    </p:anim>
                                    <p:animEffect transition="in" filter="fade">
                                      <p:cBhvr>
                                        <p:cTn id="3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88E5101-9193-1DBE-E713-28A751808EF3}"/>
              </a:ext>
            </a:extLst>
          </p:cNvPr>
          <p:cNvSpPr>
            <a:spLocks noGrp="1"/>
          </p:cNvSpPr>
          <p:nvPr>
            <p:ph type="sldNum" sz="quarter" idx="12"/>
          </p:nvPr>
        </p:nvSpPr>
        <p:spPr/>
        <p:txBody>
          <a:bodyPr/>
          <a:lstStyle/>
          <a:p>
            <a:fld id="{D7C0FE0B-717B-41AE-9FA2-CA4BF851D1C3}" type="slidenum">
              <a:rPr lang="zh-CN" altLang="en-US" smtClean="0"/>
              <a:t>42</a:t>
            </a:fld>
            <a:endParaRPr lang="zh-CN" altLang="en-US"/>
          </a:p>
        </p:txBody>
      </p:sp>
      <p:sp>
        <p:nvSpPr>
          <p:cNvPr id="4" name="文本框 3">
            <a:extLst>
              <a:ext uri="{FF2B5EF4-FFF2-40B4-BE49-F238E27FC236}">
                <a16:creationId xmlns:a16="http://schemas.microsoft.com/office/drawing/2014/main" id="{73DA383E-8CEF-B8E1-302A-14A0B8979D66}"/>
              </a:ext>
            </a:extLst>
          </p:cNvPr>
          <p:cNvSpPr txBox="1"/>
          <p:nvPr/>
        </p:nvSpPr>
        <p:spPr>
          <a:xfrm>
            <a:off x="1069571" y="332724"/>
            <a:ext cx="3945775" cy="461665"/>
          </a:xfrm>
          <a:prstGeom prst="rect">
            <a:avLst/>
          </a:prstGeom>
          <a:noFill/>
        </p:spPr>
        <p:txBody>
          <a:bodyPr wrap="square">
            <a:spAutoFit/>
          </a:bodyPr>
          <a:lstStyle/>
          <a:p>
            <a:pPr indent="269240" algn="just">
              <a:spcBef>
                <a:spcPts val="1300"/>
              </a:spcBef>
              <a:spcAft>
                <a:spcPts val="1300"/>
              </a:spcAft>
              <a:buNone/>
            </a:pPr>
            <a:r>
              <a:rPr lang="en-US" altLang="zh-CN" sz="2400" b="1" kern="100" dirty="0">
                <a:solidFill>
                  <a:srgbClr val="041ABC"/>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6.6.3  </a:t>
            </a:r>
            <a:r>
              <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树和森林的遍历</a:t>
            </a:r>
            <a:endPar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D8BE72C8-6C7C-52FB-1EA5-AC0729925400}"/>
              </a:ext>
            </a:extLst>
          </p:cNvPr>
          <p:cNvSpPr txBox="1"/>
          <p:nvPr/>
        </p:nvSpPr>
        <p:spPr>
          <a:xfrm>
            <a:off x="221671" y="1096315"/>
            <a:ext cx="6567055" cy="4529958"/>
          </a:xfrm>
          <a:prstGeom prst="rect">
            <a:avLst/>
          </a:prstGeom>
          <a:noFill/>
        </p:spPr>
        <p:txBody>
          <a:bodyPr wrap="square">
            <a:spAutoFit/>
          </a:bodyPr>
          <a:lstStyle/>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按照森林和树相互递归的定义，可以推出</a:t>
            </a:r>
            <a:r>
              <a:rPr lang="zh-CN" altLang="zh-CN" sz="20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森林</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的两种遍历方法：</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50000"/>
              </a:lnSpc>
              <a:buNone/>
            </a:pPr>
            <a:r>
              <a:rPr lang="en-US"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先序遍历森林</a:t>
            </a:r>
            <a:endPar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若森林非空，则按下述规则遍历之：</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）访问森林中第一棵树的根节点；</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）先序遍历第一棵树中根节点的子树森林；</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）先序遍历除去第一棵树之后剩余的树构成的森林。</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50000"/>
              </a:lnSpc>
            </a:pPr>
            <a:r>
              <a:rPr lang="en-US"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2</a:t>
            </a:r>
            <a:r>
              <a:rPr lang="zh-CN" altLang="zh-CN" sz="2000" b="1" kern="1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．中序遍历森林</a:t>
            </a: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若森林非空，则按下述规则遍历之：</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）中序遍历森林中第一棵树的根节点的子树森林；</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）访问第一棵树的根节点；</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）中序遍历除去第一棵树之后剩余的树构成的森林。</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55" name="组合 54">
            <a:extLst>
              <a:ext uri="{FF2B5EF4-FFF2-40B4-BE49-F238E27FC236}">
                <a16:creationId xmlns:a16="http://schemas.microsoft.com/office/drawing/2014/main" id="{65A8F432-E9BD-3FA5-CF66-F29CAD2A42B4}"/>
              </a:ext>
            </a:extLst>
          </p:cNvPr>
          <p:cNvGrpSpPr/>
          <p:nvPr/>
        </p:nvGrpSpPr>
        <p:grpSpPr>
          <a:xfrm>
            <a:off x="7475844" y="1258375"/>
            <a:ext cx="4494485" cy="2069679"/>
            <a:chOff x="7657336" y="2204117"/>
            <a:chExt cx="4494485" cy="2069679"/>
          </a:xfrm>
        </p:grpSpPr>
        <p:sp>
          <p:nvSpPr>
            <p:cNvPr id="33" name="椭圆 32">
              <a:extLst>
                <a:ext uri="{FF2B5EF4-FFF2-40B4-BE49-F238E27FC236}">
                  <a16:creationId xmlns:a16="http://schemas.microsoft.com/office/drawing/2014/main" id="{555A3157-0276-A6CF-8AC6-4FE5BCD239DB}"/>
                </a:ext>
              </a:extLst>
            </p:cNvPr>
            <p:cNvSpPr/>
            <p:nvPr/>
          </p:nvSpPr>
          <p:spPr>
            <a:xfrm>
              <a:off x="10542864" y="2847864"/>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G</a:t>
              </a:r>
              <a:endParaRPr lang="zh-CN" altLang="en-US" b="1" dirty="0">
                <a:solidFill>
                  <a:srgbClr val="041ABC"/>
                </a:solidFill>
              </a:endParaRPr>
            </a:p>
          </p:txBody>
        </p:sp>
        <p:sp>
          <p:nvSpPr>
            <p:cNvPr id="34" name="椭圆 33">
              <a:extLst>
                <a:ext uri="{FF2B5EF4-FFF2-40B4-BE49-F238E27FC236}">
                  <a16:creationId xmlns:a16="http://schemas.microsoft.com/office/drawing/2014/main" id="{DC87F1ED-4906-6B1B-B76A-69ED1DC6DACE}"/>
                </a:ext>
              </a:extLst>
            </p:cNvPr>
            <p:cNvSpPr/>
            <p:nvPr/>
          </p:nvSpPr>
          <p:spPr>
            <a:xfrm>
              <a:off x="10219947" y="3398830"/>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H</a:t>
              </a:r>
              <a:endParaRPr lang="zh-CN" altLang="en-US" b="1" dirty="0">
                <a:solidFill>
                  <a:srgbClr val="041ABC"/>
                </a:solidFill>
              </a:endParaRPr>
            </a:p>
          </p:txBody>
        </p:sp>
        <p:sp>
          <p:nvSpPr>
            <p:cNvPr id="35" name="椭圆 34">
              <a:extLst>
                <a:ext uri="{FF2B5EF4-FFF2-40B4-BE49-F238E27FC236}">
                  <a16:creationId xmlns:a16="http://schemas.microsoft.com/office/drawing/2014/main" id="{3984A2F2-DD7D-052E-D37A-E56168B0E90A}"/>
                </a:ext>
              </a:extLst>
            </p:cNvPr>
            <p:cNvSpPr/>
            <p:nvPr/>
          </p:nvSpPr>
          <p:spPr>
            <a:xfrm>
              <a:off x="10851741" y="3398830"/>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I</a:t>
              </a:r>
              <a:endParaRPr lang="zh-CN" altLang="en-US" b="1" dirty="0">
                <a:solidFill>
                  <a:srgbClr val="041ABC"/>
                </a:solidFill>
              </a:endParaRPr>
            </a:p>
          </p:txBody>
        </p:sp>
        <p:sp>
          <p:nvSpPr>
            <p:cNvPr id="36" name="椭圆 35">
              <a:extLst>
                <a:ext uri="{FF2B5EF4-FFF2-40B4-BE49-F238E27FC236}">
                  <a16:creationId xmlns:a16="http://schemas.microsoft.com/office/drawing/2014/main" id="{750505BA-E2B6-D30C-6B72-A1A0B3A5418E}"/>
                </a:ext>
              </a:extLst>
            </p:cNvPr>
            <p:cNvSpPr/>
            <p:nvPr/>
          </p:nvSpPr>
          <p:spPr>
            <a:xfrm>
              <a:off x="10851741" y="3949796"/>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J</a:t>
              </a:r>
              <a:endParaRPr lang="zh-CN" altLang="en-US" b="1" dirty="0">
                <a:solidFill>
                  <a:srgbClr val="041ABC"/>
                </a:solidFill>
              </a:endParaRPr>
            </a:p>
          </p:txBody>
        </p:sp>
        <p:cxnSp>
          <p:nvCxnSpPr>
            <p:cNvPr id="38" name="直接连接符 37">
              <a:extLst>
                <a:ext uri="{FF2B5EF4-FFF2-40B4-BE49-F238E27FC236}">
                  <a16:creationId xmlns:a16="http://schemas.microsoft.com/office/drawing/2014/main" id="{B1866280-6393-7496-1BC0-97CB4C68EA0E}"/>
                </a:ext>
              </a:extLst>
            </p:cNvPr>
            <p:cNvCxnSpPr>
              <a:cxnSpLocks/>
              <a:stCxn id="33" idx="3"/>
              <a:endCxn id="34" idx="0"/>
            </p:cNvCxnSpPr>
            <p:nvPr/>
          </p:nvCxnSpPr>
          <p:spPr>
            <a:xfrm flipH="1">
              <a:off x="10381947" y="3124415"/>
              <a:ext cx="208366" cy="274415"/>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直接连接符 38">
              <a:extLst>
                <a:ext uri="{FF2B5EF4-FFF2-40B4-BE49-F238E27FC236}">
                  <a16:creationId xmlns:a16="http://schemas.microsoft.com/office/drawing/2014/main" id="{2CC425A0-CB68-8455-43E5-ECC75F5FAFF3}"/>
                </a:ext>
              </a:extLst>
            </p:cNvPr>
            <p:cNvCxnSpPr>
              <a:cxnSpLocks/>
              <a:stCxn id="33" idx="5"/>
              <a:endCxn id="35" idx="0"/>
            </p:cNvCxnSpPr>
            <p:nvPr/>
          </p:nvCxnSpPr>
          <p:spPr>
            <a:xfrm>
              <a:off x="10819415" y="3124415"/>
              <a:ext cx="194326" cy="274415"/>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直接连接符 39">
              <a:extLst>
                <a:ext uri="{FF2B5EF4-FFF2-40B4-BE49-F238E27FC236}">
                  <a16:creationId xmlns:a16="http://schemas.microsoft.com/office/drawing/2014/main" id="{F675FF30-2166-DBA3-71E7-505AFA613651}"/>
                </a:ext>
              </a:extLst>
            </p:cNvPr>
            <p:cNvCxnSpPr>
              <a:cxnSpLocks/>
              <a:stCxn id="35" idx="4"/>
              <a:endCxn id="36" idx="0"/>
            </p:cNvCxnSpPr>
            <p:nvPr/>
          </p:nvCxnSpPr>
          <p:spPr>
            <a:xfrm>
              <a:off x="11013741" y="3722830"/>
              <a:ext cx="0" cy="226966"/>
            </a:xfrm>
            <a:prstGeom prst="line">
              <a:avLst/>
            </a:prstGeom>
          </p:spPr>
          <p:style>
            <a:lnRef idx="2">
              <a:schemeClr val="accent1"/>
            </a:lnRef>
            <a:fillRef idx="0">
              <a:schemeClr val="accent1"/>
            </a:fillRef>
            <a:effectRef idx="1">
              <a:schemeClr val="accent1"/>
            </a:effectRef>
            <a:fontRef idx="minor">
              <a:schemeClr val="tx1"/>
            </a:fontRef>
          </p:style>
        </p:cxnSp>
        <p:grpSp>
          <p:nvGrpSpPr>
            <p:cNvPr id="8" name="组合 7">
              <a:extLst>
                <a:ext uri="{FF2B5EF4-FFF2-40B4-BE49-F238E27FC236}">
                  <a16:creationId xmlns:a16="http://schemas.microsoft.com/office/drawing/2014/main" id="{D9BCC497-A999-5EA2-C5B8-20C6306B22FD}"/>
                </a:ext>
              </a:extLst>
            </p:cNvPr>
            <p:cNvGrpSpPr/>
            <p:nvPr/>
          </p:nvGrpSpPr>
          <p:grpSpPr>
            <a:xfrm>
              <a:off x="7657336" y="2847864"/>
              <a:ext cx="1569852" cy="878796"/>
              <a:chOff x="8622827" y="3087813"/>
              <a:chExt cx="1569852" cy="878796"/>
            </a:xfrm>
          </p:grpSpPr>
          <p:sp>
            <p:nvSpPr>
              <p:cNvPr id="24" name="椭圆 23">
                <a:extLst>
                  <a:ext uri="{FF2B5EF4-FFF2-40B4-BE49-F238E27FC236}">
                    <a16:creationId xmlns:a16="http://schemas.microsoft.com/office/drawing/2014/main" id="{515541E9-7412-9F4D-D26D-7F21D2A44CB3}"/>
                  </a:ext>
                </a:extLst>
              </p:cNvPr>
              <p:cNvSpPr/>
              <p:nvPr/>
            </p:nvSpPr>
            <p:spPr>
              <a:xfrm>
                <a:off x="9245753" y="3087813"/>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A</a:t>
                </a:r>
                <a:endParaRPr lang="zh-CN" altLang="en-US" b="1" dirty="0">
                  <a:solidFill>
                    <a:srgbClr val="041ABC"/>
                  </a:solidFill>
                </a:endParaRPr>
              </a:p>
            </p:txBody>
          </p:sp>
          <p:sp>
            <p:nvSpPr>
              <p:cNvPr id="25" name="椭圆 24">
                <a:extLst>
                  <a:ext uri="{FF2B5EF4-FFF2-40B4-BE49-F238E27FC236}">
                    <a16:creationId xmlns:a16="http://schemas.microsoft.com/office/drawing/2014/main" id="{480C517D-651A-9D21-C2F2-83E2AD0B91BC}"/>
                  </a:ext>
                </a:extLst>
              </p:cNvPr>
              <p:cNvSpPr/>
              <p:nvPr/>
            </p:nvSpPr>
            <p:spPr>
              <a:xfrm>
                <a:off x="8622827" y="363877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B</a:t>
                </a:r>
                <a:endParaRPr lang="zh-CN" altLang="en-US" b="1" dirty="0">
                  <a:solidFill>
                    <a:srgbClr val="041ABC"/>
                  </a:solidFill>
                </a:endParaRPr>
              </a:p>
            </p:txBody>
          </p:sp>
          <p:sp>
            <p:nvSpPr>
              <p:cNvPr id="26" name="椭圆 25">
                <a:extLst>
                  <a:ext uri="{FF2B5EF4-FFF2-40B4-BE49-F238E27FC236}">
                    <a16:creationId xmlns:a16="http://schemas.microsoft.com/office/drawing/2014/main" id="{DE09E19A-1786-B896-0D5E-83CED518F278}"/>
                  </a:ext>
                </a:extLst>
              </p:cNvPr>
              <p:cNvSpPr/>
              <p:nvPr/>
            </p:nvSpPr>
            <p:spPr>
              <a:xfrm>
                <a:off x="9245753" y="364260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C</a:t>
                </a:r>
                <a:endParaRPr lang="zh-CN" altLang="en-US" b="1" dirty="0">
                  <a:solidFill>
                    <a:srgbClr val="041ABC"/>
                  </a:solidFill>
                </a:endParaRPr>
              </a:p>
            </p:txBody>
          </p:sp>
          <p:sp>
            <p:nvSpPr>
              <p:cNvPr id="28" name="椭圆 27">
                <a:extLst>
                  <a:ext uri="{FF2B5EF4-FFF2-40B4-BE49-F238E27FC236}">
                    <a16:creationId xmlns:a16="http://schemas.microsoft.com/office/drawing/2014/main" id="{62EEED95-571D-9792-B8D6-B9B80005F37D}"/>
                  </a:ext>
                </a:extLst>
              </p:cNvPr>
              <p:cNvSpPr/>
              <p:nvPr/>
            </p:nvSpPr>
            <p:spPr>
              <a:xfrm>
                <a:off x="9868679" y="363877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D</a:t>
                </a:r>
                <a:endParaRPr lang="zh-CN" altLang="en-US" b="1" dirty="0">
                  <a:solidFill>
                    <a:srgbClr val="041ABC"/>
                  </a:solidFill>
                </a:endParaRPr>
              </a:p>
            </p:txBody>
          </p:sp>
          <p:cxnSp>
            <p:nvCxnSpPr>
              <p:cNvPr id="29" name="直接连接符 28">
                <a:extLst>
                  <a:ext uri="{FF2B5EF4-FFF2-40B4-BE49-F238E27FC236}">
                    <a16:creationId xmlns:a16="http://schemas.microsoft.com/office/drawing/2014/main" id="{C6E53E36-D74C-928D-4662-9E40F9EFF933}"/>
                  </a:ext>
                </a:extLst>
              </p:cNvPr>
              <p:cNvCxnSpPr>
                <a:cxnSpLocks/>
                <a:stCxn id="24" idx="3"/>
                <a:endCxn id="25" idx="0"/>
              </p:cNvCxnSpPr>
              <p:nvPr/>
            </p:nvCxnSpPr>
            <p:spPr>
              <a:xfrm flipH="1">
                <a:off x="8784827" y="3364364"/>
                <a:ext cx="508375" cy="274415"/>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直接连接符 29">
                <a:extLst>
                  <a:ext uri="{FF2B5EF4-FFF2-40B4-BE49-F238E27FC236}">
                    <a16:creationId xmlns:a16="http://schemas.microsoft.com/office/drawing/2014/main" id="{B3DA5936-46E6-F4E8-7E92-650D3B7390D8}"/>
                  </a:ext>
                </a:extLst>
              </p:cNvPr>
              <p:cNvCxnSpPr>
                <a:cxnSpLocks/>
                <a:stCxn id="26" idx="0"/>
                <a:endCxn id="24" idx="4"/>
              </p:cNvCxnSpPr>
              <p:nvPr/>
            </p:nvCxnSpPr>
            <p:spPr>
              <a:xfrm flipV="1">
                <a:off x="9407753" y="3411813"/>
                <a:ext cx="0" cy="23079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直接连接符 31">
                <a:extLst>
                  <a:ext uri="{FF2B5EF4-FFF2-40B4-BE49-F238E27FC236}">
                    <a16:creationId xmlns:a16="http://schemas.microsoft.com/office/drawing/2014/main" id="{06A1BF34-990E-75BC-5975-E5DD66F4B166}"/>
                  </a:ext>
                </a:extLst>
              </p:cNvPr>
              <p:cNvCxnSpPr>
                <a:cxnSpLocks/>
                <a:stCxn id="28" idx="0"/>
                <a:endCxn id="24" idx="5"/>
              </p:cNvCxnSpPr>
              <p:nvPr/>
            </p:nvCxnSpPr>
            <p:spPr>
              <a:xfrm flipH="1" flipV="1">
                <a:off x="9522304" y="3364364"/>
                <a:ext cx="508375" cy="27441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2" name="组合 41">
              <a:extLst>
                <a:ext uri="{FF2B5EF4-FFF2-40B4-BE49-F238E27FC236}">
                  <a16:creationId xmlns:a16="http://schemas.microsoft.com/office/drawing/2014/main" id="{1D8990A6-EBFF-C7B8-A782-BEB696DEFB70}"/>
                </a:ext>
              </a:extLst>
            </p:cNvPr>
            <p:cNvGrpSpPr/>
            <p:nvPr/>
          </p:nvGrpSpPr>
          <p:grpSpPr>
            <a:xfrm>
              <a:off x="9573563" y="2837392"/>
              <a:ext cx="324000" cy="885438"/>
              <a:chOff x="8035135" y="1869060"/>
              <a:chExt cx="324000" cy="885438"/>
            </a:xfrm>
          </p:grpSpPr>
          <p:sp>
            <p:nvSpPr>
              <p:cNvPr id="11" name="椭圆 10">
                <a:extLst>
                  <a:ext uri="{FF2B5EF4-FFF2-40B4-BE49-F238E27FC236}">
                    <a16:creationId xmlns:a16="http://schemas.microsoft.com/office/drawing/2014/main" id="{756AB93C-C781-5FC5-B474-CD86A890B487}"/>
                  </a:ext>
                </a:extLst>
              </p:cNvPr>
              <p:cNvSpPr/>
              <p:nvPr/>
            </p:nvSpPr>
            <p:spPr>
              <a:xfrm>
                <a:off x="8035135" y="1869060"/>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E</a:t>
                </a:r>
                <a:endParaRPr lang="zh-CN" altLang="en-US" b="1" dirty="0">
                  <a:solidFill>
                    <a:srgbClr val="041ABC"/>
                  </a:solidFill>
                </a:endParaRPr>
              </a:p>
            </p:txBody>
          </p:sp>
          <p:sp>
            <p:nvSpPr>
              <p:cNvPr id="12" name="椭圆 11">
                <a:extLst>
                  <a:ext uri="{FF2B5EF4-FFF2-40B4-BE49-F238E27FC236}">
                    <a16:creationId xmlns:a16="http://schemas.microsoft.com/office/drawing/2014/main" id="{3773BF50-AC03-968C-E797-2D70F304B5F3}"/>
                  </a:ext>
                </a:extLst>
              </p:cNvPr>
              <p:cNvSpPr/>
              <p:nvPr/>
            </p:nvSpPr>
            <p:spPr>
              <a:xfrm>
                <a:off x="8035135" y="2430498"/>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41ABC"/>
                    </a:solidFill>
                  </a:rPr>
                  <a:t>F</a:t>
                </a:r>
                <a:endParaRPr lang="zh-CN" altLang="en-US" b="1" dirty="0">
                  <a:solidFill>
                    <a:srgbClr val="041ABC"/>
                  </a:solidFill>
                </a:endParaRPr>
              </a:p>
            </p:txBody>
          </p:sp>
          <p:cxnSp>
            <p:nvCxnSpPr>
              <p:cNvPr id="16" name="直接连接符 15">
                <a:extLst>
                  <a:ext uri="{FF2B5EF4-FFF2-40B4-BE49-F238E27FC236}">
                    <a16:creationId xmlns:a16="http://schemas.microsoft.com/office/drawing/2014/main" id="{54915F6A-0638-36D9-0212-E42EDDE6D1DE}"/>
                  </a:ext>
                </a:extLst>
              </p:cNvPr>
              <p:cNvCxnSpPr>
                <a:cxnSpLocks/>
                <a:stCxn id="11" idx="4"/>
                <a:endCxn id="12" idx="0"/>
              </p:cNvCxnSpPr>
              <p:nvPr/>
            </p:nvCxnSpPr>
            <p:spPr>
              <a:xfrm>
                <a:off x="8197135" y="2193060"/>
                <a:ext cx="0" cy="237438"/>
              </a:xfrm>
              <a:prstGeom prst="line">
                <a:avLst/>
              </a:prstGeom>
            </p:spPr>
            <p:style>
              <a:lnRef idx="2">
                <a:schemeClr val="accent1"/>
              </a:lnRef>
              <a:fillRef idx="0">
                <a:schemeClr val="accent1"/>
              </a:fillRef>
              <a:effectRef idx="1">
                <a:schemeClr val="accent1"/>
              </a:effectRef>
              <a:fontRef idx="minor">
                <a:schemeClr val="tx1"/>
              </a:fontRef>
            </p:style>
          </p:cxnSp>
        </p:grpSp>
        <p:sp>
          <p:nvSpPr>
            <p:cNvPr id="54" name="文本框 53">
              <a:extLst>
                <a:ext uri="{FF2B5EF4-FFF2-40B4-BE49-F238E27FC236}">
                  <a16:creationId xmlns:a16="http://schemas.microsoft.com/office/drawing/2014/main" id="{AF3D7CFC-9189-B902-B30E-0C731836FE60}"/>
                </a:ext>
              </a:extLst>
            </p:cNvPr>
            <p:cNvSpPr txBox="1"/>
            <p:nvPr/>
          </p:nvSpPr>
          <p:spPr>
            <a:xfrm>
              <a:off x="10555778" y="2204117"/>
              <a:ext cx="1596043" cy="369332"/>
            </a:xfrm>
            <a:prstGeom prst="rect">
              <a:avLst/>
            </a:prstGeom>
            <a:noFill/>
          </p:spPr>
          <p:txBody>
            <a:bodyPr wrap="square" rtlCol="0">
              <a:spAutoFit/>
            </a:bodyPr>
            <a:lstStyle/>
            <a:p>
              <a:r>
                <a:rPr lang="zh-CN" altLang="en-US" dirty="0"/>
                <a:t>图</a:t>
              </a:r>
              <a:r>
                <a:rPr lang="en-US" altLang="zh-CN" dirty="0"/>
                <a:t>6.26</a:t>
              </a:r>
              <a:r>
                <a:rPr lang="zh-CN" altLang="en-US" dirty="0"/>
                <a:t>的森林</a:t>
              </a:r>
            </a:p>
          </p:txBody>
        </p:sp>
      </p:grpSp>
      <p:sp>
        <p:nvSpPr>
          <p:cNvPr id="56" name="文本框 55">
            <a:extLst>
              <a:ext uri="{FF2B5EF4-FFF2-40B4-BE49-F238E27FC236}">
                <a16:creationId xmlns:a16="http://schemas.microsoft.com/office/drawing/2014/main" id="{900DD078-50D9-02A9-A56D-1A894781A9F2}"/>
              </a:ext>
            </a:extLst>
          </p:cNvPr>
          <p:cNvSpPr txBox="1"/>
          <p:nvPr/>
        </p:nvSpPr>
        <p:spPr>
          <a:xfrm>
            <a:off x="6839324" y="794389"/>
            <a:ext cx="1467068" cy="400110"/>
          </a:xfrm>
          <a:prstGeom prst="rect">
            <a:avLst/>
          </a:prstGeom>
          <a:noFill/>
        </p:spPr>
        <p:txBody>
          <a:bodyPr wrap="none" rtlCol="0">
            <a:spAutoFit/>
          </a:bodyPr>
          <a:lstStyle/>
          <a:p>
            <a:r>
              <a:rPr lang="zh-CN" altLang="en-US" sz="2000" dirty="0">
                <a:solidFill>
                  <a:srgbClr val="C00000"/>
                </a:solidFill>
                <a:effectLst>
                  <a:outerShdw blurRad="38100" dist="38100" dir="2700000" algn="tl">
                    <a:srgbClr val="000000">
                      <a:alpha val="43137"/>
                    </a:srgbClr>
                  </a:outerShdw>
                </a:effectLst>
                <a:latin typeface="+mj-ea"/>
                <a:ea typeface="+mj-ea"/>
              </a:rPr>
              <a:t>先序遍历：</a:t>
            </a:r>
          </a:p>
        </p:txBody>
      </p:sp>
      <p:cxnSp>
        <p:nvCxnSpPr>
          <p:cNvPr id="58" name="直接连接符 57">
            <a:extLst>
              <a:ext uri="{FF2B5EF4-FFF2-40B4-BE49-F238E27FC236}">
                <a16:creationId xmlns:a16="http://schemas.microsoft.com/office/drawing/2014/main" id="{7EEA5DDC-C62E-D7EE-216C-48C4AE3C0156}"/>
              </a:ext>
            </a:extLst>
          </p:cNvPr>
          <p:cNvCxnSpPr/>
          <p:nvPr/>
        </p:nvCxnSpPr>
        <p:spPr>
          <a:xfrm>
            <a:off x="1180407" y="2964873"/>
            <a:ext cx="3435928"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59" name="矩形: 圆角 58">
            <a:extLst>
              <a:ext uri="{FF2B5EF4-FFF2-40B4-BE49-F238E27FC236}">
                <a16:creationId xmlns:a16="http://schemas.microsoft.com/office/drawing/2014/main" id="{8BA7EE65-2EB9-532C-307D-3AC8A1D28D1E}"/>
              </a:ext>
            </a:extLst>
          </p:cNvPr>
          <p:cNvSpPr/>
          <p:nvPr/>
        </p:nvSpPr>
        <p:spPr>
          <a:xfrm>
            <a:off x="7974676" y="1825168"/>
            <a:ext cx="576349" cy="487680"/>
          </a:xfrm>
          <a:prstGeom prst="roundRect">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87CFA9B3-32BC-5042-B8E3-91DA0AB4338D}"/>
              </a:ext>
            </a:extLst>
          </p:cNvPr>
          <p:cNvSpPr txBox="1"/>
          <p:nvPr/>
        </p:nvSpPr>
        <p:spPr>
          <a:xfrm>
            <a:off x="8075462" y="1869483"/>
            <a:ext cx="37061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A</a:t>
            </a:r>
            <a:endParaRPr lang="zh-CN" altLang="en-US" sz="2000" b="1" dirty="0">
              <a:solidFill>
                <a:srgbClr val="C00000"/>
              </a:solidFill>
              <a:effectLst>
                <a:outerShdw blurRad="38100" dist="38100" dir="2700000" algn="tl">
                  <a:srgbClr val="000000">
                    <a:alpha val="43137"/>
                  </a:srgbClr>
                </a:outerShdw>
              </a:effectLst>
            </a:endParaRPr>
          </a:p>
        </p:txBody>
      </p:sp>
      <p:cxnSp>
        <p:nvCxnSpPr>
          <p:cNvPr id="61" name="直接连接符 60">
            <a:extLst>
              <a:ext uri="{FF2B5EF4-FFF2-40B4-BE49-F238E27FC236}">
                <a16:creationId xmlns:a16="http://schemas.microsoft.com/office/drawing/2014/main" id="{C13F3E2A-8448-DAF4-AA14-A41E5449F062}"/>
              </a:ext>
            </a:extLst>
          </p:cNvPr>
          <p:cNvCxnSpPr>
            <a:cxnSpLocks/>
          </p:cNvCxnSpPr>
          <p:nvPr/>
        </p:nvCxnSpPr>
        <p:spPr>
          <a:xfrm>
            <a:off x="1180407" y="3327862"/>
            <a:ext cx="4455622" cy="0"/>
          </a:xfrm>
          <a:prstGeom prst="line">
            <a:avLst/>
          </a:prstGeom>
          <a:ln w="28575">
            <a:solidFill>
              <a:srgbClr val="62F8EA"/>
            </a:solidFill>
          </a:ln>
        </p:spPr>
        <p:style>
          <a:lnRef idx="2">
            <a:schemeClr val="accent1"/>
          </a:lnRef>
          <a:fillRef idx="0">
            <a:schemeClr val="accent1"/>
          </a:fillRef>
          <a:effectRef idx="1">
            <a:schemeClr val="accent1"/>
          </a:effectRef>
          <a:fontRef idx="minor">
            <a:schemeClr val="tx1"/>
          </a:fontRef>
        </p:style>
      </p:cxnSp>
      <p:sp>
        <p:nvSpPr>
          <p:cNvPr id="63" name="矩形: 圆角 62">
            <a:extLst>
              <a:ext uri="{FF2B5EF4-FFF2-40B4-BE49-F238E27FC236}">
                <a16:creationId xmlns:a16="http://schemas.microsoft.com/office/drawing/2014/main" id="{67D0ECF5-79AF-0513-319C-3334C74C8809}"/>
              </a:ext>
            </a:extLst>
          </p:cNvPr>
          <p:cNvSpPr/>
          <p:nvPr/>
        </p:nvSpPr>
        <p:spPr>
          <a:xfrm>
            <a:off x="7362376" y="2371248"/>
            <a:ext cx="1800591" cy="487680"/>
          </a:xfrm>
          <a:prstGeom prst="roundRect">
            <a:avLst/>
          </a:prstGeom>
          <a:noFill/>
          <a:ln>
            <a:solidFill>
              <a:srgbClr val="62F8EA"/>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0576ADBF-4D4D-35F5-23D7-376B9EE8731A}"/>
              </a:ext>
            </a:extLst>
          </p:cNvPr>
          <p:cNvSpPr txBox="1"/>
          <p:nvPr/>
        </p:nvSpPr>
        <p:spPr>
          <a:xfrm>
            <a:off x="7452387" y="2424162"/>
            <a:ext cx="356188"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B</a:t>
            </a:r>
            <a:endParaRPr lang="zh-CN" altLang="en-US" sz="2000" b="1" dirty="0">
              <a:solidFill>
                <a:srgbClr val="00B0F0"/>
              </a:solidFill>
              <a:effectLst>
                <a:outerShdw blurRad="38100" dist="38100" dir="2700000" algn="tl">
                  <a:srgbClr val="000000">
                    <a:alpha val="43137"/>
                  </a:srgbClr>
                </a:outerShdw>
              </a:effectLst>
            </a:endParaRPr>
          </a:p>
        </p:txBody>
      </p:sp>
      <p:sp>
        <p:nvSpPr>
          <p:cNvPr id="65" name="文本框 64">
            <a:extLst>
              <a:ext uri="{FF2B5EF4-FFF2-40B4-BE49-F238E27FC236}">
                <a16:creationId xmlns:a16="http://schemas.microsoft.com/office/drawing/2014/main" id="{318F5D82-24A3-B3CE-16B3-A4C92CD4A17E}"/>
              </a:ext>
            </a:extLst>
          </p:cNvPr>
          <p:cNvSpPr txBox="1"/>
          <p:nvPr/>
        </p:nvSpPr>
        <p:spPr>
          <a:xfrm>
            <a:off x="8081468" y="2410899"/>
            <a:ext cx="370614"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C</a:t>
            </a:r>
            <a:endParaRPr lang="zh-CN" altLang="en-US" sz="2000" b="1" dirty="0">
              <a:solidFill>
                <a:srgbClr val="00B0F0"/>
              </a:solidFill>
              <a:effectLst>
                <a:outerShdw blurRad="38100" dist="38100" dir="2700000" algn="tl">
                  <a:srgbClr val="000000">
                    <a:alpha val="43137"/>
                  </a:srgbClr>
                </a:outerShdw>
              </a:effectLst>
            </a:endParaRPr>
          </a:p>
        </p:txBody>
      </p:sp>
      <p:sp>
        <p:nvSpPr>
          <p:cNvPr id="66" name="文本框 65">
            <a:extLst>
              <a:ext uri="{FF2B5EF4-FFF2-40B4-BE49-F238E27FC236}">
                <a16:creationId xmlns:a16="http://schemas.microsoft.com/office/drawing/2014/main" id="{D79AA0F3-EBDA-C9B6-9C29-B3FAE8B6B1B9}"/>
              </a:ext>
            </a:extLst>
          </p:cNvPr>
          <p:cNvSpPr txBox="1"/>
          <p:nvPr/>
        </p:nvSpPr>
        <p:spPr>
          <a:xfrm>
            <a:off x="8704081" y="2409826"/>
            <a:ext cx="370614"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D</a:t>
            </a:r>
            <a:endParaRPr lang="zh-CN" altLang="en-US" sz="2000" b="1" dirty="0">
              <a:solidFill>
                <a:srgbClr val="00B0F0"/>
              </a:solidFill>
              <a:effectLst>
                <a:outerShdw blurRad="38100" dist="38100" dir="2700000" algn="tl">
                  <a:srgbClr val="000000">
                    <a:alpha val="43137"/>
                  </a:srgbClr>
                </a:outerShdw>
              </a:effectLst>
            </a:endParaRPr>
          </a:p>
        </p:txBody>
      </p:sp>
      <p:cxnSp>
        <p:nvCxnSpPr>
          <p:cNvPr id="67" name="直接连接符 66">
            <a:extLst>
              <a:ext uri="{FF2B5EF4-FFF2-40B4-BE49-F238E27FC236}">
                <a16:creationId xmlns:a16="http://schemas.microsoft.com/office/drawing/2014/main" id="{A4A59F6A-1EAE-DF32-980F-CEAB4B813011}"/>
              </a:ext>
            </a:extLst>
          </p:cNvPr>
          <p:cNvCxnSpPr>
            <a:cxnSpLocks/>
          </p:cNvCxnSpPr>
          <p:nvPr/>
        </p:nvCxnSpPr>
        <p:spPr>
          <a:xfrm>
            <a:off x="1221971" y="3674226"/>
            <a:ext cx="5566755" cy="0"/>
          </a:xfrm>
          <a:prstGeom prst="line">
            <a:avLst/>
          </a:prstGeom>
          <a:ln w="28575">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69" name="文本框 68">
            <a:extLst>
              <a:ext uri="{FF2B5EF4-FFF2-40B4-BE49-F238E27FC236}">
                <a16:creationId xmlns:a16="http://schemas.microsoft.com/office/drawing/2014/main" id="{E9550D04-B4D0-31ED-A634-A1180BFAEC27}"/>
              </a:ext>
            </a:extLst>
          </p:cNvPr>
          <p:cNvSpPr txBox="1"/>
          <p:nvPr/>
        </p:nvSpPr>
        <p:spPr>
          <a:xfrm>
            <a:off x="7904904" y="2927690"/>
            <a:ext cx="697627" cy="400110"/>
          </a:xfrm>
          <a:prstGeom prst="rect">
            <a:avLst/>
          </a:prstGeom>
          <a:noFill/>
        </p:spPr>
        <p:txBody>
          <a:bodyPr wrap="none" rtlCol="0">
            <a:spAutoFit/>
          </a:bodyPr>
          <a:lstStyle/>
          <a:p>
            <a:r>
              <a:rPr lang="zh-CN" altLang="en-US" sz="2000" dirty="0">
                <a:solidFill>
                  <a:srgbClr val="00B0F0"/>
                </a:solidFill>
                <a:effectLst>
                  <a:outerShdw blurRad="38100" dist="38100" dir="2700000" algn="tl">
                    <a:srgbClr val="000000">
                      <a:alpha val="43137"/>
                    </a:srgbClr>
                  </a:outerShdw>
                </a:effectLst>
                <a:latin typeface="+mj-ea"/>
                <a:ea typeface="+mj-ea"/>
              </a:rPr>
              <a:t>递归</a:t>
            </a:r>
          </a:p>
        </p:txBody>
      </p:sp>
      <p:sp>
        <p:nvSpPr>
          <p:cNvPr id="70" name="矩形: 圆角 69">
            <a:extLst>
              <a:ext uri="{FF2B5EF4-FFF2-40B4-BE49-F238E27FC236}">
                <a16:creationId xmlns:a16="http://schemas.microsoft.com/office/drawing/2014/main" id="{8E608039-6755-F276-B090-460663FFC02D}"/>
              </a:ext>
            </a:extLst>
          </p:cNvPr>
          <p:cNvSpPr/>
          <p:nvPr/>
        </p:nvSpPr>
        <p:spPr>
          <a:xfrm>
            <a:off x="9300159" y="1809809"/>
            <a:ext cx="1800591" cy="1622485"/>
          </a:xfrm>
          <a:prstGeom prst="roundRect">
            <a:avLst/>
          </a:prstGeom>
          <a:noFill/>
          <a:ln>
            <a:solidFill>
              <a:schemeClr val="accent5">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a:extLst>
              <a:ext uri="{FF2B5EF4-FFF2-40B4-BE49-F238E27FC236}">
                <a16:creationId xmlns:a16="http://schemas.microsoft.com/office/drawing/2014/main" id="{AFAFB415-0A8B-92E2-DFB5-0E2C20F43D00}"/>
              </a:ext>
            </a:extLst>
          </p:cNvPr>
          <p:cNvSpPr txBox="1"/>
          <p:nvPr/>
        </p:nvSpPr>
        <p:spPr>
          <a:xfrm>
            <a:off x="9623807" y="2950848"/>
            <a:ext cx="697627" cy="400110"/>
          </a:xfrm>
          <a:prstGeom prst="rect">
            <a:avLst/>
          </a:prstGeom>
          <a:noFill/>
        </p:spPr>
        <p:txBody>
          <a:bodyPr wrap="none" rtlCol="0">
            <a:spAutoFit/>
          </a:bodyPr>
          <a:lstStyle/>
          <a:p>
            <a:r>
              <a:rPr lang="zh-CN" altLang="en-US" sz="2000" dirty="0">
                <a:solidFill>
                  <a:schemeClr val="accent5">
                    <a:lumMod val="75000"/>
                  </a:schemeClr>
                </a:solidFill>
                <a:effectLst>
                  <a:outerShdw blurRad="38100" dist="38100" dir="2700000" algn="tl">
                    <a:srgbClr val="000000">
                      <a:alpha val="43137"/>
                    </a:srgbClr>
                  </a:outerShdw>
                </a:effectLst>
                <a:latin typeface="+mj-ea"/>
                <a:ea typeface="+mj-ea"/>
              </a:rPr>
              <a:t>递归</a:t>
            </a:r>
          </a:p>
        </p:txBody>
      </p:sp>
      <p:sp>
        <p:nvSpPr>
          <p:cNvPr id="72" name="矩形: 圆角 71">
            <a:extLst>
              <a:ext uri="{FF2B5EF4-FFF2-40B4-BE49-F238E27FC236}">
                <a16:creationId xmlns:a16="http://schemas.microsoft.com/office/drawing/2014/main" id="{F74D1D8F-2B5E-8F1F-EEDA-6BA78003F851}"/>
              </a:ext>
            </a:extLst>
          </p:cNvPr>
          <p:cNvSpPr/>
          <p:nvPr/>
        </p:nvSpPr>
        <p:spPr>
          <a:xfrm>
            <a:off x="9332170" y="1843060"/>
            <a:ext cx="452908" cy="426533"/>
          </a:xfrm>
          <a:prstGeom prst="roundRect">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a:extLst>
              <a:ext uri="{FF2B5EF4-FFF2-40B4-BE49-F238E27FC236}">
                <a16:creationId xmlns:a16="http://schemas.microsoft.com/office/drawing/2014/main" id="{5414025E-72CF-7DEF-11E2-D829D83DC7E5}"/>
              </a:ext>
            </a:extLst>
          </p:cNvPr>
          <p:cNvSpPr txBox="1"/>
          <p:nvPr/>
        </p:nvSpPr>
        <p:spPr>
          <a:xfrm>
            <a:off x="9376504" y="1848602"/>
            <a:ext cx="356188"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E</a:t>
            </a:r>
            <a:endParaRPr lang="zh-CN" altLang="en-US" sz="2000" b="1" dirty="0">
              <a:solidFill>
                <a:srgbClr val="C00000"/>
              </a:solidFill>
              <a:effectLst>
                <a:outerShdw blurRad="38100" dist="38100" dir="2700000" algn="tl">
                  <a:srgbClr val="000000">
                    <a:alpha val="43137"/>
                  </a:srgbClr>
                </a:outerShdw>
              </a:effectLst>
            </a:endParaRPr>
          </a:p>
        </p:txBody>
      </p:sp>
      <p:sp>
        <p:nvSpPr>
          <p:cNvPr id="74" name="矩形: 圆角 73">
            <a:extLst>
              <a:ext uri="{FF2B5EF4-FFF2-40B4-BE49-F238E27FC236}">
                <a16:creationId xmlns:a16="http://schemas.microsoft.com/office/drawing/2014/main" id="{94B3BED8-1708-90DA-24C3-485CA7FEE568}"/>
              </a:ext>
            </a:extLst>
          </p:cNvPr>
          <p:cNvSpPr/>
          <p:nvPr/>
        </p:nvSpPr>
        <p:spPr>
          <a:xfrm>
            <a:off x="9314114" y="2381832"/>
            <a:ext cx="455835" cy="487680"/>
          </a:xfrm>
          <a:prstGeom prst="roundRect">
            <a:avLst/>
          </a:prstGeom>
          <a:noFill/>
          <a:ln>
            <a:solidFill>
              <a:srgbClr val="62F8EA"/>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271BBF23-136B-91FA-87A7-FBF015E5629E}"/>
              </a:ext>
            </a:extLst>
          </p:cNvPr>
          <p:cNvSpPr txBox="1"/>
          <p:nvPr/>
        </p:nvSpPr>
        <p:spPr>
          <a:xfrm>
            <a:off x="9388251" y="2420422"/>
            <a:ext cx="341760"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F</a:t>
            </a:r>
            <a:endParaRPr lang="zh-CN" altLang="en-US" sz="2000" b="1" dirty="0">
              <a:solidFill>
                <a:srgbClr val="00B0F0"/>
              </a:solidFill>
              <a:effectLst>
                <a:outerShdw blurRad="38100" dist="38100" dir="2700000" algn="tl">
                  <a:srgbClr val="000000">
                    <a:alpha val="43137"/>
                  </a:srgbClr>
                </a:outerShdw>
              </a:effectLst>
            </a:endParaRPr>
          </a:p>
        </p:txBody>
      </p:sp>
      <p:sp>
        <p:nvSpPr>
          <p:cNvPr id="76" name="矩形: 圆角 75">
            <a:extLst>
              <a:ext uri="{FF2B5EF4-FFF2-40B4-BE49-F238E27FC236}">
                <a16:creationId xmlns:a16="http://schemas.microsoft.com/office/drawing/2014/main" id="{6FCF7892-8EAB-675B-9537-07A6CCC9CF2A}"/>
              </a:ext>
            </a:extLst>
          </p:cNvPr>
          <p:cNvSpPr/>
          <p:nvPr/>
        </p:nvSpPr>
        <p:spPr>
          <a:xfrm>
            <a:off x="9931949" y="1870770"/>
            <a:ext cx="1112577" cy="1507898"/>
          </a:xfrm>
          <a:prstGeom prst="roundRect">
            <a:avLst/>
          </a:prstGeom>
          <a:noFill/>
          <a:ln>
            <a:solidFill>
              <a:schemeClr val="accent5">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圆角 76">
            <a:extLst>
              <a:ext uri="{FF2B5EF4-FFF2-40B4-BE49-F238E27FC236}">
                <a16:creationId xmlns:a16="http://schemas.microsoft.com/office/drawing/2014/main" id="{251A83C4-B2EF-94BD-3F4D-FC0F5C912340}"/>
              </a:ext>
            </a:extLst>
          </p:cNvPr>
          <p:cNvSpPr/>
          <p:nvPr/>
        </p:nvSpPr>
        <p:spPr>
          <a:xfrm>
            <a:off x="10288506" y="1860262"/>
            <a:ext cx="452908" cy="426533"/>
          </a:xfrm>
          <a:prstGeom prst="roundRect">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9179C38A-E22D-185F-1257-177B5F60A217}"/>
              </a:ext>
            </a:extLst>
          </p:cNvPr>
          <p:cNvSpPr txBox="1"/>
          <p:nvPr/>
        </p:nvSpPr>
        <p:spPr>
          <a:xfrm>
            <a:off x="10334194" y="1861813"/>
            <a:ext cx="383438"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G</a:t>
            </a:r>
            <a:endParaRPr lang="zh-CN" altLang="en-US" sz="2000" b="1" dirty="0">
              <a:solidFill>
                <a:srgbClr val="C00000"/>
              </a:solidFill>
              <a:effectLst>
                <a:outerShdw blurRad="38100" dist="38100" dir="2700000" algn="tl">
                  <a:srgbClr val="000000">
                    <a:alpha val="43137"/>
                  </a:srgbClr>
                </a:outerShdw>
              </a:effectLst>
            </a:endParaRPr>
          </a:p>
        </p:txBody>
      </p:sp>
      <p:sp>
        <p:nvSpPr>
          <p:cNvPr id="79" name="文本框 78">
            <a:extLst>
              <a:ext uri="{FF2B5EF4-FFF2-40B4-BE49-F238E27FC236}">
                <a16:creationId xmlns:a16="http://schemas.microsoft.com/office/drawing/2014/main" id="{9E7873BC-AC3C-EF89-C6E5-0D7A573B2682}"/>
              </a:ext>
            </a:extLst>
          </p:cNvPr>
          <p:cNvSpPr txBox="1"/>
          <p:nvPr/>
        </p:nvSpPr>
        <p:spPr>
          <a:xfrm>
            <a:off x="10007087" y="2410773"/>
            <a:ext cx="383438"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H</a:t>
            </a:r>
            <a:endParaRPr lang="zh-CN" altLang="en-US" sz="2000" b="1" dirty="0">
              <a:solidFill>
                <a:srgbClr val="00B0F0"/>
              </a:solidFill>
              <a:effectLst>
                <a:outerShdw blurRad="38100" dist="38100" dir="2700000" algn="tl">
                  <a:srgbClr val="000000">
                    <a:alpha val="43137"/>
                  </a:srgbClr>
                </a:outerShdw>
              </a:effectLst>
            </a:endParaRPr>
          </a:p>
        </p:txBody>
      </p:sp>
      <p:sp>
        <p:nvSpPr>
          <p:cNvPr id="80" name="文本框 79">
            <a:extLst>
              <a:ext uri="{FF2B5EF4-FFF2-40B4-BE49-F238E27FC236}">
                <a16:creationId xmlns:a16="http://schemas.microsoft.com/office/drawing/2014/main" id="{07D0479B-CDE3-DEA7-2AC2-D7F8A91361E3}"/>
              </a:ext>
            </a:extLst>
          </p:cNvPr>
          <p:cNvSpPr txBox="1"/>
          <p:nvPr/>
        </p:nvSpPr>
        <p:spPr>
          <a:xfrm>
            <a:off x="10691923" y="2411269"/>
            <a:ext cx="284052" cy="400110"/>
          </a:xfrm>
          <a:prstGeom prst="rect">
            <a:avLst/>
          </a:prstGeom>
          <a:noFill/>
          <a:ln>
            <a:noFill/>
          </a:ln>
        </p:spPr>
        <p:txBody>
          <a:bodyPr wrap="none" rtlCol="0">
            <a:spAutoFit/>
          </a:bodyPr>
          <a:lstStyle/>
          <a:p>
            <a:r>
              <a:rPr lang="en-US" altLang="zh-CN" sz="2000" b="1" dirty="0">
                <a:solidFill>
                  <a:srgbClr val="041ABC"/>
                </a:solidFill>
                <a:effectLst>
                  <a:outerShdw blurRad="38100" dist="38100" dir="2700000" algn="tl">
                    <a:srgbClr val="000000">
                      <a:alpha val="43137"/>
                    </a:srgbClr>
                  </a:outerShdw>
                </a:effectLst>
              </a:rPr>
              <a:t>I</a:t>
            </a:r>
            <a:endParaRPr lang="zh-CN" altLang="en-US" sz="2000" b="1" dirty="0">
              <a:solidFill>
                <a:srgbClr val="041ABC"/>
              </a:solidFill>
              <a:effectLst>
                <a:outerShdw blurRad="38100" dist="38100" dir="2700000" algn="tl">
                  <a:srgbClr val="000000">
                    <a:alpha val="43137"/>
                  </a:srgbClr>
                </a:outerShdw>
              </a:effectLst>
            </a:endParaRPr>
          </a:p>
        </p:txBody>
      </p:sp>
      <p:sp>
        <p:nvSpPr>
          <p:cNvPr id="81" name="文本框 80">
            <a:extLst>
              <a:ext uri="{FF2B5EF4-FFF2-40B4-BE49-F238E27FC236}">
                <a16:creationId xmlns:a16="http://schemas.microsoft.com/office/drawing/2014/main" id="{7E5D1FCA-B04A-6934-F744-050E55368896}"/>
              </a:ext>
            </a:extLst>
          </p:cNvPr>
          <p:cNvSpPr txBox="1"/>
          <p:nvPr/>
        </p:nvSpPr>
        <p:spPr>
          <a:xfrm>
            <a:off x="10676946" y="2960457"/>
            <a:ext cx="267425" cy="400110"/>
          </a:xfrm>
          <a:prstGeom prst="rect">
            <a:avLst/>
          </a:prstGeom>
          <a:noFill/>
          <a:ln>
            <a:noFill/>
          </a:ln>
        </p:spPr>
        <p:txBody>
          <a:bodyPr wrap="square" rtlCol="0">
            <a:spAutoFit/>
          </a:bodyPr>
          <a:lstStyle/>
          <a:p>
            <a:r>
              <a:rPr lang="en-US" altLang="zh-CN" sz="2000" b="1" dirty="0">
                <a:solidFill>
                  <a:srgbClr val="041ABC"/>
                </a:solidFill>
                <a:effectLst>
                  <a:outerShdw blurRad="38100" dist="38100" dir="2700000" algn="tl">
                    <a:srgbClr val="000000">
                      <a:alpha val="43137"/>
                    </a:srgbClr>
                  </a:outerShdw>
                </a:effectLst>
              </a:rPr>
              <a:t>J</a:t>
            </a:r>
            <a:endParaRPr lang="zh-CN" altLang="en-US" sz="2000" b="1" dirty="0">
              <a:solidFill>
                <a:srgbClr val="041ABC"/>
              </a:solidFill>
              <a:effectLst>
                <a:outerShdw blurRad="38100" dist="38100" dir="2700000" algn="tl">
                  <a:srgbClr val="000000">
                    <a:alpha val="43137"/>
                  </a:srgbClr>
                </a:outerShdw>
              </a:effectLst>
            </a:endParaRPr>
          </a:p>
        </p:txBody>
      </p:sp>
      <p:sp>
        <p:nvSpPr>
          <p:cNvPr id="85" name="文本框 84">
            <a:extLst>
              <a:ext uri="{FF2B5EF4-FFF2-40B4-BE49-F238E27FC236}">
                <a16:creationId xmlns:a16="http://schemas.microsoft.com/office/drawing/2014/main" id="{115F1652-BDFE-334C-B91E-3940AFE0ECC3}"/>
              </a:ext>
            </a:extLst>
          </p:cNvPr>
          <p:cNvSpPr txBox="1"/>
          <p:nvPr/>
        </p:nvSpPr>
        <p:spPr>
          <a:xfrm>
            <a:off x="6839324" y="3731887"/>
            <a:ext cx="1467068" cy="400110"/>
          </a:xfrm>
          <a:prstGeom prst="rect">
            <a:avLst/>
          </a:prstGeom>
          <a:noFill/>
        </p:spPr>
        <p:txBody>
          <a:bodyPr wrap="none" rtlCol="0">
            <a:spAutoFit/>
          </a:bodyPr>
          <a:lstStyle/>
          <a:p>
            <a:r>
              <a:rPr lang="zh-CN" altLang="en-US" sz="2000" dirty="0">
                <a:solidFill>
                  <a:srgbClr val="C00000"/>
                </a:solidFill>
                <a:effectLst>
                  <a:outerShdw blurRad="38100" dist="38100" dir="2700000" algn="tl">
                    <a:srgbClr val="000000">
                      <a:alpha val="43137"/>
                    </a:srgbClr>
                  </a:outerShdw>
                </a:effectLst>
                <a:latin typeface="+mj-ea"/>
                <a:ea typeface="+mj-ea"/>
              </a:rPr>
              <a:t>中序遍历：</a:t>
            </a:r>
          </a:p>
        </p:txBody>
      </p:sp>
      <p:cxnSp>
        <p:nvCxnSpPr>
          <p:cNvPr id="86" name="直接连接符 85">
            <a:extLst>
              <a:ext uri="{FF2B5EF4-FFF2-40B4-BE49-F238E27FC236}">
                <a16:creationId xmlns:a16="http://schemas.microsoft.com/office/drawing/2014/main" id="{12AF6238-6C32-A230-7A60-BB137C8DDAA0}"/>
              </a:ext>
            </a:extLst>
          </p:cNvPr>
          <p:cNvCxnSpPr>
            <a:cxnSpLocks/>
          </p:cNvCxnSpPr>
          <p:nvPr/>
        </p:nvCxnSpPr>
        <p:spPr>
          <a:xfrm>
            <a:off x="1180407" y="4826923"/>
            <a:ext cx="5248102" cy="0"/>
          </a:xfrm>
          <a:prstGeom prst="line">
            <a:avLst/>
          </a:prstGeom>
          <a:ln w="28575">
            <a:solidFill>
              <a:srgbClr val="62F8EA"/>
            </a:solidFill>
          </a:ln>
        </p:spPr>
        <p:style>
          <a:lnRef idx="2">
            <a:schemeClr val="accent1"/>
          </a:lnRef>
          <a:fillRef idx="0">
            <a:schemeClr val="accent1"/>
          </a:fillRef>
          <a:effectRef idx="1">
            <a:schemeClr val="accent1"/>
          </a:effectRef>
          <a:fontRef idx="minor">
            <a:schemeClr val="tx1"/>
          </a:fontRef>
        </p:style>
      </p:cxnSp>
      <p:sp>
        <p:nvSpPr>
          <p:cNvPr id="88" name="文本框 87">
            <a:extLst>
              <a:ext uri="{FF2B5EF4-FFF2-40B4-BE49-F238E27FC236}">
                <a16:creationId xmlns:a16="http://schemas.microsoft.com/office/drawing/2014/main" id="{BBB5CAB9-BF5C-62C9-4A44-EA6EA4930A81}"/>
              </a:ext>
            </a:extLst>
          </p:cNvPr>
          <p:cNvSpPr txBox="1"/>
          <p:nvPr/>
        </p:nvSpPr>
        <p:spPr>
          <a:xfrm>
            <a:off x="7460941" y="2427129"/>
            <a:ext cx="356188"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B</a:t>
            </a:r>
            <a:endParaRPr lang="zh-CN" altLang="en-US" sz="2000" b="1" dirty="0">
              <a:solidFill>
                <a:srgbClr val="00B0F0"/>
              </a:solidFill>
              <a:effectLst>
                <a:outerShdw blurRad="38100" dist="38100" dir="2700000" algn="tl">
                  <a:srgbClr val="000000">
                    <a:alpha val="43137"/>
                  </a:srgbClr>
                </a:outerShdw>
              </a:effectLst>
            </a:endParaRPr>
          </a:p>
        </p:txBody>
      </p:sp>
      <p:sp>
        <p:nvSpPr>
          <p:cNvPr id="89" name="文本框 88">
            <a:extLst>
              <a:ext uri="{FF2B5EF4-FFF2-40B4-BE49-F238E27FC236}">
                <a16:creationId xmlns:a16="http://schemas.microsoft.com/office/drawing/2014/main" id="{A7DC8447-DCB8-6E95-0D7A-7405F6A049B3}"/>
              </a:ext>
            </a:extLst>
          </p:cNvPr>
          <p:cNvSpPr txBox="1"/>
          <p:nvPr/>
        </p:nvSpPr>
        <p:spPr>
          <a:xfrm>
            <a:off x="8073506" y="2409720"/>
            <a:ext cx="370614"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C</a:t>
            </a:r>
            <a:endParaRPr lang="zh-CN" altLang="en-US" sz="2000" b="1" dirty="0">
              <a:solidFill>
                <a:srgbClr val="00B0F0"/>
              </a:solidFill>
              <a:effectLst>
                <a:outerShdw blurRad="38100" dist="38100" dir="2700000" algn="tl">
                  <a:srgbClr val="000000">
                    <a:alpha val="43137"/>
                  </a:srgbClr>
                </a:outerShdw>
              </a:effectLst>
            </a:endParaRPr>
          </a:p>
        </p:txBody>
      </p:sp>
      <p:sp>
        <p:nvSpPr>
          <p:cNvPr id="90" name="文本框 89">
            <a:extLst>
              <a:ext uri="{FF2B5EF4-FFF2-40B4-BE49-F238E27FC236}">
                <a16:creationId xmlns:a16="http://schemas.microsoft.com/office/drawing/2014/main" id="{C84BD7EC-67D9-71EB-62AE-CA7289F7E874}"/>
              </a:ext>
            </a:extLst>
          </p:cNvPr>
          <p:cNvSpPr txBox="1"/>
          <p:nvPr/>
        </p:nvSpPr>
        <p:spPr>
          <a:xfrm>
            <a:off x="8701616" y="2406483"/>
            <a:ext cx="370614"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D</a:t>
            </a:r>
            <a:endParaRPr lang="zh-CN" altLang="en-US" sz="2000" b="1" dirty="0">
              <a:solidFill>
                <a:srgbClr val="00B0F0"/>
              </a:solidFill>
              <a:effectLst>
                <a:outerShdw blurRad="38100" dist="38100" dir="2700000" algn="tl">
                  <a:srgbClr val="000000">
                    <a:alpha val="43137"/>
                  </a:srgbClr>
                </a:outerShdw>
              </a:effectLst>
            </a:endParaRPr>
          </a:p>
        </p:txBody>
      </p:sp>
      <p:cxnSp>
        <p:nvCxnSpPr>
          <p:cNvPr id="91" name="直接连接符 90">
            <a:extLst>
              <a:ext uri="{FF2B5EF4-FFF2-40B4-BE49-F238E27FC236}">
                <a16:creationId xmlns:a16="http://schemas.microsoft.com/office/drawing/2014/main" id="{362967F4-8607-9C97-D660-32C67F6BA1B1}"/>
              </a:ext>
            </a:extLst>
          </p:cNvPr>
          <p:cNvCxnSpPr>
            <a:cxnSpLocks/>
          </p:cNvCxnSpPr>
          <p:nvPr/>
        </p:nvCxnSpPr>
        <p:spPr>
          <a:xfrm>
            <a:off x="1133302" y="5173288"/>
            <a:ext cx="2784763"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3" name="文本框 92">
            <a:extLst>
              <a:ext uri="{FF2B5EF4-FFF2-40B4-BE49-F238E27FC236}">
                <a16:creationId xmlns:a16="http://schemas.microsoft.com/office/drawing/2014/main" id="{A76136E0-F834-89DB-05FD-0C4A4F494152}"/>
              </a:ext>
            </a:extLst>
          </p:cNvPr>
          <p:cNvSpPr txBox="1"/>
          <p:nvPr/>
        </p:nvSpPr>
        <p:spPr>
          <a:xfrm>
            <a:off x="8083773" y="1861813"/>
            <a:ext cx="37061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A</a:t>
            </a:r>
            <a:endParaRPr lang="zh-CN" altLang="en-US" sz="2000" b="1" dirty="0">
              <a:solidFill>
                <a:srgbClr val="C00000"/>
              </a:solidFill>
              <a:effectLst>
                <a:outerShdw blurRad="38100" dist="38100" dir="2700000" algn="tl">
                  <a:srgbClr val="000000">
                    <a:alpha val="43137"/>
                  </a:srgbClr>
                </a:outerShdw>
              </a:effectLst>
            </a:endParaRPr>
          </a:p>
        </p:txBody>
      </p:sp>
      <p:cxnSp>
        <p:nvCxnSpPr>
          <p:cNvPr id="94" name="直接连接符 93">
            <a:extLst>
              <a:ext uri="{FF2B5EF4-FFF2-40B4-BE49-F238E27FC236}">
                <a16:creationId xmlns:a16="http://schemas.microsoft.com/office/drawing/2014/main" id="{7369EFCF-00E4-FFD9-6ECA-78F364BE2A6B}"/>
              </a:ext>
            </a:extLst>
          </p:cNvPr>
          <p:cNvCxnSpPr>
            <a:cxnSpLocks/>
          </p:cNvCxnSpPr>
          <p:nvPr/>
        </p:nvCxnSpPr>
        <p:spPr>
          <a:xfrm>
            <a:off x="1180407" y="5544590"/>
            <a:ext cx="5566755" cy="0"/>
          </a:xfrm>
          <a:prstGeom prst="line">
            <a:avLst/>
          </a:prstGeom>
          <a:ln w="28575">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95" name="文本框 94">
            <a:extLst>
              <a:ext uri="{FF2B5EF4-FFF2-40B4-BE49-F238E27FC236}">
                <a16:creationId xmlns:a16="http://schemas.microsoft.com/office/drawing/2014/main" id="{ABA848AF-B1B1-025C-9F8D-CF732BDC2E9E}"/>
              </a:ext>
            </a:extLst>
          </p:cNvPr>
          <p:cNvSpPr txBox="1"/>
          <p:nvPr/>
        </p:nvSpPr>
        <p:spPr>
          <a:xfrm>
            <a:off x="9376171" y="2427129"/>
            <a:ext cx="341760"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F</a:t>
            </a:r>
            <a:endParaRPr lang="zh-CN" altLang="en-US" sz="2000" b="1" dirty="0">
              <a:solidFill>
                <a:srgbClr val="00B0F0"/>
              </a:solidFill>
              <a:effectLst>
                <a:outerShdw blurRad="38100" dist="38100" dir="2700000" algn="tl">
                  <a:srgbClr val="000000">
                    <a:alpha val="43137"/>
                  </a:srgbClr>
                </a:outerShdw>
              </a:effectLst>
            </a:endParaRPr>
          </a:p>
        </p:txBody>
      </p:sp>
      <p:sp>
        <p:nvSpPr>
          <p:cNvPr id="96" name="文本框 95">
            <a:extLst>
              <a:ext uri="{FF2B5EF4-FFF2-40B4-BE49-F238E27FC236}">
                <a16:creationId xmlns:a16="http://schemas.microsoft.com/office/drawing/2014/main" id="{1E639C57-4681-5553-3102-19608A519BC7}"/>
              </a:ext>
            </a:extLst>
          </p:cNvPr>
          <p:cNvSpPr txBox="1"/>
          <p:nvPr/>
        </p:nvSpPr>
        <p:spPr>
          <a:xfrm>
            <a:off x="9380787" y="1843060"/>
            <a:ext cx="356188"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E</a:t>
            </a:r>
            <a:endParaRPr lang="zh-CN" altLang="en-US" sz="2000" b="1" dirty="0">
              <a:solidFill>
                <a:srgbClr val="C00000"/>
              </a:solidFill>
              <a:effectLst>
                <a:outerShdw blurRad="38100" dist="38100" dir="2700000" algn="tl">
                  <a:srgbClr val="000000">
                    <a:alpha val="43137"/>
                  </a:srgbClr>
                </a:outerShdw>
              </a:effectLst>
            </a:endParaRPr>
          </a:p>
        </p:txBody>
      </p:sp>
      <p:sp>
        <p:nvSpPr>
          <p:cNvPr id="97" name="文本框 96">
            <a:extLst>
              <a:ext uri="{FF2B5EF4-FFF2-40B4-BE49-F238E27FC236}">
                <a16:creationId xmlns:a16="http://schemas.microsoft.com/office/drawing/2014/main" id="{953294A2-FAAD-5F2F-2D1C-5B03CDF7CF09}"/>
              </a:ext>
            </a:extLst>
          </p:cNvPr>
          <p:cNvSpPr txBox="1"/>
          <p:nvPr/>
        </p:nvSpPr>
        <p:spPr>
          <a:xfrm>
            <a:off x="10021657" y="2406660"/>
            <a:ext cx="383438" cy="400110"/>
          </a:xfrm>
          <a:prstGeom prst="rect">
            <a:avLst/>
          </a:prstGeom>
          <a:noFill/>
          <a:ln>
            <a:noFill/>
          </a:ln>
        </p:spPr>
        <p:txBody>
          <a:bodyPr wrap="none" rtlCol="0">
            <a:spAutoFit/>
          </a:bodyPr>
          <a:lstStyle/>
          <a:p>
            <a:r>
              <a:rPr lang="en-US" altLang="zh-CN" sz="2000" b="1" dirty="0">
                <a:solidFill>
                  <a:srgbClr val="00B0F0"/>
                </a:solidFill>
                <a:effectLst>
                  <a:outerShdw blurRad="38100" dist="38100" dir="2700000" algn="tl">
                    <a:srgbClr val="000000">
                      <a:alpha val="43137"/>
                    </a:srgbClr>
                  </a:outerShdw>
                </a:effectLst>
              </a:rPr>
              <a:t>H</a:t>
            </a:r>
            <a:endParaRPr lang="zh-CN" altLang="en-US" sz="2000" b="1" dirty="0">
              <a:solidFill>
                <a:srgbClr val="00B0F0"/>
              </a:solidFill>
              <a:effectLst>
                <a:outerShdw blurRad="38100" dist="38100" dir="2700000" algn="tl">
                  <a:srgbClr val="000000">
                    <a:alpha val="43137"/>
                  </a:srgbClr>
                </a:outerShdw>
              </a:effectLst>
            </a:endParaRPr>
          </a:p>
        </p:txBody>
      </p:sp>
      <p:sp>
        <p:nvSpPr>
          <p:cNvPr id="98" name="文本框 97">
            <a:extLst>
              <a:ext uri="{FF2B5EF4-FFF2-40B4-BE49-F238E27FC236}">
                <a16:creationId xmlns:a16="http://schemas.microsoft.com/office/drawing/2014/main" id="{2F509A42-97F6-195D-AD34-D981C9518CFE}"/>
              </a:ext>
            </a:extLst>
          </p:cNvPr>
          <p:cNvSpPr txBox="1"/>
          <p:nvPr/>
        </p:nvSpPr>
        <p:spPr>
          <a:xfrm>
            <a:off x="10671892" y="2965998"/>
            <a:ext cx="267425" cy="400110"/>
          </a:xfrm>
          <a:prstGeom prst="rect">
            <a:avLst/>
          </a:prstGeom>
          <a:noFill/>
          <a:ln>
            <a:noFill/>
          </a:ln>
        </p:spPr>
        <p:txBody>
          <a:bodyPr wrap="square" rtlCol="0">
            <a:spAutoFit/>
          </a:bodyPr>
          <a:lstStyle/>
          <a:p>
            <a:r>
              <a:rPr lang="en-US" altLang="zh-CN" sz="2000" b="1" dirty="0">
                <a:solidFill>
                  <a:srgbClr val="041ABC"/>
                </a:solidFill>
                <a:effectLst>
                  <a:outerShdw blurRad="38100" dist="38100" dir="2700000" algn="tl">
                    <a:srgbClr val="000000">
                      <a:alpha val="43137"/>
                    </a:srgbClr>
                  </a:outerShdw>
                </a:effectLst>
              </a:rPr>
              <a:t>J</a:t>
            </a:r>
            <a:endParaRPr lang="zh-CN" altLang="en-US" sz="2000" b="1" dirty="0">
              <a:solidFill>
                <a:srgbClr val="041ABC"/>
              </a:solidFill>
              <a:effectLst>
                <a:outerShdw blurRad="38100" dist="38100" dir="2700000" algn="tl">
                  <a:srgbClr val="000000">
                    <a:alpha val="43137"/>
                  </a:srgbClr>
                </a:outerShdw>
              </a:effectLst>
            </a:endParaRPr>
          </a:p>
        </p:txBody>
      </p:sp>
      <p:sp>
        <p:nvSpPr>
          <p:cNvPr id="99" name="文本框 98">
            <a:extLst>
              <a:ext uri="{FF2B5EF4-FFF2-40B4-BE49-F238E27FC236}">
                <a16:creationId xmlns:a16="http://schemas.microsoft.com/office/drawing/2014/main" id="{258F9A25-1C1F-8AEF-DFB9-DCEA0372EC8B}"/>
              </a:ext>
            </a:extLst>
          </p:cNvPr>
          <p:cNvSpPr txBox="1"/>
          <p:nvPr/>
        </p:nvSpPr>
        <p:spPr>
          <a:xfrm>
            <a:off x="10696456" y="2402111"/>
            <a:ext cx="284052" cy="400110"/>
          </a:xfrm>
          <a:prstGeom prst="rect">
            <a:avLst/>
          </a:prstGeom>
          <a:noFill/>
          <a:ln>
            <a:noFill/>
          </a:ln>
        </p:spPr>
        <p:txBody>
          <a:bodyPr wrap="none" rtlCol="0">
            <a:spAutoFit/>
          </a:bodyPr>
          <a:lstStyle/>
          <a:p>
            <a:r>
              <a:rPr lang="en-US" altLang="zh-CN" sz="2000" b="1" dirty="0">
                <a:solidFill>
                  <a:srgbClr val="041ABC"/>
                </a:solidFill>
                <a:effectLst>
                  <a:outerShdw blurRad="38100" dist="38100" dir="2700000" algn="tl">
                    <a:srgbClr val="000000">
                      <a:alpha val="43137"/>
                    </a:srgbClr>
                  </a:outerShdw>
                </a:effectLst>
              </a:rPr>
              <a:t>I</a:t>
            </a:r>
            <a:endParaRPr lang="zh-CN" altLang="en-US" sz="2000" b="1" dirty="0">
              <a:solidFill>
                <a:srgbClr val="041ABC"/>
              </a:solidFill>
              <a:effectLst>
                <a:outerShdw blurRad="38100" dist="38100" dir="2700000" algn="tl">
                  <a:srgbClr val="000000">
                    <a:alpha val="43137"/>
                  </a:srgbClr>
                </a:outerShdw>
              </a:effectLst>
            </a:endParaRPr>
          </a:p>
        </p:txBody>
      </p:sp>
      <p:sp>
        <p:nvSpPr>
          <p:cNvPr id="100" name="文本框 99">
            <a:extLst>
              <a:ext uri="{FF2B5EF4-FFF2-40B4-BE49-F238E27FC236}">
                <a16:creationId xmlns:a16="http://schemas.microsoft.com/office/drawing/2014/main" id="{E1193D84-4BA9-4EBE-00AE-723BA2B07D3C}"/>
              </a:ext>
            </a:extLst>
          </p:cNvPr>
          <p:cNvSpPr txBox="1"/>
          <p:nvPr/>
        </p:nvSpPr>
        <p:spPr>
          <a:xfrm>
            <a:off x="10347861" y="1864742"/>
            <a:ext cx="383438"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G</a:t>
            </a:r>
            <a:endParaRPr lang="zh-CN" altLang="en-US" sz="2000" b="1" dirty="0">
              <a:solidFill>
                <a:srgbClr val="C00000"/>
              </a:solidFill>
              <a:effectLst>
                <a:outerShdw blurRad="38100" dist="38100" dir="2700000" algn="tl">
                  <a:srgbClr val="000000">
                    <a:alpha val="43137"/>
                  </a:srgbClr>
                </a:outerShdw>
              </a:effectLst>
            </a:endParaRPr>
          </a:p>
        </p:txBody>
      </p:sp>
      <p:sp>
        <p:nvSpPr>
          <p:cNvPr id="102" name="文本框 101">
            <a:extLst>
              <a:ext uri="{FF2B5EF4-FFF2-40B4-BE49-F238E27FC236}">
                <a16:creationId xmlns:a16="http://schemas.microsoft.com/office/drawing/2014/main" id="{025F92F1-F811-84C9-A7DF-B854E412AB73}"/>
              </a:ext>
            </a:extLst>
          </p:cNvPr>
          <p:cNvSpPr txBox="1"/>
          <p:nvPr/>
        </p:nvSpPr>
        <p:spPr>
          <a:xfrm>
            <a:off x="7319176" y="4399037"/>
            <a:ext cx="4469790" cy="1908215"/>
          </a:xfrm>
          <a:prstGeom prst="rect">
            <a:avLst/>
          </a:prstGeom>
          <a:noFill/>
        </p:spPr>
        <p:txBody>
          <a:bodyPr wrap="square">
            <a:spAutoFit/>
          </a:bodyPr>
          <a:lstStyle/>
          <a:p>
            <a:pPr>
              <a:spcBef>
                <a:spcPts val="600"/>
              </a:spcBef>
            </a:pPr>
            <a:r>
              <a:rPr lang="zh-CN" altLang="en-US" b="1" dirty="0"/>
              <a:t>由</a:t>
            </a:r>
            <a:r>
              <a:rPr lang="zh-CN" altLang="zh-CN" b="1" dirty="0"/>
              <a:t>森林与二叉树之间</a:t>
            </a:r>
            <a:r>
              <a:rPr lang="zh-CN" altLang="en-US" b="1" dirty="0"/>
              <a:t>的</a:t>
            </a:r>
            <a:r>
              <a:rPr lang="zh-CN" altLang="zh-CN" b="1" dirty="0">
                <a:effectLst>
                  <a:outerShdw blurRad="38100" dist="38100" dir="2700000" algn="tl">
                    <a:srgbClr val="000000">
                      <a:alpha val="43137"/>
                    </a:srgbClr>
                  </a:outerShdw>
                </a:effectLst>
                <a:latin typeface="+mj-ea"/>
                <a:ea typeface="+mj-ea"/>
              </a:rPr>
              <a:t>转换规则</a:t>
            </a:r>
            <a:r>
              <a:rPr lang="zh-CN" altLang="zh-CN" b="1" dirty="0"/>
              <a:t>可知</a:t>
            </a:r>
            <a:r>
              <a:rPr lang="zh-CN" altLang="en-US" b="1" dirty="0"/>
              <a:t>：</a:t>
            </a:r>
            <a:endParaRPr lang="en-US" altLang="zh-CN" b="1" dirty="0"/>
          </a:p>
          <a:p>
            <a:pPr>
              <a:spcBef>
                <a:spcPts val="600"/>
              </a:spcBef>
            </a:pPr>
            <a:r>
              <a:rPr lang="zh-CN" altLang="en-US" sz="2000" b="1" dirty="0">
                <a:solidFill>
                  <a:srgbClr val="041ABC"/>
                </a:solidFill>
                <a:effectLst>
                  <a:outerShdw blurRad="38100" dist="38100" dir="2700000" algn="tl">
                    <a:srgbClr val="000000">
                      <a:alpha val="43137"/>
                    </a:srgbClr>
                  </a:outerShdw>
                </a:effectLst>
                <a:ea typeface="隶书" panose="02010509060101010101" pitchFamily="49" charset="-122"/>
              </a:rPr>
              <a:t>树的遍历和二叉树遍历的对应关系为</a:t>
            </a:r>
            <a:endParaRPr lang="en-US" altLang="zh-CN" sz="2000" b="1" dirty="0">
              <a:solidFill>
                <a:srgbClr val="041ABC"/>
              </a:solidFill>
              <a:effectLst>
                <a:outerShdw blurRad="38100" dist="38100" dir="2700000" algn="tl">
                  <a:srgbClr val="000000">
                    <a:alpha val="43137"/>
                  </a:srgbClr>
                </a:outerShdw>
              </a:effectLst>
              <a:ea typeface="隶书" panose="02010509060101010101" pitchFamily="49" charset="-122"/>
            </a:endParaRPr>
          </a:p>
          <a:p>
            <a:pPr>
              <a:spcBef>
                <a:spcPts val="600"/>
              </a:spcBef>
            </a:pPr>
            <a:r>
              <a:rPr lang="en-US" altLang="zh-CN" sz="2000" b="1" dirty="0">
                <a:solidFill>
                  <a:srgbClr val="CC3300"/>
                </a:solidFill>
                <a:ea typeface="隶书" panose="02010509060101010101" pitchFamily="49" charset="-122"/>
              </a:rPr>
              <a:t>      </a:t>
            </a:r>
            <a:r>
              <a:rPr lang="zh-CN" altLang="en-US" sz="2000" b="1" dirty="0">
                <a:solidFill>
                  <a:srgbClr val="CC3300"/>
                </a:solidFill>
                <a:latin typeface="黑体" panose="02010609060101010101" pitchFamily="49" charset="-122"/>
                <a:ea typeface="黑体" panose="02010609060101010101" pitchFamily="49" charset="-122"/>
              </a:rPr>
              <a:t>树         森林       二叉树</a:t>
            </a:r>
            <a:endParaRPr lang="en-US" altLang="zh-CN" sz="2000" b="1" dirty="0">
              <a:solidFill>
                <a:srgbClr val="CC3300"/>
              </a:solidFill>
              <a:latin typeface="黑体" panose="02010609060101010101" pitchFamily="49" charset="-122"/>
              <a:ea typeface="黑体" panose="02010609060101010101" pitchFamily="49" charset="-122"/>
            </a:endParaRPr>
          </a:p>
          <a:p>
            <a:pPr>
              <a:spcBef>
                <a:spcPts val="600"/>
              </a:spcBef>
            </a:pPr>
            <a:r>
              <a:rPr lang="zh-CN" altLang="en-US" sz="2000" b="1" dirty="0">
                <a:solidFill>
                  <a:srgbClr val="041ABC"/>
                </a:solidFill>
                <a:latin typeface="黑体" panose="02010609060101010101" pitchFamily="49" charset="-122"/>
                <a:ea typeface="黑体" panose="02010609060101010101" pitchFamily="49" charset="-122"/>
              </a:rPr>
              <a:t>先根遍历    先序遍历    先序遍历 </a:t>
            </a:r>
            <a:endParaRPr lang="en-US" altLang="zh-CN" sz="2000" b="1" dirty="0">
              <a:solidFill>
                <a:srgbClr val="041ABC"/>
              </a:solidFill>
              <a:latin typeface="黑体" panose="02010609060101010101" pitchFamily="49" charset="-122"/>
              <a:ea typeface="黑体" panose="02010609060101010101" pitchFamily="49" charset="-122"/>
            </a:endParaRPr>
          </a:p>
          <a:p>
            <a:pPr>
              <a:spcBef>
                <a:spcPts val="600"/>
              </a:spcBef>
            </a:pPr>
            <a:r>
              <a:rPr lang="zh-CN" altLang="en-US" sz="2000" b="1" dirty="0">
                <a:solidFill>
                  <a:srgbClr val="CC3300"/>
                </a:solidFill>
                <a:latin typeface="黑体" panose="02010609060101010101" pitchFamily="49" charset="-122"/>
                <a:ea typeface="黑体" panose="02010609060101010101" pitchFamily="49" charset="-122"/>
              </a:rPr>
              <a:t>后根遍历    后序遍历    中序遍历</a:t>
            </a:r>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787551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1000"/>
                                        <p:tgtEl>
                                          <p:spTgt spid="6">
                                            <p:txEl>
                                              <p:pRg st="2" end="2"/>
                                            </p:txEl>
                                          </p:spTgt>
                                        </p:tgtEl>
                                      </p:cBhvr>
                                    </p:animEffect>
                                    <p:anim calcmode="lin" valueType="num">
                                      <p:cBhvr>
                                        <p:cTn id="21"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grpId="0" nodeType="after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par>
                          <p:cTn id="29" fill="hold">
                            <p:stCondLst>
                              <p:cond delay="3000"/>
                            </p:stCondLst>
                            <p:childTnLst>
                              <p:par>
                                <p:cTn id="30" presetID="42" presetClass="entr" presetSubtype="0" fill="hold" grpId="0" nodeType="after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1000"/>
                                        <p:tgtEl>
                                          <p:spTgt spid="6">
                                            <p:txEl>
                                              <p:pRg st="4" end="4"/>
                                            </p:txEl>
                                          </p:spTgt>
                                        </p:tgtEl>
                                      </p:cBhvr>
                                    </p:animEffect>
                                    <p:anim calcmode="lin" valueType="num">
                                      <p:cBhvr>
                                        <p:cTn id="3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35" fill="hold">
                            <p:stCondLst>
                              <p:cond delay="4000"/>
                            </p:stCondLst>
                            <p:childTnLst>
                              <p:par>
                                <p:cTn id="36" presetID="42" presetClass="entr" presetSubtype="0" fill="hold" grpId="0" nodeType="afterEffect">
                                  <p:stCondLst>
                                    <p:cond delay="0"/>
                                  </p:stCondLst>
                                  <p:childTnLst>
                                    <p:set>
                                      <p:cBhvr>
                                        <p:cTn id="37" dur="1" fill="hold">
                                          <p:stCondLst>
                                            <p:cond delay="0"/>
                                          </p:stCondLst>
                                        </p:cTn>
                                        <p:tgtEl>
                                          <p:spTgt spid="6">
                                            <p:txEl>
                                              <p:pRg st="5" end="5"/>
                                            </p:txEl>
                                          </p:spTgt>
                                        </p:tgtEl>
                                        <p:attrNameLst>
                                          <p:attrName>style.visibility</p:attrName>
                                        </p:attrNameLst>
                                      </p:cBhvr>
                                      <p:to>
                                        <p:strVal val="visible"/>
                                      </p:to>
                                    </p:set>
                                    <p:animEffect transition="in" filter="fade">
                                      <p:cBhvr>
                                        <p:cTn id="38" dur="1000"/>
                                        <p:tgtEl>
                                          <p:spTgt spid="6">
                                            <p:txEl>
                                              <p:pRg st="5" end="5"/>
                                            </p:txEl>
                                          </p:spTgt>
                                        </p:tgtEl>
                                      </p:cBhvr>
                                    </p:animEffect>
                                    <p:anim calcmode="lin" valueType="num">
                                      <p:cBhvr>
                                        <p:cTn id="39"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55"/>
                                        </p:tgtEl>
                                        <p:attrNameLst>
                                          <p:attrName>style.visibility</p:attrName>
                                        </p:attrNameLst>
                                      </p:cBhvr>
                                      <p:to>
                                        <p:strVal val="visible"/>
                                      </p:to>
                                    </p:set>
                                    <p:animEffect transition="in" filter="fade">
                                      <p:cBhvr>
                                        <p:cTn id="45" dur="1000"/>
                                        <p:tgtEl>
                                          <p:spTgt spid="55"/>
                                        </p:tgtEl>
                                      </p:cBhvr>
                                    </p:animEffect>
                                    <p:anim calcmode="lin" valueType="num">
                                      <p:cBhvr>
                                        <p:cTn id="46" dur="1000" fill="hold"/>
                                        <p:tgtEl>
                                          <p:spTgt spid="55"/>
                                        </p:tgtEl>
                                        <p:attrNameLst>
                                          <p:attrName>ppt_x</p:attrName>
                                        </p:attrNameLst>
                                      </p:cBhvr>
                                      <p:tavLst>
                                        <p:tav tm="0">
                                          <p:val>
                                            <p:strVal val="#ppt_x"/>
                                          </p:val>
                                        </p:tav>
                                        <p:tav tm="100000">
                                          <p:val>
                                            <p:strVal val="#ppt_x"/>
                                          </p:val>
                                        </p:tav>
                                      </p:tavLst>
                                    </p:anim>
                                    <p:anim calcmode="lin" valueType="num">
                                      <p:cBhvr>
                                        <p:cTn id="47"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1000"/>
                                        <p:tgtEl>
                                          <p:spTgt spid="56"/>
                                        </p:tgtEl>
                                      </p:cBhvr>
                                    </p:animEffect>
                                    <p:anim calcmode="lin" valueType="num">
                                      <p:cBhvr>
                                        <p:cTn id="53" dur="1000" fill="hold"/>
                                        <p:tgtEl>
                                          <p:spTgt spid="56"/>
                                        </p:tgtEl>
                                        <p:attrNameLst>
                                          <p:attrName>ppt_x</p:attrName>
                                        </p:attrNameLst>
                                      </p:cBhvr>
                                      <p:tavLst>
                                        <p:tav tm="0">
                                          <p:val>
                                            <p:strVal val="#ppt_x"/>
                                          </p:val>
                                        </p:tav>
                                        <p:tav tm="100000">
                                          <p:val>
                                            <p:strVal val="#ppt_x"/>
                                          </p:val>
                                        </p:tav>
                                      </p:tavLst>
                                    </p:anim>
                                    <p:anim calcmode="lin" valueType="num">
                                      <p:cBhvr>
                                        <p:cTn id="54" dur="1000" fill="hold"/>
                                        <p:tgtEl>
                                          <p:spTgt spid="56"/>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wipe(left)">
                                      <p:cBhvr>
                                        <p:cTn id="58" dur="1000"/>
                                        <p:tgtEl>
                                          <p:spTgt spid="58"/>
                                        </p:tgtEl>
                                      </p:cBhvr>
                                    </p:animEffect>
                                  </p:childTnLst>
                                </p:cTn>
                              </p:par>
                            </p:childTnLst>
                          </p:cTn>
                        </p:par>
                      </p:childTnLst>
                    </p:cTn>
                  </p:par>
                  <p:par>
                    <p:cTn id="59" fill="hold">
                      <p:stCondLst>
                        <p:cond delay="indefinite"/>
                      </p:stCondLst>
                      <p:childTnLst>
                        <p:par>
                          <p:cTn id="60" fill="hold">
                            <p:stCondLst>
                              <p:cond delay="0"/>
                            </p:stCondLst>
                            <p:childTnLst>
                              <p:par>
                                <p:cTn id="61" presetID="21" presetClass="entr" presetSubtype="1" fill="hold" grpId="0" nodeType="click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wheel(1)">
                                      <p:cBhvr>
                                        <p:cTn id="63" dur="2000"/>
                                        <p:tgtEl>
                                          <p:spTgt spid="59"/>
                                        </p:tgtEl>
                                      </p:cBhvr>
                                    </p:animEffect>
                                  </p:childTnLst>
                                </p:cTn>
                              </p:par>
                            </p:childTnLst>
                          </p:cTn>
                        </p:par>
                        <p:par>
                          <p:cTn id="64" fill="hold">
                            <p:stCondLst>
                              <p:cond delay="2000"/>
                            </p:stCondLst>
                            <p:childTnLst>
                              <p:par>
                                <p:cTn id="65" presetID="1" presetClass="entr" presetSubtype="0" fill="hold" grpId="0" nodeType="after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childTnLst>
                          </p:cTn>
                        </p:par>
                        <p:par>
                          <p:cTn id="67" fill="hold">
                            <p:stCondLst>
                              <p:cond delay="2000"/>
                            </p:stCondLst>
                            <p:childTnLst>
                              <p:par>
                                <p:cTn id="68" presetID="64" presetClass="path" presetSubtype="0" accel="50000" decel="50000" fill="hold" grpId="1" nodeType="afterEffect">
                                  <p:stCondLst>
                                    <p:cond delay="0"/>
                                  </p:stCondLst>
                                  <p:childTnLst>
                                    <p:animMotion origin="layout" path="M -3.95833E-6 -1.85185E-6 L 0.00378 -0.15648 " pathEditMode="relative" rAng="0" ptsTypes="AA">
                                      <p:cBhvr>
                                        <p:cTn id="69" dur="2000" fill="hold"/>
                                        <p:tgtEl>
                                          <p:spTgt spid="60"/>
                                        </p:tgtEl>
                                        <p:attrNameLst>
                                          <p:attrName>ppt_x</p:attrName>
                                          <p:attrName>ppt_y</p:attrName>
                                        </p:attrNameLst>
                                      </p:cBhvr>
                                      <p:rCtr x="182" y="-7824"/>
                                    </p:animMotion>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61"/>
                                        </p:tgtEl>
                                        <p:attrNameLst>
                                          <p:attrName>style.visibility</p:attrName>
                                        </p:attrNameLst>
                                      </p:cBhvr>
                                      <p:to>
                                        <p:strVal val="visible"/>
                                      </p:to>
                                    </p:set>
                                    <p:animEffect transition="in" filter="wipe(left)">
                                      <p:cBhvr>
                                        <p:cTn id="74" dur="1000"/>
                                        <p:tgtEl>
                                          <p:spTgt spid="61"/>
                                        </p:tgtEl>
                                      </p:cBhvr>
                                    </p:animEffect>
                                  </p:childTnLst>
                                </p:cTn>
                              </p:par>
                            </p:childTnLst>
                          </p:cTn>
                        </p:par>
                        <p:par>
                          <p:cTn id="75" fill="hold">
                            <p:stCondLst>
                              <p:cond delay="1000"/>
                            </p:stCondLst>
                            <p:childTnLst>
                              <p:par>
                                <p:cTn id="76" presetID="31" presetClass="entr" presetSubtype="0" fill="hold" grpId="0" nodeType="afterEffect">
                                  <p:stCondLst>
                                    <p:cond delay="0"/>
                                  </p:stCondLst>
                                  <p:childTnLst>
                                    <p:set>
                                      <p:cBhvr>
                                        <p:cTn id="77" dur="1" fill="hold">
                                          <p:stCondLst>
                                            <p:cond delay="0"/>
                                          </p:stCondLst>
                                        </p:cTn>
                                        <p:tgtEl>
                                          <p:spTgt spid="69"/>
                                        </p:tgtEl>
                                        <p:attrNameLst>
                                          <p:attrName>style.visibility</p:attrName>
                                        </p:attrNameLst>
                                      </p:cBhvr>
                                      <p:to>
                                        <p:strVal val="visible"/>
                                      </p:to>
                                    </p:set>
                                    <p:anim calcmode="lin" valueType="num">
                                      <p:cBhvr>
                                        <p:cTn id="78" dur="1000" fill="hold"/>
                                        <p:tgtEl>
                                          <p:spTgt spid="69"/>
                                        </p:tgtEl>
                                        <p:attrNameLst>
                                          <p:attrName>ppt_w</p:attrName>
                                        </p:attrNameLst>
                                      </p:cBhvr>
                                      <p:tavLst>
                                        <p:tav tm="0">
                                          <p:val>
                                            <p:fltVal val="0"/>
                                          </p:val>
                                        </p:tav>
                                        <p:tav tm="100000">
                                          <p:val>
                                            <p:strVal val="#ppt_w"/>
                                          </p:val>
                                        </p:tav>
                                      </p:tavLst>
                                    </p:anim>
                                    <p:anim calcmode="lin" valueType="num">
                                      <p:cBhvr>
                                        <p:cTn id="79" dur="1000" fill="hold"/>
                                        <p:tgtEl>
                                          <p:spTgt spid="69"/>
                                        </p:tgtEl>
                                        <p:attrNameLst>
                                          <p:attrName>ppt_h</p:attrName>
                                        </p:attrNameLst>
                                      </p:cBhvr>
                                      <p:tavLst>
                                        <p:tav tm="0">
                                          <p:val>
                                            <p:fltVal val="0"/>
                                          </p:val>
                                        </p:tav>
                                        <p:tav tm="100000">
                                          <p:val>
                                            <p:strVal val="#ppt_h"/>
                                          </p:val>
                                        </p:tav>
                                      </p:tavLst>
                                    </p:anim>
                                    <p:anim calcmode="lin" valueType="num">
                                      <p:cBhvr>
                                        <p:cTn id="80" dur="1000" fill="hold"/>
                                        <p:tgtEl>
                                          <p:spTgt spid="69"/>
                                        </p:tgtEl>
                                        <p:attrNameLst>
                                          <p:attrName>style.rotation</p:attrName>
                                        </p:attrNameLst>
                                      </p:cBhvr>
                                      <p:tavLst>
                                        <p:tav tm="0">
                                          <p:val>
                                            <p:fltVal val="90"/>
                                          </p:val>
                                        </p:tav>
                                        <p:tav tm="100000">
                                          <p:val>
                                            <p:fltVal val="0"/>
                                          </p:val>
                                        </p:tav>
                                      </p:tavLst>
                                    </p:anim>
                                    <p:animEffect transition="in" filter="fade">
                                      <p:cBhvr>
                                        <p:cTn id="81" dur="1000"/>
                                        <p:tgtEl>
                                          <p:spTgt spid="69"/>
                                        </p:tgtEl>
                                      </p:cBhvr>
                                    </p:animEffect>
                                  </p:childTnLst>
                                </p:cTn>
                              </p:par>
                            </p:childTnLst>
                          </p:cTn>
                        </p:par>
                        <p:par>
                          <p:cTn id="82" fill="hold">
                            <p:stCondLst>
                              <p:cond delay="2000"/>
                            </p:stCondLst>
                            <p:childTnLst>
                              <p:par>
                                <p:cTn id="83" presetID="21" presetClass="entr" presetSubtype="1" fill="hold" grpId="0" nodeType="afterEffect">
                                  <p:stCondLst>
                                    <p:cond delay="0"/>
                                  </p:stCondLst>
                                  <p:childTnLst>
                                    <p:set>
                                      <p:cBhvr>
                                        <p:cTn id="84" dur="1" fill="hold">
                                          <p:stCondLst>
                                            <p:cond delay="0"/>
                                          </p:stCondLst>
                                        </p:cTn>
                                        <p:tgtEl>
                                          <p:spTgt spid="63"/>
                                        </p:tgtEl>
                                        <p:attrNameLst>
                                          <p:attrName>style.visibility</p:attrName>
                                        </p:attrNameLst>
                                      </p:cBhvr>
                                      <p:to>
                                        <p:strVal val="visible"/>
                                      </p:to>
                                    </p:set>
                                    <p:animEffect transition="in" filter="wheel(1)">
                                      <p:cBhvr>
                                        <p:cTn id="85" dur="2000"/>
                                        <p:tgtEl>
                                          <p:spTgt spid="63"/>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64"/>
                                        </p:tgtEl>
                                        <p:attrNameLst>
                                          <p:attrName>style.visibility</p:attrName>
                                        </p:attrNameLst>
                                      </p:cBhvr>
                                      <p:to>
                                        <p:strVal val="visible"/>
                                      </p:to>
                                    </p:set>
                                  </p:childTnLst>
                                </p:cTn>
                              </p:par>
                            </p:childTnLst>
                          </p:cTn>
                        </p:par>
                        <p:par>
                          <p:cTn id="90" fill="hold">
                            <p:stCondLst>
                              <p:cond delay="0"/>
                            </p:stCondLst>
                            <p:childTnLst>
                              <p:par>
                                <p:cTn id="91" presetID="64" presetClass="path" presetSubtype="0" accel="50000" decel="50000" fill="hold" grpId="1" nodeType="afterEffect">
                                  <p:stCondLst>
                                    <p:cond delay="0"/>
                                  </p:stCondLst>
                                  <p:childTnLst>
                                    <p:animMotion origin="layout" path="M 0.00182 1.11111E-6 L 0.08464 -0.23658 " pathEditMode="relative" rAng="0" ptsTypes="AA">
                                      <p:cBhvr>
                                        <p:cTn id="92" dur="2000" fill="hold"/>
                                        <p:tgtEl>
                                          <p:spTgt spid="64"/>
                                        </p:tgtEl>
                                        <p:attrNameLst>
                                          <p:attrName>ppt_x</p:attrName>
                                          <p:attrName>ppt_y</p:attrName>
                                        </p:attrNameLst>
                                      </p:cBhvr>
                                      <p:rCtr x="4141" y="-11829"/>
                                    </p:animMotion>
                                  </p:childTnLst>
                                </p:cTn>
                              </p:par>
                            </p:childTnLst>
                          </p:cTn>
                        </p:par>
                        <p:par>
                          <p:cTn id="93" fill="hold">
                            <p:stCondLst>
                              <p:cond delay="2000"/>
                            </p:stCondLst>
                            <p:childTnLst>
                              <p:par>
                                <p:cTn id="94" presetID="1" presetClass="entr" presetSubtype="0" fill="hold" grpId="0" nodeType="afterEffect">
                                  <p:stCondLst>
                                    <p:cond delay="0"/>
                                  </p:stCondLst>
                                  <p:childTnLst>
                                    <p:set>
                                      <p:cBhvr>
                                        <p:cTn id="95" dur="1" fill="hold">
                                          <p:stCondLst>
                                            <p:cond delay="0"/>
                                          </p:stCondLst>
                                        </p:cTn>
                                        <p:tgtEl>
                                          <p:spTgt spid="65"/>
                                        </p:tgtEl>
                                        <p:attrNameLst>
                                          <p:attrName>style.visibility</p:attrName>
                                        </p:attrNameLst>
                                      </p:cBhvr>
                                      <p:to>
                                        <p:strVal val="visible"/>
                                      </p:to>
                                    </p:set>
                                  </p:childTnLst>
                                </p:cTn>
                              </p:par>
                            </p:childTnLst>
                          </p:cTn>
                        </p:par>
                        <p:par>
                          <p:cTn id="96" fill="hold">
                            <p:stCondLst>
                              <p:cond delay="2000"/>
                            </p:stCondLst>
                            <p:childTnLst>
                              <p:par>
                                <p:cTn id="97" presetID="64" presetClass="path" presetSubtype="0" accel="50000" decel="50000" fill="hold" grpId="1" nodeType="afterEffect">
                                  <p:stCondLst>
                                    <p:cond delay="0"/>
                                  </p:stCondLst>
                                  <p:childTnLst>
                                    <p:animMotion origin="layout" path="M 0.00183 2.96296E-6 L 0.05977 -0.23357 " pathEditMode="relative" rAng="0" ptsTypes="AA">
                                      <p:cBhvr>
                                        <p:cTn id="98" dur="2000" fill="hold"/>
                                        <p:tgtEl>
                                          <p:spTgt spid="65"/>
                                        </p:tgtEl>
                                        <p:attrNameLst>
                                          <p:attrName>ppt_x</p:attrName>
                                          <p:attrName>ppt_y</p:attrName>
                                        </p:attrNameLst>
                                      </p:cBhvr>
                                      <p:rCtr x="2891" y="-11690"/>
                                    </p:animMotion>
                                  </p:childTnLst>
                                </p:cTn>
                              </p:par>
                            </p:childTnLst>
                          </p:cTn>
                        </p:par>
                        <p:par>
                          <p:cTn id="99" fill="hold">
                            <p:stCondLst>
                              <p:cond delay="4000"/>
                            </p:stCondLst>
                            <p:childTnLst>
                              <p:par>
                                <p:cTn id="100" presetID="1" presetClass="entr" presetSubtype="0" fill="hold" grpId="0" nodeType="afterEffect">
                                  <p:stCondLst>
                                    <p:cond delay="0"/>
                                  </p:stCondLst>
                                  <p:childTnLst>
                                    <p:set>
                                      <p:cBhvr>
                                        <p:cTn id="101" dur="1" fill="hold">
                                          <p:stCondLst>
                                            <p:cond delay="0"/>
                                          </p:stCondLst>
                                        </p:cTn>
                                        <p:tgtEl>
                                          <p:spTgt spid="66"/>
                                        </p:tgtEl>
                                        <p:attrNameLst>
                                          <p:attrName>style.visibility</p:attrName>
                                        </p:attrNameLst>
                                      </p:cBhvr>
                                      <p:to>
                                        <p:strVal val="visible"/>
                                      </p:to>
                                    </p:set>
                                  </p:childTnLst>
                                </p:cTn>
                              </p:par>
                            </p:childTnLst>
                          </p:cTn>
                        </p:par>
                        <p:par>
                          <p:cTn id="102" fill="hold">
                            <p:stCondLst>
                              <p:cond delay="4000"/>
                            </p:stCondLst>
                            <p:childTnLst>
                              <p:par>
                                <p:cTn id="103" presetID="64" presetClass="path" presetSubtype="0" accel="50000" decel="50000" fill="hold" grpId="1" nodeType="afterEffect">
                                  <p:stCondLst>
                                    <p:cond delay="0"/>
                                  </p:stCondLst>
                                  <p:childTnLst>
                                    <p:animMotion origin="layout" path="M 0.00182 4.44444E-6 L 0.03567 -0.23473 " pathEditMode="relative" rAng="0" ptsTypes="AA">
                                      <p:cBhvr>
                                        <p:cTn id="104" dur="2000" fill="hold"/>
                                        <p:tgtEl>
                                          <p:spTgt spid="66"/>
                                        </p:tgtEl>
                                        <p:attrNameLst>
                                          <p:attrName>ppt_x</p:attrName>
                                          <p:attrName>ppt_y</p:attrName>
                                        </p:attrNameLst>
                                      </p:cBhvr>
                                      <p:rCtr x="1693" y="-11736"/>
                                    </p:animMotion>
                                  </p:childTnLst>
                                </p:cTn>
                              </p:par>
                            </p:childTnLst>
                          </p:cTn>
                        </p:par>
                        <p:par>
                          <p:cTn id="105" fill="hold">
                            <p:stCondLst>
                              <p:cond delay="6000"/>
                            </p:stCondLst>
                            <p:childTnLst>
                              <p:par>
                                <p:cTn id="106" presetID="22" presetClass="entr" presetSubtype="8" fill="hold" nodeType="afterEffect">
                                  <p:stCondLst>
                                    <p:cond delay="0"/>
                                  </p:stCondLst>
                                  <p:childTnLst>
                                    <p:set>
                                      <p:cBhvr>
                                        <p:cTn id="107" dur="1" fill="hold">
                                          <p:stCondLst>
                                            <p:cond delay="0"/>
                                          </p:stCondLst>
                                        </p:cTn>
                                        <p:tgtEl>
                                          <p:spTgt spid="67"/>
                                        </p:tgtEl>
                                        <p:attrNameLst>
                                          <p:attrName>style.visibility</p:attrName>
                                        </p:attrNameLst>
                                      </p:cBhvr>
                                      <p:to>
                                        <p:strVal val="visible"/>
                                      </p:to>
                                    </p:set>
                                    <p:animEffect transition="in" filter="wipe(left)">
                                      <p:cBhvr>
                                        <p:cTn id="108" dur="1000"/>
                                        <p:tgtEl>
                                          <p:spTgt spid="67"/>
                                        </p:tgtEl>
                                      </p:cBhvr>
                                    </p:animEffect>
                                  </p:childTnLst>
                                </p:cTn>
                              </p:par>
                            </p:childTnLst>
                          </p:cTn>
                        </p:par>
                      </p:childTnLst>
                    </p:cTn>
                  </p:par>
                  <p:par>
                    <p:cTn id="109" fill="hold">
                      <p:stCondLst>
                        <p:cond delay="indefinite"/>
                      </p:stCondLst>
                      <p:childTnLst>
                        <p:par>
                          <p:cTn id="110" fill="hold">
                            <p:stCondLst>
                              <p:cond delay="0"/>
                            </p:stCondLst>
                            <p:childTnLst>
                              <p:par>
                                <p:cTn id="111" presetID="31" presetClass="entr" presetSubtype="0" fill="hold" grpId="0" nodeType="clickEffect">
                                  <p:stCondLst>
                                    <p:cond delay="0"/>
                                  </p:stCondLst>
                                  <p:childTnLst>
                                    <p:set>
                                      <p:cBhvr>
                                        <p:cTn id="112" dur="1" fill="hold">
                                          <p:stCondLst>
                                            <p:cond delay="0"/>
                                          </p:stCondLst>
                                        </p:cTn>
                                        <p:tgtEl>
                                          <p:spTgt spid="71"/>
                                        </p:tgtEl>
                                        <p:attrNameLst>
                                          <p:attrName>style.visibility</p:attrName>
                                        </p:attrNameLst>
                                      </p:cBhvr>
                                      <p:to>
                                        <p:strVal val="visible"/>
                                      </p:to>
                                    </p:set>
                                    <p:anim calcmode="lin" valueType="num">
                                      <p:cBhvr>
                                        <p:cTn id="113" dur="1000" fill="hold"/>
                                        <p:tgtEl>
                                          <p:spTgt spid="71"/>
                                        </p:tgtEl>
                                        <p:attrNameLst>
                                          <p:attrName>ppt_w</p:attrName>
                                        </p:attrNameLst>
                                      </p:cBhvr>
                                      <p:tavLst>
                                        <p:tav tm="0">
                                          <p:val>
                                            <p:fltVal val="0"/>
                                          </p:val>
                                        </p:tav>
                                        <p:tav tm="100000">
                                          <p:val>
                                            <p:strVal val="#ppt_w"/>
                                          </p:val>
                                        </p:tav>
                                      </p:tavLst>
                                    </p:anim>
                                    <p:anim calcmode="lin" valueType="num">
                                      <p:cBhvr>
                                        <p:cTn id="114" dur="1000" fill="hold"/>
                                        <p:tgtEl>
                                          <p:spTgt spid="71"/>
                                        </p:tgtEl>
                                        <p:attrNameLst>
                                          <p:attrName>ppt_h</p:attrName>
                                        </p:attrNameLst>
                                      </p:cBhvr>
                                      <p:tavLst>
                                        <p:tav tm="0">
                                          <p:val>
                                            <p:fltVal val="0"/>
                                          </p:val>
                                        </p:tav>
                                        <p:tav tm="100000">
                                          <p:val>
                                            <p:strVal val="#ppt_h"/>
                                          </p:val>
                                        </p:tav>
                                      </p:tavLst>
                                    </p:anim>
                                    <p:anim calcmode="lin" valueType="num">
                                      <p:cBhvr>
                                        <p:cTn id="115" dur="1000" fill="hold"/>
                                        <p:tgtEl>
                                          <p:spTgt spid="71"/>
                                        </p:tgtEl>
                                        <p:attrNameLst>
                                          <p:attrName>style.rotation</p:attrName>
                                        </p:attrNameLst>
                                      </p:cBhvr>
                                      <p:tavLst>
                                        <p:tav tm="0">
                                          <p:val>
                                            <p:fltVal val="90"/>
                                          </p:val>
                                        </p:tav>
                                        <p:tav tm="100000">
                                          <p:val>
                                            <p:fltVal val="0"/>
                                          </p:val>
                                        </p:tav>
                                      </p:tavLst>
                                    </p:anim>
                                    <p:animEffect transition="in" filter="fade">
                                      <p:cBhvr>
                                        <p:cTn id="116" dur="1000"/>
                                        <p:tgtEl>
                                          <p:spTgt spid="71"/>
                                        </p:tgtEl>
                                      </p:cBhvr>
                                    </p:animEffect>
                                  </p:childTnLst>
                                </p:cTn>
                              </p:par>
                            </p:childTnLst>
                          </p:cTn>
                        </p:par>
                        <p:par>
                          <p:cTn id="117" fill="hold">
                            <p:stCondLst>
                              <p:cond delay="1000"/>
                            </p:stCondLst>
                            <p:childTnLst>
                              <p:par>
                                <p:cTn id="118" presetID="21" presetClass="entr" presetSubtype="1" fill="hold" grpId="0" nodeType="afterEffect">
                                  <p:stCondLst>
                                    <p:cond delay="0"/>
                                  </p:stCondLst>
                                  <p:childTnLst>
                                    <p:set>
                                      <p:cBhvr>
                                        <p:cTn id="119" dur="1" fill="hold">
                                          <p:stCondLst>
                                            <p:cond delay="0"/>
                                          </p:stCondLst>
                                        </p:cTn>
                                        <p:tgtEl>
                                          <p:spTgt spid="70"/>
                                        </p:tgtEl>
                                        <p:attrNameLst>
                                          <p:attrName>style.visibility</p:attrName>
                                        </p:attrNameLst>
                                      </p:cBhvr>
                                      <p:to>
                                        <p:strVal val="visible"/>
                                      </p:to>
                                    </p:set>
                                    <p:animEffect transition="in" filter="wheel(1)">
                                      <p:cBhvr>
                                        <p:cTn id="120" dur="2000"/>
                                        <p:tgtEl>
                                          <p:spTgt spid="70"/>
                                        </p:tgtEl>
                                      </p:cBhvr>
                                    </p:animEffect>
                                  </p:childTnLst>
                                </p:cTn>
                              </p:par>
                            </p:childTnLst>
                          </p:cTn>
                        </p:par>
                        <p:par>
                          <p:cTn id="121" fill="hold">
                            <p:stCondLst>
                              <p:cond delay="3000"/>
                            </p:stCondLst>
                            <p:childTnLst>
                              <p:par>
                                <p:cTn id="122" presetID="21" presetClass="entr" presetSubtype="1" fill="hold" grpId="0" nodeType="afterEffect">
                                  <p:stCondLst>
                                    <p:cond delay="0"/>
                                  </p:stCondLst>
                                  <p:childTnLst>
                                    <p:set>
                                      <p:cBhvr>
                                        <p:cTn id="123" dur="1" fill="hold">
                                          <p:stCondLst>
                                            <p:cond delay="0"/>
                                          </p:stCondLst>
                                        </p:cTn>
                                        <p:tgtEl>
                                          <p:spTgt spid="72"/>
                                        </p:tgtEl>
                                        <p:attrNameLst>
                                          <p:attrName>style.visibility</p:attrName>
                                        </p:attrNameLst>
                                      </p:cBhvr>
                                      <p:to>
                                        <p:strVal val="visible"/>
                                      </p:to>
                                    </p:set>
                                    <p:animEffect transition="in" filter="wheel(1)">
                                      <p:cBhvr>
                                        <p:cTn id="124" dur="2000"/>
                                        <p:tgtEl>
                                          <p:spTgt spid="72"/>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3"/>
                                        </p:tgtEl>
                                        <p:attrNameLst>
                                          <p:attrName>style.visibility</p:attrName>
                                        </p:attrNameLst>
                                      </p:cBhvr>
                                      <p:to>
                                        <p:strVal val="visible"/>
                                      </p:to>
                                    </p:set>
                                  </p:childTnLst>
                                </p:cTn>
                              </p:par>
                            </p:childTnLst>
                          </p:cTn>
                        </p:par>
                        <p:par>
                          <p:cTn id="129" fill="hold">
                            <p:stCondLst>
                              <p:cond delay="0"/>
                            </p:stCondLst>
                            <p:childTnLst>
                              <p:par>
                                <p:cTn id="130" presetID="64" presetClass="path" presetSubtype="0" accel="50000" decel="50000" fill="hold" grpId="1" nodeType="afterEffect">
                                  <p:stCondLst>
                                    <p:cond delay="0"/>
                                  </p:stCondLst>
                                  <p:childTnLst>
                                    <p:animMotion origin="layout" path="M -3.75E-6 -1.11111E-6 L 0.00951 -0.15393 " pathEditMode="relative" rAng="0" ptsTypes="AA">
                                      <p:cBhvr>
                                        <p:cTn id="131" dur="2000" fill="hold"/>
                                        <p:tgtEl>
                                          <p:spTgt spid="73"/>
                                        </p:tgtEl>
                                        <p:attrNameLst>
                                          <p:attrName>ppt_x</p:attrName>
                                          <p:attrName>ppt_y</p:attrName>
                                        </p:attrNameLst>
                                      </p:cBhvr>
                                      <p:rCtr x="469" y="-7708"/>
                                    </p:animMotion>
                                  </p:childTnLst>
                                </p:cTn>
                              </p:par>
                            </p:childTnLst>
                          </p:cTn>
                        </p:par>
                        <p:par>
                          <p:cTn id="132" fill="hold">
                            <p:stCondLst>
                              <p:cond delay="2000"/>
                            </p:stCondLst>
                            <p:childTnLst>
                              <p:par>
                                <p:cTn id="133" presetID="21" presetClass="entr" presetSubtype="1" fill="hold" grpId="0" nodeType="afterEffect">
                                  <p:stCondLst>
                                    <p:cond delay="0"/>
                                  </p:stCondLst>
                                  <p:childTnLst>
                                    <p:set>
                                      <p:cBhvr>
                                        <p:cTn id="134" dur="1" fill="hold">
                                          <p:stCondLst>
                                            <p:cond delay="0"/>
                                          </p:stCondLst>
                                        </p:cTn>
                                        <p:tgtEl>
                                          <p:spTgt spid="74"/>
                                        </p:tgtEl>
                                        <p:attrNameLst>
                                          <p:attrName>style.visibility</p:attrName>
                                        </p:attrNameLst>
                                      </p:cBhvr>
                                      <p:to>
                                        <p:strVal val="visible"/>
                                      </p:to>
                                    </p:set>
                                    <p:animEffect transition="in" filter="wheel(1)">
                                      <p:cBhvr>
                                        <p:cTn id="135" dur="2000"/>
                                        <p:tgtEl>
                                          <p:spTgt spid="74"/>
                                        </p:tgtEl>
                                      </p:cBhvr>
                                    </p:animEffec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5"/>
                                        </p:tgtEl>
                                        <p:attrNameLst>
                                          <p:attrName>style.visibility</p:attrName>
                                        </p:attrNameLst>
                                      </p:cBhvr>
                                      <p:to>
                                        <p:strVal val="visible"/>
                                      </p:to>
                                    </p:set>
                                  </p:childTnLst>
                                </p:cTn>
                              </p:par>
                            </p:childTnLst>
                          </p:cTn>
                        </p:par>
                        <p:par>
                          <p:cTn id="140" fill="hold">
                            <p:stCondLst>
                              <p:cond delay="0"/>
                            </p:stCondLst>
                            <p:childTnLst>
                              <p:par>
                                <p:cTn id="141" presetID="64" presetClass="path" presetSubtype="0" accel="50000" decel="50000" fill="hold" grpId="1" nodeType="afterEffect">
                                  <p:stCondLst>
                                    <p:cond delay="0"/>
                                  </p:stCondLst>
                                  <p:childTnLst>
                                    <p:animMotion origin="layout" path="M 0.00183 4.07407E-6 L 0.03711 -0.23658 " pathEditMode="relative" rAng="0" ptsTypes="AA">
                                      <p:cBhvr>
                                        <p:cTn id="142" dur="2000" fill="hold"/>
                                        <p:tgtEl>
                                          <p:spTgt spid="75"/>
                                        </p:tgtEl>
                                        <p:attrNameLst>
                                          <p:attrName>ppt_x</p:attrName>
                                          <p:attrName>ppt_y</p:attrName>
                                        </p:attrNameLst>
                                      </p:cBhvr>
                                      <p:rCtr x="1758" y="-11829"/>
                                    </p:animMotion>
                                  </p:childTnLst>
                                </p:cTn>
                              </p:par>
                            </p:childTnLst>
                          </p:cTn>
                        </p:par>
                        <p:par>
                          <p:cTn id="143" fill="hold">
                            <p:stCondLst>
                              <p:cond delay="2000"/>
                            </p:stCondLst>
                            <p:childTnLst>
                              <p:par>
                                <p:cTn id="144" presetID="21" presetClass="entr" presetSubtype="1" fill="hold" grpId="0" nodeType="afterEffect">
                                  <p:stCondLst>
                                    <p:cond delay="0"/>
                                  </p:stCondLst>
                                  <p:childTnLst>
                                    <p:set>
                                      <p:cBhvr>
                                        <p:cTn id="145" dur="1" fill="hold">
                                          <p:stCondLst>
                                            <p:cond delay="0"/>
                                          </p:stCondLst>
                                        </p:cTn>
                                        <p:tgtEl>
                                          <p:spTgt spid="76"/>
                                        </p:tgtEl>
                                        <p:attrNameLst>
                                          <p:attrName>style.visibility</p:attrName>
                                        </p:attrNameLst>
                                      </p:cBhvr>
                                      <p:to>
                                        <p:strVal val="visible"/>
                                      </p:to>
                                    </p:set>
                                    <p:animEffect transition="in" filter="wheel(1)">
                                      <p:cBhvr>
                                        <p:cTn id="146" dur="2000"/>
                                        <p:tgtEl>
                                          <p:spTgt spid="76"/>
                                        </p:tgtEl>
                                      </p:cBhvr>
                                    </p:animEffect>
                                  </p:childTnLst>
                                </p:cTn>
                              </p:par>
                            </p:childTnLst>
                          </p:cTn>
                        </p:par>
                        <p:par>
                          <p:cTn id="147" fill="hold">
                            <p:stCondLst>
                              <p:cond delay="4000"/>
                            </p:stCondLst>
                            <p:childTnLst>
                              <p:par>
                                <p:cTn id="148" presetID="21" presetClass="entr" presetSubtype="1" fill="hold" grpId="0" nodeType="afterEffect">
                                  <p:stCondLst>
                                    <p:cond delay="0"/>
                                  </p:stCondLst>
                                  <p:childTnLst>
                                    <p:set>
                                      <p:cBhvr>
                                        <p:cTn id="149" dur="1" fill="hold">
                                          <p:stCondLst>
                                            <p:cond delay="0"/>
                                          </p:stCondLst>
                                        </p:cTn>
                                        <p:tgtEl>
                                          <p:spTgt spid="77"/>
                                        </p:tgtEl>
                                        <p:attrNameLst>
                                          <p:attrName>style.visibility</p:attrName>
                                        </p:attrNameLst>
                                      </p:cBhvr>
                                      <p:to>
                                        <p:strVal val="visible"/>
                                      </p:to>
                                    </p:set>
                                    <p:animEffect transition="in" filter="wheel(1)">
                                      <p:cBhvr>
                                        <p:cTn id="150" dur="2000"/>
                                        <p:tgtEl>
                                          <p:spTgt spid="77"/>
                                        </p:tgtEl>
                                      </p:cBhvr>
                                    </p:animEffect>
                                  </p:childTnLst>
                                </p:cTn>
                              </p:par>
                            </p:childTnLst>
                          </p:cTn>
                        </p:par>
                        <p:par>
                          <p:cTn id="151" fill="hold">
                            <p:stCondLst>
                              <p:cond delay="6000"/>
                            </p:stCondLst>
                            <p:childTnLst>
                              <p:par>
                                <p:cTn id="152" presetID="1" presetClass="entr" presetSubtype="0" fill="hold" grpId="0" nodeType="afterEffect">
                                  <p:stCondLst>
                                    <p:cond delay="0"/>
                                  </p:stCondLst>
                                  <p:childTnLst>
                                    <p:set>
                                      <p:cBhvr>
                                        <p:cTn id="153" dur="1" fill="hold">
                                          <p:stCondLst>
                                            <p:cond delay="0"/>
                                          </p:stCondLst>
                                        </p:cTn>
                                        <p:tgtEl>
                                          <p:spTgt spid="78"/>
                                        </p:tgtEl>
                                        <p:attrNameLst>
                                          <p:attrName>style.visibility</p:attrName>
                                        </p:attrNameLst>
                                      </p:cBhvr>
                                      <p:to>
                                        <p:strVal val="visible"/>
                                      </p:to>
                                    </p:set>
                                  </p:childTnLst>
                                </p:cTn>
                              </p:par>
                            </p:childTnLst>
                          </p:cTn>
                        </p:par>
                        <p:par>
                          <p:cTn id="154" fill="hold">
                            <p:stCondLst>
                              <p:cond delay="6000"/>
                            </p:stCondLst>
                            <p:childTnLst>
                              <p:par>
                                <p:cTn id="155" presetID="64" presetClass="path" presetSubtype="0" accel="50000" decel="50000" fill="hold" grpId="1" nodeType="afterEffect">
                                  <p:stCondLst>
                                    <p:cond delay="0"/>
                                  </p:stCondLst>
                                  <p:childTnLst>
                                    <p:animMotion origin="layout" path="M -1.25E-6 -4.44444E-6 L -0.01458 -0.15601 " pathEditMode="relative" rAng="0" ptsTypes="AA">
                                      <p:cBhvr>
                                        <p:cTn id="156" dur="2000" fill="hold"/>
                                        <p:tgtEl>
                                          <p:spTgt spid="78"/>
                                        </p:tgtEl>
                                        <p:attrNameLst>
                                          <p:attrName>ppt_x</p:attrName>
                                          <p:attrName>ppt_y</p:attrName>
                                        </p:attrNameLst>
                                      </p:cBhvr>
                                      <p:rCtr x="-729" y="-7801"/>
                                    </p:animMotion>
                                  </p:childTnLst>
                                </p:cTn>
                              </p:par>
                            </p:childTnLst>
                          </p:cTn>
                        </p:par>
                        <p:par>
                          <p:cTn id="157" fill="hold">
                            <p:stCondLst>
                              <p:cond delay="8000"/>
                            </p:stCondLst>
                            <p:childTnLst>
                              <p:par>
                                <p:cTn id="158" presetID="1" presetClass="entr" presetSubtype="0" fill="hold" grpId="0" nodeType="afterEffect">
                                  <p:stCondLst>
                                    <p:cond delay="0"/>
                                  </p:stCondLst>
                                  <p:childTnLst>
                                    <p:set>
                                      <p:cBhvr>
                                        <p:cTn id="159" dur="1" fill="hold">
                                          <p:stCondLst>
                                            <p:cond delay="0"/>
                                          </p:stCondLst>
                                        </p:cTn>
                                        <p:tgtEl>
                                          <p:spTgt spid="79"/>
                                        </p:tgtEl>
                                        <p:attrNameLst>
                                          <p:attrName>style.visibility</p:attrName>
                                        </p:attrNameLst>
                                      </p:cBhvr>
                                      <p:to>
                                        <p:strVal val="visible"/>
                                      </p:to>
                                    </p:set>
                                  </p:childTnLst>
                                </p:cTn>
                              </p:par>
                            </p:childTnLst>
                          </p:cTn>
                        </p:par>
                        <p:par>
                          <p:cTn id="160" fill="hold">
                            <p:stCondLst>
                              <p:cond delay="8000"/>
                            </p:stCondLst>
                            <p:childTnLst>
                              <p:par>
                                <p:cTn id="161" presetID="64" presetClass="path" presetSubtype="0" accel="50000" decel="50000" fill="hold" grpId="1" nodeType="afterEffect">
                                  <p:stCondLst>
                                    <p:cond delay="0"/>
                                  </p:stCondLst>
                                  <p:childTnLst>
                                    <p:animMotion origin="layout" path="M 0.00182 2.96296E-6 L 0.04453 -0.23658 " pathEditMode="relative" rAng="0" ptsTypes="AA">
                                      <p:cBhvr>
                                        <p:cTn id="162" dur="2000" fill="hold"/>
                                        <p:tgtEl>
                                          <p:spTgt spid="79"/>
                                        </p:tgtEl>
                                        <p:attrNameLst>
                                          <p:attrName>ppt_x</p:attrName>
                                          <p:attrName>ppt_y</p:attrName>
                                        </p:attrNameLst>
                                      </p:cBhvr>
                                      <p:rCtr x="2135" y="-11829"/>
                                    </p:animMotion>
                                  </p:childTnLst>
                                </p:cTn>
                              </p:par>
                            </p:childTnLst>
                          </p:cTn>
                        </p:par>
                        <p:par>
                          <p:cTn id="163" fill="hold">
                            <p:stCondLst>
                              <p:cond delay="10000"/>
                            </p:stCondLst>
                            <p:childTnLst>
                              <p:par>
                                <p:cTn id="164" presetID="1" presetClass="entr" presetSubtype="0" fill="hold" grpId="0" nodeType="afterEffect">
                                  <p:stCondLst>
                                    <p:cond delay="0"/>
                                  </p:stCondLst>
                                  <p:childTnLst>
                                    <p:set>
                                      <p:cBhvr>
                                        <p:cTn id="165" dur="1" fill="hold">
                                          <p:stCondLst>
                                            <p:cond delay="0"/>
                                          </p:stCondLst>
                                        </p:cTn>
                                        <p:tgtEl>
                                          <p:spTgt spid="80"/>
                                        </p:tgtEl>
                                        <p:attrNameLst>
                                          <p:attrName>style.visibility</p:attrName>
                                        </p:attrNameLst>
                                      </p:cBhvr>
                                      <p:to>
                                        <p:strVal val="visible"/>
                                      </p:to>
                                    </p:set>
                                  </p:childTnLst>
                                </p:cTn>
                              </p:par>
                            </p:childTnLst>
                          </p:cTn>
                        </p:par>
                        <p:par>
                          <p:cTn id="166" fill="hold">
                            <p:stCondLst>
                              <p:cond delay="10000"/>
                            </p:stCondLst>
                            <p:childTnLst>
                              <p:par>
                                <p:cTn id="167" presetID="64" presetClass="path" presetSubtype="0" accel="50000" decel="50000" fill="hold" grpId="1" nodeType="afterEffect">
                                  <p:stCondLst>
                                    <p:cond delay="0"/>
                                  </p:stCondLst>
                                  <p:childTnLst>
                                    <p:animMotion origin="layout" path="M 0.00182 2.96296E-6 L 0.02201 -0.23635 " pathEditMode="relative" rAng="0" ptsTypes="AA">
                                      <p:cBhvr>
                                        <p:cTn id="168" dur="2000" fill="hold"/>
                                        <p:tgtEl>
                                          <p:spTgt spid="80"/>
                                        </p:tgtEl>
                                        <p:attrNameLst>
                                          <p:attrName>ppt_x</p:attrName>
                                          <p:attrName>ppt_y</p:attrName>
                                        </p:attrNameLst>
                                      </p:cBhvr>
                                      <p:rCtr x="1003" y="-11829"/>
                                    </p:animMotion>
                                  </p:childTnLst>
                                </p:cTn>
                              </p:par>
                            </p:childTnLst>
                          </p:cTn>
                        </p:par>
                        <p:par>
                          <p:cTn id="169" fill="hold">
                            <p:stCondLst>
                              <p:cond delay="12000"/>
                            </p:stCondLst>
                            <p:childTnLst>
                              <p:par>
                                <p:cTn id="170" presetID="1" presetClass="entr" presetSubtype="0" fill="hold" grpId="0" nodeType="afterEffect">
                                  <p:stCondLst>
                                    <p:cond delay="0"/>
                                  </p:stCondLst>
                                  <p:childTnLst>
                                    <p:set>
                                      <p:cBhvr>
                                        <p:cTn id="171" dur="1" fill="hold">
                                          <p:stCondLst>
                                            <p:cond delay="0"/>
                                          </p:stCondLst>
                                        </p:cTn>
                                        <p:tgtEl>
                                          <p:spTgt spid="81"/>
                                        </p:tgtEl>
                                        <p:attrNameLst>
                                          <p:attrName>style.visibility</p:attrName>
                                        </p:attrNameLst>
                                      </p:cBhvr>
                                      <p:to>
                                        <p:strVal val="visible"/>
                                      </p:to>
                                    </p:set>
                                  </p:childTnLst>
                                </p:cTn>
                              </p:par>
                            </p:childTnLst>
                          </p:cTn>
                        </p:par>
                        <p:par>
                          <p:cTn id="172" fill="hold">
                            <p:stCondLst>
                              <p:cond delay="12000"/>
                            </p:stCondLst>
                            <p:childTnLst>
                              <p:par>
                                <p:cTn id="173" presetID="64" presetClass="path" presetSubtype="0" accel="50000" decel="50000" fill="hold" grpId="1" nodeType="afterEffect">
                                  <p:stCondLst>
                                    <p:cond delay="0"/>
                                  </p:stCondLst>
                                  <p:childTnLst>
                                    <p:animMotion origin="layout" path="M 0.00182 3.7037E-7 L 0.05026 -0.3162 " pathEditMode="relative" rAng="0" ptsTypes="AA">
                                      <p:cBhvr>
                                        <p:cTn id="174" dur="2000" fill="hold"/>
                                        <p:tgtEl>
                                          <p:spTgt spid="81"/>
                                        </p:tgtEl>
                                        <p:attrNameLst>
                                          <p:attrName>ppt_x</p:attrName>
                                          <p:attrName>ppt_y</p:attrName>
                                        </p:attrNameLst>
                                      </p:cBhvr>
                                      <p:rCtr x="2422" y="-15810"/>
                                    </p:animMotion>
                                  </p:childTnLst>
                                </p:cTn>
                              </p:par>
                              <p:par>
                                <p:cTn id="175" presetID="1" presetClass="exit" presetSubtype="0" fill="hold" grpId="1" nodeType="withEffect">
                                  <p:stCondLst>
                                    <p:cond delay="0"/>
                                  </p:stCondLst>
                                  <p:childTnLst>
                                    <p:set>
                                      <p:cBhvr>
                                        <p:cTn id="176" dur="1" fill="hold">
                                          <p:stCondLst>
                                            <p:cond delay="0"/>
                                          </p:stCondLst>
                                        </p:cTn>
                                        <p:tgtEl>
                                          <p:spTgt spid="76"/>
                                        </p:tgtEl>
                                        <p:attrNameLst>
                                          <p:attrName>style.visibility</p:attrName>
                                        </p:attrNameLst>
                                      </p:cBhvr>
                                      <p:to>
                                        <p:strVal val="hidden"/>
                                      </p:to>
                                    </p:set>
                                  </p:childTnLst>
                                </p:cTn>
                              </p:par>
                              <p:par>
                                <p:cTn id="177" presetID="1" presetClass="exit" presetSubtype="0" fill="hold" grpId="1" nodeType="withEffect">
                                  <p:stCondLst>
                                    <p:cond delay="0"/>
                                  </p:stCondLst>
                                  <p:childTnLst>
                                    <p:set>
                                      <p:cBhvr>
                                        <p:cTn id="178" dur="1" fill="hold">
                                          <p:stCondLst>
                                            <p:cond delay="0"/>
                                          </p:stCondLst>
                                        </p:cTn>
                                        <p:tgtEl>
                                          <p:spTgt spid="72"/>
                                        </p:tgtEl>
                                        <p:attrNameLst>
                                          <p:attrName>style.visibility</p:attrName>
                                        </p:attrNameLst>
                                      </p:cBhvr>
                                      <p:to>
                                        <p:strVal val="hidden"/>
                                      </p:to>
                                    </p:set>
                                  </p:childTnLst>
                                </p:cTn>
                              </p:par>
                              <p:par>
                                <p:cTn id="179" presetID="1" presetClass="exit" presetSubtype="0" fill="hold" grpId="1" nodeType="withEffect">
                                  <p:stCondLst>
                                    <p:cond delay="0"/>
                                  </p:stCondLst>
                                  <p:childTnLst>
                                    <p:set>
                                      <p:cBhvr>
                                        <p:cTn id="180" dur="1" fill="hold">
                                          <p:stCondLst>
                                            <p:cond delay="0"/>
                                          </p:stCondLst>
                                        </p:cTn>
                                        <p:tgtEl>
                                          <p:spTgt spid="74"/>
                                        </p:tgtEl>
                                        <p:attrNameLst>
                                          <p:attrName>style.visibility</p:attrName>
                                        </p:attrNameLst>
                                      </p:cBhvr>
                                      <p:to>
                                        <p:strVal val="hidden"/>
                                      </p:to>
                                    </p:set>
                                  </p:childTnLst>
                                </p:cTn>
                              </p:par>
                              <p:par>
                                <p:cTn id="181" presetID="1" presetClass="exit" presetSubtype="0" fill="hold" grpId="1" nodeType="withEffect">
                                  <p:stCondLst>
                                    <p:cond delay="0"/>
                                  </p:stCondLst>
                                  <p:childTnLst>
                                    <p:set>
                                      <p:cBhvr>
                                        <p:cTn id="182" dur="1" fill="hold">
                                          <p:stCondLst>
                                            <p:cond delay="0"/>
                                          </p:stCondLst>
                                        </p:cTn>
                                        <p:tgtEl>
                                          <p:spTgt spid="77"/>
                                        </p:tgtEl>
                                        <p:attrNameLst>
                                          <p:attrName>style.visibility</p:attrName>
                                        </p:attrNameLst>
                                      </p:cBhvr>
                                      <p:to>
                                        <p:strVal val="hidden"/>
                                      </p:to>
                                    </p:set>
                                  </p:childTnLst>
                                </p:cTn>
                              </p:par>
                              <p:par>
                                <p:cTn id="183" presetID="1" presetClass="exit" presetSubtype="0" fill="hold" grpId="1" nodeType="withEffect">
                                  <p:stCondLst>
                                    <p:cond delay="0"/>
                                  </p:stCondLst>
                                  <p:childTnLst>
                                    <p:set>
                                      <p:cBhvr>
                                        <p:cTn id="184" dur="1" fill="hold">
                                          <p:stCondLst>
                                            <p:cond delay="0"/>
                                          </p:stCondLst>
                                        </p:cTn>
                                        <p:tgtEl>
                                          <p:spTgt spid="59"/>
                                        </p:tgtEl>
                                        <p:attrNameLst>
                                          <p:attrName>style.visibility</p:attrName>
                                        </p:attrNameLst>
                                      </p:cBhvr>
                                      <p:to>
                                        <p:strVal val="hidden"/>
                                      </p:to>
                                    </p:set>
                                  </p:childTnLst>
                                </p:cTn>
                              </p:par>
                              <p:par>
                                <p:cTn id="185" presetID="1" presetClass="exit" presetSubtype="0" fill="hold" grpId="1" nodeType="withEffect">
                                  <p:stCondLst>
                                    <p:cond delay="0"/>
                                  </p:stCondLst>
                                  <p:childTnLst>
                                    <p:set>
                                      <p:cBhvr>
                                        <p:cTn id="186" dur="1" fill="hold">
                                          <p:stCondLst>
                                            <p:cond delay="0"/>
                                          </p:stCondLst>
                                        </p:cTn>
                                        <p:tgtEl>
                                          <p:spTgt spid="63"/>
                                        </p:tgtEl>
                                        <p:attrNameLst>
                                          <p:attrName>style.visibility</p:attrName>
                                        </p:attrNameLst>
                                      </p:cBhvr>
                                      <p:to>
                                        <p:strVal val="hidden"/>
                                      </p:to>
                                    </p:set>
                                  </p:childTnLst>
                                </p:cTn>
                              </p:par>
                              <p:par>
                                <p:cTn id="187" presetID="1" presetClass="exit" presetSubtype="0" fill="hold" grpId="1" nodeType="withEffect">
                                  <p:stCondLst>
                                    <p:cond delay="0"/>
                                  </p:stCondLst>
                                  <p:childTnLst>
                                    <p:set>
                                      <p:cBhvr>
                                        <p:cTn id="188" dur="1" fill="hold">
                                          <p:stCondLst>
                                            <p:cond delay="0"/>
                                          </p:stCondLst>
                                        </p:cTn>
                                        <p:tgtEl>
                                          <p:spTgt spid="70"/>
                                        </p:tgtEl>
                                        <p:attrNameLst>
                                          <p:attrName>style.visibility</p:attrName>
                                        </p:attrNameLst>
                                      </p:cBhvr>
                                      <p:to>
                                        <p:strVal val="hidden"/>
                                      </p:to>
                                    </p:set>
                                  </p:childTnLst>
                                </p:cTn>
                              </p:par>
                            </p:childTnLst>
                          </p:cTn>
                        </p:par>
                        <p:par>
                          <p:cTn id="189" fill="hold">
                            <p:stCondLst>
                              <p:cond delay="14000"/>
                            </p:stCondLst>
                            <p:childTnLst>
                              <p:par>
                                <p:cTn id="190" presetID="42" presetClass="entr" presetSubtype="0" fill="hold" grpId="0" nodeType="afterEffect">
                                  <p:stCondLst>
                                    <p:cond delay="0"/>
                                  </p:stCondLst>
                                  <p:childTnLst>
                                    <p:set>
                                      <p:cBhvr>
                                        <p:cTn id="191" dur="1" fill="hold">
                                          <p:stCondLst>
                                            <p:cond delay="0"/>
                                          </p:stCondLst>
                                        </p:cTn>
                                        <p:tgtEl>
                                          <p:spTgt spid="6">
                                            <p:txEl>
                                              <p:pRg st="6" end="6"/>
                                            </p:txEl>
                                          </p:spTgt>
                                        </p:tgtEl>
                                        <p:attrNameLst>
                                          <p:attrName>style.visibility</p:attrName>
                                        </p:attrNameLst>
                                      </p:cBhvr>
                                      <p:to>
                                        <p:strVal val="visible"/>
                                      </p:to>
                                    </p:set>
                                    <p:animEffect transition="in" filter="fade">
                                      <p:cBhvr>
                                        <p:cTn id="192" dur="1000"/>
                                        <p:tgtEl>
                                          <p:spTgt spid="6">
                                            <p:txEl>
                                              <p:pRg st="6" end="6"/>
                                            </p:txEl>
                                          </p:spTgt>
                                        </p:tgtEl>
                                      </p:cBhvr>
                                    </p:animEffect>
                                    <p:anim calcmode="lin" valueType="num">
                                      <p:cBhvr>
                                        <p:cTn id="19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19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par>
                          <p:cTn id="195" fill="hold">
                            <p:stCondLst>
                              <p:cond delay="15000"/>
                            </p:stCondLst>
                            <p:childTnLst>
                              <p:par>
                                <p:cTn id="196" presetID="42" presetClass="entr" presetSubtype="0" fill="hold" grpId="0" nodeType="afterEffect">
                                  <p:stCondLst>
                                    <p:cond delay="0"/>
                                  </p:stCondLst>
                                  <p:childTnLst>
                                    <p:set>
                                      <p:cBhvr>
                                        <p:cTn id="197" dur="1" fill="hold">
                                          <p:stCondLst>
                                            <p:cond delay="0"/>
                                          </p:stCondLst>
                                        </p:cTn>
                                        <p:tgtEl>
                                          <p:spTgt spid="6">
                                            <p:txEl>
                                              <p:pRg st="7" end="7"/>
                                            </p:txEl>
                                          </p:spTgt>
                                        </p:tgtEl>
                                        <p:attrNameLst>
                                          <p:attrName>style.visibility</p:attrName>
                                        </p:attrNameLst>
                                      </p:cBhvr>
                                      <p:to>
                                        <p:strVal val="visible"/>
                                      </p:to>
                                    </p:set>
                                    <p:animEffect transition="in" filter="fade">
                                      <p:cBhvr>
                                        <p:cTn id="198" dur="1000"/>
                                        <p:tgtEl>
                                          <p:spTgt spid="6">
                                            <p:txEl>
                                              <p:pRg st="7" end="7"/>
                                            </p:txEl>
                                          </p:spTgt>
                                        </p:tgtEl>
                                      </p:cBhvr>
                                    </p:animEffect>
                                    <p:anim calcmode="lin" valueType="num">
                                      <p:cBhvr>
                                        <p:cTn id="199"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200"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par>
                          <p:cTn id="201" fill="hold">
                            <p:stCondLst>
                              <p:cond delay="16000"/>
                            </p:stCondLst>
                            <p:childTnLst>
                              <p:par>
                                <p:cTn id="202" presetID="42" presetClass="entr" presetSubtype="0" fill="hold" grpId="0" nodeType="afterEffect">
                                  <p:stCondLst>
                                    <p:cond delay="0"/>
                                  </p:stCondLst>
                                  <p:childTnLst>
                                    <p:set>
                                      <p:cBhvr>
                                        <p:cTn id="203" dur="1" fill="hold">
                                          <p:stCondLst>
                                            <p:cond delay="0"/>
                                          </p:stCondLst>
                                        </p:cTn>
                                        <p:tgtEl>
                                          <p:spTgt spid="6">
                                            <p:txEl>
                                              <p:pRg st="8" end="8"/>
                                            </p:txEl>
                                          </p:spTgt>
                                        </p:tgtEl>
                                        <p:attrNameLst>
                                          <p:attrName>style.visibility</p:attrName>
                                        </p:attrNameLst>
                                      </p:cBhvr>
                                      <p:to>
                                        <p:strVal val="visible"/>
                                      </p:to>
                                    </p:set>
                                    <p:animEffect transition="in" filter="fade">
                                      <p:cBhvr>
                                        <p:cTn id="204" dur="1000"/>
                                        <p:tgtEl>
                                          <p:spTgt spid="6">
                                            <p:txEl>
                                              <p:pRg st="8" end="8"/>
                                            </p:txEl>
                                          </p:spTgt>
                                        </p:tgtEl>
                                      </p:cBhvr>
                                    </p:animEffect>
                                    <p:anim calcmode="lin" valueType="num">
                                      <p:cBhvr>
                                        <p:cTn id="20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0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par>
                          <p:cTn id="207" fill="hold">
                            <p:stCondLst>
                              <p:cond delay="17000"/>
                            </p:stCondLst>
                            <p:childTnLst>
                              <p:par>
                                <p:cTn id="208" presetID="42" presetClass="entr" presetSubtype="0" fill="hold" grpId="0" nodeType="afterEffect">
                                  <p:stCondLst>
                                    <p:cond delay="0"/>
                                  </p:stCondLst>
                                  <p:childTnLst>
                                    <p:set>
                                      <p:cBhvr>
                                        <p:cTn id="209" dur="1" fill="hold">
                                          <p:stCondLst>
                                            <p:cond delay="0"/>
                                          </p:stCondLst>
                                        </p:cTn>
                                        <p:tgtEl>
                                          <p:spTgt spid="6">
                                            <p:txEl>
                                              <p:pRg st="9" end="9"/>
                                            </p:txEl>
                                          </p:spTgt>
                                        </p:tgtEl>
                                        <p:attrNameLst>
                                          <p:attrName>style.visibility</p:attrName>
                                        </p:attrNameLst>
                                      </p:cBhvr>
                                      <p:to>
                                        <p:strVal val="visible"/>
                                      </p:to>
                                    </p:set>
                                    <p:animEffect transition="in" filter="fade">
                                      <p:cBhvr>
                                        <p:cTn id="210" dur="1000"/>
                                        <p:tgtEl>
                                          <p:spTgt spid="6">
                                            <p:txEl>
                                              <p:pRg st="9" end="9"/>
                                            </p:txEl>
                                          </p:spTgt>
                                        </p:tgtEl>
                                      </p:cBhvr>
                                    </p:animEffect>
                                    <p:anim calcmode="lin" valueType="num">
                                      <p:cBhvr>
                                        <p:cTn id="211"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212"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par>
                          <p:cTn id="213" fill="hold">
                            <p:stCondLst>
                              <p:cond delay="18000"/>
                            </p:stCondLst>
                            <p:childTnLst>
                              <p:par>
                                <p:cTn id="214" presetID="42" presetClass="entr" presetSubtype="0" fill="hold" grpId="0" nodeType="afterEffect">
                                  <p:stCondLst>
                                    <p:cond delay="0"/>
                                  </p:stCondLst>
                                  <p:childTnLst>
                                    <p:set>
                                      <p:cBhvr>
                                        <p:cTn id="215" dur="1" fill="hold">
                                          <p:stCondLst>
                                            <p:cond delay="0"/>
                                          </p:stCondLst>
                                        </p:cTn>
                                        <p:tgtEl>
                                          <p:spTgt spid="6">
                                            <p:txEl>
                                              <p:pRg st="10" end="10"/>
                                            </p:txEl>
                                          </p:spTgt>
                                        </p:tgtEl>
                                        <p:attrNameLst>
                                          <p:attrName>style.visibility</p:attrName>
                                        </p:attrNameLst>
                                      </p:cBhvr>
                                      <p:to>
                                        <p:strVal val="visible"/>
                                      </p:to>
                                    </p:set>
                                    <p:animEffect transition="in" filter="fade">
                                      <p:cBhvr>
                                        <p:cTn id="216" dur="1000"/>
                                        <p:tgtEl>
                                          <p:spTgt spid="6">
                                            <p:txEl>
                                              <p:pRg st="10" end="10"/>
                                            </p:txEl>
                                          </p:spTgt>
                                        </p:tgtEl>
                                      </p:cBhvr>
                                    </p:animEffect>
                                    <p:anim calcmode="lin" valueType="num">
                                      <p:cBhvr>
                                        <p:cTn id="217"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218"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42" presetClass="entr" presetSubtype="0" fill="hold" grpId="0" nodeType="clickEffect">
                                  <p:stCondLst>
                                    <p:cond delay="0"/>
                                  </p:stCondLst>
                                  <p:childTnLst>
                                    <p:set>
                                      <p:cBhvr>
                                        <p:cTn id="222" dur="1" fill="hold">
                                          <p:stCondLst>
                                            <p:cond delay="0"/>
                                          </p:stCondLst>
                                        </p:cTn>
                                        <p:tgtEl>
                                          <p:spTgt spid="85"/>
                                        </p:tgtEl>
                                        <p:attrNameLst>
                                          <p:attrName>style.visibility</p:attrName>
                                        </p:attrNameLst>
                                      </p:cBhvr>
                                      <p:to>
                                        <p:strVal val="visible"/>
                                      </p:to>
                                    </p:set>
                                    <p:animEffect transition="in" filter="fade">
                                      <p:cBhvr>
                                        <p:cTn id="223" dur="1000"/>
                                        <p:tgtEl>
                                          <p:spTgt spid="85"/>
                                        </p:tgtEl>
                                      </p:cBhvr>
                                    </p:animEffect>
                                    <p:anim calcmode="lin" valueType="num">
                                      <p:cBhvr>
                                        <p:cTn id="224" dur="1000" fill="hold"/>
                                        <p:tgtEl>
                                          <p:spTgt spid="85"/>
                                        </p:tgtEl>
                                        <p:attrNameLst>
                                          <p:attrName>ppt_x</p:attrName>
                                        </p:attrNameLst>
                                      </p:cBhvr>
                                      <p:tavLst>
                                        <p:tav tm="0">
                                          <p:val>
                                            <p:strVal val="#ppt_x"/>
                                          </p:val>
                                        </p:tav>
                                        <p:tav tm="100000">
                                          <p:val>
                                            <p:strVal val="#ppt_x"/>
                                          </p:val>
                                        </p:tav>
                                      </p:tavLst>
                                    </p:anim>
                                    <p:anim calcmode="lin" valueType="num">
                                      <p:cBhvr>
                                        <p:cTn id="225" dur="1000" fill="hold"/>
                                        <p:tgtEl>
                                          <p:spTgt spid="85"/>
                                        </p:tgtEl>
                                        <p:attrNameLst>
                                          <p:attrName>ppt_y</p:attrName>
                                        </p:attrNameLst>
                                      </p:cBhvr>
                                      <p:tavLst>
                                        <p:tav tm="0">
                                          <p:val>
                                            <p:strVal val="#ppt_y+.1"/>
                                          </p:val>
                                        </p:tav>
                                        <p:tav tm="100000">
                                          <p:val>
                                            <p:strVal val="#ppt_y"/>
                                          </p:val>
                                        </p:tav>
                                      </p:tavLst>
                                    </p:anim>
                                  </p:childTnLst>
                                </p:cTn>
                              </p:par>
                            </p:childTnLst>
                          </p:cTn>
                        </p:par>
                        <p:par>
                          <p:cTn id="226" fill="hold">
                            <p:stCondLst>
                              <p:cond delay="1000"/>
                            </p:stCondLst>
                            <p:childTnLst>
                              <p:par>
                                <p:cTn id="227" presetID="22" presetClass="entr" presetSubtype="8" fill="hold" nodeType="afterEffect">
                                  <p:stCondLst>
                                    <p:cond delay="0"/>
                                  </p:stCondLst>
                                  <p:childTnLst>
                                    <p:set>
                                      <p:cBhvr>
                                        <p:cTn id="228" dur="1" fill="hold">
                                          <p:stCondLst>
                                            <p:cond delay="0"/>
                                          </p:stCondLst>
                                        </p:cTn>
                                        <p:tgtEl>
                                          <p:spTgt spid="86"/>
                                        </p:tgtEl>
                                        <p:attrNameLst>
                                          <p:attrName>style.visibility</p:attrName>
                                        </p:attrNameLst>
                                      </p:cBhvr>
                                      <p:to>
                                        <p:strVal val="visible"/>
                                      </p:to>
                                    </p:set>
                                    <p:animEffect transition="in" filter="wipe(left)">
                                      <p:cBhvr>
                                        <p:cTn id="229" dur="1000"/>
                                        <p:tgtEl>
                                          <p:spTgt spid="86"/>
                                        </p:tgtEl>
                                      </p:cBhvr>
                                    </p:animEffect>
                                  </p:childTnLst>
                                </p:cTn>
                              </p:par>
                            </p:childTnLst>
                          </p:cTn>
                        </p:par>
                        <p:par>
                          <p:cTn id="230" fill="hold">
                            <p:stCondLst>
                              <p:cond delay="2000"/>
                            </p:stCondLst>
                            <p:childTnLst>
                              <p:par>
                                <p:cTn id="231" presetID="8" presetClass="emph" presetSubtype="0" fill="hold" grpId="1" nodeType="afterEffect">
                                  <p:stCondLst>
                                    <p:cond delay="0"/>
                                  </p:stCondLst>
                                  <p:childTnLst>
                                    <p:animRot by="21600000">
                                      <p:cBhvr>
                                        <p:cTn id="232" dur="2000" fill="hold"/>
                                        <p:tgtEl>
                                          <p:spTgt spid="69"/>
                                        </p:tgtEl>
                                        <p:attrNameLst>
                                          <p:attrName>r</p:attrName>
                                        </p:attrNameLst>
                                      </p:cBhvr>
                                    </p:animRot>
                                  </p:childTnLst>
                                </p:cTn>
                              </p:par>
                            </p:childTnLst>
                          </p:cTn>
                        </p:par>
                      </p:childTnLst>
                    </p:cTn>
                  </p:par>
                  <p:par>
                    <p:cTn id="233" fill="hold">
                      <p:stCondLst>
                        <p:cond delay="indefinite"/>
                      </p:stCondLst>
                      <p:childTnLst>
                        <p:par>
                          <p:cTn id="234" fill="hold">
                            <p:stCondLst>
                              <p:cond delay="0"/>
                            </p:stCondLst>
                            <p:childTnLst>
                              <p:par>
                                <p:cTn id="235" presetID="21" presetClass="entr" presetSubtype="1" fill="hold" grpId="2" nodeType="clickEffect">
                                  <p:stCondLst>
                                    <p:cond delay="0"/>
                                  </p:stCondLst>
                                  <p:childTnLst>
                                    <p:set>
                                      <p:cBhvr>
                                        <p:cTn id="236" dur="1" fill="hold">
                                          <p:stCondLst>
                                            <p:cond delay="0"/>
                                          </p:stCondLst>
                                        </p:cTn>
                                        <p:tgtEl>
                                          <p:spTgt spid="63"/>
                                        </p:tgtEl>
                                        <p:attrNameLst>
                                          <p:attrName>style.visibility</p:attrName>
                                        </p:attrNameLst>
                                      </p:cBhvr>
                                      <p:to>
                                        <p:strVal val="visible"/>
                                      </p:to>
                                    </p:set>
                                    <p:animEffect transition="in" filter="wheel(1)">
                                      <p:cBhvr>
                                        <p:cTn id="237" dur="2000"/>
                                        <p:tgtEl>
                                          <p:spTgt spid="63"/>
                                        </p:tgtEl>
                                      </p:cBhvr>
                                    </p:animEffect>
                                  </p:childTnLst>
                                </p:cTn>
                              </p:par>
                            </p:childTnLst>
                          </p:cTn>
                        </p:par>
                        <p:par>
                          <p:cTn id="238" fill="hold">
                            <p:stCondLst>
                              <p:cond delay="2000"/>
                            </p:stCondLst>
                            <p:childTnLst>
                              <p:par>
                                <p:cTn id="239" presetID="1" presetClass="entr" presetSubtype="0" fill="hold" grpId="0" nodeType="afterEffect">
                                  <p:stCondLst>
                                    <p:cond delay="0"/>
                                  </p:stCondLst>
                                  <p:childTnLst>
                                    <p:set>
                                      <p:cBhvr>
                                        <p:cTn id="240" dur="1" fill="hold">
                                          <p:stCondLst>
                                            <p:cond delay="0"/>
                                          </p:stCondLst>
                                        </p:cTn>
                                        <p:tgtEl>
                                          <p:spTgt spid="88"/>
                                        </p:tgtEl>
                                        <p:attrNameLst>
                                          <p:attrName>style.visibility</p:attrName>
                                        </p:attrNameLst>
                                      </p:cBhvr>
                                      <p:to>
                                        <p:strVal val="visible"/>
                                      </p:to>
                                    </p:set>
                                  </p:childTnLst>
                                </p:cTn>
                              </p:par>
                            </p:childTnLst>
                          </p:cTn>
                        </p:par>
                        <p:par>
                          <p:cTn id="241" fill="hold">
                            <p:stCondLst>
                              <p:cond delay="2000"/>
                            </p:stCondLst>
                            <p:childTnLst>
                              <p:par>
                                <p:cTn id="242" presetID="64" presetClass="path" presetSubtype="0" accel="50000" decel="50000" fill="hold" grpId="1" nodeType="afterEffect">
                                  <p:stCondLst>
                                    <p:cond delay="0"/>
                                  </p:stCondLst>
                                  <p:childTnLst>
                                    <p:animMotion origin="layout" path="M 0.00183 -1.85185E-6 L 0.05104 0.19421 " pathEditMode="relative" rAng="0" ptsTypes="AA">
                                      <p:cBhvr>
                                        <p:cTn id="243" dur="2000" fill="hold"/>
                                        <p:tgtEl>
                                          <p:spTgt spid="88"/>
                                        </p:tgtEl>
                                        <p:attrNameLst>
                                          <p:attrName>ppt_x</p:attrName>
                                          <p:attrName>ppt_y</p:attrName>
                                        </p:attrNameLst>
                                      </p:cBhvr>
                                      <p:rCtr x="2461" y="9699"/>
                                    </p:animMotion>
                                  </p:childTnLst>
                                </p:cTn>
                              </p:par>
                            </p:childTnLst>
                          </p:cTn>
                        </p:par>
                        <p:par>
                          <p:cTn id="244" fill="hold">
                            <p:stCondLst>
                              <p:cond delay="4000"/>
                            </p:stCondLst>
                            <p:childTnLst>
                              <p:par>
                                <p:cTn id="245" presetID="1" presetClass="entr" presetSubtype="0" fill="hold" grpId="0" nodeType="afterEffect">
                                  <p:stCondLst>
                                    <p:cond delay="0"/>
                                  </p:stCondLst>
                                  <p:childTnLst>
                                    <p:set>
                                      <p:cBhvr>
                                        <p:cTn id="246" dur="1" fill="hold">
                                          <p:stCondLst>
                                            <p:cond delay="0"/>
                                          </p:stCondLst>
                                        </p:cTn>
                                        <p:tgtEl>
                                          <p:spTgt spid="89"/>
                                        </p:tgtEl>
                                        <p:attrNameLst>
                                          <p:attrName>style.visibility</p:attrName>
                                        </p:attrNameLst>
                                      </p:cBhvr>
                                      <p:to>
                                        <p:strVal val="visible"/>
                                      </p:to>
                                    </p:set>
                                  </p:childTnLst>
                                </p:cTn>
                              </p:par>
                            </p:childTnLst>
                          </p:cTn>
                        </p:par>
                        <p:par>
                          <p:cTn id="247" fill="hold">
                            <p:stCondLst>
                              <p:cond delay="4000"/>
                            </p:stCondLst>
                            <p:childTnLst>
                              <p:par>
                                <p:cTn id="248" presetID="64" presetClass="path" presetSubtype="0" accel="50000" decel="50000" fill="hold" grpId="1" nodeType="afterEffect">
                                  <p:stCondLst>
                                    <p:cond delay="0"/>
                                  </p:stCondLst>
                                  <p:childTnLst>
                                    <p:animMotion origin="layout" path="M 0.00183 4.44444E-6 L 0.03099 0.19652 " pathEditMode="relative" rAng="0" ptsTypes="AA">
                                      <p:cBhvr>
                                        <p:cTn id="249" dur="2000" fill="hold"/>
                                        <p:tgtEl>
                                          <p:spTgt spid="89"/>
                                        </p:tgtEl>
                                        <p:attrNameLst>
                                          <p:attrName>ppt_x</p:attrName>
                                          <p:attrName>ppt_y</p:attrName>
                                        </p:attrNameLst>
                                      </p:cBhvr>
                                      <p:rCtr x="1458" y="9815"/>
                                    </p:animMotion>
                                  </p:childTnLst>
                                </p:cTn>
                              </p:par>
                            </p:childTnLst>
                          </p:cTn>
                        </p:par>
                        <p:par>
                          <p:cTn id="250" fill="hold">
                            <p:stCondLst>
                              <p:cond delay="6000"/>
                            </p:stCondLst>
                            <p:childTnLst>
                              <p:par>
                                <p:cTn id="251" presetID="1" presetClass="entr" presetSubtype="0" fill="hold" grpId="0" nodeType="afterEffect">
                                  <p:stCondLst>
                                    <p:cond delay="0"/>
                                  </p:stCondLst>
                                  <p:childTnLst>
                                    <p:set>
                                      <p:cBhvr>
                                        <p:cTn id="252" dur="1" fill="hold">
                                          <p:stCondLst>
                                            <p:cond delay="0"/>
                                          </p:stCondLst>
                                        </p:cTn>
                                        <p:tgtEl>
                                          <p:spTgt spid="90"/>
                                        </p:tgtEl>
                                        <p:attrNameLst>
                                          <p:attrName>style.visibility</p:attrName>
                                        </p:attrNameLst>
                                      </p:cBhvr>
                                      <p:to>
                                        <p:strVal val="visible"/>
                                      </p:to>
                                    </p:set>
                                  </p:childTnLst>
                                </p:cTn>
                              </p:par>
                            </p:childTnLst>
                          </p:cTn>
                        </p:par>
                        <p:par>
                          <p:cTn id="253" fill="hold">
                            <p:stCondLst>
                              <p:cond delay="6000"/>
                            </p:stCondLst>
                            <p:childTnLst>
                              <p:par>
                                <p:cTn id="254" presetID="64" presetClass="path" presetSubtype="0" accel="50000" decel="50000" fill="hold" grpId="1" nodeType="afterEffect">
                                  <p:stCondLst>
                                    <p:cond delay="0"/>
                                  </p:stCondLst>
                                  <p:childTnLst>
                                    <p:animMotion origin="layout" path="M 0.00182 -2.59259E-6 L 0.01328 0.19653 " pathEditMode="relative" rAng="0" ptsTypes="AA">
                                      <p:cBhvr>
                                        <p:cTn id="255" dur="2000" fill="hold"/>
                                        <p:tgtEl>
                                          <p:spTgt spid="90"/>
                                        </p:tgtEl>
                                        <p:attrNameLst>
                                          <p:attrName>ppt_x</p:attrName>
                                          <p:attrName>ppt_y</p:attrName>
                                        </p:attrNameLst>
                                      </p:cBhvr>
                                      <p:rCtr x="573" y="9815"/>
                                    </p:animMotion>
                                  </p:childTnLst>
                                </p:cTn>
                              </p:par>
                            </p:childTnLst>
                          </p:cTn>
                        </p:par>
                        <p:par>
                          <p:cTn id="256" fill="hold">
                            <p:stCondLst>
                              <p:cond delay="8000"/>
                            </p:stCondLst>
                            <p:childTnLst>
                              <p:par>
                                <p:cTn id="257" presetID="22" presetClass="entr" presetSubtype="8" fill="hold" nodeType="afterEffect">
                                  <p:stCondLst>
                                    <p:cond delay="0"/>
                                  </p:stCondLst>
                                  <p:childTnLst>
                                    <p:set>
                                      <p:cBhvr>
                                        <p:cTn id="258" dur="1" fill="hold">
                                          <p:stCondLst>
                                            <p:cond delay="0"/>
                                          </p:stCondLst>
                                        </p:cTn>
                                        <p:tgtEl>
                                          <p:spTgt spid="91"/>
                                        </p:tgtEl>
                                        <p:attrNameLst>
                                          <p:attrName>style.visibility</p:attrName>
                                        </p:attrNameLst>
                                      </p:cBhvr>
                                      <p:to>
                                        <p:strVal val="visible"/>
                                      </p:to>
                                    </p:set>
                                    <p:animEffect transition="in" filter="wipe(left)">
                                      <p:cBhvr>
                                        <p:cTn id="259" dur="1000"/>
                                        <p:tgtEl>
                                          <p:spTgt spid="91"/>
                                        </p:tgtEl>
                                      </p:cBhvr>
                                    </p:animEffect>
                                  </p:childTnLst>
                                </p:cTn>
                              </p:par>
                            </p:childTnLst>
                          </p:cTn>
                        </p:par>
                      </p:childTnLst>
                    </p:cTn>
                  </p:par>
                  <p:par>
                    <p:cTn id="260" fill="hold">
                      <p:stCondLst>
                        <p:cond delay="indefinite"/>
                      </p:stCondLst>
                      <p:childTnLst>
                        <p:par>
                          <p:cTn id="261" fill="hold">
                            <p:stCondLst>
                              <p:cond delay="0"/>
                            </p:stCondLst>
                            <p:childTnLst>
                              <p:par>
                                <p:cTn id="262" presetID="21" presetClass="entr" presetSubtype="1" fill="hold" grpId="2" nodeType="clickEffect">
                                  <p:stCondLst>
                                    <p:cond delay="0"/>
                                  </p:stCondLst>
                                  <p:childTnLst>
                                    <p:set>
                                      <p:cBhvr>
                                        <p:cTn id="263" dur="1" fill="hold">
                                          <p:stCondLst>
                                            <p:cond delay="0"/>
                                          </p:stCondLst>
                                        </p:cTn>
                                        <p:tgtEl>
                                          <p:spTgt spid="59"/>
                                        </p:tgtEl>
                                        <p:attrNameLst>
                                          <p:attrName>style.visibility</p:attrName>
                                        </p:attrNameLst>
                                      </p:cBhvr>
                                      <p:to>
                                        <p:strVal val="visible"/>
                                      </p:to>
                                    </p:set>
                                    <p:animEffect transition="in" filter="wheel(1)">
                                      <p:cBhvr>
                                        <p:cTn id="264" dur="2000"/>
                                        <p:tgtEl>
                                          <p:spTgt spid="59"/>
                                        </p:tgtEl>
                                      </p:cBhvr>
                                    </p:animEffect>
                                  </p:childTnLst>
                                </p:cTn>
                              </p:par>
                            </p:childTnLst>
                          </p:cTn>
                        </p:par>
                        <p:par>
                          <p:cTn id="265" fill="hold">
                            <p:stCondLst>
                              <p:cond delay="2000"/>
                            </p:stCondLst>
                            <p:childTnLst>
                              <p:par>
                                <p:cTn id="266" presetID="1" presetClass="entr" presetSubtype="0" fill="hold" grpId="0" nodeType="afterEffect">
                                  <p:stCondLst>
                                    <p:cond delay="0"/>
                                  </p:stCondLst>
                                  <p:childTnLst>
                                    <p:set>
                                      <p:cBhvr>
                                        <p:cTn id="267" dur="1" fill="hold">
                                          <p:stCondLst>
                                            <p:cond delay="0"/>
                                          </p:stCondLst>
                                        </p:cTn>
                                        <p:tgtEl>
                                          <p:spTgt spid="93"/>
                                        </p:tgtEl>
                                        <p:attrNameLst>
                                          <p:attrName>style.visibility</p:attrName>
                                        </p:attrNameLst>
                                      </p:cBhvr>
                                      <p:to>
                                        <p:strVal val="visible"/>
                                      </p:to>
                                    </p:set>
                                  </p:childTnLst>
                                </p:cTn>
                              </p:par>
                            </p:childTnLst>
                          </p:cTn>
                        </p:par>
                        <p:par>
                          <p:cTn id="268" fill="hold">
                            <p:stCondLst>
                              <p:cond delay="2000"/>
                            </p:stCondLst>
                            <p:childTnLst>
                              <p:par>
                                <p:cTn id="269" presetID="64" presetClass="path" presetSubtype="0" accel="50000" decel="50000" fill="hold" grpId="1" nodeType="afterEffect">
                                  <p:stCondLst>
                                    <p:cond delay="0"/>
                                  </p:stCondLst>
                                  <p:childTnLst>
                                    <p:animMotion origin="layout" path="M 4.79167E-6 -4.44444E-6 L 0.09661 0.27755 " pathEditMode="relative" rAng="0" ptsTypes="AA">
                                      <p:cBhvr>
                                        <p:cTn id="270" dur="2000" fill="hold"/>
                                        <p:tgtEl>
                                          <p:spTgt spid="93"/>
                                        </p:tgtEl>
                                        <p:attrNameLst>
                                          <p:attrName>ppt_x</p:attrName>
                                          <p:attrName>ppt_y</p:attrName>
                                        </p:attrNameLst>
                                      </p:cBhvr>
                                      <p:rCtr x="4831" y="13866"/>
                                    </p:animMotion>
                                  </p:childTnLst>
                                </p:cTn>
                              </p:par>
                            </p:childTnLst>
                          </p:cTn>
                        </p:par>
                        <p:par>
                          <p:cTn id="271" fill="hold">
                            <p:stCondLst>
                              <p:cond delay="4000"/>
                            </p:stCondLst>
                            <p:childTnLst>
                              <p:par>
                                <p:cTn id="272" presetID="22" presetClass="entr" presetSubtype="8" fill="hold" nodeType="afterEffect">
                                  <p:stCondLst>
                                    <p:cond delay="0"/>
                                  </p:stCondLst>
                                  <p:childTnLst>
                                    <p:set>
                                      <p:cBhvr>
                                        <p:cTn id="273" dur="1" fill="hold">
                                          <p:stCondLst>
                                            <p:cond delay="0"/>
                                          </p:stCondLst>
                                        </p:cTn>
                                        <p:tgtEl>
                                          <p:spTgt spid="94"/>
                                        </p:tgtEl>
                                        <p:attrNameLst>
                                          <p:attrName>style.visibility</p:attrName>
                                        </p:attrNameLst>
                                      </p:cBhvr>
                                      <p:to>
                                        <p:strVal val="visible"/>
                                      </p:to>
                                    </p:set>
                                    <p:animEffect transition="in" filter="wipe(left)">
                                      <p:cBhvr>
                                        <p:cTn id="274" dur="1000"/>
                                        <p:tgtEl>
                                          <p:spTgt spid="94"/>
                                        </p:tgtEl>
                                      </p:cBhvr>
                                    </p:animEffect>
                                  </p:childTnLst>
                                </p:cTn>
                              </p:par>
                            </p:childTnLst>
                          </p:cTn>
                        </p:par>
                        <p:par>
                          <p:cTn id="275" fill="hold">
                            <p:stCondLst>
                              <p:cond delay="5000"/>
                            </p:stCondLst>
                            <p:childTnLst>
                              <p:par>
                                <p:cTn id="276" presetID="8" presetClass="emph" presetSubtype="0" fill="hold" grpId="1" nodeType="afterEffect">
                                  <p:stCondLst>
                                    <p:cond delay="0"/>
                                  </p:stCondLst>
                                  <p:childTnLst>
                                    <p:animRot by="21600000">
                                      <p:cBhvr>
                                        <p:cTn id="277" dur="2000" fill="hold"/>
                                        <p:tgtEl>
                                          <p:spTgt spid="71"/>
                                        </p:tgtEl>
                                        <p:attrNameLst>
                                          <p:attrName>r</p:attrName>
                                        </p:attrNameLst>
                                      </p:cBhvr>
                                    </p:animRot>
                                  </p:childTnLst>
                                </p:cTn>
                              </p:par>
                            </p:childTnLst>
                          </p:cTn>
                        </p:par>
                        <p:par>
                          <p:cTn id="278" fill="hold">
                            <p:stCondLst>
                              <p:cond delay="7000"/>
                            </p:stCondLst>
                            <p:childTnLst>
                              <p:par>
                                <p:cTn id="279" presetID="21" presetClass="entr" presetSubtype="1" fill="hold" grpId="2" nodeType="afterEffect">
                                  <p:stCondLst>
                                    <p:cond delay="0"/>
                                  </p:stCondLst>
                                  <p:childTnLst>
                                    <p:set>
                                      <p:cBhvr>
                                        <p:cTn id="280" dur="1" fill="hold">
                                          <p:stCondLst>
                                            <p:cond delay="0"/>
                                          </p:stCondLst>
                                        </p:cTn>
                                        <p:tgtEl>
                                          <p:spTgt spid="70"/>
                                        </p:tgtEl>
                                        <p:attrNameLst>
                                          <p:attrName>style.visibility</p:attrName>
                                        </p:attrNameLst>
                                      </p:cBhvr>
                                      <p:to>
                                        <p:strVal val="visible"/>
                                      </p:to>
                                    </p:set>
                                    <p:animEffect transition="in" filter="wheel(1)">
                                      <p:cBhvr>
                                        <p:cTn id="281" dur="2000"/>
                                        <p:tgtEl>
                                          <p:spTgt spid="70"/>
                                        </p:tgtEl>
                                      </p:cBhvr>
                                    </p:animEffect>
                                  </p:childTnLst>
                                </p:cTn>
                              </p:par>
                            </p:childTnLst>
                          </p:cTn>
                        </p:par>
                      </p:childTnLst>
                    </p:cTn>
                  </p:par>
                  <p:par>
                    <p:cTn id="282" fill="hold">
                      <p:stCondLst>
                        <p:cond delay="indefinite"/>
                      </p:stCondLst>
                      <p:childTnLst>
                        <p:par>
                          <p:cTn id="283" fill="hold">
                            <p:stCondLst>
                              <p:cond delay="0"/>
                            </p:stCondLst>
                            <p:childTnLst>
                              <p:par>
                                <p:cTn id="284" presetID="21" presetClass="entr" presetSubtype="1" fill="hold" grpId="2" nodeType="clickEffect">
                                  <p:stCondLst>
                                    <p:cond delay="0"/>
                                  </p:stCondLst>
                                  <p:childTnLst>
                                    <p:set>
                                      <p:cBhvr>
                                        <p:cTn id="285" dur="1" fill="hold">
                                          <p:stCondLst>
                                            <p:cond delay="0"/>
                                          </p:stCondLst>
                                        </p:cTn>
                                        <p:tgtEl>
                                          <p:spTgt spid="74"/>
                                        </p:tgtEl>
                                        <p:attrNameLst>
                                          <p:attrName>style.visibility</p:attrName>
                                        </p:attrNameLst>
                                      </p:cBhvr>
                                      <p:to>
                                        <p:strVal val="visible"/>
                                      </p:to>
                                    </p:set>
                                    <p:animEffect transition="in" filter="wheel(1)">
                                      <p:cBhvr>
                                        <p:cTn id="286" dur="2000"/>
                                        <p:tgtEl>
                                          <p:spTgt spid="74"/>
                                        </p:tgtEl>
                                      </p:cBhvr>
                                    </p:animEffect>
                                  </p:childTnLst>
                                </p:cTn>
                              </p:par>
                            </p:childTnLst>
                          </p:cTn>
                        </p:par>
                        <p:par>
                          <p:cTn id="287" fill="hold">
                            <p:stCondLst>
                              <p:cond delay="2000"/>
                            </p:stCondLst>
                            <p:childTnLst>
                              <p:par>
                                <p:cTn id="288" presetID="1" presetClass="entr" presetSubtype="0" fill="hold" grpId="0" nodeType="afterEffect">
                                  <p:stCondLst>
                                    <p:cond delay="0"/>
                                  </p:stCondLst>
                                  <p:childTnLst>
                                    <p:set>
                                      <p:cBhvr>
                                        <p:cTn id="289" dur="1" fill="hold">
                                          <p:stCondLst>
                                            <p:cond delay="0"/>
                                          </p:stCondLst>
                                        </p:cTn>
                                        <p:tgtEl>
                                          <p:spTgt spid="95"/>
                                        </p:tgtEl>
                                        <p:attrNameLst>
                                          <p:attrName>style.visibility</p:attrName>
                                        </p:attrNameLst>
                                      </p:cBhvr>
                                      <p:to>
                                        <p:strVal val="visible"/>
                                      </p:to>
                                    </p:set>
                                  </p:childTnLst>
                                </p:cTn>
                              </p:par>
                            </p:childTnLst>
                          </p:cTn>
                        </p:par>
                        <p:par>
                          <p:cTn id="290" fill="hold">
                            <p:stCondLst>
                              <p:cond delay="2000"/>
                            </p:stCondLst>
                            <p:childTnLst>
                              <p:par>
                                <p:cTn id="291" presetID="64" presetClass="path" presetSubtype="0" accel="50000" decel="50000" fill="hold" grpId="1" nodeType="afterEffect">
                                  <p:stCondLst>
                                    <p:cond delay="0"/>
                                  </p:stCondLst>
                                  <p:childTnLst>
                                    <p:animMotion origin="layout" path="M 0.00183 -1.85185E-6 L 0.02097 0.19537 " pathEditMode="relative" rAng="0" ptsTypes="AA">
                                      <p:cBhvr>
                                        <p:cTn id="292" dur="2000" fill="hold"/>
                                        <p:tgtEl>
                                          <p:spTgt spid="95"/>
                                        </p:tgtEl>
                                        <p:attrNameLst>
                                          <p:attrName>ppt_x</p:attrName>
                                          <p:attrName>ppt_y</p:attrName>
                                        </p:attrNameLst>
                                      </p:cBhvr>
                                      <p:rCtr x="951" y="9769"/>
                                    </p:animMotion>
                                  </p:childTnLst>
                                </p:cTn>
                              </p:par>
                            </p:childTnLst>
                          </p:cTn>
                        </p:par>
                      </p:childTnLst>
                    </p:cTn>
                  </p:par>
                  <p:par>
                    <p:cTn id="293" fill="hold">
                      <p:stCondLst>
                        <p:cond delay="indefinite"/>
                      </p:stCondLst>
                      <p:childTnLst>
                        <p:par>
                          <p:cTn id="294" fill="hold">
                            <p:stCondLst>
                              <p:cond delay="0"/>
                            </p:stCondLst>
                            <p:childTnLst>
                              <p:par>
                                <p:cTn id="295" presetID="21" presetClass="entr" presetSubtype="1" fill="hold" grpId="2" nodeType="clickEffect">
                                  <p:stCondLst>
                                    <p:cond delay="0"/>
                                  </p:stCondLst>
                                  <p:childTnLst>
                                    <p:set>
                                      <p:cBhvr>
                                        <p:cTn id="296" dur="1" fill="hold">
                                          <p:stCondLst>
                                            <p:cond delay="0"/>
                                          </p:stCondLst>
                                        </p:cTn>
                                        <p:tgtEl>
                                          <p:spTgt spid="72"/>
                                        </p:tgtEl>
                                        <p:attrNameLst>
                                          <p:attrName>style.visibility</p:attrName>
                                        </p:attrNameLst>
                                      </p:cBhvr>
                                      <p:to>
                                        <p:strVal val="visible"/>
                                      </p:to>
                                    </p:set>
                                    <p:animEffect transition="in" filter="wheel(1)">
                                      <p:cBhvr>
                                        <p:cTn id="297" dur="2000"/>
                                        <p:tgtEl>
                                          <p:spTgt spid="72"/>
                                        </p:tgtEl>
                                      </p:cBhvr>
                                    </p:animEffect>
                                  </p:childTnLst>
                                </p:cTn>
                              </p:par>
                            </p:childTnLst>
                          </p:cTn>
                        </p:par>
                        <p:par>
                          <p:cTn id="298" fill="hold">
                            <p:stCondLst>
                              <p:cond delay="2000"/>
                            </p:stCondLst>
                            <p:childTnLst>
                              <p:par>
                                <p:cTn id="299" presetID="1" presetClass="entr" presetSubtype="0" fill="hold" grpId="0" nodeType="afterEffect">
                                  <p:stCondLst>
                                    <p:cond delay="0"/>
                                  </p:stCondLst>
                                  <p:childTnLst>
                                    <p:set>
                                      <p:cBhvr>
                                        <p:cTn id="300" dur="1" fill="hold">
                                          <p:stCondLst>
                                            <p:cond delay="0"/>
                                          </p:stCondLst>
                                        </p:cTn>
                                        <p:tgtEl>
                                          <p:spTgt spid="96"/>
                                        </p:tgtEl>
                                        <p:attrNameLst>
                                          <p:attrName>style.visibility</p:attrName>
                                        </p:attrNameLst>
                                      </p:cBhvr>
                                      <p:to>
                                        <p:strVal val="visible"/>
                                      </p:to>
                                    </p:set>
                                  </p:childTnLst>
                                </p:cTn>
                              </p:par>
                            </p:childTnLst>
                          </p:cTn>
                        </p:par>
                        <p:par>
                          <p:cTn id="301" fill="hold">
                            <p:stCondLst>
                              <p:cond delay="2000"/>
                            </p:stCondLst>
                            <p:childTnLst>
                              <p:par>
                                <p:cTn id="302" presetID="64" presetClass="path" presetSubtype="0" accel="50000" decel="50000" fill="hold" grpId="1" nodeType="afterEffect">
                                  <p:stCondLst>
                                    <p:cond delay="0"/>
                                  </p:stCondLst>
                                  <p:childTnLst>
                                    <p:animMotion origin="layout" path="M -4.375E-6 3.33333E-6 L 0.05092 0.27824 " pathEditMode="relative" rAng="0" ptsTypes="AA">
                                      <p:cBhvr>
                                        <p:cTn id="303" dur="2000" fill="hold"/>
                                        <p:tgtEl>
                                          <p:spTgt spid="96"/>
                                        </p:tgtEl>
                                        <p:attrNameLst>
                                          <p:attrName>ppt_x</p:attrName>
                                          <p:attrName>ppt_y</p:attrName>
                                        </p:attrNameLst>
                                      </p:cBhvr>
                                      <p:rCtr x="2539" y="13912"/>
                                    </p:animMotion>
                                  </p:childTnLst>
                                </p:cTn>
                              </p:par>
                            </p:childTnLst>
                          </p:cTn>
                        </p:par>
                        <p:par>
                          <p:cTn id="304" fill="hold">
                            <p:stCondLst>
                              <p:cond delay="4000"/>
                            </p:stCondLst>
                            <p:childTnLst>
                              <p:par>
                                <p:cTn id="305" presetID="1" presetClass="entr" presetSubtype="0" fill="hold" grpId="0" nodeType="afterEffect">
                                  <p:stCondLst>
                                    <p:cond delay="0"/>
                                  </p:stCondLst>
                                  <p:childTnLst>
                                    <p:set>
                                      <p:cBhvr>
                                        <p:cTn id="306" dur="1" fill="hold">
                                          <p:stCondLst>
                                            <p:cond delay="0"/>
                                          </p:stCondLst>
                                        </p:cTn>
                                        <p:tgtEl>
                                          <p:spTgt spid="97"/>
                                        </p:tgtEl>
                                        <p:attrNameLst>
                                          <p:attrName>style.visibility</p:attrName>
                                        </p:attrNameLst>
                                      </p:cBhvr>
                                      <p:to>
                                        <p:strVal val="visible"/>
                                      </p:to>
                                    </p:set>
                                  </p:childTnLst>
                                </p:cTn>
                              </p:par>
                            </p:childTnLst>
                          </p:cTn>
                        </p:par>
                        <p:par>
                          <p:cTn id="307" fill="hold">
                            <p:stCondLst>
                              <p:cond delay="4000"/>
                            </p:stCondLst>
                            <p:childTnLst>
                              <p:par>
                                <p:cTn id="308" presetID="64" presetClass="path" presetSubtype="0" accel="50000" decel="50000" fill="hold" grpId="1" nodeType="afterEffect">
                                  <p:stCondLst>
                                    <p:cond delay="0"/>
                                  </p:stCondLst>
                                  <p:childTnLst>
                                    <p:animMotion origin="layout" path="M 0.00182 -2.59259E-6 L 0.02669 0.1963 " pathEditMode="relative" rAng="0" ptsTypes="AA">
                                      <p:cBhvr>
                                        <p:cTn id="309" dur="2000" fill="hold"/>
                                        <p:tgtEl>
                                          <p:spTgt spid="97"/>
                                        </p:tgtEl>
                                        <p:attrNameLst>
                                          <p:attrName>ppt_x</p:attrName>
                                          <p:attrName>ppt_y</p:attrName>
                                        </p:attrNameLst>
                                      </p:cBhvr>
                                      <p:rCtr x="1237" y="9815"/>
                                    </p:animMotion>
                                  </p:childTnLst>
                                </p:cTn>
                              </p:par>
                            </p:childTnLst>
                          </p:cTn>
                        </p:par>
                        <p:par>
                          <p:cTn id="310" fill="hold">
                            <p:stCondLst>
                              <p:cond delay="6000"/>
                            </p:stCondLst>
                            <p:childTnLst>
                              <p:par>
                                <p:cTn id="311" presetID="1" presetClass="entr" presetSubtype="0" fill="hold" grpId="0" nodeType="afterEffect">
                                  <p:stCondLst>
                                    <p:cond delay="0"/>
                                  </p:stCondLst>
                                  <p:childTnLst>
                                    <p:set>
                                      <p:cBhvr>
                                        <p:cTn id="312" dur="1" fill="hold">
                                          <p:stCondLst>
                                            <p:cond delay="0"/>
                                          </p:stCondLst>
                                        </p:cTn>
                                        <p:tgtEl>
                                          <p:spTgt spid="98"/>
                                        </p:tgtEl>
                                        <p:attrNameLst>
                                          <p:attrName>style.visibility</p:attrName>
                                        </p:attrNameLst>
                                      </p:cBhvr>
                                      <p:to>
                                        <p:strVal val="visible"/>
                                      </p:to>
                                    </p:set>
                                  </p:childTnLst>
                                </p:cTn>
                              </p:par>
                            </p:childTnLst>
                          </p:cTn>
                        </p:par>
                        <p:par>
                          <p:cTn id="313" fill="hold">
                            <p:stCondLst>
                              <p:cond delay="6000"/>
                            </p:stCondLst>
                            <p:childTnLst>
                              <p:par>
                                <p:cTn id="314" presetID="64" presetClass="path" presetSubtype="0" accel="50000" decel="50000" fill="hold" grpId="1" nodeType="afterEffect">
                                  <p:stCondLst>
                                    <p:cond delay="0"/>
                                  </p:stCondLst>
                                  <p:childTnLst>
                                    <p:animMotion origin="layout" path="M 2.08333E-6 -4.07407E-6 L 0.00521 0.11598 " pathEditMode="relative" rAng="0" ptsTypes="AA">
                                      <p:cBhvr>
                                        <p:cTn id="315" dur="2000" fill="hold"/>
                                        <p:tgtEl>
                                          <p:spTgt spid="98"/>
                                        </p:tgtEl>
                                        <p:attrNameLst>
                                          <p:attrName>ppt_x</p:attrName>
                                          <p:attrName>ppt_y</p:attrName>
                                        </p:attrNameLst>
                                      </p:cBhvr>
                                      <p:rCtr x="260" y="5787"/>
                                    </p:animMotion>
                                  </p:childTnLst>
                                </p:cTn>
                              </p:par>
                            </p:childTnLst>
                          </p:cTn>
                        </p:par>
                        <p:par>
                          <p:cTn id="316" fill="hold">
                            <p:stCondLst>
                              <p:cond delay="8000"/>
                            </p:stCondLst>
                            <p:childTnLst>
                              <p:par>
                                <p:cTn id="317" presetID="1" presetClass="entr" presetSubtype="0" fill="hold" grpId="0" nodeType="afterEffect">
                                  <p:stCondLst>
                                    <p:cond delay="0"/>
                                  </p:stCondLst>
                                  <p:childTnLst>
                                    <p:set>
                                      <p:cBhvr>
                                        <p:cTn id="318" dur="1" fill="hold">
                                          <p:stCondLst>
                                            <p:cond delay="0"/>
                                          </p:stCondLst>
                                        </p:cTn>
                                        <p:tgtEl>
                                          <p:spTgt spid="99"/>
                                        </p:tgtEl>
                                        <p:attrNameLst>
                                          <p:attrName>style.visibility</p:attrName>
                                        </p:attrNameLst>
                                      </p:cBhvr>
                                      <p:to>
                                        <p:strVal val="visible"/>
                                      </p:to>
                                    </p:set>
                                  </p:childTnLst>
                                </p:cTn>
                              </p:par>
                            </p:childTnLst>
                          </p:cTn>
                        </p:par>
                        <p:par>
                          <p:cTn id="319" fill="hold">
                            <p:stCondLst>
                              <p:cond delay="8000"/>
                            </p:stCondLst>
                            <p:childTnLst>
                              <p:par>
                                <p:cTn id="320" presetID="64" presetClass="path" presetSubtype="0" accel="50000" decel="50000" fill="hold" grpId="1" nodeType="afterEffect">
                                  <p:stCondLst>
                                    <p:cond delay="0"/>
                                  </p:stCondLst>
                                  <p:childTnLst>
                                    <p:animMotion origin="layout" path="M 0.00183 1.85185E-6 L 0.03281 0.19514 " pathEditMode="relative" rAng="0" ptsTypes="AA">
                                      <p:cBhvr>
                                        <p:cTn id="321" dur="2000" fill="hold"/>
                                        <p:tgtEl>
                                          <p:spTgt spid="99"/>
                                        </p:tgtEl>
                                        <p:attrNameLst>
                                          <p:attrName>ppt_x</p:attrName>
                                          <p:attrName>ppt_y</p:attrName>
                                        </p:attrNameLst>
                                      </p:cBhvr>
                                      <p:rCtr x="1549" y="9745"/>
                                    </p:animMotion>
                                  </p:childTnLst>
                                </p:cTn>
                              </p:par>
                            </p:childTnLst>
                          </p:cTn>
                        </p:par>
                        <p:par>
                          <p:cTn id="322" fill="hold">
                            <p:stCondLst>
                              <p:cond delay="10000"/>
                            </p:stCondLst>
                            <p:childTnLst>
                              <p:par>
                                <p:cTn id="323" presetID="1" presetClass="entr" presetSubtype="0" fill="hold" grpId="0" nodeType="afterEffect">
                                  <p:stCondLst>
                                    <p:cond delay="0"/>
                                  </p:stCondLst>
                                  <p:childTnLst>
                                    <p:set>
                                      <p:cBhvr>
                                        <p:cTn id="324" dur="1" fill="hold">
                                          <p:stCondLst>
                                            <p:cond delay="0"/>
                                          </p:stCondLst>
                                        </p:cTn>
                                        <p:tgtEl>
                                          <p:spTgt spid="100"/>
                                        </p:tgtEl>
                                        <p:attrNameLst>
                                          <p:attrName>style.visibility</p:attrName>
                                        </p:attrNameLst>
                                      </p:cBhvr>
                                      <p:to>
                                        <p:strVal val="visible"/>
                                      </p:to>
                                    </p:set>
                                  </p:childTnLst>
                                </p:cTn>
                              </p:par>
                            </p:childTnLst>
                          </p:cTn>
                        </p:par>
                        <p:par>
                          <p:cTn id="325" fill="hold">
                            <p:stCondLst>
                              <p:cond delay="10000"/>
                            </p:stCondLst>
                            <p:childTnLst>
                              <p:par>
                                <p:cTn id="326" presetID="64" presetClass="path" presetSubtype="0" accel="50000" decel="50000" fill="hold" grpId="1" nodeType="afterEffect">
                                  <p:stCondLst>
                                    <p:cond delay="0"/>
                                  </p:stCondLst>
                                  <p:childTnLst>
                                    <p:animMotion origin="layout" path="M -3.125E-6 2.59259E-6 L 0.08568 0.27384 " pathEditMode="relative" rAng="0" ptsTypes="AA">
                                      <p:cBhvr>
                                        <p:cTn id="327" dur="2000" fill="hold"/>
                                        <p:tgtEl>
                                          <p:spTgt spid="100"/>
                                        </p:tgtEl>
                                        <p:attrNameLst>
                                          <p:attrName>ppt_x</p:attrName>
                                          <p:attrName>ppt_y</p:attrName>
                                        </p:attrNameLst>
                                      </p:cBhvr>
                                      <p:rCtr x="4284" y="13681"/>
                                    </p:animMotion>
                                  </p:childTnLst>
                                </p:cTn>
                              </p:par>
                            </p:childTnLst>
                          </p:cTn>
                        </p:par>
                      </p:childTnLst>
                    </p:cTn>
                  </p:par>
                  <p:par>
                    <p:cTn id="328" fill="hold">
                      <p:stCondLst>
                        <p:cond delay="indefinite"/>
                      </p:stCondLst>
                      <p:childTnLst>
                        <p:par>
                          <p:cTn id="329" fill="hold">
                            <p:stCondLst>
                              <p:cond delay="0"/>
                            </p:stCondLst>
                            <p:childTnLst>
                              <p:par>
                                <p:cTn id="330" presetID="42" presetClass="entr" presetSubtype="0" fill="hold" grpId="0" nodeType="clickEffect">
                                  <p:stCondLst>
                                    <p:cond delay="0"/>
                                  </p:stCondLst>
                                  <p:childTnLst>
                                    <p:set>
                                      <p:cBhvr>
                                        <p:cTn id="331" dur="1" fill="hold">
                                          <p:stCondLst>
                                            <p:cond delay="0"/>
                                          </p:stCondLst>
                                        </p:cTn>
                                        <p:tgtEl>
                                          <p:spTgt spid="102">
                                            <p:txEl>
                                              <p:pRg st="0" end="0"/>
                                            </p:txEl>
                                          </p:spTgt>
                                        </p:tgtEl>
                                        <p:attrNameLst>
                                          <p:attrName>style.visibility</p:attrName>
                                        </p:attrNameLst>
                                      </p:cBhvr>
                                      <p:to>
                                        <p:strVal val="visible"/>
                                      </p:to>
                                    </p:set>
                                    <p:animEffect transition="in" filter="fade">
                                      <p:cBhvr>
                                        <p:cTn id="332" dur="1000"/>
                                        <p:tgtEl>
                                          <p:spTgt spid="102">
                                            <p:txEl>
                                              <p:pRg st="0" end="0"/>
                                            </p:txEl>
                                          </p:spTgt>
                                        </p:tgtEl>
                                      </p:cBhvr>
                                    </p:animEffect>
                                    <p:anim calcmode="lin" valueType="num">
                                      <p:cBhvr>
                                        <p:cTn id="333" dur="1000" fill="hold"/>
                                        <p:tgtEl>
                                          <p:spTgt spid="102">
                                            <p:txEl>
                                              <p:pRg st="0" end="0"/>
                                            </p:txEl>
                                          </p:spTgt>
                                        </p:tgtEl>
                                        <p:attrNameLst>
                                          <p:attrName>ppt_x</p:attrName>
                                        </p:attrNameLst>
                                      </p:cBhvr>
                                      <p:tavLst>
                                        <p:tav tm="0">
                                          <p:val>
                                            <p:strVal val="#ppt_x"/>
                                          </p:val>
                                        </p:tav>
                                        <p:tav tm="100000">
                                          <p:val>
                                            <p:strVal val="#ppt_x"/>
                                          </p:val>
                                        </p:tav>
                                      </p:tavLst>
                                    </p:anim>
                                    <p:anim calcmode="lin" valueType="num">
                                      <p:cBhvr>
                                        <p:cTn id="334" dur="1000" fill="hold"/>
                                        <p:tgtEl>
                                          <p:spTgt spid="10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5" fill="hold">
                      <p:stCondLst>
                        <p:cond delay="indefinite"/>
                      </p:stCondLst>
                      <p:childTnLst>
                        <p:par>
                          <p:cTn id="336" fill="hold">
                            <p:stCondLst>
                              <p:cond delay="0"/>
                            </p:stCondLst>
                            <p:childTnLst>
                              <p:par>
                                <p:cTn id="337" presetID="42" presetClass="entr" presetSubtype="0" fill="hold" grpId="0" nodeType="clickEffect">
                                  <p:stCondLst>
                                    <p:cond delay="0"/>
                                  </p:stCondLst>
                                  <p:childTnLst>
                                    <p:set>
                                      <p:cBhvr>
                                        <p:cTn id="338" dur="1" fill="hold">
                                          <p:stCondLst>
                                            <p:cond delay="0"/>
                                          </p:stCondLst>
                                        </p:cTn>
                                        <p:tgtEl>
                                          <p:spTgt spid="102">
                                            <p:txEl>
                                              <p:pRg st="1" end="1"/>
                                            </p:txEl>
                                          </p:spTgt>
                                        </p:tgtEl>
                                        <p:attrNameLst>
                                          <p:attrName>style.visibility</p:attrName>
                                        </p:attrNameLst>
                                      </p:cBhvr>
                                      <p:to>
                                        <p:strVal val="visible"/>
                                      </p:to>
                                    </p:set>
                                    <p:animEffect transition="in" filter="fade">
                                      <p:cBhvr>
                                        <p:cTn id="339" dur="1000"/>
                                        <p:tgtEl>
                                          <p:spTgt spid="102">
                                            <p:txEl>
                                              <p:pRg st="1" end="1"/>
                                            </p:txEl>
                                          </p:spTgt>
                                        </p:tgtEl>
                                      </p:cBhvr>
                                    </p:animEffect>
                                    <p:anim calcmode="lin" valueType="num">
                                      <p:cBhvr>
                                        <p:cTn id="340" dur="1000" fill="hold"/>
                                        <p:tgtEl>
                                          <p:spTgt spid="102">
                                            <p:txEl>
                                              <p:pRg st="1" end="1"/>
                                            </p:txEl>
                                          </p:spTgt>
                                        </p:tgtEl>
                                        <p:attrNameLst>
                                          <p:attrName>ppt_x</p:attrName>
                                        </p:attrNameLst>
                                      </p:cBhvr>
                                      <p:tavLst>
                                        <p:tav tm="0">
                                          <p:val>
                                            <p:strVal val="#ppt_x"/>
                                          </p:val>
                                        </p:tav>
                                        <p:tav tm="100000">
                                          <p:val>
                                            <p:strVal val="#ppt_x"/>
                                          </p:val>
                                        </p:tav>
                                      </p:tavLst>
                                    </p:anim>
                                    <p:anim calcmode="lin" valueType="num">
                                      <p:cBhvr>
                                        <p:cTn id="341" dur="1000" fill="hold"/>
                                        <p:tgtEl>
                                          <p:spTgt spid="102">
                                            <p:txEl>
                                              <p:pRg st="1" end="1"/>
                                            </p:txEl>
                                          </p:spTgt>
                                        </p:tgtEl>
                                        <p:attrNameLst>
                                          <p:attrName>ppt_y</p:attrName>
                                        </p:attrNameLst>
                                      </p:cBhvr>
                                      <p:tavLst>
                                        <p:tav tm="0">
                                          <p:val>
                                            <p:strVal val="#ppt_y+.1"/>
                                          </p:val>
                                        </p:tav>
                                        <p:tav tm="100000">
                                          <p:val>
                                            <p:strVal val="#ppt_y"/>
                                          </p:val>
                                        </p:tav>
                                      </p:tavLst>
                                    </p:anim>
                                  </p:childTnLst>
                                </p:cTn>
                              </p:par>
                            </p:childTnLst>
                          </p:cTn>
                        </p:par>
                        <p:par>
                          <p:cTn id="342" fill="hold">
                            <p:stCondLst>
                              <p:cond delay="1000"/>
                            </p:stCondLst>
                            <p:childTnLst>
                              <p:par>
                                <p:cTn id="343" presetID="42" presetClass="entr" presetSubtype="0" fill="hold" grpId="0" nodeType="afterEffect">
                                  <p:stCondLst>
                                    <p:cond delay="0"/>
                                  </p:stCondLst>
                                  <p:childTnLst>
                                    <p:set>
                                      <p:cBhvr>
                                        <p:cTn id="344" dur="1" fill="hold">
                                          <p:stCondLst>
                                            <p:cond delay="0"/>
                                          </p:stCondLst>
                                        </p:cTn>
                                        <p:tgtEl>
                                          <p:spTgt spid="102">
                                            <p:txEl>
                                              <p:pRg st="2" end="2"/>
                                            </p:txEl>
                                          </p:spTgt>
                                        </p:tgtEl>
                                        <p:attrNameLst>
                                          <p:attrName>style.visibility</p:attrName>
                                        </p:attrNameLst>
                                      </p:cBhvr>
                                      <p:to>
                                        <p:strVal val="visible"/>
                                      </p:to>
                                    </p:set>
                                    <p:animEffect transition="in" filter="fade">
                                      <p:cBhvr>
                                        <p:cTn id="345" dur="1000"/>
                                        <p:tgtEl>
                                          <p:spTgt spid="102">
                                            <p:txEl>
                                              <p:pRg st="2" end="2"/>
                                            </p:txEl>
                                          </p:spTgt>
                                        </p:tgtEl>
                                      </p:cBhvr>
                                    </p:animEffect>
                                    <p:anim calcmode="lin" valueType="num">
                                      <p:cBhvr>
                                        <p:cTn id="346" dur="1000" fill="hold"/>
                                        <p:tgtEl>
                                          <p:spTgt spid="102">
                                            <p:txEl>
                                              <p:pRg st="2" end="2"/>
                                            </p:txEl>
                                          </p:spTgt>
                                        </p:tgtEl>
                                        <p:attrNameLst>
                                          <p:attrName>ppt_x</p:attrName>
                                        </p:attrNameLst>
                                      </p:cBhvr>
                                      <p:tavLst>
                                        <p:tav tm="0">
                                          <p:val>
                                            <p:strVal val="#ppt_x"/>
                                          </p:val>
                                        </p:tav>
                                        <p:tav tm="100000">
                                          <p:val>
                                            <p:strVal val="#ppt_x"/>
                                          </p:val>
                                        </p:tav>
                                      </p:tavLst>
                                    </p:anim>
                                    <p:anim calcmode="lin" valueType="num">
                                      <p:cBhvr>
                                        <p:cTn id="347" dur="1000" fill="hold"/>
                                        <p:tgtEl>
                                          <p:spTgt spid="10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48" fill="hold">
                      <p:stCondLst>
                        <p:cond delay="indefinite"/>
                      </p:stCondLst>
                      <p:childTnLst>
                        <p:par>
                          <p:cTn id="349" fill="hold">
                            <p:stCondLst>
                              <p:cond delay="0"/>
                            </p:stCondLst>
                            <p:childTnLst>
                              <p:par>
                                <p:cTn id="350" presetID="42" presetClass="entr" presetSubtype="0" fill="hold" grpId="0" nodeType="clickEffect">
                                  <p:stCondLst>
                                    <p:cond delay="0"/>
                                  </p:stCondLst>
                                  <p:childTnLst>
                                    <p:set>
                                      <p:cBhvr>
                                        <p:cTn id="351" dur="1" fill="hold">
                                          <p:stCondLst>
                                            <p:cond delay="0"/>
                                          </p:stCondLst>
                                        </p:cTn>
                                        <p:tgtEl>
                                          <p:spTgt spid="102">
                                            <p:txEl>
                                              <p:pRg st="3" end="3"/>
                                            </p:txEl>
                                          </p:spTgt>
                                        </p:tgtEl>
                                        <p:attrNameLst>
                                          <p:attrName>style.visibility</p:attrName>
                                        </p:attrNameLst>
                                      </p:cBhvr>
                                      <p:to>
                                        <p:strVal val="visible"/>
                                      </p:to>
                                    </p:set>
                                    <p:animEffect transition="in" filter="fade">
                                      <p:cBhvr>
                                        <p:cTn id="352" dur="1000"/>
                                        <p:tgtEl>
                                          <p:spTgt spid="102">
                                            <p:txEl>
                                              <p:pRg st="3" end="3"/>
                                            </p:txEl>
                                          </p:spTgt>
                                        </p:tgtEl>
                                      </p:cBhvr>
                                    </p:animEffect>
                                    <p:anim calcmode="lin" valueType="num">
                                      <p:cBhvr>
                                        <p:cTn id="353" dur="1000" fill="hold"/>
                                        <p:tgtEl>
                                          <p:spTgt spid="102">
                                            <p:txEl>
                                              <p:pRg st="3" end="3"/>
                                            </p:txEl>
                                          </p:spTgt>
                                        </p:tgtEl>
                                        <p:attrNameLst>
                                          <p:attrName>ppt_x</p:attrName>
                                        </p:attrNameLst>
                                      </p:cBhvr>
                                      <p:tavLst>
                                        <p:tav tm="0">
                                          <p:val>
                                            <p:strVal val="#ppt_x"/>
                                          </p:val>
                                        </p:tav>
                                        <p:tav tm="100000">
                                          <p:val>
                                            <p:strVal val="#ppt_x"/>
                                          </p:val>
                                        </p:tav>
                                      </p:tavLst>
                                    </p:anim>
                                    <p:anim calcmode="lin" valueType="num">
                                      <p:cBhvr>
                                        <p:cTn id="354" dur="1000" fill="hold"/>
                                        <p:tgtEl>
                                          <p:spTgt spid="10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55" fill="hold">
                      <p:stCondLst>
                        <p:cond delay="indefinite"/>
                      </p:stCondLst>
                      <p:childTnLst>
                        <p:par>
                          <p:cTn id="356" fill="hold">
                            <p:stCondLst>
                              <p:cond delay="0"/>
                            </p:stCondLst>
                            <p:childTnLst>
                              <p:par>
                                <p:cTn id="357" presetID="42" presetClass="entr" presetSubtype="0" fill="hold" grpId="0" nodeType="clickEffect">
                                  <p:stCondLst>
                                    <p:cond delay="0"/>
                                  </p:stCondLst>
                                  <p:childTnLst>
                                    <p:set>
                                      <p:cBhvr>
                                        <p:cTn id="358" dur="1" fill="hold">
                                          <p:stCondLst>
                                            <p:cond delay="0"/>
                                          </p:stCondLst>
                                        </p:cTn>
                                        <p:tgtEl>
                                          <p:spTgt spid="102">
                                            <p:txEl>
                                              <p:pRg st="4" end="4"/>
                                            </p:txEl>
                                          </p:spTgt>
                                        </p:tgtEl>
                                        <p:attrNameLst>
                                          <p:attrName>style.visibility</p:attrName>
                                        </p:attrNameLst>
                                      </p:cBhvr>
                                      <p:to>
                                        <p:strVal val="visible"/>
                                      </p:to>
                                    </p:set>
                                    <p:animEffect transition="in" filter="fade">
                                      <p:cBhvr>
                                        <p:cTn id="359" dur="1000"/>
                                        <p:tgtEl>
                                          <p:spTgt spid="102">
                                            <p:txEl>
                                              <p:pRg st="4" end="4"/>
                                            </p:txEl>
                                          </p:spTgt>
                                        </p:tgtEl>
                                      </p:cBhvr>
                                    </p:animEffect>
                                    <p:anim calcmode="lin" valueType="num">
                                      <p:cBhvr>
                                        <p:cTn id="360" dur="1000" fill="hold"/>
                                        <p:tgtEl>
                                          <p:spTgt spid="102">
                                            <p:txEl>
                                              <p:pRg st="4" end="4"/>
                                            </p:txEl>
                                          </p:spTgt>
                                        </p:tgtEl>
                                        <p:attrNameLst>
                                          <p:attrName>ppt_x</p:attrName>
                                        </p:attrNameLst>
                                      </p:cBhvr>
                                      <p:tavLst>
                                        <p:tav tm="0">
                                          <p:val>
                                            <p:strVal val="#ppt_x"/>
                                          </p:val>
                                        </p:tav>
                                        <p:tav tm="100000">
                                          <p:val>
                                            <p:strVal val="#ppt_x"/>
                                          </p:val>
                                        </p:tav>
                                      </p:tavLst>
                                    </p:anim>
                                    <p:anim calcmode="lin" valueType="num">
                                      <p:cBhvr>
                                        <p:cTn id="361" dur="1000" fill="hold"/>
                                        <p:tgtEl>
                                          <p:spTgt spid="10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6" grpId="0"/>
      <p:bldP spid="59" grpId="0" animBg="1"/>
      <p:bldP spid="59" grpId="1" animBg="1"/>
      <p:bldP spid="59" grpId="2" animBg="1"/>
      <p:bldP spid="60" grpId="0"/>
      <p:bldP spid="60" grpId="1"/>
      <p:bldP spid="63" grpId="0" animBg="1"/>
      <p:bldP spid="63" grpId="1" animBg="1"/>
      <p:bldP spid="63" grpId="2" animBg="1"/>
      <p:bldP spid="64" grpId="0"/>
      <p:bldP spid="64" grpId="1"/>
      <p:bldP spid="65" grpId="0"/>
      <p:bldP spid="65" grpId="1"/>
      <p:bldP spid="66" grpId="0"/>
      <p:bldP spid="66" grpId="1"/>
      <p:bldP spid="69" grpId="0"/>
      <p:bldP spid="69" grpId="1"/>
      <p:bldP spid="70" grpId="0" animBg="1"/>
      <p:bldP spid="70" grpId="1" animBg="1"/>
      <p:bldP spid="70" grpId="2" animBg="1"/>
      <p:bldP spid="71" grpId="0"/>
      <p:bldP spid="71" grpId="1"/>
      <p:bldP spid="72" grpId="0" animBg="1"/>
      <p:bldP spid="72" grpId="1" animBg="1"/>
      <p:bldP spid="72" grpId="2" animBg="1"/>
      <p:bldP spid="73" grpId="0"/>
      <p:bldP spid="73" grpId="1"/>
      <p:bldP spid="74" grpId="0" animBg="1"/>
      <p:bldP spid="74" grpId="1" animBg="1"/>
      <p:bldP spid="74" grpId="2" animBg="1"/>
      <p:bldP spid="75" grpId="0"/>
      <p:bldP spid="75" grpId="1"/>
      <p:bldP spid="76" grpId="0" animBg="1"/>
      <p:bldP spid="76" grpId="1" animBg="1"/>
      <p:bldP spid="77" grpId="0" animBg="1"/>
      <p:bldP spid="77" grpId="1" animBg="1"/>
      <p:bldP spid="78" grpId="0"/>
      <p:bldP spid="78" grpId="1"/>
      <p:bldP spid="79" grpId="0"/>
      <p:bldP spid="79" grpId="1"/>
      <p:bldP spid="80" grpId="0"/>
      <p:bldP spid="80" grpId="1"/>
      <p:bldP spid="81" grpId="0"/>
      <p:bldP spid="81" grpId="1"/>
      <p:bldP spid="85" grpId="0"/>
      <p:bldP spid="88" grpId="0"/>
      <p:bldP spid="88" grpId="1"/>
      <p:bldP spid="89" grpId="0"/>
      <p:bldP spid="89" grpId="1"/>
      <p:bldP spid="90" grpId="0"/>
      <p:bldP spid="90" grpId="1"/>
      <p:bldP spid="93" grpId="0"/>
      <p:bldP spid="93" grpId="1"/>
      <p:bldP spid="95" grpId="0"/>
      <p:bldP spid="95" grpId="1"/>
      <p:bldP spid="96" grpId="0"/>
      <p:bldP spid="96" grpId="1"/>
      <p:bldP spid="97" grpId="0"/>
      <p:bldP spid="97" grpId="1"/>
      <p:bldP spid="98" grpId="0"/>
      <p:bldP spid="98" grpId="1"/>
      <p:bldP spid="99" grpId="0"/>
      <p:bldP spid="99" grpId="1"/>
      <p:bldP spid="100" grpId="0"/>
      <p:bldP spid="100" grpId="1"/>
      <p:bldP spid="102"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4F62674-CC03-9FDC-860A-53ACF6286891}"/>
              </a:ext>
            </a:extLst>
          </p:cNvPr>
          <p:cNvSpPr>
            <a:spLocks noGrp="1"/>
          </p:cNvSpPr>
          <p:nvPr>
            <p:ph type="sldNum" sz="quarter" idx="12"/>
          </p:nvPr>
        </p:nvSpPr>
        <p:spPr/>
        <p:txBody>
          <a:bodyPr/>
          <a:lstStyle/>
          <a:p>
            <a:fld id="{D7C0FE0B-717B-41AE-9FA2-CA4BF851D1C3}" type="slidenum">
              <a:rPr lang="zh-CN" altLang="en-US" smtClean="0"/>
              <a:t>43</a:t>
            </a:fld>
            <a:endParaRPr lang="zh-CN" altLang="en-US"/>
          </a:p>
        </p:txBody>
      </p:sp>
      <p:sp>
        <p:nvSpPr>
          <p:cNvPr id="4" name="文本框 3">
            <a:extLst>
              <a:ext uri="{FF2B5EF4-FFF2-40B4-BE49-F238E27FC236}">
                <a16:creationId xmlns:a16="http://schemas.microsoft.com/office/drawing/2014/main" id="{F790EDFD-3864-C981-8FA5-52C2D60CA7E5}"/>
              </a:ext>
            </a:extLst>
          </p:cNvPr>
          <p:cNvSpPr txBox="1"/>
          <p:nvPr/>
        </p:nvSpPr>
        <p:spPr>
          <a:xfrm>
            <a:off x="1097280" y="242736"/>
            <a:ext cx="4256116" cy="523220"/>
          </a:xfrm>
          <a:prstGeom prst="rect">
            <a:avLst/>
          </a:prstGeom>
          <a:noFill/>
        </p:spPr>
        <p:txBody>
          <a:bodyPr wrap="square">
            <a:spAutoFit/>
          </a:bodyPr>
          <a:lstStyle/>
          <a:p>
            <a:pPr algn="ctr">
              <a:spcBef>
                <a:spcPts val="1300"/>
              </a:spcBef>
              <a:spcAft>
                <a:spcPts val="1300"/>
              </a:spcAft>
              <a:buNone/>
            </a:pPr>
            <a:r>
              <a:rPr lang="en-US"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6.7  </a:t>
            </a:r>
            <a:r>
              <a:rPr lang="zh-CN"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并查集与等价问题</a:t>
            </a:r>
            <a:endParaRPr lang="zh-CN" altLang="zh-CN" sz="2800" b="1" kern="100" dirty="0">
              <a:solidFill>
                <a:srgbClr val="041ABC"/>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0FA90347-BEDD-930C-2E5A-B32F568B783E}"/>
              </a:ext>
            </a:extLst>
          </p:cNvPr>
          <p:cNvSpPr txBox="1"/>
          <p:nvPr/>
        </p:nvSpPr>
        <p:spPr>
          <a:xfrm>
            <a:off x="615140" y="934663"/>
            <a:ext cx="10972801" cy="5624681"/>
          </a:xfrm>
          <a:prstGeom prst="rect">
            <a:avLst/>
          </a:prstGeom>
          <a:noFill/>
        </p:spPr>
        <p:txBody>
          <a:bodyPr wrap="square">
            <a:spAutoFit/>
          </a:bodyPr>
          <a:lstStyle/>
          <a:p>
            <a:pPr algn="just">
              <a:lnSpc>
                <a:spcPct val="120000"/>
              </a:lnSpc>
              <a:spcAft>
                <a:spcPts val="600"/>
              </a:spcAft>
              <a:buNone/>
            </a:pPr>
            <a:r>
              <a:rPr lang="en-US" altLang="zh-CN" sz="24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6.7.1  </a:t>
            </a:r>
            <a:r>
              <a:rPr lang="zh-CN" altLang="zh-CN" sz="24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等价关系和等价类</a:t>
            </a:r>
            <a:endParaRPr lang="zh-CN" altLang="zh-CN" sz="2400" b="1" kern="100" dirty="0">
              <a:solidFill>
                <a:srgbClr val="C00000"/>
              </a:solidFill>
              <a:effectLst>
                <a:outerShdw blurRad="38100" dist="38100" dir="2700000" algn="tl">
                  <a:srgbClr val="000000">
                    <a:alpha val="43137"/>
                  </a:srgbClr>
                </a:outerShdw>
              </a:effectLst>
              <a:latin typeface="+mj-ea"/>
              <a:ea typeface="+mj-ea"/>
            </a:endParaRPr>
          </a:p>
          <a:p>
            <a:pPr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如果集合</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中的关系</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满足如下性质，则称它为一个</a:t>
            </a:r>
            <a:r>
              <a:rPr lang="zh-CN" altLang="zh-CN" sz="1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等价关系</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20000"/>
              </a:lnSpc>
              <a:buFont typeface="Wingdings" panose="05000000000000000000" pitchFamily="2" charset="2"/>
              <a:buChar char=""/>
            </a:pPr>
            <a:r>
              <a:rPr lang="zh-CN" altLang="zh-CN" sz="1800" kern="100" dirty="0">
                <a:solidFill>
                  <a:srgbClr val="041AB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自反性</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：对于任意元素</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xRx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为真；</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20000"/>
              </a:lnSpc>
              <a:buFont typeface="Wingdings" panose="05000000000000000000" pitchFamily="2" charset="2"/>
              <a:buChar char=""/>
            </a:pPr>
            <a:r>
              <a:rPr lang="zh-CN" altLang="zh-CN" kern="100" dirty="0">
                <a:solidFill>
                  <a:srgbClr val="041AB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对称性</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：对于任意两个元素</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xRy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为真，则</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yRx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也为真；</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20000"/>
              </a:lnSpc>
              <a:buFont typeface="Wingdings" panose="05000000000000000000" pitchFamily="2" charset="2"/>
              <a:buChar char=""/>
            </a:pPr>
            <a:r>
              <a:rPr lang="zh-CN" altLang="zh-CN" kern="100" dirty="0">
                <a:solidFill>
                  <a:srgbClr val="041AB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传递性</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：对于任意三个元素</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 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z</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xRy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yRz</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都为真，则</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xRz</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也为真。</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例如，一个整数集合上的关系</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（小于或等于）和</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（大于或等于）就不是等价关系。它们具有</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自反性</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）和传递性（</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），但不满足对称性（</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成立时，却</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不一定成立）。</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双向网络连接是一种等价关系。首先它是</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自反的</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，因为为何节点都连接自身。如果节点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连接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，那么</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也连接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，具有</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对称性</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。如果节点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连接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，且</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连接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，那么</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也连接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设</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是集合</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的等价关系。对任何</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，由</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kern="100" baseline="-25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R 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给出的集合</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称为由</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生成的一个</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等价类。</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是集合</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上的一个等价关系，则由这个等价关系可产生这个集合的唯一划分。也就是可以按</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划分为若干不相交的子集</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kern="100" baseline="-250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，它们的并集为</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，而这些子集</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，便称为</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等价类</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等价关系是现实世界中广泛存在的一种关系，许多应用问题可以归结为按给定的等价关系划分某集合为等价类，通常称这类问题为</a:t>
            </a:r>
            <a:r>
              <a:rPr lang="zh-CN" altLang="zh-CN" sz="1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等价问题</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7278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1000"/>
                                        <p:tgtEl>
                                          <p:spTgt spid="6">
                                            <p:txEl>
                                              <p:pRg st="4" end="4"/>
                                            </p:txEl>
                                          </p:spTgt>
                                        </p:tgtEl>
                                      </p:cBhvr>
                                    </p:animEffect>
                                    <p:anim calcmode="lin" valueType="num">
                                      <p:cBhvr>
                                        <p:cTn id="2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6">
                                            <p:txEl>
                                              <p:pRg st="5" end="5"/>
                                            </p:txEl>
                                          </p:spTgt>
                                        </p:tgtEl>
                                        <p:attrNameLst>
                                          <p:attrName>style.visibility</p:attrName>
                                        </p:attrNameLst>
                                      </p:cBhvr>
                                      <p:to>
                                        <p:strVal val="visible"/>
                                      </p:to>
                                    </p:set>
                                    <p:animEffect transition="in" filter="fade">
                                      <p:cBhvr>
                                        <p:cTn id="34" dur="1000"/>
                                        <p:tgtEl>
                                          <p:spTgt spid="6">
                                            <p:txEl>
                                              <p:pRg st="5" end="5"/>
                                            </p:txEl>
                                          </p:spTgt>
                                        </p:tgtEl>
                                      </p:cBhvr>
                                    </p:animEffect>
                                    <p:anim calcmode="lin" valueType="num">
                                      <p:cBhvr>
                                        <p:cTn id="3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1000"/>
                                        <p:tgtEl>
                                          <p:spTgt spid="6">
                                            <p:txEl>
                                              <p:pRg st="6" end="6"/>
                                            </p:txEl>
                                          </p:spTgt>
                                        </p:tgtEl>
                                      </p:cBhvr>
                                    </p:animEffect>
                                    <p:anim calcmode="lin" valueType="num">
                                      <p:cBhvr>
                                        <p:cTn id="42"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6">
                                            <p:txEl>
                                              <p:pRg st="7" end="7"/>
                                            </p:txEl>
                                          </p:spTgt>
                                        </p:tgtEl>
                                        <p:attrNameLst>
                                          <p:attrName>style.visibility</p:attrName>
                                        </p:attrNameLst>
                                      </p:cBhvr>
                                      <p:to>
                                        <p:strVal val="visible"/>
                                      </p:to>
                                    </p:set>
                                    <p:animEffect transition="in" filter="fade">
                                      <p:cBhvr>
                                        <p:cTn id="48" dur="1000"/>
                                        <p:tgtEl>
                                          <p:spTgt spid="6">
                                            <p:txEl>
                                              <p:pRg st="7" end="7"/>
                                            </p:txEl>
                                          </p:spTgt>
                                        </p:tgtEl>
                                      </p:cBhvr>
                                    </p:animEffect>
                                    <p:anim calcmode="lin" valueType="num">
                                      <p:cBhvr>
                                        <p:cTn id="49"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6">
                                            <p:txEl>
                                              <p:pRg st="8" end="8"/>
                                            </p:txEl>
                                          </p:spTgt>
                                        </p:tgtEl>
                                        <p:attrNameLst>
                                          <p:attrName>style.visibility</p:attrName>
                                        </p:attrNameLst>
                                      </p:cBhvr>
                                      <p:to>
                                        <p:strVal val="visible"/>
                                      </p:to>
                                    </p:set>
                                    <p:animEffect transition="in" filter="fade">
                                      <p:cBhvr>
                                        <p:cTn id="55" dur="1000"/>
                                        <p:tgtEl>
                                          <p:spTgt spid="6">
                                            <p:txEl>
                                              <p:pRg st="8" end="8"/>
                                            </p:txEl>
                                          </p:spTgt>
                                        </p:tgtEl>
                                      </p:cBhvr>
                                    </p:animEffect>
                                    <p:anim calcmode="lin" valueType="num">
                                      <p:cBhvr>
                                        <p:cTn id="5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6">
                                            <p:txEl>
                                              <p:pRg st="9" end="9"/>
                                            </p:txEl>
                                          </p:spTgt>
                                        </p:tgtEl>
                                        <p:attrNameLst>
                                          <p:attrName>style.visibility</p:attrName>
                                        </p:attrNameLst>
                                      </p:cBhvr>
                                      <p:to>
                                        <p:strVal val="visible"/>
                                      </p:to>
                                    </p:set>
                                    <p:animEffect transition="in" filter="fade">
                                      <p:cBhvr>
                                        <p:cTn id="62" dur="1000"/>
                                        <p:tgtEl>
                                          <p:spTgt spid="6">
                                            <p:txEl>
                                              <p:pRg st="9" end="9"/>
                                            </p:txEl>
                                          </p:spTgt>
                                        </p:tgtEl>
                                      </p:cBhvr>
                                    </p:animEffect>
                                    <p:anim calcmode="lin" valueType="num">
                                      <p:cBhvr>
                                        <p:cTn id="63"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6F7088A-3B36-35F0-71A6-3DC5881DB19A}"/>
              </a:ext>
            </a:extLst>
          </p:cNvPr>
          <p:cNvSpPr>
            <a:spLocks noGrp="1"/>
          </p:cNvSpPr>
          <p:nvPr>
            <p:ph type="sldNum" sz="quarter" idx="12"/>
          </p:nvPr>
        </p:nvSpPr>
        <p:spPr/>
        <p:txBody>
          <a:bodyPr/>
          <a:lstStyle/>
          <a:p>
            <a:fld id="{D7C0FE0B-717B-41AE-9FA2-CA4BF851D1C3}" type="slidenum">
              <a:rPr lang="zh-CN" altLang="en-US" smtClean="0"/>
              <a:t>44</a:t>
            </a:fld>
            <a:endParaRPr lang="zh-CN" altLang="en-US"/>
          </a:p>
        </p:txBody>
      </p:sp>
      <p:sp>
        <p:nvSpPr>
          <p:cNvPr id="4" name="文本框 3">
            <a:extLst>
              <a:ext uri="{FF2B5EF4-FFF2-40B4-BE49-F238E27FC236}">
                <a16:creationId xmlns:a16="http://schemas.microsoft.com/office/drawing/2014/main" id="{8A57F2CB-C930-7196-7705-B77C25B28078}"/>
              </a:ext>
            </a:extLst>
          </p:cNvPr>
          <p:cNvSpPr txBox="1"/>
          <p:nvPr/>
        </p:nvSpPr>
        <p:spPr>
          <a:xfrm>
            <a:off x="1141614" y="1274261"/>
            <a:ext cx="9232669" cy="3471976"/>
          </a:xfrm>
          <a:prstGeom prst="rect">
            <a:avLst/>
          </a:prstGeom>
          <a:noFill/>
        </p:spPr>
        <p:txBody>
          <a:bodyPr wrap="square">
            <a:spAutoFit/>
          </a:bodyPr>
          <a:lstStyle/>
          <a:p>
            <a:pPr algn="just">
              <a:lnSpc>
                <a:spcPct val="130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应如何划分等价类呢？假设集合</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有</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个元素，</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个形如</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）的等价偶对确定了等价关系</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，需求</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的划分。</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buNone/>
            </a:pPr>
            <a:r>
              <a:rPr lang="zh-CN" altLang="zh-CN" sz="20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确定等价类的算法</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3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）令</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中每个元素各自形成一个只含单个成员的子集，记作</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 , </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3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）重复读入</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个偶对，对每个读入的偶对</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，判定</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所属子集。不失一般性，假设</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，若</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，则将</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并入</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，并置</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为空（或反过来，将</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并入</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，并置</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为空）。当</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个偶对都被处理过后，</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 , </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中所有非空子集即为</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等价类。</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10619951-433B-76F4-42B9-949A466A9E64}"/>
              </a:ext>
            </a:extLst>
          </p:cNvPr>
          <p:cNvSpPr txBox="1"/>
          <p:nvPr/>
        </p:nvSpPr>
        <p:spPr>
          <a:xfrm>
            <a:off x="1352203" y="336539"/>
            <a:ext cx="4743797" cy="476669"/>
          </a:xfrm>
          <a:prstGeom prst="rect">
            <a:avLst/>
          </a:prstGeom>
          <a:noFill/>
        </p:spPr>
        <p:txBody>
          <a:bodyPr wrap="square">
            <a:spAutoFit/>
          </a:bodyPr>
          <a:lstStyle/>
          <a:p>
            <a:pPr algn="just">
              <a:lnSpc>
                <a:spcPct val="120000"/>
              </a:lnSpc>
              <a:spcAft>
                <a:spcPts val="600"/>
              </a:spcAft>
              <a:buNone/>
            </a:pPr>
            <a:r>
              <a:rPr lang="en-US" altLang="zh-CN" sz="24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6.7.1  </a:t>
            </a:r>
            <a:r>
              <a:rPr lang="zh-CN" altLang="zh-CN" sz="24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等价关系和等价类</a:t>
            </a:r>
            <a:r>
              <a:rPr lang="zh-CN" altLang="en-US" sz="24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（续）</a:t>
            </a:r>
            <a:endParaRPr lang="zh-CN" altLang="zh-CN" sz="2400" b="1" kern="100" dirty="0">
              <a:solidFill>
                <a:srgbClr val="C00000"/>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78658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7006D4A-A050-3451-BF8D-7168677D33C6}"/>
              </a:ext>
            </a:extLst>
          </p:cNvPr>
          <p:cNvSpPr>
            <a:spLocks noGrp="1"/>
          </p:cNvSpPr>
          <p:nvPr>
            <p:ph type="sldNum" sz="quarter" idx="12"/>
          </p:nvPr>
        </p:nvSpPr>
        <p:spPr/>
        <p:txBody>
          <a:bodyPr/>
          <a:lstStyle/>
          <a:p>
            <a:fld id="{D7C0FE0B-717B-41AE-9FA2-CA4BF851D1C3}" type="slidenum">
              <a:rPr lang="zh-CN" altLang="en-US" smtClean="0"/>
              <a:t>45</a:t>
            </a:fld>
            <a:endParaRPr lang="zh-CN" altLang="en-US"/>
          </a:p>
        </p:txBody>
      </p:sp>
      <p:sp>
        <p:nvSpPr>
          <p:cNvPr id="4" name="文本框 3">
            <a:extLst>
              <a:ext uri="{FF2B5EF4-FFF2-40B4-BE49-F238E27FC236}">
                <a16:creationId xmlns:a16="http://schemas.microsoft.com/office/drawing/2014/main" id="{F9C39AA4-2AEA-D6E8-0377-F5C390C2482E}"/>
              </a:ext>
            </a:extLst>
          </p:cNvPr>
          <p:cNvSpPr txBox="1"/>
          <p:nvPr/>
        </p:nvSpPr>
        <p:spPr>
          <a:xfrm>
            <a:off x="860366" y="829242"/>
            <a:ext cx="10673543" cy="5709255"/>
          </a:xfrm>
          <a:prstGeom prst="rect">
            <a:avLst/>
          </a:prstGeom>
          <a:noFill/>
        </p:spPr>
        <p:txBody>
          <a:bodyPr wrap="square">
            <a:spAutoFit/>
          </a:bodyPr>
          <a:lstStyle/>
          <a:p>
            <a:pPr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划分等价类需对集合进行的操作有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20000"/>
              </a:lnSpc>
              <a:buFont typeface="+mj-lt"/>
              <a:buAutoNum type="arabicPeriod"/>
            </a:pPr>
            <a:r>
              <a:rPr lang="zh-CN" altLang="zh-CN" sz="1800" kern="1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创建</a:t>
            </a:r>
            <a:r>
              <a:rPr lang="en-US" altLang="zh-CN" sz="1800" kern="100" dirty="0">
                <a:effectLst/>
                <a:ea typeface="宋体" panose="02010600030101010101" pitchFamily="2" charset="-122"/>
                <a:cs typeface="Times New Roman" panose="02020603050405020304" pitchFamily="18" charset="0"/>
              </a:rPr>
              <a:t>n</a:t>
            </a:r>
            <a:r>
              <a:rPr lang="zh-CN" altLang="zh-CN" sz="1800" kern="100" dirty="0">
                <a:effectLst/>
                <a:ea typeface="宋体" panose="02010600030101010101" pitchFamily="2" charset="-122"/>
                <a:cs typeface="Times New Roman" panose="02020603050405020304" pitchFamily="18" charset="0"/>
              </a:rPr>
              <a:t>个等价类——构造含</a:t>
            </a:r>
            <a:r>
              <a:rPr lang="en-US" altLang="zh-CN" sz="1800" kern="100" dirty="0">
                <a:effectLst/>
                <a:ea typeface="宋体" panose="02010600030101010101" pitchFamily="2" charset="-122"/>
                <a:cs typeface="Times New Roman" panose="02020603050405020304" pitchFamily="18" charset="0"/>
              </a:rPr>
              <a:t>n</a:t>
            </a:r>
            <a:r>
              <a:rPr lang="zh-CN" altLang="zh-CN" sz="1800" kern="100" dirty="0">
                <a:effectLst/>
                <a:ea typeface="宋体" panose="02010600030101010101" pitchFamily="2" charset="-122"/>
                <a:cs typeface="Times New Roman" panose="02020603050405020304" pitchFamily="18" charset="0"/>
              </a:rPr>
              <a:t>个成员的集合；</a:t>
            </a:r>
            <a:endParaRPr lang="zh-CN" altLang="zh-CN" sz="1800" kern="100" dirty="0">
              <a:effectLst/>
              <a:ea typeface="等线" panose="02010600030101010101" pitchFamily="2" charset="-122"/>
              <a:cs typeface="Times New Roman" panose="02020603050405020304" pitchFamily="18" charset="0"/>
            </a:endParaRPr>
          </a:p>
          <a:p>
            <a:pPr marL="342900" lvl="0" indent="-342900" algn="just">
              <a:lnSpc>
                <a:spcPct val="120000"/>
              </a:lnSpc>
              <a:buFont typeface="+mj-lt"/>
              <a:buAutoNum type="arabicPeriod"/>
            </a:pPr>
            <a:r>
              <a:rPr lang="zh-CN" altLang="zh-CN" kern="1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查找</a:t>
            </a:r>
            <a:r>
              <a:rPr lang="zh-CN" altLang="zh-CN" sz="1800" kern="100" dirty="0">
                <a:effectLst/>
                <a:ea typeface="宋体" panose="02010600030101010101" pitchFamily="2" charset="-122"/>
                <a:cs typeface="Times New Roman" panose="02020603050405020304" pitchFamily="18" charset="0"/>
              </a:rPr>
              <a:t>等价类——查（</a:t>
            </a:r>
            <a:r>
              <a:rPr lang="en-US" altLang="zh-CN" sz="1800" kern="100" dirty="0">
                <a:effectLst/>
                <a:ea typeface="宋体" panose="02010600030101010101" pitchFamily="2" charset="-122"/>
                <a:cs typeface="Times New Roman" panose="02020603050405020304" pitchFamily="18" charset="0"/>
              </a:rPr>
              <a:t>Find</a:t>
            </a:r>
            <a:r>
              <a:rPr lang="zh-CN" altLang="zh-CN" sz="1800" kern="100" dirty="0">
                <a:effectLst/>
                <a:ea typeface="宋体" panose="02010600030101010101" pitchFamily="2" charset="-122"/>
                <a:cs typeface="Times New Roman" panose="02020603050405020304" pitchFamily="18" charset="0"/>
              </a:rPr>
              <a:t>）某个单元素所在子集；</a:t>
            </a:r>
            <a:endParaRPr lang="zh-CN" altLang="zh-CN" sz="1800" kern="100" dirty="0">
              <a:effectLst/>
              <a:ea typeface="等线" panose="02010600030101010101" pitchFamily="2" charset="-122"/>
              <a:cs typeface="Times New Roman" panose="02020603050405020304" pitchFamily="18" charset="0"/>
            </a:endParaRPr>
          </a:p>
          <a:p>
            <a:pPr marL="342900" lvl="0" indent="-342900" algn="just">
              <a:lnSpc>
                <a:spcPct val="120000"/>
              </a:lnSpc>
              <a:buFont typeface="+mj-lt"/>
              <a:buAutoNum type="arabicPeriod"/>
            </a:pPr>
            <a:r>
              <a:rPr lang="zh-CN" altLang="zh-CN" kern="1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合并</a:t>
            </a:r>
            <a:r>
              <a:rPr lang="zh-CN" altLang="zh-CN" sz="1800" kern="100" dirty="0">
                <a:effectLst/>
                <a:ea typeface="宋体" panose="02010600030101010101" pitchFamily="2" charset="-122"/>
                <a:cs typeface="Times New Roman" panose="02020603050405020304" pitchFamily="18" charset="0"/>
              </a:rPr>
              <a:t>等价类——并（</a:t>
            </a:r>
            <a:r>
              <a:rPr lang="en-US" altLang="zh-CN" sz="1800" kern="100" dirty="0">
                <a:effectLst/>
                <a:ea typeface="宋体" panose="02010600030101010101" pitchFamily="2" charset="-122"/>
                <a:cs typeface="Times New Roman" panose="02020603050405020304" pitchFamily="18" charset="0"/>
              </a:rPr>
              <a:t>Union</a:t>
            </a:r>
            <a:r>
              <a:rPr lang="zh-CN" altLang="zh-CN" sz="1800" kern="100" dirty="0">
                <a:effectLst/>
                <a:ea typeface="宋体" panose="02010600030101010101" pitchFamily="2" charset="-122"/>
                <a:cs typeface="Times New Roman" panose="02020603050405020304" pitchFamily="18" charset="0"/>
              </a:rPr>
              <a:t>）两个互不相交的子集并为一个子集。</a:t>
            </a:r>
            <a:endParaRPr lang="zh-CN" altLang="zh-CN" sz="1800" kern="100" dirty="0">
              <a:effectLst/>
              <a:ea typeface="等线" panose="02010600030101010101" pitchFamily="2" charset="-122"/>
              <a:cs typeface="Times New Roman" panose="02020603050405020304" pitchFamily="18" charset="0"/>
            </a:endParaRPr>
          </a:p>
          <a:p>
            <a:pPr algn="just">
              <a:lnSpc>
                <a:spcPct val="120000"/>
              </a:lnSpc>
              <a:spcBef>
                <a:spcPts val="600"/>
              </a:spcBef>
              <a:buNone/>
            </a:pPr>
            <a:r>
              <a:rPr lang="zh-CN" altLang="zh-CN" sz="1800" kern="100" dirty="0">
                <a:effectLst/>
                <a:ea typeface="宋体" panose="02010600030101010101" pitchFamily="2" charset="-122"/>
                <a:cs typeface="Times New Roman" panose="02020603050405020304" pitchFamily="18" charset="0"/>
              </a:rPr>
              <a:t>由此，这样的集合也称为</a:t>
            </a:r>
            <a:r>
              <a:rPr lang="zh-CN" altLang="zh-CN" sz="1800" b="1" kern="100" dirty="0">
                <a:effectLst/>
                <a:ea typeface="黑体" panose="02010609060101010101" pitchFamily="49" charset="-122"/>
                <a:cs typeface="Times New Roman" panose="02020603050405020304" pitchFamily="18" charset="0"/>
              </a:rPr>
              <a:t>并查集</a:t>
            </a:r>
            <a:r>
              <a:rPr lang="zh-CN" altLang="zh-CN" sz="1800" kern="100" dirty="0">
                <a:effectLst/>
                <a:ea typeface="宋体" panose="02010600030101010101" pitchFamily="2" charset="-122"/>
                <a:cs typeface="Times New Roman" panose="02020603050405020304" pitchFamily="18" charset="0"/>
              </a:rPr>
              <a:t>，可定义为包含上述三种操作的抽象数据类型</a:t>
            </a:r>
            <a:r>
              <a:rPr lang="en-US" altLang="zh-CN" sz="1800" kern="100" dirty="0" err="1">
                <a:effectLst/>
                <a:ea typeface="等线" panose="02010600030101010101" pitchFamily="2" charset="-122"/>
                <a:cs typeface="Times New Roman" panose="02020603050405020304" pitchFamily="18" charset="0"/>
              </a:rPr>
              <a:t>UFSet</a:t>
            </a:r>
            <a:r>
              <a:rPr lang="zh-CN" altLang="zh-CN" sz="1800" kern="100" dirty="0">
                <a:effectLst/>
                <a:ea typeface="等线" panose="02010600030101010101" pitchFamily="2" charset="-122"/>
                <a:cs typeface="Times New Roman" panose="02020603050405020304" pitchFamily="18" charset="0"/>
              </a:rPr>
              <a:t>。</a:t>
            </a:r>
          </a:p>
          <a:p>
            <a:pPr marL="26924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ADT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935355" indent="-484505" algn="just">
              <a:buNone/>
            </a:pPr>
            <a:r>
              <a:rPr lang="zh-CN" altLang="zh-CN" kern="100" dirty="0">
                <a:effectLst/>
                <a:latin typeface="等线" panose="02010600030101010101" pitchFamily="2" charset="-122"/>
                <a:ea typeface="黑体" panose="02010609060101010101" pitchFamily="49" charset="-122"/>
                <a:cs typeface="Courier New" panose="02070309020205020404" pitchFamily="49" charset="0"/>
              </a:rPr>
              <a:t>数据对象</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：若设</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是</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类型的集合，则它由</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n(n&gt;0</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）个子集</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=1,2,…,n</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）构成，</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62355" indent="-78105" algn="just">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每个子集的成员都是子界［</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MaxNumber</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］内的整数</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indent="180975" algn="just">
              <a:buNone/>
            </a:pPr>
            <a:r>
              <a:rPr lang="zh-CN" altLang="zh-CN" kern="100" dirty="0">
                <a:effectLst/>
                <a:latin typeface="等线" panose="02010600030101010101" pitchFamily="2" charset="-122"/>
                <a:ea typeface="黑体" panose="02010609060101010101" pitchFamily="49" charset="-122"/>
                <a:cs typeface="Courier New" panose="02070309020205020404" pitchFamily="49" charset="0"/>
              </a:rPr>
              <a:t>数据关系</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2</a:t>
            </a:r>
            <a:r>
              <a:rPr lang="zh-CN" altLang="zh-CN"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S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=1,2,…,n)</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indent="180975" algn="just">
              <a:buNone/>
            </a:pPr>
            <a:r>
              <a:rPr lang="zh-CN" altLang="zh-CN" kern="100" dirty="0">
                <a:effectLst/>
                <a:latin typeface="等线" panose="02010600030101010101" pitchFamily="2" charset="-122"/>
                <a:ea typeface="黑体" panose="02010609060101010101" pitchFamily="49" charset="-122"/>
                <a:cs typeface="Courier New" panose="02070309020205020404" pitchFamily="49" charset="0"/>
              </a:rPr>
              <a:t>基本操作</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Initial(</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n,x</a:t>
            </a:r>
            <a:r>
              <a:rPr lang="en-US" altLang="zh-CN" b="1" kern="100" baseline="-25000" dirty="0" err="1">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,x</a:t>
            </a:r>
            <a:r>
              <a:rPr lang="en-US" altLang="zh-CN" b="1" kern="100" baseline="-25000" dirty="0" err="1">
                <a:effectLst/>
                <a:latin typeface="Courier New" panose="02070309020205020404" pitchFamily="49" charset="0"/>
                <a:ea typeface="宋体" panose="02010600030101010101" pitchFamily="2" charset="-122"/>
                <a:cs typeface="Times New Roman" panose="02020603050405020304" pitchFamily="18" charset="0"/>
              </a:rPr>
              <a:t>2</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x</a:t>
            </a:r>
            <a:r>
              <a:rPr lang="en-US" altLang="zh-CN" b="1" kern="100" baseline="-25000" dirty="0" err="1">
                <a:effectLst/>
                <a:latin typeface="Courier New" panose="02070309020205020404" pitchFamily="49" charset="0"/>
                <a:ea typeface="宋体" panose="02010600030101010101" pitchFamily="2" charset="-122"/>
                <a:cs typeface="Times New Roman" panose="02020603050405020304" pitchFamily="18" charset="0"/>
              </a:rPr>
              <a:t>n</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indent="101600" algn="just">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操作结果：初始化操作。构造并返回一个由</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个子集（每个子集只含单个成员</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x</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）构成的集合</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Find(S, x);</a:t>
            </a:r>
            <a:endParaRPr lang="zh-CN" altLang="zh-CN" b="1"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indent="101600" algn="just">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初始条件：</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是已存在的集合，</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x</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是</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中某个子集的成员。</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indent="101600" algn="just">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操作结果：查找操作。确定</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x</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所属子集</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Union(S,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j):</a:t>
            </a:r>
            <a:endParaRPr lang="zh-CN" altLang="zh-CN" b="1"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indent="101600" algn="just">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初始条件：</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和</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，是</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中的两个互不相交的非空集合。</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629285" indent="101600" algn="just">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操作结果：归并操作。将</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和</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S</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中的一个并入另一个中。</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spcAft>
                <a:spcPts val="600"/>
              </a:spcAft>
              <a:buNone/>
            </a:pPr>
            <a:r>
              <a:rPr lang="en-US" altLang="zh-CN" b="1" kern="100" dirty="0">
                <a:effectLst/>
                <a:latin typeface="Courier New" panose="02070309020205020404" pitchFamily="49" charset="0"/>
                <a:ea typeface="黑体" panose="02010609060101010101" pitchFamily="49" charset="-122"/>
                <a:cs typeface="Times New Roman" panose="02020603050405020304" pitchFamily="18" charset="0"/>
              </a:rPr>
              <a:t>}</a:t>
            </a:r>
            <a:r>
              <a:rPr lang="en-US" altLang="zh-CN" kern="100" dirty="0">
                <a:effectLst/>
                <a:latin typeface="黑体" panose="02010609060101010101" pitchFamily="49" charset="-122"/>
                <a:ea typeface="等线" panose="02010600030101010101" pitchFamily="2" charset="-122"/>
                <a:cs typeface="Courier New" panose="02070309020205020404" pitchFamily="49"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ADT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34A183CE-B78B-02DA-2251-42BD3F8D5911}"/>
              </a:ext>
            </a:extLst>
          </p:cNvPr>
          <p:cNvSpPr txBox="1"/>
          <p:nvPr/>
        </p:nvSpPr>
        <p:spPr>
          <a:xfrm>
            <a:off x="1158239" y="318870"/>
            <a:ext cx="4716087" cy="461665"/>
          </a:xfrm>
          <a:prstGeom prst="rect">
            <a:avLst/>
          </a:prstGeom>
          <a:noFill/>
        </p:spPr>
        <p:txBody>
          <a:bodyPr wrap="square">
            <a:spAutoFit/>
          </a:bodyPr>
          <a:lstStyle/>
          <a:p>
            <a:pPr indent="269240" algn="just">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6.7.2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并查集的定义和实现</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20744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1000"/>
                                        <p:tgtEl>
                                          <p:spTgt spid="4">
                                            <p:txEl>
                                              <p:pRg st="8" end="8"/>
                                            </p:txEl>
                                          </p:spTgt>
                                        </p:tgtEl>
                                      </p:cBhvr>
                                    </p:animEffect>
                                    <p:anim calcmode="lin" valueType="num">
                                      <p:cBhvr>
                                        <p:cTn id="5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9" end="9"/>
                                            </p:txEl>
                                          </p:spTgt>
                                        </p:tgtEl>
                                        <p:attrNameLst>
                                          <p:attrName>style.visibility</p:attrName>
                                        </p:attrNameLst>
                                      </p:cBhvr>
                                      <p:to>
                                        <p:strVal val="visible"/>
                                      </p:to>
                                    </p:set>
                                    <p:animEffect transition="in" filter="fade">
                                      <p:cBhvr>
                                        <p:cTn id="54" dur="1000"/>
                                        <p:tgtEl>
                                          <p:spTgt spid="4">
                                            <p:txEl>
                                              <p:pRg st="9" end="9"/>
                                            </p:txEl>
                                          </p:spTgt>
                                        </p:tgtEl>
                                      </p:cBhvr>
                                    </p:animEffect>
                                    <p:anim calcmode="lin" valueType="num">
                                      <p:cBhvr>
                                        <p:cTn id="5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animEffect transition="in" filter="fade">
                                      <p:cBhvr>
                                        <p:cTn id="59" dur="1000"/>
                                        <p:tgtEl>
                                          <p:spTgt spid="4">
                                            <p:txEl>
                                              <p:pRg st="10" end="10"/>
                                            </p:txEl>
                                          </p:spTgt>
                                        </p:tgtEl>
                                      </p:cBhvr>
                                    </p:animEffect>
                                    <p:anim calcmode="lin" valueType="num">
                                      <p:cBhvr>
                                        <p:cTn id="60"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1"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4">
                                            <p:txEl>
                                              <p:pRg st="11" end="11"/>
                                            </p:txEl>
                                          </p:spTgt>
                                        </p:tgtEl>
                                        <p:attrNameLst>
                                          <p:attrName>style.visibility</p:attrName>
                                        </p:attrNameLst>
                                      </p:cBhvr>
                                      <p:to>
                                        <p:strVal val="visible"/>
                                      </p:to>
                                    </p:set>
                                    <p:animEffect transition="in" filter="fade">
                                      <p:cBhvr>
                                        <p:cTn id="64" dur="1000"/>
                                        <p:tgtEl>
                                          <p:spTgt spid="4">
                                            <p:txEl>
                                              <p:pRg st="11" end="11"/>
                                            </p:txEl>
                                          </p:spTgt>
                                        </p:tgtEl>
                                      </p:cBhvr>
                                    </p:animEffect>
                                    <p:anim calcmode="lin" valueType="num">
                                      <p:cBhvr>
                                        <p:cTn id="65"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6"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4">
                                            <p:txEl>
                                              <p:pRg st="12" end="12"/>
                                            </p:txEl>
                                          </p:spTgt>
                                        </p:tgtEl>
                                        <p:attrNameLst>
                                          <p:attrName>style.visibility</p:attrName>
                                        </p:attrNameLst>
                                      </p:cBhvr>
                                      <p:to>
                                        <p:strVal val="visible"/>
                                      </p:to>
                                    </p:set>
                                    <p:animEffect transition="in" filter="fade">
                                      <p:cBhvr>
                                        <p:cTn id="69" dur="1000"/>
                                        <p:tgtEl>
                                          <p:spTgt spid="4">
                                            <p:txEl>
                                              <p:pRg st="12" end="12"/>
                                            </p:txEl>
                                          </p:spTgt>
                                        </p:tgtEl>
                                      </p:cBhvr>
                                    </p:animEffect>
                                    <p:anim calcmode="lin" valueType="num">
                                      <p:cBhvr>
                                        <p:cTn id="70"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1"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4">
                                            <p:txEl>
                                              <p:pRg st="13" end="13"/>
                                            </p:txEl>
                                          </p:spTgt>
                                        </p:tgtEl>
                                        <p:attrNameLst>
                                          <p:attrName>style.visibility</p:attrName>
                                        </p:attrNameLst>
                                      </p:cBhvr>
                                      <p:to>
                                        <p:strVal val="visible"/>
                                      </p:to>
                                    </p:set>
                                    <p:animEffect transition="in" filter="fade">
                                      <p:cBhvr>
                                        <p:cTn id="74" dur="1000"/>
                                        <p:tgtEl>
                                          <p:spTgt spid="4">
                                            <p:txEl>
                                              <p:pRg st="13" end="13"/>
                                            </p:txEl>
                                          </p:spTgt>
                                        </p:tgtEl>
                                      </p:cBhvr>
                                    </p:animEffect>
                                    <p:anim calcmode="lin" valueType="num">
                                      <p:cBhvr>
                                        <p:cTn id="75"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76"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4">
                                            <p:txEl>
                                              <p:pRg st="14" end="14"/>
                                            </p:txEl>
                                          </p:spTgt>
                                        </p:tgtEl>
                                        <p:attrNameLst>
                                          <p:attrName>style.visibility</p:attrName>
                                        </p:attrNameLst>
                                      </p:cBhvr>
                                      <p:to>
                                        <p:strVal val="visible"/>
                                      </p:to>
                                    </p:set>
                                    <p:animEffect transition="in" filter="fade">
                                      <p:cBhvr>
                                        <p:cTn id="79" dur="1000"/>
                                        <p:tgtEl>
                                          <p:spTgt spid="4">
                                            <p:txEl>
                                              <p:pRg st="14" end="14"/>
                                            </p:txEl>
                                          </p:spTgt>
                                        </p:tgtEl>
                                      </p:cBhvr>
                                    </p:animEffect>
                                    <p:anim calcmode="lin" valueType="num">
                                      <p:cBhvr>
                                        <p:cTn id="80"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4">
                                            <p:txEl>
                                              <p:pRg st="15" end="15"/>
                                            </p:txEl>
                                          </p:spTgt>
                                        </p:tgtEl>
                                        <p:attrNameLst>
                                          <p:attrName>style.visibility</p:attrName>
                                        </p:attrNameLst>
                                      </p:cBhvr>
                                      <p:to>
                                        <p:strVal val="visible"/>
                                      </p:to>
                                    </p:set>
                                    <p:animEffect transition="in" filter="fade">
                                      <p:cBhvr>
                                        <p:cTn id="84" dur="1000"/>
                                        <p:tgtEl>
                                          <p:spTgt spid="4">
                                            <p:txEl>
                                              <p:pRg st="15" end="15"/>
                                            </p:txEl>
                                          </p:spTgt>
                                        </p:tgtEl>
                                      </p:cBhvr>
                                    </p:animEffect>
                                    <p:anim calcmode="lin" valueType="num">
                                      <p:cBhvr>
                                        <p:cTn id="85"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15" end="15"/>
                                            </p:txEl>
                                          </p:spTgt>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4">
                                            <p:txEl>
                                              <p:pRg st="16" end="16"/>
                                            </p:txEl>
                                          </p:spTgt>
                                        </p:tgtEl>
                                        <p:attrNameLst>
                                          <p:attrName>style.visibility</p:attrName>
                                        </p:attrNameLst>
                                      </p:cBhvr>
                                      <p:to>
                                        <p:strVal val="visible"/>
                                      </p:to>
                                    </p:set>
                                    <p:animEffect transition="in" filter="fade">
                                      <p:cBhvr>
                                        <p:cTn id="89" dur="1000"/>
                                        <p:tgtEl>
                                          <p:spTgt spid="4">
                                            <p:txEl>
                                              <p:pRg st="16" end="16"/>
                                            </p:txEl>
                                          </p:spTgt>
                                        </p:tgtEl>
                                      </p:cBhvr>
                                    </p:animEffect>
                                    <p:anim calcmode="lin" valueType="num">
                                      <p:cBhvr>
                                        <p:cTn id="90"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91" dur="1000" fill="hold"/>
                                        <p:tgtEl>
                                          <p:spTgt spid="4">
                                            <p:txEl>
                                              <p:pRg st="16" end="16"/>
                                            </p:tx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4">
                                            <p:txEl>
                                              <p:pRg st="17" end="17"/>
                                            </p:txEl>
                                          </p:spTgt>
                                        </p:tgtEl>
                                        <p:attrNameLst>
                                          <p:attrName>style.visibility</p:attrName>
                                        </p:attrNameLst>
                                      </p:cBhvr>
                                      <p:to>
                                        <p:strVal val="visible"/>
                                      </p:to>
                                    </p:set>
                                    <p:animEffect transition="in" filter="fade">
                                      <p:cBhvr>
                                        <p:cTn id="94" dur="1000"/>
                                        <p:tgtEl>
                                          <p:spTgt spid="4">
                                            <p:txEl>
                                              <p:pRg st="17" end="17"/>
                                            </p:txEl>
                                          </p:spTgt>
                                        </p:tgtEl>
                                      </p:cBhvr>
                                    </p:animEffect>
                                    <p:anim calcmode="lin" valueType="num">
                                      <p:cBhvr>
                                        <p:cTn id="95" dur="1000" fill="hold"/>
                                        <p:tgtEl>
                                          <p:spTgt spid="4">
                                            <p:txEl>
                                              <p:pRg st="17" end="17"/>
                                            </p:txEl>
                                          </p:spTgt>
                                        </p:tgtEl>
                                        <p:attrNameLst>
                                          <p:attrName>ppt_x</p:attrName>
                                        </p:attrNameLst>
                                      </p:cBhvr>
                                      <p:tavLst>
                                        <p:tav tm="0">
                                          <p:val>
                                            <p:strVal val="#ppt_x"/>
                                          </p:val>
                                        </p:tav>
                                        <p:tav tm="100000">
                                          <p:val>
                                            <p:strVal val="#ppt_x"/>
                                          </p:val>
                                        </p:tav>
                                      </p:tavLst>
                                    </p:anim>
                                    <p:anim calcmode="lin" valueType="num">
                                      <p:cBhvr>
                                        <p:cTn id="96" dur="1000" fill="hold"/>
                                        <p:tgtEl>
                                          <p:spTgt spid="4">
                                            <p:txEl>
                                              <p:pRg st="17" end="17"/>
                                            </p:txEl>
                                          </p:spTgt>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4">
                                            <p:txEl>
                                              <p:pRg st="18" end="18"/>
                                            </p:txEl>
                                          </p:spTgt>
                                        </p:tgtEl>
                                        <p:attrNameLst>
                                          <p:attrName>style.visibility</p:attrName>
                                        </p:attrNameLst>
                                      </p:cBhvr>
                                      <p:to>
                                        <p:strVal val="visible"/>
                                      </p:to>
                                    </p:set>
                                    <p:animEffect transition="in" filter="fade">
                                      <p:cBhvr>
                                        <p:cTn id="99" dur="1000"/>
                                        <p:tgtEl>
                                          <p:spTgt spid="4">
                                            <p:txEl>
                                              <p:pRg st="18" end="18"/>
                                            </p:txEl>
                                          </p:spTgt>
                                        </p:tgtEl>
                                      </p:cBhvr>
                                    </p:animEffect>
                                    <p:anim calcmode="lin" valueType="num">
                                      <p:cBhvr>
                                        <p:cTn id="100" dur="1000" fill="hold"/>
                                        <p:tgtEl>
                                          <p:spTgt spid="4">
                                            <p:txEl>
                                              <p:pRg st="18" end="18"/>
                                            </p:txEl>
                                          </p:spTgt>
                                        </p:tgtEl>
                                        <p:attrNameLst>
                                          <p:attrName>ppt_x</p:attrName>
                                        </p:attrNameLst>
                                      </p:cBhvr>
                                      <p:tavLst>
                                        <p:tav tm="0">
                                          <p:val>
                                            <p:strVal val="#ppt_x"/>
                                          </p:val>
                                        </p:tav>
                                        <p:tav tm="100000">
                                          <p:val>
                                            <p:strVal val="#ppt_x"/>
                                          </p:val>
                                        </p:tav>
                                      </p:tavLst>
                                    </p:anim>
                                    <p:anim calcmode="lin" valueType="num">
                                      <p:cBhvr>
                                        <p:cTn id="101" dur="1000" fill="hold"/>
                                        <p:tgtEl>
                                          <p:spTgt spid="4">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97612AA-73E0-CF48-F1CD-047C1A47F11E}"/>
              </a:ext>
            </a:extLst>
          </p:cNvPr>
          <p:cNvSpPr>
            <a:spLocks noGrp="1"/>
          </p:cNvSpPr>
          <p:nvPr>
            <p:ph type="sldNum" sz="quarter" idx="12"/>
          </p:nvPr>
        </p:nvSpPr>
        <p:spPr/>
        <p:txBody>
          <a:bodyPr/>
          <a:lstStyle/>
          <a:p>
            <a:fld id="{D7C0FE0B-717B-41AE-9FA2-CA4BF851D1C3}" type="slidenum">
              <a:rPr lang="zh-CN" altLang="en-US" smtClean="0"/>
              <a:t>46</a:t>
            </a:fld>
            <a:endParaRPr lang="zh-CN" altLang="en-US"/>
          </a:p>
        </p:txBody>
      </p:sp>
      <p:sp>
        <p:nvSpPr>
          <p:cNvPr id="4" name="文本框 3">
            <a:extLst>
              <a:ext uri="{FF2B5EF4-FFF2-40B4-BE49-F238E27FC236}">
                <a16:creationId xmlns:a16="http://schemas.microsoft.com/office/drawing/2014/main" id="{A84CF652-2092-4366-B708-B3DFF289C98A}"/>
              </a:ext>
            </a:extLst>
          </p:cNvPr>
          <p:cNvSpPr txBox="1"/>
          <p:nvPr/>
        </p:nvSpPr>
        <p:spPr>
          <a:xfrm>
            <a:off x="454430" y="952767"/>
            <a:ext cx="10712334" cy="5786199"/>
          </a:xfrm>
          <a:prstGeom prst="rect">
            <a:avLst/>
          </a:prstGeom>
          <a:noFill/>
        </p:spPr>
        <p:txBody>
          <a:bodyPr wrap="square">
            <a:spAutoFit/>
          </a:bodyPr>
          <a:lstStyle/>
          <a:p>
            <a:pPr indent="266700" algn="just">
              <a:lnSpc>
                <a:spcPct val="120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为高效实现并查集的</a:t>
            </a:r>
            <a:r>
              <a:rPr lang="zh-CN" altLang="zh-CN" kern="100" dirty="0">
                <a:solidFill>
                  <a:srgbClr val="041AB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查找</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kern="100" dirty="0">
                <a:solidFill>
                  <a:srgbClr val="041AB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合并</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这两种操作，可采用树和森林的双亲表示法作为存储结构，并且用存储单元下标来指代集合成员，避免频繁用</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的时间代价查找成员（在后续章节中，也沿用以下标指代元素的这种方式，比如图的顶点用序号或下标来指代）。由于子集的个数是动态变化的，非必要的话，可省略对并查集森林中各子集树根位置的管理。需要时，调用查找函数可快捷确定任一个体成员所属子集的根，或者通过遍历获得所有子集树的根。</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spcBef>
                <a:spcPts val="600"/>
              </a:spcBef>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ADT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采用树的</a:t>
            </a:r>
            <a:r>
              <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双亲表</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存储表示</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spcAft>
                <a:spcPts val="600"/>
              </a:spcAf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PTree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并查集的初始化如</a:t>
            </a:r>
            <a:r>
              <a:rPr lang="zh-CN"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6.19</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表述。</a:t>
            </a:r>
            <a:endPar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buNone/>
            </a:pP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InitUFSet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ds[],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rgbClr val="C00000"/>
                </a:solidFill>
                <a:latin typeface="Times New Roman" panose="02020603050405020304" pitchFamily="18" charset="0"/>
                <a:cs typeface="Times New Roman" panose="02020603050405020304" pitchFamily="18" charset="0"/>
              </a:rPr>
              <a:t>算法</a:t>
            </a:r>
            <a:r>
              <a:rPr lang="en-US" altLang="zh-CN" b="1" kern="100" dirty="0">
                <a:solidFill>
                  <a:srgbClr val="C00000"/>
                </a:solidFill>
                <a:latin typeface="Times New Roman" panose="02020603050405020304" pitchFamily="18" charset="0"/>
                <a:cs typeface="Times New Roman" panose="02020603050405020304" pitchFamily="18" charset="0"/>
              </a:rPr>
              <a:t>6.19</a:t>
            </a:r>
            <a:r>
              <a:rPr lang="zh-CN" altLang="en-US" kern="100" dirty="0">
                <a:solidFill>
                  <a:schemeClr val="accent6">
                    <a:lumMod val="75000"/>
                  </a:schemeClr>
                </a:solidFill>
                <a:latin typeface="Times New Roman" panose="02020603050405020304" pitchFamily="18" charset="0"/>
                <a:cs typeface="Times New Roman" panose="02020603050405020304" pitchFamily="18" charset="0"/>
              </a:rPr>
              <a:t>，</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初始化并查集</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S</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分配结构记录</a:t>
            </a: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PTNode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calloc</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n+1</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PTNode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(OVERFLOW);</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=1;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&lt;=n;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].data = ds[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-1];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保存成员值</a:t>
            </a: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 -1;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每个成员自成一棵子集树，根的双亲为</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indent="27051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 = 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返回构造的初始并查集</a:t>
            </a:r>
          </a:p>
          <a:p>
            <a:pPr indent="27114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p>
          <a:p>
            <a:pPr indent="271145" algn="just"/>
            <a:r>
              <a:rPr lang="zh-CN" altLang="zh-CN" kern="100" dirty="0">
                <a:latin typeface="Times New Roman" panose="02020603050405020304" pitchFamily="18" charset="0"/>
                <a:cs typeface="Times New Roman" panose="02020603050405020304" pitchFamily="18" charset="0"/>
              </a:rPr>
              <a:t>含</a:t>
            </a:r>
            <a:r>
              <a:rPr lang="en-US" altLang="zh-CN" kern="100" dirty="0">
                <a:latin typeface="Times New Roman" panose="02020603050405020304" pitchFamily="18" charset="0"/>
                <a:cs typeface="Times New Roman" panose="02020603050405020304" pitchFamily="18" charset="0"/>
              </a:rPr>
              <a:t>n</a:t>
            </a:r>
            <a:r>
              <a:rPr lang="zh-CN" altLang="zh-CN" kern="100" dirty="0">
                <a:latin typeface="Times New Roman" panose="02020603050405020304" pitchFamily="18" charset="0"/>
                <a:cs typeface="Times New Roman" panose="02020603050405020304" pitchFamily="18" charset="0"/>
              </a:rPr>
              <a:t>个元素的并查集</a:t>
            </a:r>
            <a:r>
              <a:rPr lang="en-US" altLang="zh-CN" kern="100" dirty="0">
                <a:latin typeface="Times New Roman" panose="02020603050405020304" pitchFamily="18" charset="0"/>
                <a:cs typeface="Times New Roman" panose="02020603050405020304" pitchFamily="18" charset="0"/>
              </a:rPr>
              <a:t>{1,2,3,</a:t>
            </a:r>
            <a:r>
              <a:rPr lang="en-US" altLang="zh-CN" kern="100" dirty="0">
                <a:latin typeface="+mn-ea"/>
                <a:cs typeface="Courier New" panose="02070309020205020404" pitchFamily="49" charset="0"/>
              </a:rPr>
              <a:t>…</a:t>
            </a:r>
            <a:r>
              <a:rPr lang="en-US" altLang="zh-CN" kern="100" dirty="0">
                <a:latin typeface="Times New Roman" panose="02020603050405020304" pitchFamily="18" charset="0"/>
                <a:cs typeface="Times New Roman" panose="02020603050405020304" pitchFamily="18" charset="0"/>
              </a:rPr>
              <a:t>,n}</a:t>
            </a:r>
            <a:r>
              <a:rPr lang="zh-CN" altLang="zh-CN" kern="100" dirty="0">
                <a:latin typeface="Times New Roman" panose="02020603050405020304" pitchFamily="18" charset="0"/>
                <a:cs typeface="Times New Roman" panose="02020603050405020304" pitchFamily="18" charset="0"/>
              </a:rPr>
              <a:t>的初始状态如</a:t>
            </a:r>
            <a:r>
              <a:rPr lang="zh-CN" altLang="zh-CN" kern="100" dirty="0">
                <a:solidFill>
                  <a:srgbClr val="000000"/>
                </a:solidFill>
                <a:latin typeface="Times New Roman" panose="02020603050405020304" pitchFamily="18" charset="0"/>
                <a:cs typeface="Times New Roman" panose="02020603050405020304" pitchFamily="18" charset="0"/>
              </a:rPr>
              <a:t>图</a:t>
            </a:r>
            <a:r>
              <a:rPr lang="en-US" altLang="zh-CN" kern="100" dirty="0">
                <a:solidFill>
                  <a:srgbClr val="000000"/>
                </a:solidFill>
                <a:latin typeface="Times New Roman" panose="02020603050405020304" pitchFamily="18" charset="0"/>
                <a:cs typeface="Times New Roman" panose="02020603050405020304" pitchFamily="18" charset="0"/>
              </a:rPr>
              <a:t>6.28(a)</a:t>
            </a:r>
            <a:r>
              <a:rPr lang="zh-CN" altLang="zh-CN" kern="100" dirty="0">
                <a:solidFill>
                  <a:srgbClr val="000000"/>
                </a:solidFill>
                <a:latin typeface="Times New Roman" panose="02020603050405020304" pitchFamily="18" charset="0"/>
                <a:cs typeface="Times New Roman" panose="02020603050405020304" pitchFamily="18" charset="0"/>
              </a:rPr>
              <a:t>所示。</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5">
            <a:extLst>
              <a:ext uri="{FF2B5EF4-FFF2-40B4-BE49-F238E27FC236}">
                <a16:creationId xmlns:a16="http://schemas.microsoft.com/office/drawing/2014/main" id="{34A183CE-B78B-02DA-2251-42BD3F8D5911}"/>
              </a:ext>
            </a:extLst>
          </p:cNvPr>
          <p:cNvSpPr txBox="1"/>
          <p:nvPr/>
        </p:nvSpPr>
        <p:spPr>
          <a:xfrm>
            <a:off x="1044632" y="308539"/>
            <a:ext cx="5051368"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6.7.2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并查集的定义和实现</a:t>
            </a:r>
            <a:r>
              <a:rPr lang="zh-CN" altLang="en-US"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grpSp>
        <p:nvGrpSpPr>
          <p:cNvPr id="53" name="组合 52">
            <a:extLst>
              <a:ext uri="{FF2B5EF4-FFF2-40B4-BE49-F238E27FC236}">
                <a16:creationId xmlns:a16="http://schemas.microsoft.com/office/drawing/2014/main" id="{CC42FCFC-D519-4A41-613C-82CCE242980E}"/>
              </a:ext>
            </a:extLst>
          </p:cNvPr>
          <p:cNvGrpSpPr/>
          <p:nvPr/>
        </p:nvGrpSpPr>
        <p:grpSpPr>
          <a:xfrm>
            <a:off x="6547671" y="1037145"/>
            <a:ext cx="5082434" cy="1816445"/>
            <a:chOff x="6717229" y="2956779"/>
            <a:chExt cx="5082434" cy="1816445"/>
          </a:xfrm>
        </p:grpSpPr>
        <p:sp>
          <p:nvSpPr>
            <p:cNvPr id="29" name="矩形 28">
              <a:extLst>
                <a:ext uri="{FF2B5EF4-FFF2-40B4-BE49-F238E27FC236}">
                  <a16:creationId xmlns:a16="http://schemas.microsoft.com/office/drawing/2014/main" id="{181A6DCC-3A5A-4761-7240-9F3E7F77889A}"/>
                </a:ext>
              </a:extLst>
            </p:cNvPr>
            <p:cNvSpPr/>
            <p:nvPr/>
          </p:nvSpPr>
          <p:spPr>
            <a:xfrm>
              <a:off x="6717229" y="2956779"/>
              <a:ext cx="5082434" cy="1816445"/>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id="{FAD5D3CE-9829-AEE4-8D40-E9320A01F1FC}"/>
                </a:ext>
              </a:extLst>
            </p:cNvPr>
            <p:cNvGrpSpPr/>
            <p:nvPr/>
          </p:nvGrpSpPr>
          <p:grpSpPr>
            <a:xfrm>
              <a:off x="6778211" y="3098400"/>
              <a:ext cx="4838576" cy="1595663"/>
              <a:chOff x="565444" y="364037"/>
              <a:chExt cx="4562941" cy="1647678"/>
            </a:xfrm>
          </p:grpSpPr>
          <p:sp>
            <p:nvSpPr>
              <p:cNvPr id="31" name="文本框 30">
                <a:extLst>
                  <a:ext uri="{FF2B5EF4-FFF2-40B4-BE49-F238E27FC236}">
                    <a16:creationId xmlns:a16="http://schemas.microsoft.com/office/drawing/2014/main" id="{AD7C626B-5BB3-84C0-7677-8A87DBC9ED91}"/>
                  </a:ext>
                </a:extLst>
              </p:cNvPr>
              <p:cNvSpPr txBox="1"/>
              <p:nvPr/>
            </p:nvSpPr>
            <p:spPr>
              <a:xfrm>
                <a:off x="3979680" y="1270436"/>
                <a:ext cx="471315" cy="283910"/>
              </a:xfrm>
              <a:prstGeom prst="rect">
                <a:avLst/>
              </a:prstGeom>
              <a:solidFill>
                <a:srgbClr val="FCF6EA"/>
              </a:solidFill>
              <a:ln w="6350" cap="flat" cmpd="sng" algn="ctr">
                <a:solidFill>
                  <a:sysClr val="window" lastClr="FFFFFF"/>
                </a:solidFill>
                <a:prstDash val="solid"/>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 ·</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2" name="文本框 31">
                <a:extLst>
                  <a:ext uri="{FF2B5EF4-FFF2-40B4-BE49-F238E27FC236}">
                    <a16:creationId xmlns:a16="http://schemas.microsoft.com/office/drawing/2014/main" id="{F4BBE549-4C2E-9AEB-287D-557BCC7A55D0}"/>
                  </a:ext>
                </a:extLst>
              </p:cNvPr>
              <p:cNvSpPr txBox="1"/>
              <p:nvPr/>
            </p:nvSpPr>
            <p:spPr>
              <a:xfrm>
                <a:off x="2630036" y="1720721"/>
                <a:ext cx="1106772" cy="290994"/>
              </a:xfrm>
              <a:prstGeom prst="rect">
                <a:avLst/>
              </a:prstGeom>
              <a:solidFill>
                <a:srgbClr val="FCF6EA"/>
              </a:solidFill>
              <a:ln w="6350" cap="flat" cmpd="sng" algn="ctr">
                <a:solidFill>
                  <a:sysClr val="window" lastClr="FFFFFF"/>
                </a:solidFill>
                <a:prstDash val="solid"/>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图</a:t>
                </a:r>
                <a:r>
                  <a:rPr kumimoji="0" lang="en-US" altLang="zh-CN" sz="16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6.28 (a)</a:t>
                </a:r>
                <a:endParaRPr kumimoji="0" lang="zh-CN" altLang="en-US" sz="16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sp>
            <p:nvSpPr>
              <p:cNvPr id="33" name="文本框 32">
                <a:extLst>
                  <a:ext uri="{FF2B5EF4-FFF2-40B4-BE49-F238E27FC236}">
                    <a16:creationId xmlns:a16="http://schemas.microsoft.com/office/drawing/2014/main" id="{BBDA8D66-BEE0-DA8A-6BEF-BADA32B788EA}"/>
                  </a:ext>
                </a:extLst>
              </p:cNvPr>
              <p:cNvSpPr txBox="1"/>
              <p:nvPr/>
            </p:nvSpPr>
            <p:spPr>
              <a:xfrm>
                <a:off x="2119315" y="364037"/>
                <a:ext cx="3009070" cy="255175"/>
              </a:xfrm>
              <a:prstGeom prst="rect">
                <a:avLst/>
              </a:prstGeom>
              <a:solidFill>
                <a:srgbClr val="FCF6EA"/>
              </a:solidFill>
              <a:ln w="6350" cap="flat" cmpd="sng" algn="ctr">
                <a:solidFill>
                  <a:sysClr val="window" lastClr="FFFFFF"/>
                </a:solidFill>
                <a:prstDash val="solid"/>
                <a:miter lim="800000"/>
              </a:ln>
              <a:effectLst/>
            </p:spPr>
            <p:txBody>
              <a:bodyPr wrap="square" rtlCol="0" anchor="ctr">
                <a:spAutoFit/>
              </a:bodyPr>
              <a:lstStyle/>
              <a:p>
                <a:pPr marL="0" marR="0" lvl="0" indent="0" defTabSz="914400" eaLnBrk="1" fontAlgn="auto" latinLnBrk="0" hangingPunct="1">
                  <a:lnSpc>
                    <a:spcPts val="1200"/>
                  </a:lnSpc>
                  <a:spcBef>
                    <a:spcPts val="0"/>
                  </a:spcBef>
                  <a:spcAft>
                    <a:spcPts val="0"/>
                  </a:spcAft>
                  <a:buClrTx/>
                  <a:buSzTx/>
                  <a:buFontTx/>
                  <a:buNone/>
                  <a:tabLst/>
                  <a:defRPr/>
                </a:pPr>
                <a:r>
                  <a:rPr kumimoji="0" lang="en-US" altLang="zh-CN" sz="115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0         1         2         3              · · ·                 n</a:t>
                </a:r>
                <a:endParaRPr kumimoji="0" lang="zh-CN" altLang="en-US" sz="115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4" name="文本框 33">
                <a:extLst>
                  <a:ext uri="{FF2B5EF4-FFF2-40B4-BE49-F238E27FC236}">
                    <a16:creationId xmlns:a16="http://schemas.microsoft.com/office/drawing/2014/main" id="{A67DA33D-283D-7C9C-EDF0-4169462A2F7B}"/>
                  </a:ext>
                </a:extLst>
              </p:cNvPr>
              <p:cNvSpPr txBox="1"/>
              <p:nvPr/>
            </p:nvSpPr>
            <p:spPr>
              <a:xfrm>
                <a:off x="565444" y="595462"/>
                <a:ext cx="1498589" cy="283910"/>
              </a:xfrm>
              <a:prstGeom prst="rect">
                <a:avLst/>
              </a:prstGeom>
              <a:solidFill>
                <a:srgbClr val="FCF6EA"/>
              </a:solidFill>
              <a:ln w="6350" cap="flat" cmpd="sng" algn="ctr">
                <a:solidFill>
                  <a:sysClr val="window" lastClr="FFFFFF"/>
                </a:solidFill>
                <a:prstDash val="dash"/>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400" b="1" i="0" u="none" strike="noStrike" kern="0" cap="none" spc="0" normalizeH="0" baseline="0" noProof="0" dirty="0" err="1">
                    <a:ln>
                      <a:noFill/>
                    </a:ln>
                    <a:solidFill>
                      <a:prstClr val="black"/>
                    </a:solidFill>
                    <a:effectLst/>
                    <a:uLnTx/>
                    <a:uFillTx/>
                    <a:latin typeface="等线" panose="020F0502020204030204"/>
                    <a:ea typeface="等线" panose="02010600030101010101" pitchFamily="2" charset="-122"/>
                    <a:cs typeface="+mn-cs"/>
                  </a:rPr>
                  <a:t>S.nodes</a:t>
                </a: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].parent</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5" name="文本框 34">
                <a:extLst>
                  <a:ext uri="{FF2B5EF4-FFF2-40B4-BE49-F238E27FC236}">
                    <a16:creationId xmlns:a16="http://schemas.microsoft.com/office/drawing/2014/main" id="{D7F7D1A5-D30B-7C4D-7553-20D860706592}"/>
                  </a:ext>
                </a:extLst>
              </p:cNvPr>
              <p:cNvSpPr txBox="1"/>
              <p:nvPr/>
            </p:nvSpPr>
            <p:spPr>
              <a:xfrm>
                <a:off x="2444042" y="597757"/>
                <a:ext cx="428866" cy="28391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6" name="文本框 35">
                <a:extLst>
                  <a:ext uri="{FF2B5EF4-FFF2-40B4-BE49-F238E27FC236}">
                    <a16:creationId xmlns:a16="http://schemas.microsoft.com/office/drawing/2014/main" id="{0DA559F8-0DBD-4396-F74C-26381A224371}"/>
                  </a:ext>
                </a:extLst>
              </p:cNvPr>
              <p:cNvSpPr txBox="1"/>
              <p:nvPr/>
            </p:nvSpPr>
            <p:spPr>
              <a:xfrm>
                <a:off x="2015827" y="597757"/>
                <a:ext cx="428866" cy="283910"/>
              </a:xfrm>
              <a:prstGeom prst="rect">
                <a:avLst/>
              </a:prstGeom>
              <a:solidFill>
                <a:srgbClr val="FFC000">
                  <a:lumMod val="20000"/>
                  <a:lumOff val="80000"/>
                </a:srgbClr>
              </a:solidFill>
              <a:ln w="6350" cap="flat" cmpd="sng" algn="ctr">
                <a:solidFill>
                  <a:sysClr val="windowText" lastClr="000000"/>
                </a:solidFill>
                <a:prstDash val="dash"/>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7" name="文本框 36">
                <a:extLst>
                  <a:ext uri="{FF2B5EF4-FFF2-40B4-BE49-F238E27FC236}">
                    <a16:creationId xmlns:a16="http://schemas.microsoft.com/office/drawing/2014/main" id="{C8725BB5-80DF-A2D1-60CE-ADC5834C16D5}"/>
                  </a:ext>
                </a:extLst>
              </p:cNvPr>
              <p:cNvSpPr txBox="1"/>
              <p:nvPr/>
            </p:nvSpPr>
            <p:spPr>
              <a:xfrm>
                <a:off x="2876265" y="598707"/>
                <a:ext cx="428866" cy="28391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8" name="文本框 37">
                <a:extLst>
                  <a:ext uri="{FF2B5EF4-FFF2-40B4-BE49-F238E27FC236}">
                    <a16:creationId xmlns:a16="http://schemas.microsoft.com/office/drawing/2014/main" id="{D8098D6F-166E-D63A-68BB-03D78C351BBA}"/>
                  </a:ext>
                </a:extLst>
              </p:cNvPr>
              <p:cNvSpPr txBox="1"/>
              <p:nvPr/>
            </p:nvSpPr>
            <p:spPr>
              <a:xfrm>
                <a:off x="3308386" y="596801"/>
                <a:ext cx="428866" cy="28391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9" name="文本框 38">
                <a:extLst>
                  <a:ext uri="{FF2B5EF4-FFF2-40B4-BE49-F238E27FC236}">
                    <a16:creationId xmlns:a16="http://schemas.microsoft.com/office/drawing/2014/main" id="{F022CDF9-4F0B-4E31-AD66-41D2254E0378}"/>
                  </a:ext>
                </a:extLst>
              </p:cNvPr>
              <p:cNvSpPr txBox="1"/>
              <p:nvPr/>
            </p:nvSpPr>
            <p:spPr>
              <a:xfrm>
                <a:off x="4699519" y="595461"/>
                <a:ext cx="428866" cy="28391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nvGrpSpPr>
              <p:cNvPr id="40" name="组合 39">
                <a:extLst>
                  <a:ext uri="{FF2B5EF4-FFF2-40B4-BE49-F238E27FC236}">
                    <a16:creationId xmlns:a16="http://schemas.microsoft.com/office/drawing/2014/main" id="{A691B9BE-85B4-8DE3-AF7C-451CA3E4E421}"/>
                  </a:ext>
                </a:extLst>
              </p:cNvPr>
              <p:cNvGrpSpPr/>
              <p:nvPr/>
            </p:nvGrpSpPr>
            <p:grpSpPr>
              <a:xfrm>
                <a:off x="2472373" y="1010131"/>
                <a:ext cx="400741" cy="534682"/>
                <a:chOff x="2469041" y="1010131"/>
                <a:chExt cx="400741" cy="534682"/>
              </a:xfrm>
            </p:grpSpPr>
            <p:sp>
              <p:nvSpPr>
                <p:cNvPr id="51" name="文本框 50">
                  <a:extLst>
                    <a:ext uri="{FF2B5EF4-FFF2-40B4-BE49-F238E27FC236}">
                      <a16:creationId xmlns:a16="http://schemas.microsoft.com/office/drawing/2014/main" id="{EC427263-43D8-974A-1F03-5DA48BFA92D6}"/>
                    </a:ext>
                  </a:extLst>
                </p:cNvPr>
                <p:cNvSpPr txBox="1"/>
                <p:nvPr/>
              </p:nvSpPr>
              <p:spPr>
                <a:xfrm>
                  <a:off x="2469041" y="1010131"/>
                  <a:ext cx="400741" cy="290994"/>
                </a:xfrm>
                <a:prstGeom prst="rect">
                  <a:avLst/>
                </a:prstGeom>
                <a:solidFill>
                  <a:srgbClr val="FCF6EA"/>
                </a:solidFill>
                <a:ln w="6350" cap="flat" cmpd="sng" algn="ctr">
                  <a:solidFill>
                    <a:sysClr val="window" lastClr="FFFFFF"/>
                  </a:solidFill>
                  <a:prstDash val="dash"/>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600" b="1" i="1"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s</a:t>
                  </a:r>
                  <a:r>
                    <a:rPr kumimoji="0" lang="en-US" altLang="zh-CN" sz="1600" b="1" i="0" u="none" strike="noStrike" kern="0" cap="none" spc="0" normalizeH="0" baseline="-2500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1</a:t>
                  </a:r>
                  <a:endParaRPr kumimoji="0" lang="zh-CN" altLang="en-US" sz="1600" b="1" i="0" u="none" strike="noStrike" kern="0" cap="none" spc="0" normalizeH="0" baseline="-2500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sp>
              <p:nvSpPr>
                <p:cNvPr id="52" name="椭圆 51">
                  <a:extLst>
                    <a:ext uri="{FF2B5EF4-FFF2-40B4-BE49-F238E27FC236}">
                      <a16:creationId xmlns:a16="http://schemas.microsoft.com/office/drawing/2014/main" id="{59B1C7A7-07A9-D21A-CA94-9433F618702D}"/>
                    </a:ext>
                  </a:extLst>
                </p:cNvPr>
                <p:cNvSpPr/>
                <p:nvPr/>
              </p:nvSpPr>
              <p:spPr>
                <a:xfrm>
                  <a:off x="2532475" y="1292813"/>
                  <a:ext cx="252000" cy="252000"/>
                </a:xfrm>
                <a:prstGeom prst="ellipse">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41" name="组合 40">
                <a:extLst>
                  <a:ext uri="{FF2B5EF4-FFF2-40B4-BE49-F238E27FC236}">
                    <a16:creationId xmlns:a16="http://schemas.microsoft.com/office/drawing/2014/main" id="{7DE595FC-65D6-7CEE-1F2F-BDF2387ED5BF}"/>
                  </a:ext>
                </a:extLst>
              </p:cNvPr>
              <p:cNvGrpSpPr/>
              <p:nvPr/>
            </p:nvGrpSpPr>
            <p:grpSpPr>
              <a:xfrm>
                <a:off x="2904390" y="1010131"/>
                <a:ext cx="400741" cy="534682"/>
                <a:chOff x="2469041" y="1010131"/>
                <a:chExt cx="400741" cy="534682"/>
              </a:xfrm>
            </p:grpSpPr>
            <p:sp>
              <p:nvSpPr>
                <p:cNvPr id="49" name="文本框 48">
                  <a:extLst>
                    <a:ext uri="{FF2B5EF4-FFF2-40B4-BE49-F238E27FC236}">
                      <a16:creationId xmlns:a16="http://schemas.microsoft.com/office/drawing/2014/main" id="{ABD86098-C957-17CF-6128-DBA1EB175044}"/>
                    </a:ext>
                  </a:extLst>
                </p:cNvPr>
                <p:cNvSpPr txBox="1"/>
                <p:nvPr/>
              </p:nvSpPr>
              <p:spPr>
                <a:xfrm>
                  <a:off x="2469041" y="1010131"/>
                  <a:ext cx="400741" cy="290994"/>
                </a:xfrm>
                <a:prstGeom prst="rect">
                  <a:avLst/>
                </a:prstGeom>
                <a:solidFill>
                  <a:srgbClr val="FCF6EA"/>
                </a:solidFill>
                <a:ln w="6350" cap="flat" cmpd="sng" algn="ctr">
                  <a:solidFill>
                    <a:sysClr val="window" lastClr="FFFFFF"/>
                  </a:solidFill>
                  <a:prstDash val="dash"/>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600" b="1" i="1"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s</a:t>
                  </a:r>
                  <a:r>
                    <a:rPr kumimoji="0" lang="en-US" altLang="zh-CN" sz="1600" b="1" i="0" u="none" strike="noStrike" kern="0" cap="none" spc="0" normalizeH="0" baseline="-2500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2</a:t>
                  </a:r>
                  <a:endParaRPr kumimoji="0" lang="zh-CN" altLang="en-US" sz="1600" b="1" i="0" u="none" strike="noStrike" kern="0" cap="none" spc="0" normalizeH="0" baseline="-2500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sp>
              <p:nvSpPr>
                <p:cNvPr id="50" name="椭圆 49">
                  <a:extLst>
                    <a:ext uri="{FF2B5EF4-FFF2-40B4-BE49-F238E27FC236}">
                      <a16:creationId xmlns:a16="http://schemas.microsoft.com/office/drawing/2014/main" id="{1A604A35-1531-A32C-D3DA-B7502571A32D}"/>
                    </a:ext>
                  </a:extLst>
                </p:cNvPr>
                <p:cNvSpPr/>
                <p:nvPr/>
              </p:nvSpPr>
              <p:spPr>
                <a:xfrm>
                  <a:off x="2532475" y="1292813"/>
                  <a:ext cx="252000" cy="252000"/>
                </a:xfrm>
                <a:prstGeom prst="ellipse">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2</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grpSp>
          <p:grpSp>
            <p:nvGrpSpPr>
              <p:cNvPr id="42" name="组合 41">
                <a:extLst>
                  <a:ext uri="{FF2B5EF4-FFF2-40B4-BE49-F238E27FC236}">
                    <a16:creationId xmlns:a16="http://schemas.microsoft.com/office/drawing/2014/main" id="{F430C5A8-A32A-D1A3-44AF-66978AC99320}"/>
                  </a:ext>
                </a:extLst>
              </p:cNvPr>
              <p:cNvGrpSpPr/>
              <p:nvPr/>
            </p:nvGrpSpPr>
            <p:grpSpPr>
              <a:xfrm>
                <a:off x="3336066" y="1010131"/>
                <a:ext cx="400741" cy="534682"/>
                <a:chOff x="2469041" y="1010131"/>
                <a:chExt cx="400741" cy="534682"/>
              </a:xfrm>
            </p:grpSpPr>
            <p:sp>
              <p:nvSpPr>
                <p:cNvPr id="47" name="文本框 46">
                  <a:extLst>
                    <a:ext uri="{FF2B5EF4-FFF2-40B4-BE49-F238E27FC236}">
                      <a16:creationId xmlns:a16="http://schemas.microsoft.com/office/drawing/2014/main" id="{B92A09D5-15E4-0EA4-9C34-F48260286D3C}"/>
                    </a:ext>
                  </a:extLst>
                </p:cNvPr>
                <p:cNvSpPr txBox="1"/>
                <p:nvPr/>
              </p:nvSpPr>
              <p:spPr>
                <a:xfrm>
                  <a:off x="2469041" y="1010131"/>
                  <a:ext cx="400741" cy="290994"/>
                </a:xfrm>
                <a:prstGeom prst="rect">
                  <a:avLst/>
                </a:prstGeom>
                <a:solidFill>
                  <a:srgbClr val="FCF6EA"/>
                </a:solidFill>
                <a:ln w="6350" cap="flat" cmpd="sng" algn="ctr">
                  <a:solidFill>
                    <a:sysClr val="window" lastClr="FFFFFF"/>
                  </a:solidFill>
                  <a:prstDash val="dash"/>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600" b="1" i="1"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s</a:t>
                  </a:r>
                  <a:r>
                    <a:rPr kumimoji="0" lang="en-US" altLang="zh-CN" sz="1600" b="1" i="0" u="none" strike="noStrike" kern="0" cap="none" spc="0" normalizeH="0" baseline="-2500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3</a:t>
                  </a:r>
                  <a:endParaRPr kumimoji="0" lang="zh-CN" altLang="en-US" sz="1600" b="1" i="0" u="none" strike="noStrike" kern="0" cap="none" spc="0" normalizeH="0" baseline="-2500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sp>
              <p:nvSpPr>
                <p:cNvPr id="48" name="椭圆 47">
                  <a:extLst>
                    <a:ext uri="{FF2B5EF4-FFF2-40B4-BE49-F238E27FC236}">
                      <a16:creationId xmlns:a16="http://schemas.microsoft.com/office/drawing/2014/main" id="{53FE609B-2F18-09FE-E81C-B0CBE13D53FD}"/>
                    </a:ext>
                  </a:extLst>
                </p:cNvPr>
                <p:cNvSpPr/>
                <p:nvPr/>
              </p:nvSpPr>
              <p:spPr>
                <a:xfrm>
                  <a:off x="2532475" y="1292813"/>
                  <a:ext cx="252000" cy="252000"/>
                </a:xfrm>
                <a:prstGeom prst="ellipse">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3</a:t>
                  </a: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grpSp>
          <p:grpSp>
            <p:nvGrpSpPr>
              <p:cNvPr id="43" name="组合 42">
                <a:extLst>
                  <a:ext uri="{FF2B5EF4-FFF2-40B4-BE49-F238E27FC236}">
                    <a16:creationId xmlns:a16="http://schemas.microsoft.com/office/drawing/2014/main" id="{1C51A6EF-78F3-31B3-7112-C10320C83696}"/>
                  </a:ext>
                </a:extLst>
              </p:cNvPr>
              <p:cNvGrpSpPr/>
              <p:nvPr/>
            </p:nvGrpSpPr>
            <p:grpSpPr>
              <a:xfrm>
                <a:off x="4695826" y="1010131"/>
                <a:ext cx="400741" cy="534682"/>
                <a:chOff x="2469041" y="1010131"/>
                <a:chExt cx="400741" cy="534682"/>
              </a:xfrm>
            </p:grpSpPr>
            <p:sp>
              <p:nvSpPr>
                <p:cNvPr id="45" name="文本框 44">
                  <a:extLst>
                    <a:ext uri="{FF2B5EF4-FFF2-40B4-BE49-F238E27FC236}">
                      <a16:creationId xmlns:a16="http://schemas.microsoft.com/office/drawing/2014/main" id="{3716205B-FB54-11FA-A07A-B9A6A9BF64BC}"/>
                    </a:ext>
                  </a:extLst>
                </p:cNvPr>
                <p:cNvSpPr txBox="1"/>
                <p:nvPr/>
              </p:nvSpPr>
              <p:spPr>
                <a:xfrm>
                  <a:off x="2469041" y="1010131"/>
                  <a:ext cx="400741" cy="290994"/>
                </a:xfrm>
                <a:prstGeom prst="rect">
                  <a:avLst/>
                </a:prstGeom>
                <a:solidFill>
                  <a:srgbClr val="FCF6EA"/>
                </a:solidFill>
                <a:ln w="6350" cap="flat" cmpd="sng" algn="ctr">
                  <a:solidFill>
                    <a:sysClr val="window" lastClr="FFFFFF"/>
                  </a:solidFill>
                  <a:prstDash val="dash"/>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r>
                    <a:rPr kumimoji="0" lang="en-US" altLang="zh-CN" sz="1600" b="1" i="1" u="none" strike="noStrike" kern="0" cap="none" spc="0" normalizeH="0" baseline="0" noProof="0" dirty="0" err="1">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s</a:t>
                  </a:r>
                  <a:r>
                    <a:rPr kumimoji="0" lang="en-US" altLang="zh-CN" sz="1600" b="1" i="1" u="none" strike="noStrike" kern="0" cap="none" spc="0" normalizeH="0" baseline="-25000" noProof="0" dirty="0" err="1">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n</a:t>
                  </a:r>
                  <a:endParaRPr kumimoji="0" lang="zh-CN" altLang="en-US" sz="1600" b="1" i="0" u="none" strike="noStrike" kern="0" cap="none" spc="0" normalizeH="0" baseline="-2500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sp>
              <p:nvSpPr>
                <p:cNvPr id="46" name="椭圆 45">
                  <a:extLst>
                    <a:ext uri="{FF2B5EF4-FFF2-40B4-BE49-F238E27FC236}">
                      <a16:creationId xmlns:a16="http://schemas.microsoft.com/office/drawing/2014/main" id="{D7F475E4-398A-0276-F8FD-0ED87F02A0D0}"/>
                    </a:ext>
                  </a:extLst>
                </p:cNvPr>
                <p:cNvSpPr/>
                <p:nvPr/>
              </p:nvSpPr>
              <p:spPr>
                <a:xfrm>
                  <a:off x="2532475" y="1292813"/>
                  <a:ext cx="252000" cy="252000"/>
                </a:xfrm>
                <a:prstGeom prst="ellipse">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rPr>
                    <a:t>n</a:t>
                  </a:r>
                  <a:endParaRPr kumimoji="0" lang="zh-CN" altLang="en-US" sz="1400" b="1" i="1"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Times New Roman" panose="02020603050405020304" pitchFamily="18" charset="0"/>
                  </a:endParaRPr>
                </a:p>
              </p:txBody>
            </p:sp>
          </p:grpSp>
          <p:sp>
            <p:nvSpPr>
              <p:cNvPr id="44" name="文本框 43">
                <a:extLst>
                  <a:ext uri="{FF2B5EF4-FFF2-40B4-BE49-F238E27FC236}">
                    <a16:creationId xmlns:a16="http://schemas.microsoft.com/office/drawing/2014/main" id="{E9708ECD-1F93-2139-40A6-67F4C937B7EB}"/>
                  </a:ext>
                </a:extLst>
              </p:cNvPr>
              <p:cNvSpPr txBox="1"/>
              <p:nvPr/>
            </p:nvSpPr>
            <p:spPr>
              <a:xfrm>
                <a:off x="3741364" y="595461"/>
                <a:ext cx="954462" cy="28391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ln>
              <a:effectLst/>
            </p:spPr>
            <p:txBody>
              <a:bodyPr wrap="square" rtlCol="0" anchor="ctr">
                <a:spAutoFit/>
              </a:bodyPr>
              <a:lstStyle/>
              <a:p>
                <a:pPr marL="0" marR="0" lvl="0" indent="0" algn="ctr" defTabSz="914400" eaLnBrk="1" fontAlgn="auto" latinLnBrk="0" hangingPunct="1">
                  <a:lnSpc>
                    <a:spcPts val="14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spTree>
    <p:extLst>
      <p:ext uri="{BB962C8B-B14F-4D97-AF65-F5344CB8AC3E}">
        <p14:creationId xmlns:p14="http://schemas.microsoft.com/office/powerpoint/2010/main" val="158350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fade">
                                      <p:cBhvr>
                                        <p:cTn id="38" dur="1000"/>
                                        <p:tgtEl>
                                          <p:spTgt spid="4">
                                            <p:txEl>
                                              <p:pRg st="5" end="5"/>
                                            </p:txEl>
                                          </p:spTgt>
                                        </p:tgtEl>
                                      </p:cBhvr>
                                    </p:animEffect>
                                    <p:anim calcmode="lin" valueType="num">
                                      <p:cBhvr>
                                        <p:cTn id="3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Effect transition="in" filter="fade">
                                      <p:cBhvr>
                                        <p:cTn id="43" dur="1000"/>
                                        <p:tgtEl>
                                          <p:spTgt spid="4">
                                            <p:txEl>
                                              <p:pRg st="6" end="6"/>
                                            </p:txEl>
                                          </p:spTgt>
                                        </p:tgtEl>
                                      </p:cBhvr>
                                    </p:animEffect>
                                    <p:anim calcmode="lin" valueType="num">
                                      <p:cBhvr>
                                        <p:cTn id="4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animEffect transition="in" filter="fade">
                                      <p:cBhvr>
                                        <p:cTn id="48" dur="1000"/>
                                        <p:tgtEl>
                                          <p:spTgt spid="4">
                                            <p:txEl>
                                              <p:pRg st="7" end="7"/>
                                            </p:txEl>
                                          </p:spTgt>
                                        </p:tgtEl>
                                      </p:cBhvr>
                                    </p:animEffect>
                                    <p:anim calcmode="lin" valueType="num">
                                      <p:cBhvr>
                                        <p:cTn id="4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animEffect transition="in" filter="fade">
                                      <p:cBhvr>
                                        <p:cTn id="53" dur="1000"/>
                                        <p:tgtEl>
                                          <p:spTgt spid="4">
                                            <p:txEl>
                                              <p:pRg st="8" end="8"/>
                                            </p:txEl>
                                          </p:spTgt>
                                        </p:tgtEl>
                                      </p:cBhvr>
                                    </p:animEffect>
                                    <p:anim calcmode="lin" valueType="num">
                                      <p:cBhvr>
                                        <p:cTn id="5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9" end="9"/>
                                            </p:txEl>
                                          </p:spTgt>
                                        </p:tgtEl>
                                        <p:attrNameLst>
                                          <p:attrName>style.visibility</p:attrName>
                                        </p:attrNameLst>
                                      </p:cBhvr>
                                      <p:to>
                                        <p:strVal val="visible"/>
                                      </p:to>
                                    </p:set>
                                    <p:animEffect transition="in" filter="fade">
                                      <p:cBhvr>
                                        <p:cTn id="58" dur="1000"/>
                                        <p:tgtEl>
                                          <p:spTgt spid="4">
                                            <p:txEl>
                                              <p:pRg st="9" end="9"/>
                                            </p:txEl>
                                          </p:spTgt>
                                        </p:tgtEl>
                                      </p:cBhvr>
                                    </p:animEffect>
                                    <p:anim calcmode="lin" valueType="num">
                                      <p:cBhvr>
                                        <p:cTn id="59"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animEffect transition="in" filter="fade">
                                      <p:cBhvr>
                                        <p:cTn id="63" dur="1000"/>
                                        <p:tgtEl>
                                          <p:spTgt spid="4">
                                            <p:txEl>
                                              <p:pRg st="10" end="10"/>
                                            </p:txEl>
                                          </p:spTgt>
                                        </p:tgtEl>
                                      </p:cBhvr>
                                    </p:animEffect>
                                    <p:anim calcmode="lin" valueType="num">
                                      <p:cBhvr>
                                        <p:cTn id="64"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11" end="11"/>
                                            </p:txEl>
                                          </p:spTgt>
                                        </p:tgtEl>
                                        <p:attrNameLst>
                                          <p:attrName>style.visibility</p:attrName>
                                        </p:attrNameLst>
                                      </p:cBhvr>
                                      <p:to>
                                        <p:strVal val="visible"/>
                                      </p:to>
                                    </p:set>
                                    <p:animEffect transition="in" filter="fade">
                                      <p:cBhvr>
                                        <p:cTn id="68" dur="1000"/>
                                        <p:tgtEl>
                                          <p:spTgt spid="4">
                                            <p:txEl>
                                              <p:pRg st="11" end="11"/>
                                            </p:txEl>
                                          </p:spTgt>
                                        </p:tgtEl>
                                      </p:cBhvr>
                                    </p:animEffect>
                                    <p:anim calcmode="lin" valueType="num">
                                      <p:cBhvr>
                                        <p:cTn id="6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Effect transition="in" filter="fade">
                                      <p:cBhvr>
                                        <p:cTn id="73" dur="1000"/>
                                        <p:tgtEl>
                                          <p:spTgt spid="4">
                                            <p:txEl>
                                              <p:pRg st="12" end="12"/>
                                            </p:txEl>
                                          </p:spTgt>
                                        </p:tgtEl>
                                      </p:cBhvr>
                                    </p:animEffect>
                                    <p:anim calcmode="lin" valueType="num">
                                      <p:cBhvr>
                                        <p:cTn id="7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4">
                                            <p:txEl>
                                              <p:pRg st="13" end="13"/>
                                            </p:txEl>
                                          </p:spTgt>
                                        </p:tgtEl>
                                        <p:attrNameLst>
                                          <p:attrName>style.visibility</p:attrName>
                                        </p:attrNameLst>
                                      </p:cBhvr>
                                      <p:to>
                                        <p:strVal val="visible"/>
                                      </p:to>
                                    </p:set>
                                    <p:animEffect transition="in" filter="fade">
                                      <p:cBhvr>
                                        <p:cTn id="78" dur="1000"/>
                                        <p:tgtEl>
                                          <p:spTgt spid="4">
                                            <p:txEl>
                                              <p:pRg st="13" end="13"/>
                                            </p:txEl>
                                          </p:spTgt>
                                        </p:tgtEl>
                                      </p:cBhvr>
                                    </p:animEffect>
                                    <p:anim calcmode="lin" valueType="num">
                                      <p:cBhvr>
                                        <p:cTn id="7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4">
                                            <p:txEl>
                                              <p:pRg st="14" end="14"/>
                                            </p:txEl>
                                          </p:spTgt>
                                        </p:tgtEl>
                                        <p:attrNameLst>
                                          <p:attrName>style.visibility</p:attrName>
                                        </p:attrNameLst>
                                      </p:cBhvr>
                                      <p:to>
                                        <p:strVal val="visible"/>
                                      </p:to>
                                    </p:set>
                                    <p:animEffect transition="in" filter="fade">
                                      <p:cBhvr>
                                        <p:cTn id="85" dur="1000"/>
                                        <p:tgtEl>
                                          <p:spTgt spid="4">
                                            <p:txEl>
                                              <p:pRg st="14" end="14"/>
                                            </p:txEl>
                                          </p:spTgt>
                                        </p:tgtEl>
                                      </p:cBhvr>
                                    </p:animEffect>
                                    <p:anim calcmode="lin" valueType="num">
                                      <p:cBhvr>
                                        <p:cTn id="86"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7"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1000"/>
                                        <p:tgtEl>
                                          <p:spTgt spid="53"/>
                                        </p:tgtEl>
                                      </p:cBhvr>
                                    </p:animEffect>
                                    <p:anim calcmode="lin" valueType="num">
                                      <p:cBhvr>
                                        <p:cTn id="93" dur="1000" fill="hold"/>
                                        <p:tgtEl>
                                          <p:spTgt spid="53"/>
                                        </p:tgtEl>
                                        <p:attrNameLst>
                                          <p:attrName>ppt_x</p:attrName>
                                        </p:attrNameLst>
                                      </p:cBhvr>
                                      <p:tavLst>
                                        <p:tav tm="0">
                                          <p:val>
                                            <p:strVal val="#ppt_x"/>
                                          </p:val>
                                        </p:tav>
                                        <p:tav tm="100000">
                                          <p:val>
                                            <p:strVal val="#ppt_x"/>
                                          </p:val>
                                        </p:tav>
                                      </p:tavLst>
                                    </p:anim>
                                    <p:anim calcmode="lin" valueType="num">
                                      <p:cBhvr>
                                        <p:cTn id="9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A518530-EBD7-2F4E-B186-0B664F3E90BC}"/>
              </a:ext>
            </a:extLst>
          </p:cNvPr>
          <p:cNvSpPr>
            <a:spLocks noGrp="1"/>
          </p:cNvSpPr>
          <p:nvPr>
            <p:ph type="sldNum" sz="quarter" idx="12"/>
          </p:nvPr>
        </p:nvSpPr>
        <p:spPr/>
        <p:txBody>
          <a:bodyPr/>
          <a:lstStyle/>
          <a:p>
            <a:fld id="{D7C0FE0B-717B-41AE-9FA2-CA4BF851D1C3}" type="slidenum">
              <a:rPr lang="zh-CN" altLang="en-US" smtClean="0"/>
              <a:t>47</a:t>
            </a:fld>
            <a:endParaRPr lang="zh-CN" altLang="en-US"/>
          </a:p>
        </p:txBody>
      </p:sp>
      <p:sp>
        <p:nvSpPr>
          <p:cNvPr id="3" name="文本框 5">
            <a:extLst>
              <a:ext uri="{FF2B5EF4-FFF2-40B4-BE49-F238E27FC236}">
                <a16:creationId xmlns:a16="http://schemas.microsoft.com/office/drawing/2014/main" id="{34A183CE-B78B-02DA-2251-42BD3F8D5911}"/>
              </a:ext>
            </a:extLst>
          </p:cNvPr>
          <p:cNvSpPr txBox="1"/>
          <p:nvPr/>
        </p:nvSpPr>
        <p:spPr>
          <a:xfrm>
            <a:off x="1044632" y="288712"/>
            <a:ext cx="5051368"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6.7.2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并查集的定义和实现</a:t>
            </a:r>
            <a:r>
              <a:rPr lang="zh-CN" altLang="en-US"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（续）</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17151BD6-2D40-40E2-D248-A0D97F6087A9}"/>
              </a:ext>
            </a:extLst>
          </p:cNvPr>
          <p:cNvSpPr txBox="1"/>
          <p:nvPr/>
        </p:nvSpPr>
        <p:spPr>
          <a:xfrm>
            <a:off x="487681" y="1197773"/>
            <a:ext cx="10978342" cy="4354334"/>
          </a:xfrm>
          <a:prstGeom prst="rect">
            <a:avLst/>
          </a:prstGeom>
          <a:noFill/>
        </p:spPr>
        <p:txBody>
          <a:bodyPr wrap="square">
            <a:spAutoFit/>
          </a:bodyPr>
          <a:lstStyle/>
          <a:p>
            <a:pPr marL="108000" algn="just">
              <a:lnSpc>
                <a:spcPct val="150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查找函数</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Fine</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和合并操作</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Union</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的</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实现如算法</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6.20</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和算法</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6.21</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spcBef>
                <a:spcPts val="600"/>
              </a:spcBef>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Find(</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算法</a:t>
            </a:r>
            <a:r>
              <a:rPr lang="en-US"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 6.20</a:t>
            </a:r>
            <a:r>
              <a:rPr lang="zh-CN" altLang="en-US" kern="100" dirty="0">
                <a:solidFill>
                  <a:schemeClr val="accent6">
                    <a:lumMod val="75000"/>
                  </a:schemeClr>
                </a:solidFill>
                <a:latin typeface="等线" panose="02010600030101010101" pitchFamily="2" charset="-122"/>
                <a:ea typeface="黑体" panose="02010609060101010101" pitchFamily="49" charset="-122"/>
                <a:cs typeface="Times New Roman" panose="02020603050405020304" pitchFamily="18" charset="0"/>
              </a:rPr>
              <a:t>，</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找并查集</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中</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所在子集的根</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&lt;1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&gt;S-&gt;n)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不属</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中任一子集</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while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&gt; 0)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spcBef>
                <a:spcPts val="600"/>
              </a:spcBef>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Status Union(</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算法</a:t>
            </a:r>
            <a:r>
              <a:rPr lang="en-US"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 6.21</a:t>
            </a:r>
            <a:r>
              <a:rPr lang="zh-CN" altLang="en-US"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合并</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&lt;1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&gt;S-&gt;n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j&lt;1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j&gt;S-&gt;n)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ERROR;</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&gt; 0)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Find(S,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确保</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指示其所在子集的根</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(S-&gt;nodes[j].parent &gt; 0) j = Find(S, j);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确保</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指示其所在子集的根</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 j;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分属不同子集，则</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并入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OK;</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150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6.20</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和算法</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6.21</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的时间复杂度分别为</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是树的深度。</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8295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1000"/>
                                        <p:tgtEl>
                                          <p:spTgt spid="5">
                                            <p:txEl>
                                              <p:pRg st="3" end="3"/>
                                            </p:txEl>
                                          </p:spTgt>
                                        </p:tgtEl>
                                      </p:cBhvr>
                                    </p:animEffect>
                                    <p:anim calcmode="lin" valueType="num">
                                      <p:cBhvr>
                                        <p:cTn id="2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fade">
                                      <p:cBhvr>
                                        <p:cTn id="29" dur="1000"/>
                                        <p:tgtEl>
                                          <p:spTgt spid="5">
                                            <p:txEl>
                                              <p:pRg st="4" end="4"/>
                                            </p:txEl>
                                          </p:spTgt>
                                        </p:tgtEl>
                                      </p:cBhvr>
                                    </p:animEffect>
                                    <p:anim calcmode="lin" valueType="num">
                                      <p:cBhvr>
                                        <p:cTn id="3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Effect transition="in" filter="fade">
                                      <p:cBhvr>
                                        <p:cTn id="34" dur="1000"/>
                                        <p:tgtEl>
                                          <p:spTgt spid="5">
                                            <p:txEl>
                                              <p:pRg st="5" end="5"/>
                                            </p:txEl>
                                          </p:spTgt>
                                        </p:tgtEl>
                                      </p:cBhvr>
                                    </p:animEffect>
                                    <p:anim calcmode="lin" valueType="num">
                                      <p:cBhvr>
                                        <p:cTn id="3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animEffect transition="in" filter="fade">
                                      <p:cBhvr>
                                        <p:cTn id="41" dur="1000"/>
                                        <p:tgtEl>
                                          <p:spTgt spid="5">
                                            <p:txEl>
                                              <p:pRg st="6" end="6"/>
                                            </p:txEl>
                                          </p:spTgt>
                                        </p:tgtEl>
                                      </p:cBhvr>
                                    </p:animEffect>
                                    <p:anim calcmode="lin" valueType="num">
                                      <p:cBhvr>
                                        <p:cTn id="42"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5">
                                            <p:txEl>
                                              <p:pRg st="7" end="7"/>
                                            </p:txEl>
                                          </p:spTgt>
                                        </p:tgtEl>
                                        <p:attrNameLst>
                                          <p:attrName>style.visibility</p:attrName>
                                        </p:attrNameLst>
                                      </p:cBhvr>
                                      <p:to>
                                        <p:strVal val="visible"/>
                                      </p:to>
                                    </p:set>
                                    <p:animEffect transition="in" filter="fade">
                                      <p:cBhvr>
                                        <p:cTn id="46" dur="1000"/>
                                        <p:tgtEl>
                                          <p:spTgt spid="5">
                                            <p:txEl>
                                              <p:pRg st="7" end="7"/>
                                            </p:txEl>
                                          </p:spTgt>
                                        </p:tgtEl>
                                      </p:cBhvr>
                                    </p:animEffect>
                                    <p:anim calcmode="lin" valueType="num">
                                      <p:cBhvr>
                                        <p:cTn id="47"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5">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5">
                                            <p:txEl>
                                              <p:pRg st="8" end="8"/>
                                            </p:txEl>
                                          </p:spTgt>
                                        </p:tgtEl>
                                        <p:attrNameLst>
                                          <p:attrName>style.visibility</p:attrName>
                                        </p:attrNameLst>
                                      </p:cBhvr>
                                      <p:to>
                                        <p:strVal val="visible"/>
                                      </p:to>
                                    </p:set>
                                    <p:animEffect transition="in" filter="fade">
                                      <p:cBhvr>
                                        <p:cTn id="51" dur="1000"/>
                                        <p:tgtEl>
                                          <p:spTgt spid="5">
                                            <p:txEl>
                                              <p:pRg st="8" end="8"/>
                                            </p:txEl>
                                          </p:spTgt>
                                        </p:tgtEl>
                                      </p:cBhvr>
                                    </p:animEffect>
                                    <p:anim calcmode="lin" valueType="num">
                                      <p:cBhvr>
                                        <p:cTn id="52"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5">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5">
                                            <p:txEl>
                                              <p:pRg st="9" end="9"/>
                                            </p:txEl>
                                          </p:spTgt>
                                        </p:tgtEl>
                                        <p:attrNameLst>
                                          <p:attrName>style.visibility</p:attrName>
                                        </p:attrNameLst>
                                      </p:cBhvr>
                                      <p:to>
                                        <p:strVal val="visible"/>
                                      </p:to>
                                    </p:set>
                                    <p:animEffect transition="in" filter="fade">
                                      <p:cBhvr>
                                        <p:cTn id="56" dur="1000"/>
                                        <p:tgtEl>
                                          <p:spTgt spid="5">
                                            <p:txEl>
                                              <p:pRg st="9" end="9"/>
                                            </p:txEl>
                                          </p:spTgt>
                                        </p:tgtEl>
                                      </p:cBhvr>
                                    </p:animEffect>
                                    <p:anim calcmode="lin" valueType="num">
                                      <p:cBhvr>
                                        <p:cTn id="57"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5">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5">
                                            <p:txEl>
                                              <p:pRg st="10" end="10"/>
                                            </p:txEl>
                                          </p:spTgt>
                                        </p:tgtEl>
                                        <p:attrNameLst>
                                          <p:attrName>style.visibility</p:attrName>
                                        </p:attrNameLst>
                                      </p:cBhvr>
                                      <p:to>
                                        <p:strVal val="visible"/>
                                      </p:to>
                                    </p:set>
                                    <p:animEffect transition="in" filter="fade">
                                      <p:cBhvr>
                                        <p:cTn id="61" dur="1000"/>
                                        <p:tgtEl>
                                          <p:spTgt spid="5">
                                            <p:txEl>
                                              <p:pRg st="10" end="10"/>
                                            </p:txEl>
                                          </p:spTgt>
                                        </p:tgtEl>
                                      </p:cBhvr>
                                    </p:animEffect>
                                    <p:anim calcmode="lin" valueType="num">
                                      <p:cBhvr>
                                        <p:cTn id="62"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5">
                                            <p:txEl>
                                              <p:pRg st="11" end="11"/>
                                            </p:txEl>
                                          </p:spTgt>
                                        </p:tgtEl>
                                        <p:attrNameLst>
                                          <p:attrName>style.visibility</p:attrName>
                                        </p:attrNameLst>
                                      </p:cBhvr>
                                      <p:to>
                                        <p:strVal val="visible"/>
                                      </p:to>
                                    </p:set>
                                    <p:animEffect transition="in" filter="fade">
                                      <p:cBhvr>
                                        <p:cTn id="66" dur="1000"/>
                                        <p:tgtEl>
                                          <p:spTgt spid="5">
                                            <p:txEl>
                                              <p:pRg st="11" end="11"/>
                                            </p:txEl>
                                          </p:spTgt>
                                        </p:tgtEl>
                                      </p:cBhvr>
                                    </p:animEffect>
                                    <p:anim calcmode="lin" valueType="num">
                                      <p:cBhvr>
                                        <p:cTn id="67"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5">
                                            <p:txEl>
                                              <p:pRg st="12" end="12"/>
                                            </p:txEl>
                                          </p:spTgt>
                                        </p:tgtEl>
                                        <p:attrNameLst>
                                          <p:attrName>style.visibility</p:attrName>
                                        </p:attrNameLst>
                                      </p:cBhvr>
                                      <p:to>
                                        <p:strVal val="visible"/>
                                      </p:to>
                                    </p:set>
                                    <p:animEffect transition="in" filter="fade">
                                      <p:cBhvr>
                                        <p:cTn id="71" dur="1000"/>
                                        <p:tgtEl>
                                          <p:spTgt spid="5">
                                            <p:txEl>
                                              <p:pRg st="12" end="12"/>
                                            </p:txEl>
                                          </p:spTgt>
                                        </p:tgtEl>
                                      </p:cBhvr>
                                    </p:animEffect>
                                    <p:anim calcmode="lin" valueType="num">
                                      <p:cBhvr>
                                        <p:cTn id="72"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5">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5">
                                            <p:txEl>
                                              <p:pRg st="13" end="13"/>
                                            </p:txEl>
                                          </p:spTgt>
                                        </p:tgtEl>
                                        <p:attrNameLst>
                                          <p:attrName>style.visibility</p:attrName>
                                        </p:attrNameLst>
                                      </p:cBhvr>
                                      <p:to>
                                        <p:strVal val="visible"/>
                                      </p:to>
                                    </p:set>
                                    <p:animEffect transition="in" filter="fade">
                                      <p:cBhvr>
                                        <p:cTn id="78" dur="1000"/>
                                        <p:tgtEl>
                                          <p:spTgt spid="5">
                                            <p:txEl>
                                              <p:pRg st="13" end="13"/>
                                            </p:txEl>
                                          </p:spTgt>
                                        </p:tgtEl>
                                      </p:cBhvr>
                                    </p:animEffect>
                                    <p:anim calcmode="lin" valueType="num">
                                      <p:cBhvr>
                                        <p:cTn id="79" dur="1000" fill="hold"/>
                                        <p:tgtEl>
                                          <p:spTgt spid="5">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5">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165132A0-DFDD-2291-AC09-6D0D82DBBD05}"/>
              </a:ext>
            </a:extLst>
          </p:cNvPr>
          <p:cNvSpPr txBox="1"/>
          <p:nvPr/>
        </p:nvSpPr>
        <p:spPr>
          <a:xfrm>
            <a:off x="293715" y="2794443"/>
            <a:ext cx="11405063" cy="3970318"/>
          </a:xfrm>
          <a:prstGeom prst="rect">
            <a:avLst/>
          </a:prstGeom>
          <a:noFill/>
        </p:spPr>
        <p:txBody>
          <a:bodyPr wrap="square">
            <a:spAutoFit/>
          </a:bodyPr>
          <a:lstStyle/>
          <a:p>
            <a:pPr marL="108000" algn="just">
              <a:spcBef>
                <a:spcPts val="600"/>
              </a:spcBef>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Union_wt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算法</a:t>
            </a:r>
            <a:r>
              <a:rPr lang="en-US" altLang="zh-CN" b="1"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 6.22</a:t>
            </a:r>
            <a:r>
              <a:rPr lang="zh-CN" altLang="en-US" kern="100" dirty="0">
                <a:solidFill>
                  <a:schemeClr val="accent6">
                    <a:lumMod val="75000"/>
                  </a:schemeClr>
                </a:solidFill>
                <a:latin typeface="等线" panose="02010600030101010101" pitchFamily="2" charset="-122"/>
                <a:ea typeface="黑体" panose="02010609060101010101" pitchFamily="49" charset="-122"/>
                <a:cs typeface="Times New Roman" panose="02020603050405020304" pitchFamily="18" charset="0"/>
              </a:rPr>
              <a:t>，</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合并</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:Si</a:t>
            </a:r>
            <a:r>
              <a:rPr lang="zh-CN" altLang="zh-CN" kern="100" dirty="0">
                <a:solidFill>
                  <a:schemeClr val="accent6">
                    <a:lumMod val="75000"/>
                  </a:schemeClr>
                </a:solidFill>
                <a:effectLst/>
                <a:latin typeface="等线" panose="02010600030101010101" pitchFamily="2" charset="-122"/>
                <a:ea typeface="宋体" panose="02010600030101010101" pitchFamily="2" charset="-122"/>
                <a:cs typeface="Times New Roman" panose="02020603050405020304" pitchFamily="18" charset="0"/>
              </a:rPr>
              <a:t>∪</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sj</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&lt;1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&gt;S-&gt;n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j&lt;1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j&gt;S-&gt;n)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ERROR;</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&gt; 0)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Find(S,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确保</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为其属子集的</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(S-&gt;nodes[j].parent &gt; 0) j = Find(S, j);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确保</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为其属子集的根</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分属不同子集，则合并</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&gt; S-&gt;nodes[j].parent)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的成员比</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少</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S-&gt;nodes[j].parent +=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Si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成员数加入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 j;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置</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的根为</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根的父（</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并入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else {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Si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的成员不比</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少</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注意：是对相反数的比较</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 S-&gt;nodes[j].parent;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S-&gt;nodes[j].parent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OK;</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FBA749CD-EE09-7E6D-A255-592B3A5C75FD}"/>
              </a:ext>
            </a:extLst>
          </p:cNvPr>
          <p:cNvSpPr/>
          <p:nvPr/>
        </p:nvSpPr>
        <p:spPr>
          <a:xfrm>
            <a:off x="7843635" y="627043"/>
            <a:ext cx="3770208" cy="5828615"/>
          </a:xfrm>
          <a:prstGeom prst="rect">
            <a:avLst/>
          </a:prstGeom>
          <a:solidFill>
            <a:srgbClr val="E7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CB276517-7380-1A6A-A8CE-F923D64228F4}"/>
              </a:ext>
            </a:extLst>
          </p:cNvPr>
          <p:cNvSpPr>
            <a:spLocks noGrp="1"/>
          </p:cNvSpPr>
          <p:nvPr>
            <p:ph type="sldNum" sz="quarter" idx="12"/>
          </p:nvPr>
        </p:nvSpPr>
        <p:spPr/>
        <p:txBody>
          <a:bodyPr/>
          <a:lstStyle/>
          <a:p>
            <a:fld id="{D7C0FE0B-717B-41AE-9FA2-CA4BF851D1C3}" type="slidenum">
              <a:rPr lang="zh-CN" altLang="en-US" smtClean="0"/>
              <a:t>48</a:t>
            </a:fld>
            <a:endParaRPr lang="zh-CN" altLang="en-US"/>
          </a:p>
        </p:txBody>
      </p:sp>
      <p:sp>
        <p:nvSpPr>
          <p:cNvPr id="4" name="文本框 3">
            <a:extLst>
              <a:ext uri="{FF2B5EF4-FFF2-40B4-BE49-F238E27FC236}">
                <a16:creationId xmlns:a16="http://schemas.microsoft.com/office/drawing/2014/main" id="{8B49587A-DE0D-3DB7-D081-43268BDDEB34}"/>
              </a:ext>
            </a:extLst>
          </p:cNvPr>
          <p:cNvSpPr txBox="1"/>
          <p:nvPr/>
        </p:nvSpPr>
        <p:spPr>
          <a:xfrm>
            <a:off x="1075112" y="316099"/>
            <a:ext cx="6597370" cy="461665"/>
          </a:xfrm>
          <a:prstGeom prst="rect">
            <a:avLst/>
          </a:prstGeom>
          <a:noFill/>
        </p:spPr>
        <p:txBody>
          <a:bodyPr wrap="square">
            <a:spAutoFit/>
          </a:bodyPr>
          <a:lstStyle/>
          <a:p>
            <a:pPr indent="269240" algn="just">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6.7.3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对“并”算法的改进——加权合并法</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CEE78913-E5B3-85A1-88BA-809E9084F8C8}"/>
              </a:ext>
            </a:extLst>
          </p:cNvPr>
          <p:cNvSpPr txBox="1"/>
          <p:nvPr/>
        </p:nvSpPr>
        <p:spPr>
          <a:xfrm>
            <a:off x="443346" y="944155"/>
            <a:ext cx="6827520" cy="1728230"/>
          </a:xfrm>
          <a:prstGeom prst="rect">
            <a:avLst/>
          </a:prstGeom>
          <a:noFill/>
        </p:spPr>
        <p:txBody>
          <a:bodyPr wrap="square">
            <a:spAutoFit/>
          </a:bodyPr>
          <a:lstStyle/>
          <a:p>
            <a:pPr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改进的办法称为</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加权合并法</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Weight Union Rule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）：先判别子集中所含成员的数目，然后令含成员少的子集树根节点指向含成员多的子集的根。</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为此，需相应地修改存储结构：令根节点的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parent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域存储子集中所含成员数目的负值。修改后的“并”操作算法如</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6.22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38BE55A8-EC81-A72A-278A-E84BB9620619}"/>
              </a:ext>
            </a:extLst>
          </p:cNvPr>
          <p:cNvGraphicFramePr>
            <a:graphicFrameLocks noGrp="1"/>
          </p:cNvGraphicFramePr>
          <p:nvPr>
            <p:extLst>
              <p:ext uri="{D42A27DB-BD31-4B8C-83A1-F6EECF244321}">
                <p14:modId xmlns:p14="http://schemas.microsoft.com/office/powerpoint/2010/main" val="2592146665"/>
              </p:ext>
            </p:extLst>
          </p:nvPr>
        </p:nvGraphicFramePr>
        <p:xfrm>
          <a:off x="10050939" y="2641692"/>
          <a:ext cx="1138845" cy="3627120"/>
        </p:xfrm>
        <a:graphic>
          <a:graphicData uri="http://schemas.openxmlformats.org/drawingml/2006/table">
            <a:tbl>
              <a:tblPr firstRow="1" bandRow="1">
                <a:tableStyleId>{5940675A-B579-460E-94D1-54222C63F5DA}</a:tableStyleId>
              </a:tblPr>
              <a:tblGrid>
                <a:gridCol w="479368">
                  <a:extLst>
                    <a:ext uri="{9D8B030D-6E8A-4147-A177-3AD203B41FA5}">
                      <a16:colId xmlns:a16="http://schemas.microsoft.com/office/drawing/2014/main" val="3220309095"/>
                    </a:ext>
                  </a:extLst>
                </a:gridCol>
                <a:gridCol w="659477">
                  <a:extLst>
                    <a:ext uri="{9D8B030D-6E8A-4147-A177-3AD203B41FA5}">
                      <a16:colId xmlns:a16="http://schemas.microsoft.com/office/drawing/2014/main" val="19000078"/>
                    </a:ext>
                  </a:extLst>
                </a:gridCol>
              </a:tblGrid>
              <a:tr h="185420">
                <a:tc>
                  <a:txBody>
                    <a:bodyPr/>
                    <a:lstStyle/>
                    <a:p>
                      <a:pPr algn="r"/>
                      <a:r>
                        <a:rPr lang="en-US" altLang="zh-CN" b="1" dirty="0">
                          <a:solidFill>
                            <a:srgbClr val="041ABC"/>
                          </a:solidFill>
                        </a:rPr>
                        <a:t>0</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99170949"/>
                  </a:ext>
                </a:extLst>
              </a:tr>
              <a:tr h="185420">
                <a:tc>
                  <a:txBody>
                    <a:bodyPr/>
                    <a:lstStyle/>
                    <a:p>
                      <a:pPr algn="r"/>
                      <a:r>
                        <a:rPr lang="en-US" altLang="zh-CN" b="1" dirty="0">
                          <a:solidFill>
                            <a:srgbClr val="041ABC"/>
                          </a:solidFill>
                        </a:rPr>
                        <a:t>1</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79077388"/>
                  </a:ext>
                </a:extLst>
              </a:tr>
              <a:tr h="185420">
                <a:tc>
                  <a:txBody>
                    <a:bodyPr/>
                    <a:lstStyle/>
                    <a:p>
                      <a:pPr algn="r"/>
                      <a:r>
                        <a:rPr lang="en-US" altLang="zh-CN" b="1" dirty="0">
                          <a:solidFill>
                            <a:srgbClr val="041ABC"/>
                          </a:solidFill>
                        </a:rPr>
                        <a:t>2</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814127406"/>
                  </a:ext>
                </a:extLst>
              </a:tr>
              <a:tr h="185420">
                <a:tc>
                  <a:txBody>
                    <a:bodyPr/>
                    <a:lstStyle/>
                    <a:p>
                      <a:pPr algn="r"/>
                      <a:r>
                        <a:rPr lang="en-US" altLang="zh-CN" b="1" dirty="0">
                          <a:solidFill>
                            <a:srgbClr val="041ABC"/>
                          </a:solidFill>
                        </a:rPr>
                        <a:t>3</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8676777"/>
                  </a:ext>
                </a:extLst>
              </a:tr>
              <a:tr h="185420">
                <a:tc>
                  <a:txBody>
                    <a:bodyPr/>
                    <a:lstStyle/>
                    <a:p>
                      <a:pPr algn="r"/>
                      <a:r>
                        <a:rPr lang="en-US" altLang="zh-CN" b="1" dirty="0">
                          <a:solidFill>
                            <a:srgbClr val="041ABC"/>
                          </a:solidFill>
                        </a:rPr>
                        <a:t>4</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474658280"/>
                  </a:ext>
                </a:extLst>
              </a:tr>
              <a:tr h="185420">
                <a:tc>
                  <a:txBody>
                    <a:bodyPr/>
                    <a:lstStyle/>
                    <a:p>
                      <a:pPr algn="r"/>
                      <a:r>
                        <a:rPr lang="en-US" altLang="zh-CN" b="1" dirty="0">
                          <a:solidFill>
                            <a:srgbClr val="041ABC"/>
                          </a:solidFill>
                        </a:rPr>
                        <a:t>5</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78639082"/>
                  </a:ext>
                </a:extLst>
              </a:tr>
              <a:tr h="185420">
                <a:tc>
                  <a:txBody>
                    <a:bodyPr/>
                    <a:lstStyle/>
                    <a:p>
                      <a:pPr algn="r"/>
                      <a:r>
                        <a:rPr lang="en-US" altLang="zh-CN" b="1" dirty="0">
                          <a:solidFill>
                            <a:srgbClr val="041ABC"/>
                          </a:solidFill>
                        </a:rPr>
                        <a:t>6</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80777871"/>
                  </a:ext>
                </a:extLst>
              </a:tr>
              <a:tr h="185420">
                <a:tc>
                  <a:txBody>
                    <a:bodyPr/>
                    <a:lstStyle/>
                    <a:p>
                      <a:pPr algn="r"/>
                      <a:r>
                        <a:rPr lang="en-US" altLang="zh-CN" b="1" dirty="0">
                          <a:solidFill>
                            <a:srgbClr val="041ABC"/>
                          </a:solidFill>
                        </a:rPr>
                        <a:t>7</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81930649"/>
                  </a:ext>
                </a:extLst>
              </a:tr>
              <a:tr h="185420">
                <a:tc>
                  <a:txBody>
                    <a:bodyPr/>
                    <a:lstStyle/>
                    <a:p>
                      <a:pPr algn="r"/>
                      <a:r>
                        <a:rPr lang="en-US" altLang="zh-CN" b="1" dirty="0">
                          <a:solidFill>
                            <a:srgbClr val="041ABC"/>
                          </a:solidFill>
                        </a:rPr>
                        <a:t>8</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882271256"/>
                  </a:ext>
                </a:extLst>
              </a:tr>
              <a:tr h="185420">
                <a:tc>
                  <a:txBody>
                    <a:bodyPr/>
                    <a:lstStyle/>
                    <a:p>
                      <a:pPr algn="r"/>
                      <a:r>
                        <a:rPr lang="en-US" altLang="zh-CN" b="1" dirty="0">
                          <a:solidFill>
                            <a:srgbClr val="041ABC"/>
                          </a:solidFill>
                        </a:rPr>
                        <a:t>9</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86261826"/>
                  </a:ext>
                </a:extLst>
              </a:tr>
              <a:tr h="185420">
                <a:tc>
                  <a:txBody>
                    <a:bodyPr/>
                    <a:lstStyle/>
                    <a:p>
                      <a:pPr algn="r"/>
                      <a:r>
                        <a:rPr lang="en-US" altLang="zh-CN" b="1" dirty="0">
                          <a:solidFill>
                            <a:srgbClr val="041ABC"/>
                          </a:solidFill>
                        </a:rPr>
                        <a:t>⁝</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956282250"/>
                  </a:ext>
                </a:extLst>
              </a:tr>
              <a:tr h="185420">
                <a:tc>
                  <a:txBody>
                    <a:bodyPr/>
                    <a:lstStyle/>
                    <a:p>
                      <a:pPr algn="r"/>
                      <a:r>
                        <a:rPr lang="en-US" altLang="zh-CN" b="1" dirty="0">
                          <a:solidFill>
                            <a:srgbClr val="041ABC"/>
                          </a:solidFill>
                        </a:rPr>
                        <a:t>n</a:t>
                      </a:r>
                      <a:endParaRPr lang="zh-CN" altLang="en-US" b="1" dirty="0">
                        <a:solidFill>
                          <a:srgbClr val="041ABC"/>
                        </a:solidFill>
                      </a:endParaRP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7636540"/>
                  </a:ext>
                </a:extLst>
              </a:tr>
            </a:tbl>
          </a:graphicData>
        </a:graphic>
      </p:graphicFrame>
      <p:sp>
        <p:nvSpPr>
          <p:cNvPr id="11" name="文本框 10">
            <a:extLst>
              <a:ext uri="{FF2B5EF4-FFF2-40B4-BE49-F238E27FC236}">
                <a16:creationId xmlns:a16="http://schemas.microsoft.com/office/drawing/2014/main" id="{1F8D6096-19D3-61D8-F667-5C8A7DD0F2B2}"/>
              </a:ext>
            </a:extLst>
          </p:cNvPr>
          <p:cNvSpPr txBox="1"/>
          <p:nvPr/>
        </p:nvSpPr>
        <p:spPr>
          <a:xfrm>
            <a:off x="9771410" y="2229074"/>
            <a:ext cx="1796326" cy="369332"/>
          </a:xfrm>
          <a:prstGeom prst="rect">
            <a:avLst/>
          </a:prstGeom>
          <a:noFill/>
        </p:spPr>
        <p:txBody>
          <a:bodyPr wrap="none" rtlCol="0">
            <a:spAutoFit/>
          </a:bodyPr>
          <a:lstStyle/>
          <a:p>
            <a:r>
              <a:rPr lang="en-US" altLang="zh-CN" b="1" dirty="0" err="1"/>
              <a:t>S.nodes</a:t>
            </a:r>
            <a:r>
              <a:rPr lang="en-US" altLang="zh-CN" b="1" dirty="0"/>
              <a:t>[].parent</a:t>
            </a:r>
            <a:endParaRPr lang="zh-CN" altLang="en-US" b="1" dirty="0"/>
          </a:p>
        </p:txBody>
      </p:sp>
      <p:sp>
        <p:nvSpPr>
          <p:cNvPr id="13" name="文本框 12">
            <a:extLst>
              <a:ext uri="{FF2B5EF4-FFF2-40B4-BE49-F238E27FC236}">
                <a16:creationId xmlns:a16="http://schemas.microsoft.com/office/drawing/2014/main" id="{CB30F475-A957-671B-C3D6-07412D709CF2}"/>
              </a:ext>
            </a:extLst>
          </p:cNvPr>
          <p:cNvSpPr txBox="1"/>
          <p:nvPr/>
        </p:nvSpPr>
        <p:spPr>
          <a:xfrm>
            <a:off x="7843635" y="730103"/>
            <a:ext cx="3770208" cy="1477328"/>
          </a:xfrm>
          <a:prstGeom prst="rect">
            <a:avLst/>
          </a:prstGeom>
          <a:noFill/>
        </p:spPr>
        <p:txBody>
          <a:bodyPr wrap="square">
            <a:spAutoFit/>
          </a:bodyPr>
          <a:lstStyle/>
          <a:p>
            <a:pPr algn="just">
              <a:buNone/>
            </a:pPr>
            <a:r>
              <a:rPr lang="zh-CN" altLang="zh-CN" sz="1800"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例</a:t>
            </a:r>
            <a:r>
              <a:rPr lang="en-US" altLang="zh-CN" sz="1800"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6-2</a:t>
            </a:r>
            <a:r>
              <a:rPr lang="en-US" altLang="zh-CN" sz="18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假设</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集合</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S={ x | </a:t>
            </a:r>
            <a:r>
              <a:rPr lang="en-US" altLang="zh-CN" sz="1800" b="1" kern="100" dirty="0" err="1">
                <a:effectLst/>
                <a:latin typeface="Times New Roman" panose="02020603050405020304" pitchFamily="18" charset="0"/>
                <a:ea typeface="楷体" panose="02010609060101010101" pitchFamily="49" charset="-122"/>
                <a:cs typeface="Times New Roman" panose="02020603050405020304" pitchFamily="18" charset="0"/>
              </a:rPr>
              <a:t>1≤x≤n</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是正整数</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b="1" i="1" kern="100" dirty="0">
                <a:effectLst/>
                <a:latin typeface="Times New Roman" panose="02020603050405020304" pitchFamily="18" charset="0"/>
                <a:ea typeface="楷体" panose="02010609060101010101" pitchFamily="49" charset="-122"/>
                <a:cs typeface="Times New Roman" panose="02020603050405020304" pitchFamily="18" charset="0"/>
              </a:rPr>
              <a:t>R</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是</a:t>
            </a:r>
            <a:r>
              <a:rPr lang="en-US" altLang="zh-CN" sz="1800" b="1" i="1" kern="100" dirty="0">
                <a:effectLst/>
                <a:latin typeface="Times New Roman" panose="02020603050405020304" pitchFamily="18" charset="0"/>
                <a:ea typeface="楷体" panose="02010609060101010101" pitchFamily="49" charset="-122"/>
                <a:cs typeface="Times New Roman" panose="02020603050405020304" pitchFamily="18" charset="0"/>
              </a:rPr>
              <a:t>S</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上的一个等价关系。</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ctr">
              <a:buNone/>
            </a:pPr>
            <a:r>
              <a:rPr lang="en-US" altLang="zh-CN" sz="1800" b="1" i="1" kern="100" dirty="0">
                <a:effectLst/>
                <a:latin typeface="Times New Roman" panose="02020603050405020304" pitchFamily="18" charset="0"/>
                <a:ea typeface="楷体" panose="02010609060101010101" pitchFamily="49" charset="-122"/>
                <a:cs typeface="Times New Roman" panose="02020603050405020304" pitchFamily="18" charset="0"/>
              </a:rPr>
              <a:t>    R</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 = { (1,2), (3,4), (5,6), (7,8), (1,3), (5,7), (1,5), … }</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现求</a:t>
            </a:r>
            <a:r>
              <a:rPr lang="en-US" altLang="zh-CN" sz="1800" b="1" i="1" kern="100" dirty="0">
                <a:effectLst/>
                <a:latin typeface="Times New Roman" panose="02020603050405020304" pitchFamily="18" charset="0"/>
                <a:ea typeface="楷体" panose="02010609060101010101" pitchFamily="49" charset="-122"/>
                <a:cs typeface="Times New Roman" panose="02020603050405020304" pitchFamily="18" charset="0"/>
              </a:rPr>
              <a:t>S</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的等价类。</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846E436F-24AE-02C2-F8A6-FA350B93EE4A}"/>
              </a:ext>
            </a:extLst>
          </p:cNvPr>
          <p:cNvSpPr txBox="1"/>
          <p:nvPr/>
        </p:nvSpPr>
        <p:spPr>
          <a:xfrm>
            <a:off x="8115983" y="2846201"/>
            <a:ext cx="1951175" cy="2645404"/>
          </a:xfrm>
          <a:prstGeom prst="rect">
            <a:avLst/>
          </a:prstGeom>
          <a:noFill/>
        </p:spPr>
        <p:txBody>
          <a:bodyPr wrap="none" rtlCol="0">
            <a:spAutoFit/>
          </a:bodyPr>
          <a:lstStyle/>
          <a:p>
            <a:pPr>
              <a:lnSpc>
                <a:spcPct val="120000"/>
              </a:lnSpc>
            </a:pPr>
            <a:r>
              <a:rPr lang="en-US" altLang="zh-CN" sz="2000" b="1" dirty="0" err="1">
                <a:ea typeface="宋体" panose="02010600030101010101" pitchFamily="2" charset="-122"/>
              </a:rPr>
              <a:t>Union_wt</a:t>
            </a:r>
            <a:r>
              <a:rPr lang="en-US" altLang="zh-CN" sz="2000" b="1" dirty="0">
                <a:ea typeface="宋体" panose="02010600030101010101" pitchFamily="2" charset="-122"/>
              </a:rPr>
              <a:t>(S,1,2)</a:t>
            </a:r>
          </a:p>
          <a:p>
            <a:pPr>
              <a:lnSpc>
                <a:spcPct val="120000"/>
              </a:lnSpc>
            </a:pPr>
            <a:r>
              <a:rPr lang="en-US" altLang="zh-CN" sz="2000" b="1" dirty="0" err="1">
                <a:ea typeface="宋体" panose="02010600030101010101" pitchFamily="2" charset="-122"/>
              </a:rPr>
              <a:t>Union_wt</a:t>
            </a:r>
            <a:r>
              <a:rPr lang="en-US" altLang="zh-CN" sz="2000" b="1" dirty="0">
                <a:ea typeface="宋体" panose="02010600030101010101" pitchFamily="2" charset="-122"/>
              </a:rPr>
              <a:t>(S,3,4)</a:t>
            </a:r>
          </a:p>
          <a:p>
            <a:pPr>
              <a:lnSpc>
                <a:spcPct val="120000"/>
              </a:lnSpc>
            </a:pPr>
            <a:r>
              <a:rPr lang="en-US" altLang="zh-CN" sz="2000" b="1" dirty="0" err="1">
                <a:ea typeface="宋体" panose="02010600030101010101" pitchFamily="2" charset="-122"/>
              </a:rPr>
              <a:t>Union_wt</a:t>
            </a:r>
            <a:r>
              <a:rPr lang="en-US" altLang="zh-CN" sz="2000" b="1" dirty="0">
                <a:ea typeface="宋体" panose="02010600030101010101" pitchFamily="2" charset="-122"/>
              </a:rPr>
              <a:t>(S,5,6)</a:t>
            </a:r>
          </a:p>
          <a:p>
            <a:pPr>
              <a:lnSpc>
                <a:spcPct val="120000"/>
              </a:lnSpc>
            </a:pPr>
            <a:r>
              <a:rPr lang="en-US" altLang="zh-CN" sz="2000" b="1" dirty="0" err="1">
                <a:ea typeface="宋体" panose="02010600030101010101" pitchFamily="2" charset="-122"/>
              </a:rPr>
              <a:t>Union_wt</a:t>
            </a:r>
            <a:r>
              <a:rPr lang="en-US" altLang="zh-CN" sz="2000" b="1" dirty="0">
                <a:ea typeface="宋体" panose="02010600030101010101" pitchFamily="2" charset="-122"/>
              </a:rPr>
              <a:t>(</a:t>
            </a:r>
            <a:r>
              <a:rPr lang="en-US" altLang="zh-CN" sz="2000" b="1" dirty="0" err="1">
                <a:ea typeface="宋体" panose="02010600030101010101" pitchFamily="2" charset="-122"/>
              </a:rPr>
              <a:t>S,7,8</a:t>
            </a:r>
            <a:r>
              <a:rPr lang="en-US" altLang="zh-CN" sz="2000" b="1" dirty="0">
                <a:ea typeface="宋体" panose="02010600030101010101" pitchFamily="2" charset="-122"/>
              </a:rPr>
              <a:t>)</a:t>
            </a:r>
          </a:p>
          <a:p>
            <a:pPr>
              <a:lnSpc>
                <a:spcPct val="120000"/>
              </a:lnSpc>
            </a:pPr>
            <a:r>
              <a:rPr lang="en-US" altLang="zh-CN" sz="2000" b="1" dirty="0" err="1"/>
              <a:t>Union_wt</a:t>
            </a:r>
            <a:r>
              <a:rPr lang="en-US" altLang="zh-CN" sz="2000" b="1" dirty="0"/>
              <a:t>(</a:t>
            </a:r>
            <a:r>
              <a:rPr lang="en-US" altLang="zh-CN" sz="2000" b="1" dirty="0" err="1"/>
              <a:t>S,1,3</a:t>
            </a:r>
            <a:r>
              <a:rPr lang="en-US" altLang="zh-CN" sz="2000" b="1" dirty="0"/>
              <a:t>)</a:t>
            </a:r>
          </a:p>
          <a:p>
            <a:pPr>
              <a:lnSpc>
                <a:spcPct val="120000"/>
              </a:lnSpc>
            </a:pPr>
            <a:r>
              <a:rPr lang="en-US" altLang="zh-CN" sz="2000" b="1" dirty="0" err="1"/>
              <a:t>Union_wt</a:t>
            </a:r>
            <a:r>
              <a:rPr lang="en-US" altLang="zh-CN" sz="2000" b="1" dirty="0"/>
              <a:t>(</a:t>
            </a:r>
            <a:r>
              <a:rPr lang="en-US" altLang="zh-CN" sz="2000" b="1" dirty="0" err="1"/>
              <a:t>S,5,7</a:t>
            </a:r>
            <a:r>
              <a:rPr lang="en-US" altLang="zh-CN" sz="2000" b="1" dirty="0"/>
              <a:t>)</a:t>
            </a:r>
          </a:p>
          <a:p>
            <a:pPr>
              <a:lnSpc>
                <a:spcPct val="120000"/>
              </a:lnSpc>
            </a:pPr>
            <a:r>
              <a:rPr lang="en-US" altLang="zh-CN" sz="2000" b="1" dirty="0" err="1"/>
              <a:t>Union_wt</a:t>
            </a:r>
            <a:r>
              <a:rPr lang="en-US" altLang="zh-CN" sz="2000" b="1" dirty="0"/>
              <a:t>(</a:t>
            </a:r>
            <a:r>
              <a:rPr lang="en-US" altLang="zh-CN" sz="2000" b="1" dirty="0" err="1"/>
              <a:t>S,1,5</a:t>
            </a:r>
            <a:r>
              <a:rPr lang="en-US" altLang="zh-CN" sz="2000" b="1" dirty="0"/>
              <a:t>)</a:t>
            </a:r>
          </a:p>
        </p:txBody>
      </p:sp>
      <p:cxnSp>
        <p:nvCxnSpPr>
          <p:cNvPr id="16" name="直接连接符 15">
            <a:extLst>
              <a:ext uri="{FF2B5EF4-FFF2-40B4-BE49-F238E27FC236}">
                <a16:creationId xmlns:a16="http://schemas.microsoft.com/office/drawing/2014/main" id="{6A7B3044-8EAA-2D84-4B19-73F813DE3CDA}"/>
              </a:ext>
            </a:extLst>
          </p:cNvPr>
          <p:cNvCxnSpPr/>
          <p:nvPr/>
        </p:nvCxnSpPr>
        <p:spPr>
          <a:xfrm>
            <a:off x="1280160" y="5591695"/>
            <a:ext cx="564157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818FB81C-BEB6-8C9A-3B70-2A89BB3DAA39}"/>
              </a:ext>
            </a:extLst>
          </p:cNvPr>
          <p:cNvSpPr txBox="1"/>
          <p:nvPr/>
        </p:nvSpPr>
        <p:spPr>
          <a:xfrm>
            <a:off x="10669573" y="2931111"/>
            <a:ext cx="39786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rgbClr val="C00000"/>
                </a:solidFill>
              </a:rPr>
              <a:t>-2</a:t>
            </a:r>
            <a:endParaRPr lang="zh-CN" altLang="en-US" sz="2000" b="1" dirty="0">
              <a:solidFill>
                <a:srgbClr val="C00000"/>
              </a:solidFill>
            </a:endParaRPr>
          </a:p>
        </p:txBody>
      </p:sp>
      <p:cxnSp>
        <p:nvCxnSpPr>
          <p:cNvPr id="18" name="直接连接符 17">
            <a:extLst>
              <a:ext uri="{FF2B5EF4-FFF2-40B4-BE49-F238E27FC236}">
                <a16:creationId xmlns:a16="http://schemas.microsoft.com/office/drawing/2014/main" id="{7BE5D729-548A-CE52-E0B2-37546B80A883}"/>
              </a:ext>
            </a:extLst>
          </p:cNvPr>
          <p:cNvCxnSpPr>
            <a:cxnSpLocks/>
          </p:cNvCxnSpPr>
          <p:nvPr/>
        </p:nvCxnSpPr>
        <p:spPr>
          <a:xfrm>
            <a:off x="1280160" y="5853362"/>
            <a:ext cx="3245832"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20" name="文本框 19">
            <a:extLst>
              <a:ext uri="{FF2B5EF4-FFF2-40B4-BE49-F238E27FC236}">
                <a16:creationId xmlns:a16="http://schemas.microsoft.com/office/drawing/2014/main" id="{8BE22119-799B-CBE7-2FBE-4A24CFF1DABB}"/>
              </a:ext>
            </a:extLst>
          </p:cNvPr>
          <p:cNvSpPr txBox="1"/>
          <p:nvPr/>
        </p:nvSpPr>
        <p:spPr>
          <a:xfrm>
            <a:off x="10754015" y="3249068"/>
            <a:ext cx="312906" cy="256480"/>
          </a:xfrm>
          <a:prstGeom prst="rect">
            <a:avLst/>
          </a:prstGeom>
          <a:solidFill>
            <a:schemeClr val="accent2">
              <a:lumMod val="20000"/>
              <a:lumOff val="80000"/>
            </a:schemeClr>
          </a:solidFill>
        </p:spPr>
        <p:txBody>
          <a:bodyPr wrap="none" tIns="0" bIns="0" rtlCol="0" anchor="ctr">
            <a:spAutoFit/>
          </a:bodyPr>
          <a:lstStyle/>
          <a:p>
            <a:pPr>
              <a:lnSpc>
                <a:spcPts val="2000"/>
              </a:lnSpc>
            </a:pPr>
            <a:r>
              <a:rPr lang="en-US" altLang="zh-CN" sz="2000" b="1" dirty="0">
                <a:solidFill>
                  <a:srgbClr val="C00000"/>
                </a:solidFill>
              </a:rPr>
              <a:t>1</a:t>
            </a:r>
            <a:endParaRPr lang="zh-CN" altLang="en-US" sz="2000" b="1" dirty="0">
              <a:solidFill>
                <a:srgbClr val="C00000"/>
              </a:solidFill>
            </a:endParaRPr>
          </a:p>
        </p:txBody>
      </p:sp>
      <p:sp>
        <p:nvSpPr>
          <p:cNvPr id="21" name="文本框 20">
            <a:extLst>
              <a:ext uri="{FF2B5EF4-FFF2-40B4-BE49-F238E27FC236}">
                <a16:creationId xmlns:a16="http://schemas.microsoft.com/office/drawing/2014/main" id="{ACB87AE2-7CA1-A605-F4C0-8AC6C731F060}"/>
              </a:ext>
            </a:extLst>
          </p:cNvPr>
          <p:cNvSpPr txBox="1"/>
          <p:nvPr/>
        </p:nvSpPr>
        <p:spPr>
          <a:xfrm>
            <a:off x="10669573" y="3539009"/>
            <a:ext cx="39786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rgbClr val="C00000"/>
                </a:solidFill>
              </a:rPr>
              <a:t>-2</a:t>
            </a:r>
            <a:endParaRPr lang="zh-CN" altLang="en-US" sz="2000" b="1" dirty="0">
              <a:solidFill>
                <a:srgbClr val="C00000"/>
              </a:solidFill>
            </a:endParaRPr>
          </a:p>
        </p:txBody>
      </p:sp>
      <p:sp>
        <p:nvSpPr>
          <p:cNvPr id="22" name="文本框 21">
            <a:extLst>
              <a:ext uri="{FF2B5EF4-FFF2-40B4-BE49-F238E27FC236}">
                <a16:creationId xmlns:a16="http://schemas.microsoft.com/office/drawing/2014/main" id="{0441A3B4-6773-9E55-1943-F75B01BF4F73}"/>
              </a:ext>
            </a:extLst>
          </p:cNvPr>
          <p:cNvSpPr txBox="1"/>
          <p:nvPr/>
        </p:nvSpPr>
        <p:spPr>
          <a:xfrm>
            <a:off x="10754015" y="3856757"/>
            <a:ext cx="312906" cy="256480"/>
          </a:xfrm>
          <a:prstGeom prst="rect">
            <a:avLst/>
          </a:prstGeom>
          <a:solidFill>
            <a:schemeClr val="accent2">
              <a:lumMod val="20000"/>
              <a:lumOff val="80000"/>
            </a:schemeClr>
          </a:solidFill>
        </p:spPr>
        <p:txBody>
          <a:bodyPr wrap="none" tIns="0" bIns="0" rtlCol="0" anchor="ctr">
            <a:spAutoFit/>
          </a:bodyPr>
          <a:lstStyle/>
          <a:p>
            <a:pPr>
              <a:lnSpc>
                <a:spcPts val="2000"/>
              </a:lnSpc>
            </a:pPr>
            <a:r>
              <a:rPr lang="en-US" altLang="zh-CN" sz="2000" b="1" dirty="0">
                <a:solidFill>
                  <a:srgbClr val="C00000"/>
                </a:solidFill>
              </a:rPr>
              <a:t>3</a:t>
            </a:r>
            <a:endParaRPr lang="zh-CN" altLang="en-US" sz="2000" b="1" dirty="0">
              <a:solidFill>
                <a:srgbClr val="C00000"/>
              </a:solidFill>
            </a:endParaRPr>
          </a:p>
        </p:txBody>
      </p:sp>
      <p:sp>
        <p:nvSpPr>
          <p:cNvPr id="23" name="文本框 22">
            <a:extLst>
              <a:ext uri="{FF2B5EF4-FFF2-40B4-BE49-F238E27FC236}">
                <a16:creationId xmlns:a16="http://schemas.microsoft.com/office/drawing/2014/main" id="{F7ACF25C-8AB1-9F5E-3562-7703F740AA5F}"/>
              </a:ext>
            </a:extLst>
          </p:cNvPr>
          <p:cNvSpPr txBox="1"/>
          <p:nvPr/>
        </p:nvSpPr>
        <p:spPr>
          <a:xfrm>
            <a:off x="10669573" y="4148013"/>
            <a:ext cx="39786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rgbClr val="C00000"/>
                </a:solidFill>
              </a:rPr>
              <a:t>-2</a:t>
            </a:r>
            <a:endParaRPr lang="zh-CN" altLang="en-US" sz="2000" b="1" dirty="0">
              <a:solidFill>
                <a:srgbClr val="C00000"/>
              </a:solidFill>
            </a:endParaRPr>
          </a:p>
        </p:txBody>
      </p:sp>
      <p:sp>
        <p:nvSpPr>
          <p:cNvPr id="24" name="文本框 23">
            <a:extLst>
              <a:ext uri="{FF2B5EF4-FFF2-40B4-BE49-F238E27FC236}">
                <a16:creationId xmlns:a16="http://schemas.microsoft.com/office/drawing/2014/main" id="{AFF22B06-7748-2EFF-4EEC-47F4F19CB007}"/>
              </a:ext>
            </a:extLst>
          </p:cNvPr>
          <p:cNvSpPr txBox="1"/>
          <p:nvPr/>
        </p:nvSpPr>
        <p:spPr>
          <a:xfrm>
            <a:off x="10754015" y="4465970"/>
            <a:ext cx="312906" cy="256480"/>
          </a:xfrm>
          <a:prstGeom prst="rect">
            <a:avLst/>
          </a:prstGeom>
          <a:solidFill>
            <a:schemeClr val="accent2">
              <a:lumMod val="20000"/>
              <a:lumOff val="80000"/>
            </a:schemeClr>
          </a:solidFill>
        </p:spPr>
        <p:txBody>
          <a:bodyPr wrap="none" tIns="0" bIns="0" rtlCol="0" anchor="ctr">
            <a:spAutoFit/>
          </a:bodyPr>
          <a:lstStyle/>
          <a:p>
            <a:pPr>
              <a:lnSpc>
                <a:spcPts val="2000"/>
              </a:lnSpc>
            </a:pPr>
            <a:r>
              <a:rPr lang="en-US" altLang="zh-CN" sz="2000" b="1" dirty="0">
                <a:solidFill>
                  <a:srgbClr val="C00000"/>
                </a:solidFill>
              </a:rPr>
              <a:t>5</a:t>
            </a:r>
            <a:endParaRPr lang="zh-CN" altLang="en-US" sz="2000" b="1" dirty="0">
              <a:solidFill>
                <a:srgbClr val="C00000"/>
              </a:solidFill>
            </a:endParaRPr>
          </a:p>
        </p:txBody>
      </p:sp>
      <p:sp>
        <p:nvSpPr>
          <p:cNvPr id="25" name="文本框 24">
            <a:extLst>
              <a:ext uri="{FF2B5EF4-FFF2-40B4-BE49-F238E27FC236}">
                <a16:creationId xmlns:a16="http://schemas.microsoft.com/office/drawing/2014/main" id="{DA85A35A-9776-8689-2B42-D73BA7AC9373}"/>
              </a:ext>
            </a:extLst>
          </p:cNvPr>
          <p:cNvSpPr txBox="1"/>
          <p:nvPr/>
        </p:nvSpPr>
        <p:spPr>
          <a:xfrm>
            <a:off x="10669573" y="4761453"/>
            <a:ext cx="39786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rgbClr val="C00000"/>
                </a:solidFill>
              </a:rPr>
              <a:t>-2</a:t>
            </a:r>
            <a:endParaRPr lang="zh-CN" altLang="en-US" sz="2000" b="1" dirty="0">
              <a:solidFill>
                <a:srgbClr val="C00000"/>
              </a:solidFill>
            </a:endParaRPr>
          </a:p>
        </p:txBody>
      </p:sp>
      <p:sp>
        <p:nvSpPr>
          <p:cNvPr id="26" name="文本框 25">
            <a:extLst>
              <a:ext uri="{FF2B5EF4-FFF2-40B4-BE49-F238E27FC236}">
                <a16:creationId xmlns:a16="http://schemas.microsoft.com/office/drawing/2014/main" id="{280ACEBE-650E-59BA-E740-60C4D6B1E024}"/>
              </a:ext>
            </a:extLst>
          </p:cNvPr>
          <p:cNvSpPr txBox="1"/>
          <p:nvPr/>
        </p:nvSpPr>
        <p:spPr>
          <a:xfrm>
            <a:off x="10754015" y="5073659"/>
            <a:ext cx="312906" cy="256480"/>
          </a:xfrm>
          <a:prstGeom prst="rect">
            <a:avLst/>
          </a:prstGeom>
          <a:solidFill>
            <a:schemeClr val="accent2">
              <a:lumMod val="20000"/>
              <a:lumOff val="80000"/>
            </a:schemeClr>
          </a:solidFill>
        </p:spPr>
        <p:txBody>
          <a:bodyPr wrap="none" tIns="0" bIns="0" rtlCol="0" anchor="ctr">
            <a:spAutoFit/>
          </a:bodyPr>
          <a:lstStyle/>
          <a:p>
            <a:pPr>
              <a:lnSpc>
                <a:spcPts val="2000"/>
              </a:lnSpc>
            </a:pPr>
            <a:r>
              <a:rPr lang="en-US" altLang="zh-CN" sz="2000" b="1" dirty="0">
                <a:solidFill>
                  <a:srgbClr val="C00000"/>
                </a:solidFill>
              </a:rPr>
              <a:t>7</a:t>
            </a:r>
            <a:endParaRPr lang="zh-CN" altLang="en-US" sz="2000" b="1" dirty="0">
              <a:solidFill>
                <a:srgbClr val="C00000"/>
              </a:solidFill>
            </a:endParaRPr>
          </a:p>
        </p:txBody>
      </p:sp>
      <p:sp>
        <p:nvSpPr>
          <p:cNvPr id="27" name="文本框 26">
            <a:extLst>
              <a:ext uri="{FF2B5EF4-FFF2-40B4-BE49-F238E27FC236}">
                <a16:creationId xmlns:a16="http://schemas.microsoft.com/office/drawing/2014/main" id="{5F0C80FB-DA2E-A0A3-4554-4C641F766AEB}"/>
              </a:ext>
            </a:extLst>
          </p:cNvPr>
          <p:cNvSpPr txBox="1"/>
          <p:nvPr/>
        </p:nvSpPr>
        <p:spPr>
          <a:xfrm>
            <a:off x="10682669" y="2921669"/>
            <a:ext cx="39786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chemeClr val="tx2">
                    <a:lumMod val="75000"/>
                    <a:lumOff val="25000"/>
                  </a:schemeClr>
                </a:solidFill>
              </a:rPr>
              <a:t>-4</a:t>
            </a:r>
            <a:endParaRPr lang="zh-CN" altLang="en-US" sz="2000" b="1" dirty="0">
              <a:solidFill>
                <a:schemeClr val="tx2">
                  <a:lumMod val="75000"/>
                  <a:lumOff val="25000"/>
                </a:schemeClr>
              </a:solidFill>
            </a:endParaRPr>
          </a:p>
        </p:txBody>
      </p:sp>
      <p:sp>
        <p:nvSpPr>
          <p:cNvPr id="28" name="文本框 27">
            <a:extLst>
              <a:ext uri="{FF2B5EF4-FFF2-40B4-BE49-F238E27FC236}">
                <a16:creationId xmlns:a16="http://schemas.microsoft.com/office/drawing/2014/main" id="{B3AE425A-31B3-A76D-B051-8BE6C30D8E65}"/>
              </a:ext>
            </a:extLst>
          </p:cNvPr>
          <p:cNvSpPr txBox="1"/>
          <p:nvPr/>
        </p:nvSpPr>
        <p:spPr>
          <a:xfrm>
            <a:off x="10754015" y="3538800"/>
            <a:ext cx="31290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chemeClr val="tx2">
                    <a:lumMod val="75000"/>
                    <a:lumOff val="25000"/>
                  </a:schemeClr>
                </a:solidFill>
              </a:rPr>
              <a:t>1</a:t>
            </a:r>
            <a:endParaRPr lang="zh-CN" altLang="en-US" sz="2000" b="1" dirty="0">
              <a:solidFill>
                <a:schemeClr val="tx2">
                  <a:lumMod val="75000"/>
                  <a:lumOff val="25000"/>
                </a:schemeClr>
              </a:solidFill>
            </a:endParaRPr>
          </a:p>
        </p:txBody>
      </p:sp>
      <p:cxnSp>
        <p:nvCxnSpPr>
          <p:cNvPr id="29" name="直接连接符 28">
            <a:extLst>
              <a:ext uri="{FF2B5EF4-FFF2-40B4-BE49-F238E27FC236}">
                <a16:creationId xmlns:a16="http://schemas.microsoft.com/office/drawing/2014/main" id="{C795B2EC-7E1F-4151-9C7F-B1009EB56E44}"/>
              </a:ext>
            </a:extLst>
          </p:cNvPr>
          <p:cNvCxnSpPr/>
          <p:nvPr/>
        </p:nvCxnSpPr>
        <p:spPr>
          <a:xfrm>
            <a:off x="1280160" y="5592727"/>
            <a:ext cx="564157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0" name="直接连接符 29">
            <a:extLst>
              <a:ext uri="{FF2B5EF4-FFF2-40B4-BE49-F238E27FC236}">
                <a16:creationId xmlns:a16="http://schemas.microsoft.com/office/drawing/2014/main" id="{237641E6-FD6A-8FD0-1010-3FE19F2A7063}"/>
              </a:ext>
            </a:extLst>
          </p:cNvPr>
          <p:cNvCxnSpPr>
            <a:cxnSpLocks/>
          </p:cNvCxnSpPr>
          <p:nvPr/>
        </p:nvCxnSpPr>
        <p:spPr>
          <a:xfrm>
            <a:off x="1280160" y="5838970"/>
            <a:ext cx="3245832"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31" name="文本框 30">
            <a:extLst>
              <a:ext uri="{FF2B5EF4-FFF2-40B4-BE49-F238E27FC236}">
                <a16:creationId xmlns:a16="http://schemas.microsoft.com/office/drawing/2014/main" id="{E2A79D7B-1B00-8500-B0D3-46DBE9C55C7D}"/>
              </a:ext>
            </a:extLst>
          </p:cNvPr>
          <p:cNvSpPr txBox="1"/>
          <p:nvPr/>
        </p:nvSpPr>
        <p:spPr>
          <a:xfrm>
            <a:off x="10682669" y="4143314"/>
            <a:ext cx="39786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chemeClr val="tx2">
                    <a:lumMod val="75000"/>
                    <a:lumOff val="25000"/>
                  </a:schemeClr>
                </a:solidFill>
              </a:rPr>
              <a:t>-4</a:t>
            </a:r>
            <a:endParaRPr lang="zh-CN" altLang="en-US" sz="2000" b="1" dirty="0">
              <a:solidFill>
                <a:schemeClr val="tx2">
                  <a:lumMod val="75000"/>
                  <a:lumOff val="25000"/>
                </a:schemeClr>
              </a:solidFill>
            </a:endParaRPr>
          </a:p>
        </p:txBody>
      </p:sp>
      <p:sp>
        <p:nvSpPr>
          <p:cNvPr id="32" name="文本框 31">
            <a:extLst>
              <a:ext uri="{FF2B5EF4-FFF2-40B4-BE49-F238E27FC236}">
                <a16:creationId xmlns:a16="http://schemas.microsoft.com/office/drawing/2014/main" id="{A951F0AD-C936-6ED9-C8C2-07DA61A12A75}"/>
              </a:ext>
            </a:extLst>
          </p:cNvPr>
          <p:cNvSpPr txBox="1"/>
          <p:nvPr/>
        </p:nvSpPr>
        <p:spPr>
          <a:xfrm>
            <a:off x="10754015" y="4760445"/>
            <a:ext cx="31290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chemeClr val="tx2">
                    <a:lumMod val="75000"/>
                    <a:lumOff val="25000"/>
                  </a:schemeClr>
                </a:solidFill>
              </a:rPr>
              <a:t>5</a:t>
            </a:r>
            <a:endParaRPr lang="zh-CN" altLang="en-US" sz="2000" b="1" dirty="0">
              <a:solidFill>
                <a:schemeClr val="tx2">
                  <a:lumMod val="75000"/>
                  <a:lumOff val="25000"/>
                </a:schemeClr>
              </a:solidFill>
            </a:endParaRPr>
          </a:p>
        </p:txBody>
      </p:sp>
      <p:sp>
        <p:nvSpPr>
          <p:cNvPr id="33" name="文本框 32">
            <a:extLst>
              <a:ext uri="{FF2B5EF4-FFF2-40B4-BE49-F238E27FC236}">
                <a16:creationId xmlns:a16="http://schemas.microsoft.com/office/drawing/2014/main" id="{1E092AC1-2C0E-60A9-C3D6-4D7A3858ED40}"/>
              </a:ext>
            </a:extLst>
          </p:cNvPr>
          <p:cNvSpPr txBox="1"/>
          <p:nvPr/>
        </p:nvSpPr>
        <p:spPr>
          <a:xfrm>
            <a:off x="10678789" y="2931111"/>
            <a:ext cx="39786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rgbClr val="00B050"/>
                </a:solidFill>
              </a:rPr>
              <a:t>-8</a:t>
            </a:r>
            <a:endParaRPr lang="zh-CN" altLang="en-US" sz="2000" b="1" dirty="0">
              <a:solidFill>
                <a:srgbClr val="00B050"/>
              </a:solidFill>
            </a:endParaRPr>
          </a:p>
        </p:txBody>
      </p:sp>
      <p:sp>
        <p:nvSpPr>
          <p:cNvPr id="34" name="文本框 33">
            <a:extLst>
              <a:ext uri="{FF2B5EF4-FFF2-40B4-BE49-F238E27FC236}">
                <a16:creationId xmlns:a16="http://schemas.microsoft.com/office/drawing/2014/main" id="{4E9C65EA-1BAB-C971-629E-0C89F3A8382E}"/>
              </a:ext>
            </a:extLst>
          </p:cNvPr>
          <p:cNvSpPr txBox="1"/>
          <p:nvPr/>
        </p:nvSpPr>
        <p:spPr>
          <a:xfrm>
            <a:off x="10750835" y="4152756"/>
            <a:ext cx="312906" cy="282129"/>
          </a:xfrm>
          <a:prstGeom prst="rect">
            <a:avLst/>
          </a:prstGeom>
          <a:solidFill>
            <a:schemeClr val="accent2">
              <a:lumMod val="20000"/>
              <a:lumOff val="80000"/>
            </a:schemeClr>
          </a:solidFill>
        </p:spPr>
        <p:txBody>
          <a:bodyPr wrap="none" tIns="0" bIns="0" rtlCol="0" anchor="ctr">
            <a:spAutoFit/>
          </a:bodyPr>
          <a:lstStyle/>
          <a:p>
            <a:pPr>
              <a:lnSpc>
                <a:spcPts val="2200"/>
              </a:lnSpc>
            </a:pPr>
            <a:r>
              <a:rPr lang="en-US" altLang="zh-CN" sz="2000" b="1" dirty="0">
                <a:solidFill>
                  <a:srgbClr val="00B050"/>
                </a:solidFill>
              </a:rPr>
              <a:t>1</a:t>
            </a:r>
            <a:endParaRPr lang="zh-CN" altLang="en-US" sz="2000" b="1" dirty="0">
              <a:solidFill>
                <a:srgbClr val="00B050"/>
              </a:solidFill>
            </a:endParaRPr>
          </a:p>
        </p:txBody>
      </p:sp>
    </p:spTree>
    <p:extLst>
      <p:ext uri="{BB962C8B-B14F-4D97-AF65-F5344CB8AC3E}">
        <p14:creationId xmlns:p14="http://schemas.microsoft.com/office/powerpoint/2010/main" val="3050886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1000" fill="hold"/>
                                        <p:tgtEl>
                                          <p:spTgt spid="8"/>
                                        </p:tgtEl>
                                        <p:attrNameLst>
                                          <p:attrName>ppt_w</p:attrName>
                                        </p:attrNameLst>
                                      </p:cBhvr>
                                      <p:tavLst>
                                        <p:tav tm="0">
                                          <p:val>
                                            <p:fltVal val="0"/>
                                          </p:val>
                                        </p:tav>
                                        <p:tav tm="100000">
                                          <p:val>
                                            <p:strVal val="#ppt_w"/>
                                          </p:val>
                                        </p:tav>
                                      </p:tavLst>
                                    </p:anim>
                                    <p:anim calcmode="lin" valueType="num">
                                      <p:cBhvr>
                                        <p:cTn id="22" dur="1000" fill="hold"/>
                                        <p:tgtEl>
                                          <p:spTgt spid="8"/>
                                        </p:tgtEl>
                                        <p:attrNameLst>
                                          <p:attrName>ppt_h</p:attrName>
                                        </p:attrNameLst>
                                      </p:cBhvr>
                                      <p:tavLst>
                                        <p:tav tm="0">
                                          <p:val>
                                            <p:fltVal val="0"/>
                                          </p:val>
                                        </p:tav>
                                        <p:tav tm="100000">
                                          <p:val>
                                            <p:strVal val="#ppt_h"/>
                                          </p:val>
                                        </p:tav>
                                      </p:tavLst>
                                    </p:anim>
                                    <p:anim calcmode="lin" valueType="num">
                                      <p:cBhvr>
                                        <p:cTn id="23" dur="1000" fill="hold"/>
                                        <p:tgtEl>
                                          <p:spTgt spid="8"/>
                                        </p:tgtEl>
                                        <p:attrNameLst>
                                          <p:attrName>style.rotation</p:attrName>
                                        </p:attrNameLst>
                                      </p:cBhvr>
                                      <p:tavLst>
                                        <p:tav tm="0">
                                          <p:val>
                                            <p:fltVal val="90"/>
                                          </p:val>
                                        </p:tav>
                                        <p:tav tm="100000">
                                          <p:val>
                                            <p:fltVal val="0"/>
                                          </p:val>
                                        </p:tav>
                                      </p:tavLst>
                                    </p:anim>
                                    <p:animEffect transition="in" filter="fade">
                                      <p:cBhvr>
                                        <p:cTn id="24" dur="10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circle(in)">
                                      <p:cBhvr>
                                        <p:cTn id="29" dur="1500"/>
                                        <p:tgtEl>
                                          <p:spTgt spid="10"/>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ircle(in)">
                                      <p:cBhvr>
                                        <p:cTn id="32" dur="1500"/>
                                        <p:tgtEl>
                                          <p:spTgt spid="13"/>
                                        </p:tgtEl>
                                      </p:cBhvr>
                                    </p:animEffect>
                                  </p:childTnLst>
                                </p:cTn>
                              </p:par>
                              <p:par>
                                <p:cTn id="33" presetID="6" presetClass="entr" presetSubtype="16"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circle(in)">
                                      <p:cBhvr>
                                        <p:cTn id="35" dur="1500"/>
                                        <p:tgtEl>
                                          <p:spTgt spid="11"/>
                                        </p:tgtEl>
                                      </p:cBhvr>
                                    </p:animEffect>
                                  </p:childTnLst>
                                </p:cTn>
                              </p:par>
                              <p:par>
                                <p:cTn id="36" presetID="6" presetClass="entr" presetSubtype="16"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circle(in)">
                                      <p:cBhvr>
                                        <p:cTn id="38" dur="1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4">
                                            <p:txEl>
                                              <p:pRg st="0" end="0"/>
                                            </p:txEl>
                                          </p:spTgt>
                                        </p:tgtEl>
                                        <p:attrNameLst>
                                          <p:attrName>style.visibility</p:attrName>
                                        </p:attrNameLst>
                                      </p:cBhvr>
                                      <p:to>
                                        <p:strVal val="visible"/>
                                      </p:to>
                                    </p:set>
                                    <p:animEffect transition="in" filter="fade">
                                      <p:cBhvr>
                                        <p:cTn id="43" dur="1000"/>
                                        <p:tgtEl>
                                          <p:spTgt spid="14">
                                            <p:txEl>
                                              <p:pRg st="0" end="0"/>
                                            </p:txEl>
                                          </p:spTgt>
                                        </p:tgtEl>
                                      </p:cBhvr>
                                    </p:animEffect>
                                    <p:anim calcmode="lin" valueType="num">
                                      <p:cBhvr>
                                        <p:cTn id="44"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10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8"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750"/>
                                        <p:tgtEl>
                                          <p:spTgt spid="17"/>
                                        </p:tgtEl>
                                        <p:attrNameLst>
                                          <p:attrName>ppt_x</p:attrName>
                                        </p:attrNameLst>
                                      </p:cBhvr>
                                      <p:tavLst>
                                        <p:tav tm="0">
                                          <p:val>
                                            <p:strVal val="#ppt_x-#ppt_w*1.125000"/>
                                          </p:val>
                                        </p:tav>
                                        <p:tav tm="100000">
                                          <p:val>
                                            <p:strVal val="#ppt_x"/>
                                          </p:val>
                                        </p:tav>
                                      </p:tavLst>
                                    </p:anim>
                                    <p:animEffect transition="in" filter="wipe(right)">
                                      <p:cBhvr>
                                        <p:cTn id="55" dur="750"/>
                                        <p:tgtEl>
                                          <p:spTgt spid="17"/>
                                        </p:tgtEl>
                                      </p:cBhvr>
                                    </p:animEffect>
                                  </p:childTnLst>
                                </p:cTn>
                              </p:par>
                            </p:childTnLst>
                          </p:cTn>
                        </p:par>
                        <p:par>
                          <p:cTn id="56" fill="hold">
                            <p:stCondLst>
                              <p:cond delay="750"/>
                            </p:stCondLst>
                            <p:childTnLst>
                              <p:par>
                                <p:cTn id="57" presetID="22" presetClass="exit" presetSubtype="2" fill="hold" nodeType="afterEffect">
                                  <p:stCondLst>
                                    <p:cond delay="0"/>
                                  </p:stCondLst>
                                  <p:childTnLst>
                                    <p:animEffect transition="out" filter="wipe(right)">
                                      <p:cBhvr>
                                        <p:cTn id="58" dur="500"/>
                                        <p:tgtEl>
                                          <p:spTgt spid="16"/>
                                        </p:tgtEl>
                                      </p:cBhvr>
                                    </p:animEffect>
                                    <p:set>
                                      <p:cBhvr>
                                        <p:cTn id="59" dur="1" fill="hold">
                                          <p:stCondLst>
                                            <p:cond delay="499"/>
                                          </p:stCondLst>
                                        </p:cTn>
                                        <p:tgtEl>
                                          <p:spTgt spid="16"/>
                                        </p:tgtEl>
                                        <p:attrNameLst>
                                          <p:attrName>style.visibility</p:attrName>
                                        </p:attrNameLst>
                                      </p:cBhvr>
                                      <p:to>
                                        <p:strVal val="hidden"/>
                                      </p:to>
                                    </p:set>
                                  </p:childTnLst>
                                </p:cTn>
                              </p:par>
                            </p:childTnLst>
                          </p:cTn>
                        </p:par>
                        <p:par>
                          <p:cTn id="60" fill="hold">
                            <p:stCondLst>
                              <p:cond delay="1250"/>
                            </p:stCondLst>
                            <p:childTnLst>
                              <p:par>
                                <p:cTn id="61" presetID="22" presetClass="entr" presetSubtype="8" fill="hold"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par>
                                <p:cTn id="64" presetID="12" presetClass="entr" presetSubtype="8"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750"/>
                                        <p:tgtEl>
                                          <p:spTgt spid="20"/>
                                        </p:tgtEl>
                                        <p:attrNameLst>
                                          <p:attrName>ppt_x</p:attrName>
                                        </p:attrNameLst>
                                      </p:cBhvr>
                                      <p:tavLst>
                                        <p:tav tm="0">
                                          <p:val>
                                            <p:strVal val="#ppt_x-#ppt_w*1.125000"/>
                                          </p:val>
                                        </p:tav>
                                        <p:tav tm="100000">
                                          <p:val>
                                            <p:strVal val="#ppt_x"/>
                                          </p:val>
                                        </p:tav>
                                      </p:tavLst>
                                    </p:anim>
                                    <p:animEffect transition="in" filter="wipe(right)">
                                      <p:cBhvr>
                                        <p:cTn id="67" dur="75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14">
                                            <p:txEl>
                                              <p:pRg st="1" end="1"/>
                                            </p:txEl>
                                          </p:spTgt>
                                        </p:tgtEl>
                                        <p:attrNameLst>
                                          <p:attrName>style.visibility</p:attrName>
                                        </p:attrNameLst>
                                      </p:cBhvr>
                                      <p:to>
                                        <p:strVal val="visible"/>
                                      </p:to>
                                    </p:set>
                                    <p:animEffect transition="in" filter="fade">
                                      <p:cBhvr>
                                        <p:cTn id="72" dur="1000"/>
                                        <p:tgtEl>
                                          <p:spTgt spid="14">
                                            <p:txEl>
                                              <p:pRg st="1" end="1"/>
                                            </p:txEl>
                                          </p:spTgt>
                                        </p:tgtEl>
                                      </p:cBhvr>
                                    </p:animEffect>
                                    <p:anim calcmode="lin" valueType="num">
                                      <p:cBhvr>
                                        <p:cTn id="73"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74"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par>
                          <p:cTn id="75" fill="hold">
                            <p:stCondLst>
                              <p:cond delay="1000"/>
                            </p:stCondLst>
                            <p:childTnLst>
                              <p:par>
                                <p:cTn id="76" presetID="22" presetClass="exit" presetSubtype="2" fill="hold" nodeType="afterEffect">
                                  <p:stCondLst>
                                    <p:cond delay="0"/>
                                  </p:stCondLst>
                                  <p:childTnLst>
                                    <p:animEffect transition="out" filter="wipe(right)">
                                      <p:cBhvr>
                                        <p:cTn id="77" dur="500"/>
                                        <p:tgtEl>
                                          <p:spTgt spid="18"/>
                                        </p:tgtEl>
                                      </p:cBhvr>
                                    </p:animEffect>
                                    <p:set>
                                      <p:cBhvr>
                                        <p:cTn id="78" dur="1" fill="hold">
                                          <p:stCondLst>
                                            <p:cond delay="499"/>
                                          </p:stCondLst>
                                        </p:cTn>
                                        <p:tgtEl>
                                          <p:spTgt spid="18"/>
                                        </p:tgtEl>
                                        <p:attrNameLst>
                                          <p:attrName>style.visibility</p:attrName>
                                        </p:attrNameLst>
                                      </p:cBhvr>
                                      <p:to>
                                        <p:strVal val="hidden"/>
                                      </p:to>
                                    </p:set>
                                  </p:childTnLst>
                                </p:cTn>
                              </p:par>
                            </p:childTnLst>
                          </p:cTn>
                        </p:par>
                        <p:par>
                          <p:cTn id="79" fill="hold">
                            <p:stCondLst>
                              <p:cond delay="1500"/>
                            </p:stCondLst>
                            <p:childTnLst>
                              <p:par>
                                <p:cTn id="80" presetID="22" presetClass="entr" presetSubtype="8" fill="hold" nodeType="after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1000"/>
                                        <p:tgtEl>
                                          <p:spTgt spid="16"/>
                                        </p:tgtEl>
                                      </p:cBhvr>
                                    </p:animEffect>
                                  </p:childTnLst>
                                </p:cTn>
                              </p:par>
                              <p:par>
                                <p:cTn id="83" presetID="12" presetClass="entr" presetSubtype="8"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750"/>
                                        <p:tgtEl>
                                          <p:spTgt spid="21"/>
                                        </p:tgtEl>
                                        <p:attrNameLst>
                                          <p:attrName>ppt_x</p:attrName>
                                        </p:attrNameLst>
                                      </p:cBhvr>
                                      <p:tavLst>
                                        <p:tav tm="0">
                                          <p:val>
                                            <p:strVal val="#ppt_x-#ppt_w*1.125000"/>
                                          </p:val>
                                        </p:tav>
                                        <p:tav tm="100000">
                                          <p:val>
                                            <p:strVal val="#ppt_x"/>
                                          </p:val>
                                        </p:tav>
                                      </p:tavLst>
                                    </p:anim>
                                    <p:animEffect transition="in" filter="wipe(right)">
                                      <p:cBhvr>
                                        <p:cTn id="86" dur="750"/>
                                        <p:tgtEl>
                                          <p:spTgt spid="21"/>
                                        </p:tgtEl>
                                      </p:cBhvr>
                                    </p:animEffect>
                                  </p:childTnLst>
                                </p:cTn>
                              </p:par>
                            </p:childTnLst>
                          </p:cTn>
                        </p:par>
                        <p:par>
                          <p:cTn id="87" fill="hold">
                            <p:stCondLst>
                              <p:cond delay="2500"/>
                            </p:stCondLst>
                            <p:childTnLst>
                              <p:par>
                                <p:cTn id="88" presetID="22" presetClass="exit" presetSubtype="2" fill="hold" nodeType="afterEffect">
                                  <p:stCondLst>
                                    <p:cond delay="0"/>
                                  </p:stCondLst>
                                  <p:childTnLst>
                                    <p:animEffect transition="out" filter="wipe(right)">
                                      <p:cBhvr>
                                        <p:cTn id="89" dur="500"/>
                                        <p:tgtEl>
                                          <p:spTgt spid="16"/>
                                        </p:tgtEl>
                                      </p:cBhvr>
                                    </p:animEffect>
                                    <p:set>
                                      <p:cBhvr>
                                        <p:cTn id="90" dur="1" fill="hold">
                                          <p:stCondLst>
                                            <p:cond delay="499"/>
                                          </p:stCondLst>
                                        </p:cTn>
                                        <p:tgtEl>
                                          <p:spTgt spid="16"/>
                                        </p:tgtEl>
                                        <p:attrNameLst>
                                          <p:attrName>style.visibility</p:attrName>
                                        </p:attrNameLst>
                                      </p:cBhvr>
                                      <p:to>
                                        <p:strVal val="hidden"/>
                                      </p:to>
                                    </p:set>
                                  </p:childTnLst>
                                </p:cTn>
                              </p:par>
                            </p:childTnLst>
                          </p:cTn>
                        </p:par>
                        <p:par>
                          <p:cTn id="91" fill="hold">
                            <p:stCondLst>
                              <p:cond delay="3000"/>
                            </p:stCondLst>
                            <p:childTnLst>
                              <p:par>
                                <p:cTn id="92" presetID="22" presetClass="entr" presetSubtype="8" fill="hold" nodeType="after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wipe(left)">
                                      <p:cBhvr>
                                        <p:cTn id="94" dur="1000"/>
                                        <p:tgtEl>
                                          <p:spTgt spid="18"/>
                                        </p:tgtEl>
                                      </p:cBhvr>
                                    </p:animEffect>
                                  </p:childTnLst>
                                </p:cTn>
                              </p:par>
                              <p:par>
                                <p:cTn id="95" presetID="12" presetClass="entr" presetSubtype="8"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750"/>
                                        <p:tgtEl>
                                          <p:spTgt spid="22"/>
                                        </p:tgtEl>
                                        <p:attrNameLst>
                                          <p:attrName>ppt_x</p:attrName>
                                        </p:attrNameLst>
                                      </p:cBhvr>
                                      <p:tavLst>
                                        <p:tav tm="0">
                                          <p:val>
                                            <p:strVal val="#ppt_x-#ppt_w*1.125000"/>
                                          </p:val>
                                        </p:tav>
                                        <p:tav tm="100000">
                                          <p:val>
                                            <p:strVal val="#ppt_x"/>
                                          </p:val>
                                        </p:tav>
                                      </p:tavLst>
                                    </p:anim>
                                    <p:animEffect transition="in" filter="wipe(right)">
                                      <p:cBhvr>
                                        <p:cTn id="98" dur="750"/>
                                        <p:tgtEl>
                                          <p:spTgt spid="22"/>
                                        </p:tgtEl>
                                      </p:cBhvr>
                                    </p:animEffect>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14">
                                            <p:txEl>
                                              <p:pRg st="2" end="2"/>
                                            </p:txEl>
                                          </p:spTgt>
                                        </p:tgtEl>
                                        <p:attrNameLst>
                                          <p:attrName>style.visibility</p:attrName>
                                        </p:attrNameLst>
                                      </p:cBhvr>
                                      <p:to>
                                        <p:strVal val="visible"/>
                                      </p:to>
                                    </p:set>
                                    <p:animEffect transition="in" filter="fade">
                                      <p:cBhvr>
                                        <p:cTn id="103" dur="1000"/>
                                        <p:tgtEl>
                                          <p:spTgt spid="14">
                                            <p:txEl>
                                              <p:pRg st="2" end="2"/>
                                            </p:txEl>
                                          </p:spTgt>
                                        </p:tgtEl>
                                      </p:cBhvr>
                                    </p:animEffect>
                                    <p:anim calcmode="lin" valueType="num">
                                      <p:cBhvr>
                                        <p:cTn id="104"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05"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par>
                          <p:cTn id="106" fill="hold">
                            <p:stCondLst>
                              <p:cond delay="1000"/>
                            </p:stCondLst>
                            <p:childTnLst>
                              <p:par>
                                <p:cTn id="107" presetID="22" presetClass="exit" presetSubtype="2" fill="hold" nodeType="afterEffect">
                                  <p:stCondLst>
                                    <p:cond delay="0"/>
                                  </p:stCondLst>
                                  <p:childTnLst>
                                    <p:animEffect transition="out" filter="wipe(right)">
                                      <p:cBhvr>
                                        <p:cTn id="108" dur="500"/>
                                        <p:tgtEl>
                                          <p:spTgt spid="18"/>
                                        </p:tgtEl>
                                      </p:cBhvr>
                                    </p:animEffect>
                                    <p:set>
                                      <p:cBhvr>
                                        <p:cTn id="109" dur="1" fill="hold">
                                          <p:stCondLst>
                                            <p:cond delay="499"/>
                                          </p:stCondLst>
                                        </p:cTn>
                                        <p:tgtEl>
                                          <p:spTgt spid="18"/>
                                        </p:tgtEl>
                                        <p:attrNameLst>
                                          <p:attrName>style.visibility</p:attrName>
                                        </p:attrNameLst>
                                      </p:cBhvr>
                                      <p:to>
                                        <p:strVal val="hidden"/>
                                      </p:to>
                                    </p:set>
                                  </p:childTnLst>
                                </p:cTn>
                              </p:par>
                            </p:childTnLst>
                          </p:cTn>
                        </p:par>
                        <p:par>
                          <p:cTn id="110" fill="hold">
                            <p:stCondLst>
                              <p:cond delay="1500"/>
                            </p:stCondLst>
                            <p:childTnLst>
                              <p:par>
                                <p:cTn id="111" presetID="22" presetClass="entr" presetSubtype="8" fill="hold" nodeType="afterEffect">
                                  <p:stCondLst>
                                    <p:cond delay="0"/>
                                  </p:stCondLst>
                                  <p:childTnLst>
                                    <p:set>
                                      <p:cBhvr>
                                        <p:cTn id="112" dur="1" fill="hold">
                                          <p:stCondLst>
                                            <p:cond delay="0"/>
                                          </p:stCondLst>
                                        </p:cTn>
                                        <p:tgtEl>
                                          <p:spTgt spid="16"/>
                                        </p:tgtEl>
                                        <p:attrNameLst>
                                          <p:attrName>style.visibility</p:attrName>
                                        </p:attrNameLst>
                                      </p:cBhvr>
                                      <p:to>
                                        <p:strVal val="visible"/>
                                      </p:to>
                                    </p:set>
                                    <p:animEffect transition="in" filter="wipe(left)">
                                      <p:cBhvr>
                                        <p:cTn id="113" dur="1000"/>
                                        <p:tgtEl>
                                          <p:spTgt spid="16"/>
                                        </p:tgtEl>
                                      </p:cBhvr>
                                    </p:animEffect>
                                  </p:childTnLst>
                                </p:cTn>
                              </p:par>
                            </p:childTnLst>
                          </p:cTn>
                        </p:par>
                        <p:par>
                          <p:cTn id="114" fill="hold">
                            <p:stCondLst>
                              <p:cond delay="2500"/>
                            </p:stCondLst>
                            <p:childTnLst>
                              <p:par>
                                <p:cTn id="115" presetID="12" presetClass="entr" presetSubtype="8" fill="hold" grpId="0" nodeType="afterEffect">
                                  <p:stCondLst>
                                    <p:cond delay="0"/>
                                  </p:stCondLst>
                                  <p:childTnLst>
                                    <p:set>
                                      <p:cBhvr>
                                        <p:cTn id="116" dur="1" fill="hold">
                                          <p:stCondLst>
                                            <p:cond delay="0"/>
                                          </p:stCondLst>
                                        </p:cTn>
                                        <p:tgtEl>
                                          <p:spTgt spid="23"/>
                                        </p:tgtEl>
                                        <p:attrNameLst>
                                          <p:attrName>style.visibility</p:attrName>
                                        </p:attrNameLst>
                                      </p:cBhvr>
                                      <p:to>
                                        <p:strVal val="visible"/>
                                      </p:to>
                                    </p:set>
                                    <p:anim calcmode="lin" valueType="num">
                                      <p:cBhvr additive="base">
                                        <p:cTn id="117" dur="750"/>
                                        <p:tgtEl>
                                          <p:spTgt spid="23"/>
                                        </p:tgtEl>
                                        <p:attrNameLst>
                                          <p:attrName>ppt_x</p:attrName>
                                        </p:attrNameLst>
                                      </p:cBhvr>
                                      <p:tavLst>
                                        <p:tav tm="0">
                                          <p:val>
                                            <p:strVal val="#ppt_x-#ppt_w*1.125000"/>
                                          </p:val>
                                        </p:tav>
                                        <p:tav tm="100000">
                                          <p:val>
                                            <p:strVal val="#ppt_x"/>
                                          </p:val>
                                        </p:tav>
                                      </p:tavLst>
                                    </p:anim>
                                    <p:animEffect transition="in" filter="wipe(right)">
                                      <p:cBhvr>
                                        <p:cTn id="118" dur="750"/>
                                        <p:tgtEl>
                                          <p:spTgt spid="23"/>
                                        </p:tgtEl>
                                      </p:cBhvr>
                                    </p:animEffect>
                                  </p:childTnLst>
                                </p:cTn>
                              </p:par>
                            </p:childTnLst>
                          </p:cTn>
                        </p:par>
                        <p:par>
                          <p:cTn id="119" fill="hold">
                            <p:stCondLst>
                              <p:cond delay="3250"/>
                            </p:stCondLst>
                            <p:childTnLst>
                              <p:par>
                                <p:cTn id="120" presetID="22" presetClass="exit" presetSubtype="2" fill="hold" nodeType="afterEffect">
                                  <p:stCondLst>
                                    <p:cond delay="0"/>
                                  </p:stCondLst>
                                  <p:childTnLst>
                                    <p:animEffect transition="out" filter="wipe(right)">
                                      <p:cBhvr>
                                        <p:cTn id="121" dur="500"/>
                                        <p:tgtEl>
                                          <p:spTgt spid="16"/>
                                        </p:tgtEl>
                                      </p:cBhvr>
                                    </p:animEffect>
                                    <p:set>
                                      <p:cBhvr>
                                        <p:cTn id="122" dur="1" fill="hold">
                                          <p:stCondLst>
                                            <p:cond delay="499"/>
                                          </p:stCondLst>
                                        </p:cTn>
                                        <p:tgtEl>
                                          <p:spTgt spid="16"/>
                                        </p:tgtEl>
                                        <p:attrNameLst>
                                          <p:attrName>style.visibility</p:attrName>
                                        </p:attrNameLst>
                                      </p:cBhvr>
                                      <p:to>
                                        <p:strVal val="hidden"/>
                                      </p:to>
                                    </p:set>
                                  </p:childTnLst>
                                </p:cTn>
                              </p:par>
                            </p:childTnLst>
                          </p:cTn>
                        </p:par>
                        <p:par>
                          <p:cTn id="123" fill="hold">
                            <p:stCondLst>
                              <p:cond delay="3750"/>
                            </p:stCondLst>
                            <p:childTnLst>
                              <p:par>
                                <p:cTn id="124" presetID="22" presetClass="entr" presetSubtype="8" fill="hold" nodeType="afterEffect">
                                  <p:stCondLst>
                                    <p:cond delay="0"/>
                                  </p:stCondLst>
                                  <p:childTnLst>
                                    <p:set>
                                      <p:cBhvr>
                                        <p:cTn id="125" dur="1" fill="hold">
                                          <p:stCondLst>
                                            <p:cond delay="0"/>
                                          </p:stCondLst>
                                        </p:cTn>
                                        <p:tgtEl>
                                          <p:spTgt spid="18"/>
                                        </p:tgtEl>
                                        <p:attrNameLst>
                                          <p:attrName>style.visibility</p:attrName>
                                        </p:attrNameLst>
                                      </p:cBhvr>
                                      <p:to>
                                        <p:strVal val="visible"/>
                                      </p:to>
                                    </p:set>
                                    <p:animEffect transition="in" filter="wipe(left)">
                                      <p:cBhvr>
                                        <p:cTn id="126" dur="1000"/>
                                        <p:tgtEl>
                                          <p:spTgt spid="18"/>
                                        </p:tgtEl>
                                      </p:cBhvr>
                                    </p:animEffect>
                                  </p:childTnLst>
                                </p:cTn>
                              </p:par>
                              <p:par>
                                <p:cTn id="127" presetID="12" presetClass="entr" presetSubtype="8" fill="hold" grpId="0" nodeType="withEffect">
                                  <p:stCondLst>
                                    <p:cond delay="0"/>
                                  </p:stCondLst>
                                  <p:childTnLst>
                                    <p:set>
                                      <p:cBhvr>
                                        <p:cTn id="128" dur="1" fill="hold">
                                          <p:stCondLst>
                                            <p:cond delay="0"/>
                                          </p:stCondLst>
                                        </p:cTn>
                                        <p:tgtEl>
                                          <p:spTgt spid="24"/>
                                        </p:tgtEl>
                                        <p:attrNameLst>
                                          <p:attrName>style.visibility</p:attrName>
                                        </p:attrNameLst>
                                      </p:cBhvr>
                                      <p:to>
                                        <p:strVal val="visible"/>
                                      </p:to>
                                    </p:set>
                                    <p:anim calcmode="lin" valueType="num">
                                      <p:cBhvr additive="base">
                                        <p:cTn id="129" dur="750"/>
                                        <p:tgtEl>
                                          <p:spTgt spid="24"/>
                                        </p:tgtEl>
                                        <p:attrNameLst>
                                          <p:attrName>ppt_x</p:attrName>
                                        </p:attrNameLst>
                                      </p:cBhvr>
                                      <p:tavLst>
                                        <p:tav tm="0">
                                          <p:val>
                                            <p:strVal val="#ppt_x-#ppt_w*1.125000"/>
                                          </p:val>
                                        </p:tav>
                                        <p:tav tm="100000">
                                          <p:val>
                                            <p:strVal val="#ppt_x"/>
                                          </p:val>
                                        </p:tav>
                                      </p:tavLst>
                                    </p:anim>
                                    <p:animEffect transition="in" filter="wipe(right)">
                                      <p:cBhvr>
                                        <p:cTn id="130" dur="750"/>
                                        <p:tgtEl>
                                          <p:spTgt spid="24"/>
                                        </p:tgtEl>
                                      </p:cBhvr>
                                    </p:animEffect>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grpId="0" nodeType="clickEffect">
                                  <p:stCondLst>
                                    <p:cond delay="0"/>
                                  </p:stCondLst>
                                  <p:childTnLst>
                                    <p:set>
                                      <p:cBhvr>
                                        <p:cTn id="134" dur="1" fill="hold">
                                          <p:stCondLst>
                                            <p:cond delay="0"/>
                                          </p:stCondLst>
                                        </p:cTn>
                                        <p:tgtEl>
                                          <p:spTgt spid="14">
                                            <p:txEl>
                                              <p:pRg st="3" end="3"/>
                                            </p:txEl>
                                          </p:spTgt>
                                        </p:tgtEl>
                                        <p:attrNameLst>
                                          <p:attrName>style.visibility</p:attrName>
                                        </p:attrNameLst>
                                      </p:cBhvr>
                                      <p:to>
                                        <p:strVal val="visible"/>
                                      </p:to>
                                    </p:set>
                                    <p:animEffect transition="in" filter="fade">
                                      <p:cBhvr>
                                        <p:cTn id="135" dur="1000"/>
                                        <p:tgtEl>
                                          <p:spTgt spid="14">
                                            <p:txEl>
                                              <p:pRg st="3" end="3"/>
                                            </p:txEl>
                                          </p:spTgt>
                                        </p:tgtEl>
                                      </p:cBhvr>
                                    </p:animEffect>
                                    <p:anim calcmode="lin" valueType="num">
                                      <p:cBhvr>
                                        <p:cTn id="136"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37"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par>
                          <p:cTn id="138" fill="hold">
                            <p:stCondLst>
                              <p:cond delay="1000"/>
                            </p:stCondLst>
                            <p:childTnLst>
                              <p:par>
                                <p:cTn id="139" presetID="22" presetClass="exit" presetSubtype="2" fill="hold" nodeType="afterEffect">
                                  <p:stCondLst>
                                    <p:cond delay="0"/>
                                  </p:stCondLst>
                                  <p:childTnLst>
                                    <p:animEffect transition="out" filter="wipe(right)">
                                      <p:cBhvr>
                                        <p:cTn id="140" dur="500"/>
                                        <p:tgtEl>
                                          <p:spTgt spid="18"/>
                                        </p:tgtEl>
                                      </p:cBhvr>
                                    </p:animEffect>
                                    <p:set>
                                      <p:cBhvr>
                                        <p:cTn id="141" dur="1" fill="hold">
                                          <p:stCondLst>
                                            <p:cond delay="499"/>
                                          </p:stCondLst>
                                        </p:cTn>
                                        <p:tgtEl>
                                          <p:spTgt spid="18"/>
                                        </p:tgtEl>
                                        <p:attrNameLst>
                                          <p:attrName>style.visibility</p:attrName>
                                        </p:attrNameLst>
                                      </p:cBhvr>
                                      <p:to>
                                        <p:strVal val="hidden"/>
                                      </p:to>
                                    </p:set>
                                  </p:childTnLst>
                                </p:cTn>
                              </p:par>
                            </p:childTnLst>
                          </p:cTn>
                        </p:par>
                        <p:par>
                          <p:cTn id="142" fill="hold">
                            <p:stCondLst>
                              <p:cond delay="1500"/>
                            </p:stCondLst>
                            <p:childTnLst>
                              <p:par>
                                <p:cTn id="143" presetID="22" presetClass="entr" presetSubtype="8" fill="hold" nodeType="afterEffect">
                                  <p:stCondLst>
                                    <p:cond delay="0"/>
                                  </p:stCondLst>
                                  <p:childTnLst>
                                    <p:set>
                                      <p:cBhvr>
                                        <p:cTn id="144" dur="1" fill="hold">
                                          <p:stCondLst>
                                            <p:cond delay="0"/>
                                          </p:stCondLst>
                                        </p:cTn>
                                        <p:tgtEl>
                                          <p:spTgt spid="16"/>
                                        </p:tgtEl>
                                        <p:attrNameLst>
                                          <p:attrName>style.visibility</p:attrName>
                                        </p:attrNameLst>
                                      </p:cBhvr>
                                      <p:to>
                                        <p:strVal val="visible"/>
                                      </p:to>
                                    </p:set>
                                    <p:animEffect transition="in" filter="wipe(left)">
                                      <p:cBhvr>
                                        <p:cTn id="145" dur="1000"/>
                                        <p:tgtEl>
                                          <p:spTgt spid="16"/>
                                        </p:tgtEl>
                                      </p:cBhvr>
                                    </p:animEffect>
                                  </p:childTnLst>
                                </p:cTn>
                              </p:par>
                              <p:par>
                                <p:cTn id="146" presetID="12" presetClass="entr" presetSubtype="8" fill="hold" grpId="0" nodeType="withEffect">
                                  <p:stCondLst>
                                    <p:cond delay="0"/>
                                  </p:stCondLst>
                                  <p:childTnLst>
                                    <p:set>
                                      <p:cBhvr>
                                        <p:cTn id="147" dur="1" fill="hold">
                                          <p:stCondLst>
                                            <p:cond delay="0"/>
                                          </p:stCondLst>
                                        </p:cTn>
                                        <p:tgtEl>
                                          <p:spTgt spid="25"/>
                                        </p:tgtEl>
                                        <p:attrNameLst>
                                          <p:attrName>style.visibility</p:attrName>
                                        </p:attrNameLst>
                                      </p:cBhvr>
                                      <p:to>
                                        <p:strVal val="visible"/>
                                      </p:to>
                                    </p:set>
                                    <p:anim calcmode="lin" valueType="num">
                                      <p:cBhvr additive="base">
                                        <p:cTn id="148" dur="750"/>
                                        <p:tgtEl>
                                          <p:spTgt spid="25"/>
                                        </p:tgtEl>
                                        <p:attrNameLst>
                                          <p:attrName>ppt_x</p:attrName>
                                        </p:attrNameLst>
                                      </p:cBhvr>
                                      <p:tavLst>
                                        <p:tav tm="0">
                                          <p:val>
                                            <p:strVal val="#ppt_x-#ppt_w*1.125000"/>
                                          </p:val>
                                        </p:tav>
                                        <p:tav tm="100000">
                                          <p:val>
                                            <p:strVal val="#ppt_x"/>
                                          </p:val>
                                        </p:tav>
                                      </p:tavLst>
                                    </p:anim>
                                    <p:animEffect transition="in" filter="wipe(right)">
                                      <p:cBhvr>
                                        <p:cTn id="149" dur="750"/>
                                        <p:tgtEl>
                                          <p:spTgt spid="25"/>
                                        </p:tgtEl>
                                      </p:cBhvr>
                                    </p:animEffect>
                                  </p:childTnLst>
                                </p:cTn>
                              </p:par>
                            </p:childTnLst>
                          </p:cTn>
                        </p:par>
                        <p:par>
                          <p:cTn id="150" fill="hold">
                            <p:stCondLst>
                              <p:cond delay="2500"/>
                            </p:stCondLst>
                            <p:childTnLst>
                              <p:par>
                                <p:cTn id="151" presetID="22" presetClass="exit" presetSubtype="2" fill="hold" nodeType="afterEffect">
                                  <p:stCondLst>
                                    <p:cond delay="0"/>
                                  </p:stCondLst>
                                  <p:childTnLst>
                                    <p:animEffect transition="out" filter="wipe(right)">
                                      <p:cBhvr>
                                        <p:cTn id="152" dur="500"/>
                                        <p:tgtEl>
                                          <p:spTgt spid="16"/>
                                        </p:tgtEl>
                                      </p:cBhvr>
                                    </p:animEffect>
                                    <p:set>
                                      <p:cBhvr>
                                        <p:cTn id="153" dur="1" fill="hold">
                                          <p:stCondLst>
                                            <p:cond delay="499"/>
                                          </p:stCondLst>
                                        </p:cTn>
                                        <p:tgtEl>
                                          <p:spTgt spid="16"/>
                                        </p:tgtEl>
                                        <p:attrNameLst>
                                          <p:attrName>style.visibility</p:attrName>
                                        </p:attrNameLst>
                                      </p:cBhvr>
                                      <p:to>
                                        <p:strVal val="hidden"/>
                                      </p:to>
                                    </p:set>
                                  </p:childTnLst>
                                </p:cTn>
                              </p:par>
                            </p:childTnLst>
                          </p:cTn>
                        </p:par>
                        <p:par>
                          <p:cTn id="154" fill="hold">
                            <p:stCondLst>
                              <p:cond delay="3000"/>
                            </p:stCondLst>
                            <p:childTnLst>
                              <p:par>
                                <p:cTn id="155" presetID="22" presetClass="entr" presetSubtype="8" fill="hold" nodeType="afterEffect">
                                  <p:stCondLst>
                                    <p:cond delay="0"/>
                                  </p:stCondLst>
                                  <p:childTnLst>
                                    <p:set>
                                      <p:cBhvr>
                                        <p:cTn id="156" dur="1" fill="hold">
                                          <p:stCondLst>
                                            <p:cond delay="0"/>
                                          </p:stCondLst>
                                        </p:cTn>
                                        <p:tgtEl>
                                          <p:spTgt spid="18"/>
                                        </p:tgtEl>
                                        <p:attrNameLst>
                                          <p:attrName>style.visibility</p:attrName>
                                        </p:attrNameLst>
                                      </p:cBhvr>
                                      <p:to>
                                        <p:strVal val="visible"/>
                                      </p:to>
                                    </p:set>
                                    <p:animEffect transition="in" filter="wipe(left)">
                                      <p:cBhvr>
                                        <p:cTn id="157" dur="1000"/>
                                        <p:tgtEl>
                                          <p:spTgt spid="18"/>
                                        </p:tgtEl>
                                      </p:cBhvr>
                                    </p:animEffect>
                                  </p:childTnLst>
                                </p:cTn>
                              </p:par>
                              <p:par>
                                <p:cTn id="158" presetID="12" presetClass="entr" presetSubtype="8" fill="hold" grpId="0" nodeType="withEffect">
                                  <p:stCondLst>
                                    <p:cond delay="0"/>
                                  </p:stCondLst>
                                  <p:childTnLst>
                                    <p:set>
                                      <p:cBhvr>
                                        <p:cTn id="159" dur="1" fill="hold">
                                          <p:stCondLst>
                                            <p:cond delay="0"/>
                                          </p:stCondLst>
                                        </p:cTn>
                                        <p:tgtEl>
                                          <p:spTgt spid="26"/>
                                        </p:tgtEl>
                                        <p:attrNameLst>
                                          <p:attrName>style.visibility</p:attrName>
                                        </p:attrNameLst>
                                      </p:cBhvr>
                                      <p:to>
                                        <p:strVal val="visible"/>
                                      </p:to>
                                    </p:set>
                                    <p:anim calcmode="lin" valueType="num">
                                      <p:cBhvr additive="base">
                                        <p:cTn id="160" dur="750"/>
                                        <p:tgtEl>
                                          <p:spTgt spid="26"/>
                                        </p:tgtEl>
                                        <p:attrNameLst>
                                          <p:attrName>ppt_x</p:attrName>
                                        </p:attrNameLst>
                                      </p:cBhvr>
                                      <p:tavLst>
                                        <p:tav tm="0">
                                          <p:val>
                                            <p:strVal val="#ppt_x-#ppt_w*1.125000"/>
                                          </p:val>
                                        </p:tav>
                                        <p:tav tm="100000">
                                          <p:val>
                                            <p:strVal val="#ppt_x"/>
                                          </p:val>
                                        </p:tav>
                                      </p:tavLst>
                                    </p:anim>
                                    <p:animEffect transition="in" filter="wipe(right)">
                                      <p:cBhvr>
                                        <p:cTn id="161" dur="750"/>
                                        <p:tgtEl>
                                          <p:spTgt spid="26"/>
                                        </p:tgtEl>
                                      </p:cBhvr>
                                    </p:animEffect>
                                  </p:childTnLst>
                                </p:cTn>
                              </p:par>
                            </p:childTnLst>
                          </p:cTn>
                        </p:par>
                      </p:childTnLst>
                    </p:cTn>
                  </p:par>
                  <p:par>
                    <p:cTn id="162" fill="hold">
                      <p:stCondLst>
                        <p:cond delay="indefinite"/>
                      </p:stCondLst>
                      <p:childTnLst>
                        <p:par>
                          <p:cTn id="163" fill="hold">
                            <p:stCondLst>
                              <p:cond delay="0"/>
                            </p:stCondLst>
                            <p:childTnLst>
                              <p:par>
                                <p:cTn id="164" presetID="42" presetClass="entr" presetSubtype="0" fill="hold" grpId="0" nodeType="clickEffect">
                                  <p:stCondLst>
                                    <p:cond delay="0"/>
                                  </p:stCondLst>
                                  <p:childTnLst>
                                    <p:set>
                                      <p:cBhvr>
                                        <p:cTn id="165" dur="1" fill="hold">
                                          <p:stCondLst>
                                            <p:cond delay="0"/>
                                          </p:stCondLst>
                                        </p:cTn>
                                        <p:tgtEl>
                                          <p:spTgt spid="14">
                                            <p:txEl>
                                              <p:pRg st="4" end="4"/>
                                            </p:txEl>
                                          </p:spTgt>
                                        </p:tgtEl>
                                        <p:attrNameLst>
                                          <p:attrName>style.visibility</p:attrName>
                                        </p:attrNameLst>
                                      </p:cBhvr>
                                      <p:to>
                                        <p:strVal val="visible"/>
                                      </p:to>
                                    </p:set>
                                    <p:animEffect transition="in" filter="fade">
                                      <p:cBhvr>
                                        <p:cTn id="166" dur="1000"/>
                                        <p:tgtEl>
                                          <p:spTgt spid="14">
                                            <p:txEl>
                                              <p:pRg st="4" end="4"/>
                                            </p:txEl>
                                          </p:spTgt>
                                        </p:tgtEl>
                                      </p:cBhvr>
                                    </p:animEffect>
                                    <p:anim calcmode="lin" valueType="num">
                                      <p:cBhvr>
                                        <p:cTn id="167"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168"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par>
                          <p:cTn id="169" fill="hold">
                            <p:stCondLst>
                              <p:cond delay="1000"/>
                            </p:stCondLst>
                            <p:childTnLst>
                              <p:par>
                                <p:cTn id="170" presetID="22" presetClass="exit" presetSubtype="2" fill="hold" nodeType="afterEffect">
                                  <p:stCondLst>
                                    <p:cond delay="0"/>
                                  </p:stCondLst>
                                  <p:childTnLst>
                                    <p:animEffect transition="out" filter="wipe(right)">
                                      <p:cBhvr>
                                        <p:cTn id="171" dur="500"/>
                                        <p:tgtEl>
                                          <p:spTgt spid="18"/>
                                        </p:tgtEl>
                                      </p:cBhvr>
                                    </p:animEffect>
                                    <p:set>
                                      <p:cBhvr>
                                        <p:cTn id="172" dur="1" fill="hold">
                                          <p:stCondLst>
                                            <p:cond delay="499"/>
                                          </p:stCondLst>
                                        </p:cTn>
                                        <p:tgtEl>
                                          <p:spTgt spid="18"/>
                                        </p:tgtEl>
                                        <p:attrNameLst>
                                          <p:attrName>style.visibility</p:attrName>
                                        </p:attrNameLst>
                                      </p:cBhvr>
                                      <p:to>
                                        <p:strVal val="hidden"/>
                                      </p:to>
                                    </p:set>
                                  </p:childTnLst>
                                </p:cTn>
                              </p:par>
                            </p:childTnLst>
                          </p:cTn>
                        </p:par>
                        <p:par>
                          <p:cTn id="173" fill="hold">
                            <p:stCondLst>
                              <p:cond delay="1500"/>
                            </p:stCondLst>
                            <p:childTnLst>
                              <p:par>
                                <p:cTn id="174" presetID="22" presetClass="entr" presetSubtype="8" fill="hold" nodeType="afterEffect">
                                  <p:stCondLst>
                                    <p:cond delay="0"/>
                                  </p:stCondLst>
                                  <p:childTnLst>
                                    <p:set>
                                      <p:cBhvr>
                                        <p:cTn id="175" dur="1" fill="hold">
                                          <p:stCondLst>
                                            <p:cond delay="0"/>
                                          </p:stCondLst>
                                        </p:cTn>
                                        <p:tgtEl>
                                          <p:spTgt spid="29"/>
                                        </p:tgtEl>
                                        <p:attrNameLst>
                                          <p:attrName>style.visibility</p:attrName>
                                        </p:attrNameLst>
                                      </p:cBhvr>
                                      <p:to>
                                        <p:strVal val="visible"/>
                                      </p:to>
                                    </p:set>
                                    <p:animEffect transition="in" filter="wipe(left)">
                                      <p:cBhvr>
                                        <p:cTn id="176" dur="1000"/>
                                        <p:tgtEl>
                                          <p:spTgt spid="29"/>
                                        </p:tgtEl>
                                      </p:cBhvr>
                                    </p:animEffect>
                                  </p:childTnLst>
                                </p:cTn>
                              </p:par>
                            </p:childTnLst>
                          </p:cTn>
                        </p:par>
                        <p:par>
                          <p:cTn id="177" fill="hold">
                            <p:stCondLst>
                              <p:cond delay="2500"/>
                            </p:stCondLst>
                            <p:childTnLst>
                              <p:par>
                                <p:cTn id="178" presetID="12" presetClass="entr" presetSubtype="8" fill="hold" grpId="0" nodeType="afterEffect">
                                  <p:stCondLst>
                                    <p:cond delay="0"/>
                                  </p:stCondLst>
                                  <p:childTnLst>
                                    <p:set>
                                      <p:cBhvr>
                                        <p:cTn id="179" dur="1" fill="hold">
                                          <p:stCondLst>
                                            <p:cond delay="0"/>
                                          </p:stCondLst>
                                        </p:cTn>
                                        <p:tgtEl>
                                          <p:spTgt spid="27"/>
                                        </p:tgtEl>
                                        <p:attrNameLst>
                                          <p:attrName>style.visibility</p:attrName>
                                        </p:attrNameLst>
                                      </p:cBhvr>
                                      <p:to>
                                        <p:strVal val="visible"/>
                                      </p:to>
                                    </p:set>
                                    <p:anim calcmode="lin" valueType="num">
                                      <p:cBhvr additive="base">
                                        <p:cTn id="180" dur="750"/>
                                        <p:tgtEl>
                                          <p:spTgt spid="27"/>
                                        </p:tgtEl>
                                        <p:attrNameLst>
                                          <p:attrName>ppt_x</p:attrName>
                                        </p:attrNameLst>
                                      </p:cBhvr>
                                      <p:tavLst>
                                        <p:tav tm="0">
                                          <p:val>
                                            <p:strVal val="#ppt_x-#ppt_w*1.125000"/>
                                          </p:val>
                                        </p:tav>
                                        <p:tav tm="100000">
                                          <p:val>
                                            <p:strVal val="#ppt_x"/>
                                          </p:val>
                                        </p:tav>
                                      </p:tavLst>
                                    </p:anim>
                                    <p:animEffect transition="in" filter="wipe(right)">
                                      <p:cBhvr>
                                        <p:cTn id="181" dur="750"/>
                                        <p:tgtEl>
                                          <p:spTgt spid="27"/>
                                        </p:tgtEl>
                                      </p:cBhvr>
                                    </p:animEffect>
                                  </p:childTnLst>
                                </p:cTn>
                              </p:par>
                            </p:childTnLst>
                          </p:cTn>
                        </p:par>
                        <p:par>
                          <p:cTn id="182" fill="hold">
                            <p:stCondLst>
                              <p:cond delay="3250"/>
                            </p:stCondLst>
                            <p:childTnLst>
                              <p:par>
                                <p:cTn id="183" presetID="22" presetClass="exit" presetSubtype="2" fill="hold" nodeType="afterEffect">
                                  <p:stCondLst>
                                    <p:cond delay="0"/>
                                  </p:stCondLst>
                                  <p:childTnLst>
                                    <p:animEffect transition="out" filter="wipe(right)">
                                      <p:cBhvr>
                                        <p:cTn id="184" dur="500"/>
                                        <p:tgtEl>
                                          <p:spTgt spid="29"/>
                                        </p:tgtEl>
                                      </p:cBhvr>
                                    </p:animEffect>
                                    <p:set>
                                      <p:cBhvr>
                                        <p:cTn id="185" dur="1" fill="hold">
                                          <p:stCondLst>
                                            <p:cond delay="499"/>
                                          </p:stCondLst>
                                        </p:cTn>
                                        <p:tgtEl>
                                          <p:spTgt spid="29"/>
                                        </p:tgtEl>
                                        <p:attrNameLst>
                                          <p:attrName>style.visibility</p:attrName>
                                        </p:attrNameLst>
                                      </p:cBhvr>
                                      <p:to>
                                        <p:strVal val="hidden"/>
                                      </p:to>
                                    </p:set>
                                  </p:childTnLst>
                                </p:cTn>
                              </p:par>
                            </p:childTnLst>
                          </p:cTn>
                        </p:par>
                        <p:par>
                          <p:cTn id="186" fill="hold">
                            <p:stCondLst>
                              <p:cond delay="3750"/>
                            </p:stCondLst>
                            <p:childTnLst>
                              <p:par>
                                <p:cTn id="187" presetID="22" presetClass="entr" presetSubtype="8" fill="hold" nodeType="afterEffect">
                                  <p:stCondLst>
                                    <p:cond delay="0"/>
                                  </p:stCondLst>
                                  <p:childTnLst>
                                    <p:set>
                                      <p:cBhvr>
                                        <p:cTn id="188" dur="1" fill="hold">
                                          <p:stCondLst>
                                            <p:cond delay="0"/>
                                          </p:stCondLst>
                                        </p:cTn>
                                        <p:tgtEl>
                                          <p:spTgt spid="30"/>
                                        </p:tgtEl>
                                        <p:attrNameLst>
                                          <p:attrName>style.visibility</p:attrName>
                                        </p:attrNameLst>
                                      </p:cBhvr>
                                      <p:to>
                                        <p:strVal val="visible"/>
                                      </p:to>
                                    </p:set>
                                    <p:animEffect transition="in" filter="wipe(left)">
                                      <p:cBhvr>
                                        <p:cTn id="189" dur="500"/>
                                        <p:tgtEl>
                                          <p:spTgt spid="30"/>
                                        </p:tgtEl>
                                      </p:cBhvr>
                                    </p:animEffect>
                                  </p:childTnLst>
                                </p:cTn>
                              </p:par>
                              <p:par>
                                <p:cTn id="190" presetID="12" presetClass="entr" presetSubtype="8" fill="hold" grpId="0" nodeType="withEffect">
                                  <p:stCondLst>
                                    <p:cond delay="0"/>
                                  </p:stCondLst>
                                  <p:childTnLst>
                                    <p:set>
                                      <p:cBhvr>
                                        <p:cTn id="191" dur="1" fill="hold">
                                          <p:stCondLst>
                                            <p:cond delay="0"/>
                                          </p:stCondLst>
                                        </p:cTn>
                                        <p:tgtEl>
                                          <p:spTgt spid="28"/>
                                        </p:tgtEl>
                                        <p:attrNameLst>
                                          <p:attrName>style.visibility</p:attrName>
                                        </p:attrNameLst>
                                      </p:cBhvr>
                                      <p:to>
                                        <p:strVal val="visible"/>
                                      </p:to>
                                    </p:set>
                                    <p:anim calcmode="lin" valueType="num">
                                      <p:cBhvr additive="base">
                                        <p:cTn id="192" dur="750"/>
                                        <p:tgtEl>
                                          <p:spTgt spid="28"/>
                                        </p:tgtEl>
                                        <p:attrNameLst>
                                          <p:attrName>ppt_x</p:attrName>
                                        </p:attrNameLst>
                                      </p:cBhvr>
                                      <p:tavLst>
                                        <p:tav tm="0">
                                          <p:val>
                                            <p:strVal val="#ppt_x-#ppt_w*1.125000"/>
                                          </p:val>
                                        </p:tav>
                                        <p:tav tm="100000">
                                          <p:val>
                                            <p:strVal val="#ppt_x"/>
                                          </p:val>
                                        </p:tav>
                                      </p:tavLst>
                                    </p:anim>
                                    <p:animEffect transition="in" filter="wipe(right)">
                                      <p:cBhvr>
                                        <p:cTn id="193" dur="750"/>
                                        <p:tgtEl>
                                          <p:spTgt spid="28"/>
                                        </p:tgtEl>
                                      </p:cBhvr>
                                    </p:animEffect>
                                  </p:childTnLst>
                                </p:cTn>
                              </p:par>
                            </p:childTnLst>
                          </p:cTn>
                        </p:par>
                      </p:childTnLst>
                    </p:cTn>
                  </p:par>
                  <p:par>
                    <p:cTn id="194" fill="hold">
                      <p:stCondLst>
                        <p:cond delay="indefinite"/>
                      </p:stCondLst>
                      <p:childTnLst>
                        <p:par>
                          <p:cTn id="195" fill="hold">
                            <p:stCondLst>
                              <p:cond delay="0"/>
                            </p:stCondLst>
                            <p:childTnLst>
                              <p:par>
                                <p:cTn id="196" presetID="42" presetClass="entr" presetSubtype="0" fill="hold" grpId="0" nodeType="clickEffect">
                                  <p:stCondLst>
                                    <p:cond delay="0"/>
                                  </p:stCondLst>
                                  <p:childTnLst>
                                    <p:set>
                                      <p:cBhvr>
                                        <p:cTn id="197" dur="1" fill="hold">
                                          <p:stCondLst>
                                            <p:cond delay="0"/>
                                          </p:stCondLst>
                                        </p:cTn>
                                        <p:tgtEl>
                                          <p:spTgt spid="14">
                                            <p:txEl>
                                              <p:pRg st="5" end="5"/>
                                            </p:txEl>
                                          </p:spTgt>
                                        </p:tgtEl>
                                        <p:attrNameLst>
                                          <p:attrName>style.visibility</p:attrName>
                                        </p:attrNameLst>
                                      </p:cBhvr>
                                      <p:to>
                                        <p:strVal val="visible"/>
                                      </p:to>
                                    </p:set>
                                    <p:animEffect transition="in" filter="fade">
                                      <p:cBhvr>
                                        <p:cTn id="198" dur="1000"/>
                                        <p:tgtEl>
                                          <p:spTgt spid="14">
                                            <p:txEl>
                                              <p:pRg st="5" end="5"/>
                                            </p:txEl>
                                          </p:spTgt>
                                        </p:tgtEl>
                                      </p:cBhvr>
                                    </p:animEffect>
                                    <p:anim calcmode="lin" valueType="num">
                                      <p:cBhvr>
                                        <p:cTn id="199"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200"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par>
                          <p:cTn id="201" fill="hold">
                            <p:stCondLst>
                              <p:cond delay="1000"/>
                            </p:stCondLst>
                            <p:childTnLst>
                              <p:par>
                                <p:cTn id="202" presetID="22" presetClass="exit" presetSubtype="2" fill="hold" nodeType="afterEffect">
                                  <p:stCondLst>
                                    <p:cond delay="0"/>
                                  </p:stCondLst>
                                  <p:childTnLst>
                                    <p:animEffect transition="out" filter="wipe(right)">
                                      <p:cBhvr>
                                        <p:cTn id="203" dur="500"/>
                                        <p:tgtEl>
                                          <p:spTgt spid="30"/>
                                        </p:tgtEl>
                                      </p:cBhvr>
                                    </p:animEffect>
                                    <p:set>
                                      <p:cBhvr>
                                        <p:cTn id="204" dur="1" fill="hold">
                                          <p:stCondLst>
                                            <p:cond delay="499"/>
                                          </p:stCondLst>
                                        </p:cTn>
                                        <p:tgtEl>
                                          <p:spTgt spid="30"/>
                                        </p:tgtEl>
                                        <p:attrNameLst>
                                          <p:attrName>style.visibility</p:attrName>
                                        </p:attrNameLst>
                                      </p:cBhvr>
                                      <p:to>
                                        <p:strVal val="hidden"/>
                                      </p:to>
                                    </p:set>
                                  </p:childTnLst>
                                </p:cTn>
                              </p:par>
                            </p:childTnLst>
                          </p:cTn>
                        </p:par>
                        <p:par>
                          <p:cTn id="205" fill="hold">
                            <p:stCondLst>
                              <p:cond delay="1500"/>
                            </p:stCondLst>
                            <p:childTnLst>
                              <p:par>
                                <p:cTn id="206" presetID="22" presetClass="entr" presetSubtype="8" fill="hold" nodeType="afterEffect">
                                  <p:stCondLst>
                                    <p:cond delay="0"/>
                                  </p:stCondLst>
                                  <p:childTnLst>
                                    <p:set>
                                      <p:cBhvr>
                                        <p:cTn id="207" dur="1" fill="hold">
                                          <p:stCondLst>
                                            <p:cond delay="0"/>
                                          </p:stCondLst>
                                        </p:cTn>
                                        <p:tgtEl>
                                          <p:spTgt spid="29"/>
                                        </p:tgtEl>
                                        <p:attrNameLst>
                                          <p:attrName>style.visibility</p:attrName>
                                        </p:attrNameLst>
                                      </p:cBhvr>
                                      <p:to>
                                        <p:strVal val="visible"/>
                                      </p:to>
                                    </p:set>
                                    <p:animEffect transition="in" filter="wipe(left)">
                                      <p:cBhvr>
                                        <p:cTn id="208" dur="1000"/>
                                        <p:tgtEl>
                                          <p:spTgt spid="29"/>
                                        </p:tgtEl>
                                      </p:cBhvr>
                                    </p:animEffect>
                                  </p:childTnLst>
                                </p:cTn>
                              </p:par>
                            </p:childTnLst>
                          </p:cTn>
                        </p:par>
                        <p:par>
                          <p:cTn id="209" fill="hold">
                            <p:stCondLst>
                              <p:cond delay="2500"/>
                            </p:stCondLst>
                            <p:childTnLst>
                              <p:par>
                                <p:cTn id="210" presetID="12" presetClass="entr" presetSubtype="8" fill="hold" grpId="0" nodeType="afterEffect">
                                  <p:stCondLst>
                                    <p:cond delay="0"/>
                                  </p:stCondLst>
                                  <p:childTnLst>
                                    <p:set>
                                      <p:cBhvr>
                                        <p:cTn id="211" dur="1" fill="hold">
                                          <p:stCondLst>
                                            <p:cond delay="0"/>
                                          </p:stCondLst>
                                        </p:cTn>
                                        <p:tgtEl>
                                          <p:spTgt spid="31"/>
                                        </p:tgtEl>
                                        <p:attrNameLst>
                                          <p:attrName>style.visibility</p:attrName>
                                        </p:attrNameLst>
                                      </p:cBhvr>
                                      <p:to>
                                        <p:strVal val="visible"/>
                                      </p:to>
                                    </p:set>
                                    <p:anim calcmode="lin" valueType="num">
                                      <p:cBhvr additive="base">
                                        <p:cTn id="212" dur="750"/>
                                        <p:tgtEl>
                                          <p:spTgt spid="31"/>
                                        </p:tgtEl>
                                        <p:attrNameLst>
                                          <p:attrName>ppt_x</p:attrName>
                                        </p:attrNameLst>
                                      </p:cBhvr>
                                      <p:tavLst>
                                        <p:tav tm="0">
                                          <p:val>
                                            <p:strVal val="#ppt_x-#ppt_w*1.125000"/>
                                          </p:val>
                                        </p:tav>
                                        <p:tav tm="100000">
                                          <p:val>
                                            <p:strVal val="#ppt_x"/>
                                          </p:val>
                                        </p:tav>
                                      </p:tavLst>
                                    </p:anim>
                                    <p:animEffect transition="in" filter="wipe(right)">
                                      <p:cBhvr>
                                        <p:cTn id="213" dur="750"/>
                                        <p:tgtEl>
                                          <p:spTgt spid="31"/>
                                        </p:tgtEl>
                                      </p:cBhvr>
                                    </p:animEffect>
                                  </p:childTnLst>
                                </p:cTn>
                              </p:par>
                            </p:childTnLst>
                          </p:cTn>
                        </p:par>
                        <p:par>
                          <p:cTn id="214" fill="hold">
                            <p:stCondLst>
                              <p:cond delay="3250"/>
                            </p:stCondLst>
                            <p:childTnLst>
                              <p:par>
                                <p:cTn id="215" presetID="22" presetClass="exit" presetSubtype="2" fill="hold" nodeType="afterEffect">
                                  <p:stCondLst>
                                    <p:cond delay="0"/>
                                  </p:stCondLst>
                                  <p:childTnLst>
                                    <p:animEffect transition="out" filter="wipe(right)">
                                      <p:cBhvr>
                                        <p:cTn id="216" dur="500"/>
                                        <p:tgtEl>
                                          <p:spTgt spid="29"/>
                                        </p:tgtEl>
                                      </p:cBhvr>
                                    </p:animEffect>
                                    <p:set>
                                      <p:cBhvr>
                                        <p:cTn id="217" dur="1" fill="hold">
                                          <p:stCondLst>
                                            <p:cond delay="499"/>
                                          </p:stCondLst>
                                        </p:cTn>
                                        <p:tgtEl>
                                          <p:spTgt spid="29"/>
                                        </p:tgtEl>
                                        <p:attrNameLst>
                                          <p:attrName>style.visibility</p:attrName>
                                        </p:attrNameLst>
                                      </p:cBhvr>
                                      <p:to>
                                        <p:strVal val="hidden"/>
                                      </p:to>
                                    </p:set>
                                  </p:childTnLst>
                                </p:cTn>
                              </p:par>
                            </p:childTnLst>
                          </p:cTn>
                        </p:par>
                        <p:par>
                          <p:cTn id="218" fill="hold">
                            <p:stCondLst>
                              <p:cond delay="3750"/>
                            </p:stCondLst>
                            <p:childTnLst>
                              <p:par>
                                <p:cTn id="219" presetID="22" presetClass="entr" presetSubtype="8" fill="hold" nodeType="afterEffect">
                                  <p:stCondLst>
                                    <p:cond delay="0"/>
                                  </p:stCondLst>
                                  <p:childTnLst>
                                    <p:set>
                                      <p:cBhvr>
                                        <p:cTn id="220" dur="1" fill="hold">
                                          <p:stCondLst>
                                            <p:cond delay="0"/>
                                          </p:stCondLst>
                                        </p:cTn>
                                        <p:tgtEl>
                                          <p:spTgt spid="30"/>
                                        </p:tgtEl>
                                        <p:attrNameLst>
                                          <p:attrName>style.visibility</p:attrName>
                                        </p:attrNameLst>
                                      </p:cBhvr>
                                      <p:to>
                                        <p:strVal val="visible"/>
                                      </p:to>
                                    </p:set>
                                    <p:animEffect transition="in" filter="wipe(left)">
                                      <p:cBhvr>
                                        <p:cTn id="221" dur="1000"/>
                                        <p:tgtEl>
                                          <p:spTgt spid="30"/>
                                        </p:tgtEl>
                                      </p:cBhvr>
                                    </p:animEffect>
                                  </p:childTnLst>
                                </p:cTn>
                              </p:par>
                              <p:par>
                                <p:cTn id="222" presetID="12" presetClass="entr" presetSubtype="8" fill="hold" grpId="0" nodeType="withEffect">
                                  <p:stCondLst>
                                    <p:cond delay="0"/>
                                  </p:stCondLst>
                                  <p:childTnLst>
                                    <p:set>
                                      <p:cBhvr>
                                        <p:cTn id="223" dur="1" fill="hold">
                                          <p:stCondLst>
                                            <p:cond delay="0"/>
                                          </p:stCondLst>
                                        </p:cTn>
                                        <p:tgtEl>
                                          <p:spTgt spid="32"/>
                                        </p:tgtEl>
                                        <p:attrNameLst>
                                          <p:attrName>style.visibility</p:attrName>
                                        </p:attrNameLst>
                                      </p:cBhvr>
                                      <p:to>
                                        <p:strVal val="visible"/>
                                      </p:to>
                                    </p:set>
                                    <p:anim calcmode="lin" valueType="num">
                                      <p:cBhvr additive="base">
                                        <p:cTn id="224" dur="750"/>
                                        <p:tgtEl>
                                          <p:spTgt spid="32"/>
                                        </p:tgtEl>
                                        <p:attrNameLst>
                                          <p:attrName>ppt_x</p:attrName>
                                        </p:attrNameLst>
                                      </p:cBhvr>
                                      <p:tavLst>
                                        <p:tav tm="0">
                                          <p:val>
                                            <p:strVal val="#ppt_x-#ppt_w*1.125000"/>
                                          </p:val>
                                        </p:tav>
                                        <p:tav tm="100000">
                                          <p:val>
                                            <p:strVal val="#ppt_x"/>
                                          </p:val>
                                        </p:tav>
                                      </p:tavLst>
                                    </p:anim>
                                    <p:animEffect transition="in" filter="wipe(right)">
                                      <p:cBhvr>
                                        <p:cTn id="225" dur="750"/>
                                        <p:tgtEl>
                                          <p:spTgt spid="32"/>
                                        </p:tgtEl>
                                      </p:cBhvr>
                                    </p:animEffect>
                                  </p:childTnLst>
                                </p:cTn>
                              </p:par>
                            </p:childTnLst>
                          </p:cTn>
                        </p:par>
                      </p:childTnLst>
                    </p:cTn>
                  </p:par>
                  <p:par>
                    <p:cTn id="226" fill="hold">
                      <p:stCondLst>
                        <p:cond delay="indefinite"/>
                      </p:stCondLst>
                      <p:childTnLst>
                        <p:par>
                          <p:cTn id="227" fill="hold">
                            <p:stCondLst>
                              <p:cond delay="0"/>
                            </p:stCondLst>
                            <p:childTnLst>
                              <p:par>
                                <p:cTn id="228" presetID="42" presetClass="entr" presetSubtype="0" fill="hold" grpId="0" nodeType="clickEffect">
                                  <p:stCondLst>
                                    <p:cond delay="0"/>
                                  </p:stCondLst>
                                  <p:childTnLst>
                                    <p:set>
                                      <p:cBhvr>
                                        <p:cTn id="229" dur="1" fill="hold">
                                          <p:stCondLst>
                                            <p:cond delay="0"/>
                                          </p:stCondLst>
                                        </p:cTn>
                                        <p:tgtEl>
                                          <p:spTgt spid="14">
                                            <p:txEl>
                                              <p:pRg st="6" end="6"/>
                                            </p:txEl>
                                          </p:spTgt>
                                        </p:tgtEl>
                                        <p:attrNameLst>
                                          <p:attrName>style.visibility</p:attrName>
                                        </p:attrNameLst>
                                      </p:cBhvr>
                                      <p:to>
                                        <p:strVal val="visible"/>
                                      </p:to>
                                    </p:set>
                                    <p:animEffect transition="in" filter="fade">
                                      <p:cBhvr>
                                        <p:cTn id="230" dur="1000"/>
                                        <p:tgtEl>
                                          <p:spTgt spid="14">
                                            <p:txEl>
                                              <p:pRg st="6" end="6"/>
                                            </p:txEl>
                                          </p:spTgt>
                                        </p:tgtEl>
                                      </p:cBhvr>
                                    </p:animEffect>
                                    <p:anim calcmode="lin" valueType="num">
                                      <p:cBhvr>
                                        <p:cTn id="231"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232"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par>
                          <p:cTn id="233" fill="hold">
                            <p:stCondLst>
                              <p:cond delay="1000"/>
                            </p:stCondLst>
                            <p:childTnLst>
                              <p:par>
                                <p:cTn id="234" presetID="22" presetClass="exit" presetSubtype="2" fill="hold" nodeType="afterEffect">
                                  <p:stCondLst>
                                    <p:cond delay="0"/>
                                  </p:stCondLst>
                                  <p:childTnLst>
                                    <p:animEffect transition="out" filter="wipe(right)">
                                      <p:cBhvr>
                                        <p:cTn id="235" dur="500"/>
                                        <p:tgtEl>
                                          <p:spTgt spid="30"/>
                                        </p:tgtEl>
                                      </p:cBhvr>
                                    </p:animEffect>
                                    <p:set>
                                      <p:cBhvr>
                                        <p:cTn id="236" dur="1" fill="hold">
                                          <p:stCondLst>
                                            <p:cond delay="499"/>
                                          </p:stCondLst>
                                        </p:cTn>
                                        <p:tgtEl>
                                          <p:spTgt spid="30"/>
                                        </p:tgtEl>
                                        <p:attrNameLst>
                                          <p:attrName>style.visibility</p:attrName>
                                        </p:attrNameLst>
                                      </p:cBhvr>
                                      <p:to>
                                        <p:strVal val="hidden"/>
                                      </p:to>
                                    </p:set>
                                  </p:childTnLst>
                                </p:cTn>
                              </p:par>
                            </p:childTnLst>
                          </p:cTn>
                        </p:par>
                        <p:par>
                          <p:cTn id="237" fill="hold">
                            <p:stCondLst>
                              <p:cond delay="1500"/>
                            </p:stCondLst>
                            <p:childTnLst>
                              <p:par>
                                <p:cTn id="238" presetID="22" presetClass="entr" presetSubtype="8" fill="hold" nodeType="afterEffect">
                                  <p:stCondLst>
                                    <p:cond delay="0"/>
                                  </p:stCondLst>
                                  <p:childTnLst>
                                    <p:set>
                                      <p:cBhvr>
                                        <p:cTn id="239" dur="1" fill="hold">
                                          <p:stCondLst>
                                            <p:cond delay="0"/>
                                          </p:stCondLst>
                                        </p:cTn>
                                        <p:tgtEl>
                                          <p:spTgt spid="29"/>
                                        </p:tgtEl>
                                        <p:attrNameLst>
                                          <p:attrName>style.visibility</p:attrName>
                                        </p:attrNameLst>
                                      </p:cBhvr>
                                      <p:to>
                                        <p:strVal val="visible"/>
                                      </p:to>
                                    </p:set>
                                    <p:animEffect transition="in" filter="wipe(left)">
                                      <p:cBhvr>
                                        <p:cTn id="240" dur="1000"/>
                                        <p:tgtEl>
                                          <p:spTgt spid="29"/>
                                        </p:tgtEl>
                                      </p:cBhvr>
                                    </p:animEffect>
                                  </p:childTnLst>
                                </p:cTn>
                              </p:par>
                            </p:childTnLst>
                          </p:cTn>
                        </p:par>
                        <p:par>
                          <p:cTn id="241" fill="hold">
                            <p:stCondLst>
                              <p:cond delay="2500"/>
                            </p:stCondLst>
                            <p:childTnLst>
                              <p:par>
                                <p:cTn id="242" presetID="12" presetClass="entr" presetSubtype="8" fill="hold" grpId="0" nodeType="afterEffect">
                                  <p:stCondLst>
                                    <p:cond delay="0"/>
                                  </p:stCondLst>
                                  <p:childTnLst>
                                    <p:set>
                                      <p:cBhvr>
                                        <p:cTn id="243" dur="1" fill="hold">
                                          <p:stCondLst>
                                            <p:cond delay="0"/>
                                          </p:stCondLst>
                                        </p:cTn>
                                        <p:tgtEl>
                                          <p:spTgt spid="33"/>
                                        </p:tgtEl>
                                        <p:attrNameLst>
                                          <p:attrName>style.visibility</p:attrName>
                                        </p:attrNameLst>
                                      </p:cBhvr>
                                      <p:to>
                                        <p:strVal val="visible"/>
                                      </p:to>
                                    </p:set>
                                    <p:anim calcmode="lin" valueType="num">
                                      <p:cBhvr additive="base">
                                        <p:cTn id="244" dur="750"/>
                                        <p:tgtEl>
                                          <p:spTgt spid="33"/>
                                        </p:tgtEl>
                                        <p:attrNameLst>
                                          <p:attrName>ppt_x</p:attrName>
                                        </p:attrNameLst>
                                      </p:cBhvr>
                                      <p:tavLst>
                                        <p:tav tm="0">
                                          <p:val>
                                            <p:strVal val="#ppt_x-#ppt_w*1.125000"/>
                                          </p:val>
                                        </p:tav>
                                        <p:tav tm="100000">
                                          <p:val>
                                            <p:strVal val="#ppt_x"/>
                                          </p:val>
                                        </p:tav>
                                      </p:tavLst>
                                    </p:anim>
                                    <p:animEffect transition="in" filter="wipe(right)">
                                      <p:cBhvr>
                                        <p:cTn id="245" dur="750"/>
                                        <p:tgtEl>
                                          <p:spTgt spid="33"/>
                                        </p:tgtEl>
                                      </p:cBhvr>
                                    </p:animEffect>
                                  </p:childTnLst>
                                </p:cTn>
                              </p:par>
                            </p:childTnLst>
                          </p:cTn>
                        </p:par>
                        <p:par>
                          <p:cTn id="246" fill="hold">
                            <p:stCondLst>
                              <p:cond delay="3250"/>
                            </p:stCondLst>
                            <p:childTnLst>
                              <p:par>
                                <p:cTn id="247" presetID="22" presetClass="exit" presetSubtype="2" fill="hold" nodeType="afterEffect">
                                  <p:stCondLst>
                                    <p:cond delay="0"/>
                                  </p:stCondLst>
                                  <p:childTnLst>
                                    <p:animEffect transition="out" filter="wipe(right)">
                                      <p:cBhvr>
                                        <p:cTn id="248" dur="500"/>
                                        <p:tgtEl>
                                          <p:spTgt spid="29"/>
                                        </p:tgtEl>
                                      </p:cBhvr>
                                    </p:animEffect>
                                    <p:set>
                                      <p:cBhvr>
                                        <p:cTn id="249" dur="1" fill="hold">
                                          <p:stCondLst>
                                            <p:cond delay="499"/>
                                          </p:stCondLst>
                                        </p:cTn>
                                        <p:tgtEl>
                                          <p:spTgt spid="29"/>
                                        </p:tgtEl>
                                        <p:attrNameLst>
                                          <p:attrName>style.visibility</p:attrName>
                                        </p:attrNameLst>
                                      </p:cBhvr>
                                      <p:to>
                                        <p:strVal val="hidden"/>
                                      </p:to>
                                    </p:set>
                                  </p:childTnLst>
                                </p:cTn>
                              </p:par>
                            </p:childTnLst>
                          </p:cTn>
                        </p:par>
                        <p:par>
                          <p:cTn id="250" fill="hold">
                            <p:stCondLst>
                              <p:cond delay="3750"/>
                            </p:stCondLst>
                            <p:childTnLst>
                              <p:par>
                                <p:cTn id="251" presetID="22" presetClass="entr" presetSubtype="8" fill="hold" nodeType="afterEffect">
                                  <p:stCondLst>
                                    <p:cond delay="0"/>
                                  </p:stCondLst>
                                  <p:childTnLst>
                                    <p:set>
                                      <p:cBhvr>
                                        <p:cTn id="252" dur="1" fill="hold">
                                          <p:stCondLst>
                                            <p:cond delay="0"/>
                                          </p:stCondLst>
                                        </p:cTn>
                                        <p:tgtEl>
                                          <p:spTgt spid="30"/>
                                        </p:tgtEl>
                                        <p:attrNameLst>
                                          <p:attrName>style.visibility</p:attrName>
                                        </p:attrNameLst>
                                      </p:cBhvr>
                                      <p:to>
                                        <p:strVal val="visible"/>
                                      </p:to>
                                    </p:set>
                                    <p:animEffect transition="in" filter="wipe(left)">
                                      <p:cBhvr>
                                        <p:cTn id="253" dur="1000"/>
                                        <p:tgtEl>
                                          <p:spTgt spid="30"/>
                                        </p:tgtEl>
                                      </p:cBhvr>
                                    </p:animEffect>
                                  </p:childTnLst>
                                </p:cTn>
                              </p:par>
                            </p:childTnLst>
                          </p:cTn>
                        </p:par>
                        <p:par>
                          <p:cTn id="254" fill="hold">
                            <p:stCondLst>
                              <p:cond delay="4750"/>
                            </p:stCondLst>
                            <p:childTnLst>
                              <p:par>
                                <p:cTn id="255" presetID="12" presetClass="entr" presetSubtype="8" fill="hold" grpId="0" nodeType="afterEffect">
                                  <p:stCondLst>
                                    <p:cond delay="0"/>
                                  </p:stCondLst>
                                  <p:childTnLst>
                                    <p:set>
                                      <p:cBhvr>
                                        <p:cTn id="256" dur="1" fill="hold">
                                          <p:stCondLst>
                                            <p:cond delay="0"/>
                                          </p:stCondLst>
                                        </p:cTn>
                                        <p:tgtEl>
                                          <p:spTgt spid="34"/>
                                        </p:tgtEl>
                                        <p:attrNameLst>
                                          <p:attrName>style.visibility</p:attrName>
                                        </p:attrNameLst>
                                      </p:cBhvr>
                                      <p:to>
                                        <p:strVal val="visible"/>
                                      </p:to>
                                    </p:set>
                                    <p:anim calcmode="lin" valueType="num">
                                      <p:cBhvr additive="base">
                                        <p:cTn id="257" dur="750"/>
                                        <p:tgtEl>
                                          <p:spTgt spid="34"/>
                                        </p:tgtEl>
                                        <p:attrNameLst>
                                          <p:attrName>ppt_x</p:attrName>
                                        </p:attrNameLst>
                                      </p:cBhvr>
                                      <p:tavLst>
                                        <p:tav tm="0">
                                          <p:val>
                                            <p:strVal val="#ppt_x-#ppt_w*1.125000"/>
                                          </p:val>
                                        </p:tav>
                                        <p:tav tm="100000">
                                          <p:val>
                                            <p:strVal val="#ppt_x"/>
                                          </p:val>
                                        </p:tav>
                                      </p:tavLst>
                                    </p:anim>
                                    <p:animEffect transition="in" filter="wipe(right)">
                                      <p:cBhvr>
                                        <p:cTn id="258" dur="750"/>
                                        <p:tgtEl>
                                          <p:spTgt spid="34"/>
                                        </p:tgtEl>
                                      </p:cBhvr>
                                    </p:animEffect>
                                  </p:childTnLst>
                                </p:cTn>
                              </p:par>
                            </p:childTnLst>
                          </p:cTn>
                        </p:par>
                        <p:par>
                          <p:cTn id="259" fill="hold">
                            <p:stCondLst>
                              <p:cond delay="5500"/>
                            </p:stCondLst>
                            <p:childTnLst>
                              <p:par>
                                <p:cTn id="260" presetID="22" presetClass="exit" presetSubtype="2" fill="hold" nodeType="afterEffect">
                                  <p:stCondLst>
                                    <p:cond delay="0"/>
                                  </p:stCondLst>
                                  <p:childTnLst>
                                    <p:animEffect transition="out" filter="wipe(right)">
                                      <p:cBhvr>
                                        <p:cTn id="261" dur="500"/>
                                        <p:tgtEl>
                                          <p:spTgt spid="30"/>
                                        </p:tgtEl>
                                      </p:cBhvr>
                                    </p:animEffect>
                                    <p:set>
                                      <p:cBhvr>
                                        <p:cTn id="262"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6" grpId="0" uiExpand="1" build="p"/>
      <p:bldP spid="11" grpId="0"/>
      <p:bldP spid="13" grpId="0"/>
      <p:bldP spid="14" grpId="0" uiExpand="1" build="p"/>
      <p:bldP spid="17" grpId="0" animBg="1"/>
      <p:bldP spid="20" grpId="0" animBg="1"/>
      <p:bldP spid="21" grpId="0" animBg="1"/>
      <p:bldP spid="22" grpId="0" animBg="1"/>
      <p:bldP spid="23" grpId="0" animBg="1"/>
      <p:bldP spid="24" grpId="0" animBg="1"/>
      <p:bldP spid="25" grpId="0" animBg="1"/>
      <p:bldP spid="26" grpId="0" animBg="1"/>
      <p:bldP spid="27" grpId="0" animBg="1"/>
      <p:bldP spid="28" grpId="0" animBg="1"/>
      <p:bldP spid="31" grpId="0" animBg="1"/>
      <p:bldP spid="32" grpId="0" animBg="1"/>
      <p:bldP spid="33" grpId="0" animBg="1"/>
      <p:bldP spid="3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a:extLst>
              <a:ext uri="{FF2B5EF4-FFF2-40B4-BE49-F238E27FC236}">
                <a16:creationId xmlns:a16="http://schemas.microsoft.com/office/drawing/2014/main" id="{D8379F0A-53EA-67FE-DD78-48C11B3D6854}"/>
              </a:ext>
            </a:extLst>
          </p:cNvPr>
          <p:cNvCxnSpPr>
            <a:cxnSpLocks/>
            <a:stCxn id="11" idx="6"/>
          </p:cNvCxnSpPr>
          <p:nvPr/>
        </p:nvCxnSpPr>
        <p:spPr>
          <a:xfrm>
            <a:off x="8500156" y="1151878"/>
            <a:ext cx="1865219" cy="616473"/>
          </a:xfrm>
          <a:prstGeom prst="line">
            <a:avLst/>
          </a:prstGeom>
          <a:ln>
            <a:headEnd type="triangle" w="med" len="lg"/>
          </a:ln>
        </p:spPr>
        <p:style>
          <a:lnRef idx="2">
            <a:schemeClr val="accent1"/>
          </a:lnRef>
          <a:fillRef idx="0">
            <a:schemeClr val="accent1"/>
          </a:fillRef>
          <a:effectRef idx="1">
            <a:schemeClr val="accent1"/>
          </a:effectRef>
          <a:fontRef idx="minor">
            <a:schemeClr val="tx1"/>
          </a:fontRef>
        </p:style>
      </p:cxnSp>
      <p:cxnSp>
        <p:nvCxnSpPr>
          <p:cNvPr id="16" name="直接连接符 15">
            <a:extLst>
              <a:ext uri="{FF2B5EF4-FFF2-40B4-BE49-F238E27FC236}">
                <a16:creationId xmlns:a16="http://schemas.microsoft.com/office/drawing/2014/main" id="{B1866280-6393-7496-1BC0-97CB4C68EA0E}"/>
              </a:ext>
            </a:extLst>
          </p:cNvPr>
          <p:cNvCxnSpPr>
            <a:cxnSpLocks/>
            <a:stCxn id="12" idx="7"/>
            <a:endCxn id="11" idx="3"/>
          </p:cNvCxnSpPr>
          <p:nvPr/>
        </p:nvCxnSpPr>
        <p:spPr>
          <a:xfrm flipV="1">
            <a:off x="7686087" y="1266429"/>
            <a:ext cx="537518" cy="376764"/>
          </a:xfrm>
          <a:prstGeom prst="line">
            <a:avLst/>
          </a:prstGeom>
          <a:ln>
            <a:headEnd type="none" w="med" len="lg"/>
            <a:tailEnd type="triangle" w="med" len="lg"/>
          </a:ln>
        </p:spPr>
        <p:style>
          <a:lnRef idx="2">
            <a:schemeClr val="accent1"/>
          </a:lnRef>
          <a:fillRef idx="0">
            <a:schemeClr val="accent1"/>
          </a:fillRef>
          <a:effectRef idx="1">
            <a:schemeClr val="accent1"/>
          </a:effectRef>
          <a:fontRef idx="minor">
            <a:schemeClr val="tx1"/>
          </a:fontRef>
        </p:style>
      </p:cxnSp>
      <p:sp>
        <p:nvSpPr>
          <p:cNvPr id="2" name="灯片编号占位符 1">
            <a:extLst>
              <a:ext uri="{FF2B5EF4-FFF2-40B4-BE49-F238E27FC236}">
                <a16:creationId xmlns:a16="http://schemas.microsoft.com/office/drawing/2014/main" id="{24249818-5E22-C4CA-CE13-CD0338F6805A}"/>
              </a:ext>
            </a:extLst>
          </p:cNvPr>
          <p:cNvSpPr>
            <a:spLocks noGrp="1"/>
          </p:cNvSpPr>
          <p:nvPr>
            <p:ph type="sldNum" sz="quarter" idx="12"/>
          </p:nvPr>
        </p:nvSpPr>
        <p:spPr/>
        <p:txBody>
          <a:bodyPr/>
          <a:lstStyle/>
          <a:p>
            <a:fld id="{D7C0FE0B-717B-41AE-9FA2-CA4BF851D1C3}" type="slidenum">
              <a:rPr lang="zh-CN" altLang="en-US" smtClean="0"/>
              <a:t>49</a:t>
            </a:fld>
            <a:endParaRPr lang="zh-CN" altLang="en-US"/>
          </a:p>
        </p:txBody>
      </p:sp>
      <p:sp>
        <p:nvSpPr>
          <p:cNvPr id="4" name="文本框 3">
            <a:extLst>
              <a:ext uri="{FF2B5EF4-FFF2-40B4-BE49-F238E27FC236}">
                <a16:creationId xmlns:a16="http://schemas.microsoft.com/office/drawing/2014/main" id="{B1E53376-9613-1AA8-99D2-6FBCA4FCCD7D}"/>
              </a:ext>
            </a:extLst>
          </p:cNvPr>
          <p:cNvSpPr txBox="1"/>
          <p:nvPr/>
        </p:nvSpPr>
        <p:spPr>
          <a:xfrm>
            <a:off x="1047403" y="271765"/>
            <a:ext cx="7518862" cy="461665"/>
          </a:xfrm>
          <a:prstGeom prst="rect">
            <a:avLst/>
          </a:prstGeom>
          <a:noFill/>
        </p:spPr>
        <p:txBody>
          <a:bodyPr wrap="square">
            <a:spAutoFit/>
          </a:bodyPr>
          <a:lstStyle/>
          <a:p>
            <a:pPr indent="269240" algn="just">
              <a:spcBef>
                <a:spcPts val="1300"/>
              </a:spcBef>
              <a:spcAft>
                <a:spcPts val="1300"/>
              </a:spcAft>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等线" panose="02010600030101010101" pitchFamily="2" charset="-122"/>
                <a:cs typeface="Times New Roman" panose="02020603050405020304" pitchFamily="18" charset="0"/>
              </a:rPr>
              <a:t>6.7.4  </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对“查”算法的改进——路径压缩法</a:t>
            </a:r>
            <a:endPar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59F34086-B92B-3CBA-19BE-394613E258C0}"/>
              </a:ext>
            </a:extLst>
          </p:cNvPr>
          <p:cNvSpPr txBox="1"/>
          <p:nvPr/>
        </p:nvSpPr>
        <p:spPr>
          <a:xfrm>
            <a:off x="529245" y="907549"/>
            <a:ext cx="6015642" cy="2214517"/>
          </a:xfrm>
          <a:prstGeom prst="rect">
            <a:avLst/>
          </a:prstGeom>
          <a:noFill/>
        </p:spPr>
        <p:txBody>
          <a:bodyPr wrap="square">
            <a:spAutoFit/>
          </a:bodyPr>
          <a:lstStyle/>
          <a:p>
            <a:pPr algn="just">
              <a:lnSpc>
                <a:spcPct val="120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如例</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6-2</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所示，随着子集逐对合并，树的深度也越来越大</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为了进一步减少确定元素所在集合的时间，还可进一步将算法</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6.20</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改进为</a:t>
            </a:r>
            <a:r>
              <a:rPr lang="zh-CN"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6.23</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当所查元素</a:t>
            </a:r>
            <a:r>
              <a:rPr lang="en-US" altLang="zh-CN"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不在树的第二层时，在查找算法中增加一个“</a:t>
            </a:r>
            <a:r>
              <a:rPr lang="zh-CN"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压缩路径</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Path Compression</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）功能，将所有从元素</a:t>
            </a:r>
            <a:r>
              <a:rPr lang="en-US" altLang="zh-CN"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到根路径上的元素都变成树根的孩子。</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63AFFCD7-1C27-26A3-A561-3D635F7438A0}"/>
              </a:ext>
            </a:extLst>
          </p:cNvPr>
          <p:cNvSpPr txBox="1"/>
          <p:nvPr/>
        </p:nvSpPr>
        <p:spPr>
          <a:xfrm>
            <a:off x="468283" y="3347345"/>
            <a:ext cx="10781608" cy="3416320"/>
          </a:xfrm>
          <a:prstGeom prst="rect">
            <a:avLst/>
          </a:prstGeom>
          <a:noFill/>
        </p:spPr>
        <p:txBody>
          <a:bodyPr wrap="square">
            <a:spAutoFit/>
          </a:bodyPr>
          <a:lstStyle/>
          <a:p>
            <a:pPr marL="108000" algn="just"/>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Find_pc</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算法</a:t>
            </a:r>
            <a:r>
              <a:rPr lang="en-US"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 6.23</a:t>
            </a:r>
            <a:r>
              <a:rPr lang="zh-CN" altLang="en-US" kern="100" dirty="0">
                <a:solidFill>
                  <a:schemeClr val="accent6">
                    <a:lumMod val="75000"/>
                  </a:schemeClr>
                </a:solidFill>
                <a:latin typeface="等线" panose="02010600030101010101" pitchFamily="2" charset="-122"/>
                <a:ea typeface="黑体" panose="02010609060101010101" pitchFamily="49" charset="-122"/>
                <a:cs typeface="Times New Roman" panose="02020603050405020304" pitchFamily="18" charset="0"/>
              </a:rPr>
              <a:t>，</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查</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所属子集的根，并压缩从</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到根的路径</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&lt;1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&gt;S-&gt;n)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0;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en-US"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不是</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中任一子集的成员</a:t>
            </a:r>
            <a:r>
              <a:rPr lang="zh-CN" altLang="en-US"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0</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].parent&lt;0)</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return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是根，则返回</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int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j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用</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保存</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&gt; 0)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S-&gt;nodes[</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].parent;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指向子集树根</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while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(S-&gt;nodes[j].parent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压缩</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j</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到</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的路径</a:t>
            </a: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int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k = S-&gt;nodes[j].parent;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k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辅助沿路径向上压缩</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S-&gt;nodes[j].parent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路径上的节点都置为根的孩子</a:t>
            </a: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j = k;</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return</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 name="椭圆 10">
            <a:extLst>
              <a:ext uri="{FF2B5EF4-FFF2-40B4-BE49-F238E27FC236}">
                <a16:creationId xmlns:a16="http://schemas.microsoft.com/office/drawing/2014/main" id="{555A3157-0276-A6CF-8AC6-4FE5BCD239DB}"/>
              </a:ext>
            </a:extLst>
          </p:cNvPr>
          <p:cNvSpPr/>
          <p:nvPr/>
        </p:nvSpPr>
        <p:spPr>
          <a:xfrm>
            <a:off x="8176156" y="989878"/>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1</a:t>
            </a:r>
            <a:endParaRPr lang="zh-CN" altLang="en-US" sz="2000" b="1" dirty="0">
              <a:solidFill>
                <a:srgbClr val="041ABC"/>
              </a:solidFill>
            </a:endParaRPr>
          </a:p>
        </p:txBody>
      </p:sp>
      <p:sp>
        <p:nvSpPr>
          <p:cNvPr id="12" name="椭圆 11">
            <a:extLst>
              <a:ext uri="{FF2B5EF4-FFF2-40B4-BE49-F238E27FC236}">
                <a16:creationId xmlns:a16="http://schemas.microsoft.com/office/drawing/2014/main" id="{DC87F1ED-4906-6B1B-B76A-69ED1DC6DACE}"/>
              </a:ext>
            </a:extLst>
          </p:cNvPr>
          <p:cNvSpPr/>
          <p:nvPr/>
        </p:nvSpPr>
        <p:spPr>
          <a:xfrm>
            <a:off x="7409536" y="1595744"/>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2</a:t>
            </a:r>
            <a:endParaRPr lang="zh-CN" altLang="en-US" sz="2000" b="1" dirty="0">
              <a:solidFill>
                <a:srgbClr val="041ABC"/>
              </a:solidFill>
            </a:endParaRPr>
          </a:p>
        </p:txBody>
      </p:sp>
      <p:sp>
        <p:nvSpPr>
          <p:cNvPr id="13" name="椭圆 12">
            <a:extLst>
              <a:ext uri="{FF2B5EF4-FFF2-40B4-BE49-F238E27FC236}">
                <a16:creationId xmlns:a16="http://schemas.microsoft.com/office/drawing/2014/main" id="{3984A2F2-DD7D-052E-D37A-E56168B0E90A}"/>
              </a:ext>
            </a:extLst>
          </p:cNvPr>
          <p:cNvSpPr/>
          <p:nvPr/>
        </p:nvSpPr>
        <p:spPr>
          <a:xfrm>
            <a:off x="8176156" y="1595744"/>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3</a:t>
            </a:r>
            <a:endParaRPr lang="zh-CN" altLang="en-US" sz="2000" b="1" dirty="0">
              <a:solidFill>
                <a:srgbClr val="041ABC"/>
              </a:solidFill>
            </a:endParaRPr>
          </a:p>
        </p:txBody>
      </p:sp>
      <p:sp>
        <p:nvSpPr>
          <p:cNvPr id="14" name="椭圆 13">
            <a:extLst>
              <a:ext uri="{FF2B5EF4-FFF2-40B4-BE49-F238E27FC236}">
                <a16:creationId xmlns:a16="http://schemas.microsoft.com/office/drawing/2014/main" id="{750505BA-E2B6-D30C-6B72-A1A0B3A5418E}"/>
              </a:ext>
            </a:extLst>
          </p:cNvPr>
          <p:cNvSpPr/>
          <p:nvPr/>
        </p:nvSpPr>
        <p:spPr>
          <a:xfrm>
            <a:off x="8895327" y="1601662"/>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5</a:t>
            </a:r>
            <a:endParaRPr lang="zh-CN" altLang="en-US" sz="2000" b="1" dirty="0">
              <a:solidFill>
                <a:srgbClr val="041ABC"/>
              </a:solidFill>
            </a:endParaRPr>
          </a:p>
        </p:txBody>
      </p:sp>
      <p:sp>
        <p:nvSpPr>
          <p:cNvPr id="15" name="椭圆 14">
            <a:extLst>
              <a:ext uri="{FF2B5EF4-FFF2-40B4-BE49-F238E27FC236}">
                <a16:creationId xmlns:a16="http://schemas.microsoft.com/office/drawing/2014/main" id="{96D026EC-F0D0-7078-4583-AB63C966831B}"/>
              </a:ext>
            </a:extLst>
          </p:cNvPr>
          <p:cNvSpPr/>
          <p:nvPr/>
        </p:nvSpPr>
        <p:spPr>
          <a:xfrm>
            <a:off x="8176156" y="2190321"/>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4</a:t>
            </a:r>
            <a:endParaRPr lang="zh-CN" altLang="en-US" sz="2000" b="1" dirty="0">
              <a:solidFill>
                <a:srgbClr val="041ABC"/>
              </a:solidFill>
            </a:endParaRPr>
          </a:p>
        </p:txBody>
      </p:sp>
      <p:cxnSp>
        <p:nvCxnSpPr>
          <p:cNvPr id="17" name="直接连接符 16">
            <a:extLst>
              <a:ext uri="{FF2B5EF4-FFF2-40B4-BE49-F238E27FC236}">
                <a16:creationId xmlns:a16="http://schemas.microsoft.com/office/drawing/2014/main" id="{2CC425A0-CB68-8455-43E5-ECC75F5FAFF3}"/>
              </a:ext>
            </a:extLst>
          </p:cNvPr>
          <p:cNvCxnSpPr>
            <a:cxnSpLocks/>
            <a:stCxn id="13" idx="0"/>
            <a:endCxn id="11" idx="4"/>
          </p:cNvCxnSpPr>
          <p:nvPr/>
        </p:nvCxnSpPr>
        <p:spPr>
          <a:xfrm flipV="1">
            <a:off x="8338156" y="1313878"/>
            <a:ext cx="0" cy="281866"/>
          </a:xfrm>
          <a:prstGeom prst="line">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18" name="直接连接符 17">
            <a:extLst>
              <a:ext uri="{FF2B5EF4-FFF2-40B4-BE49-F238E27FC236}">
                <a16:creationId xmlns:a16="http://schemas.microsoft.com/office/drawing/2014/main" id="{F675FF30-2166-DBA3-71E7-505AFA613651}"/>
              </a:ext>
            </a:extLst>
          </p:cNvPr>
          <p:cNvCxnSpPr>
            <a:cxnSpLocks/>
            <a:stCxn id="11" idx="5"/>
            <a:endCxn id="14" idx="1"/>
          </p:cNvCxnSpPr>
          <p:nvPr/>
        </p:nvCxnSpPr>
        <p:spPr>
          <a:xfrm>
            <a:off x="8452707" y="1266429"/>
            <a:ext cx="490069" cy="382682"/>
          </a:xfrm>
          <a:prstGeom prst="line">
            <a:avLst/>
          </a:prstGeom>
          <a:ln>
            <a:headEnd type="triangle" w="med" len="lg"/>
          </a:ln>
        </p:spPr>
        <p:style>
          <a:lnRef idx="2">
            <a:schemeClr val="accent1"/>
          </a:lnRef>
          <a:fillRef idx="0">
            <a:schemeClr val="accent1"/>
          </a:fillRef>
          <a:effectRef idx="1">
            <a:schemeClr val="accent1"/>
          </a:effectRef>
          <a:fontRef idx="minor">
            <a:schemeClr val="tx1"/>
          </a:fontRef>
        </p:style>
      </p:cxnSp>
      <p:cxnSp>
        <p:nvCxnSpPr>
          <p:cNvPr id="19" name="直接连接符 18">
            <a:extLst>
              <a:ext uri="{FF2B5EF4-FFF2-40B4-BE49-F238E27FC236}">
                <a16:creationId xmlns:a16="http://schemas.microsoft.com/office/drawing/2014/main" id="{01FEB0B8-93A6-75BD-0FE4-55460EBBD101}"/>
              </a:ext>
            </a:extLst>
          </p:cNvPr>
          <p:cNvCxnSpPr>
            <a:cxnSpLocks/>
          </p:cNvCxnSpPr>
          <p:nvPr/>
        </p:nvCxnSpPr>
        <p:spPr>
          <a:xfrm flipV="1">
            <a:off x="8338156" y="1919744"/>
            <a:ext cx="0" cy="276530"/>
          </a:xfrm>
          <a:prstGeom prst="line">
            <a:avLst/>
          </a:prstGeom>
          <a:ln>
            <a:tailEnd type="triangle" w="med" len="lg"/>
          </a:ln>
        </p:spPr>
        <p:style>
          <a:lnRef idx="2">
            <a:schemeClr val="accent1"/>
          </a:lnRef>
          <a:fillRef idx="0">
            <a:schemeClr val="accent1"/>
          </a:fillRef>
          <a:effectRef idx="1">
            <a:schemeClr val="accent1"/>
          </a:effectRef>
          <a:fontRef idx="minor">
            <a:schemeClr val="tx1"/>
          </a:fontRef>
        </p:style>
      </p:cxnSp>
      <p:sp>
        <p:nvSpPr>
          <p:cNvPr id="39" name="椭圆 38">
            <a:extLst>
              <a:ext uri="{FF2B5EF4-FFF2-40B4-BE49-F238E27FC236}">
                <a16:creationId xmlns:a16="http://schemas.microsoft.com/office/drawing/2014/main" id="{7279C15F-00C3-0477-FD6B-ACFEF260F2D9}"/>
              </a:ext>
            </a:extLst>
          </p:cNvPr>
          <p:cNvSpPr/>
          <p:nvPr/>
        </p:nvSpPr>
        <p:spPr>
          <a:xfrm>
            <a:off x="8662156" y="2197787"/>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6</a:t>
            </a:r>
            <a:endParaRPr lang="zh-CN" altLang="en-US" sz="2000" b="1" dirty="0">
              <a:solidFill>
                <a:srgbClr val="041ABC"/>
              </a:solidFill>
            </a:endParaRPr>
          </a:p>
        </p:txBody>
      </p:sp>
      <p:sp>
        <p:nvSpPr>
          <p:cNvPr id="40" name="椭圆 39">
            <a:extLst>
              <a:ext uri="{FF2B5EF4-FFF2-40B4-BE49-F238E27FC236}">
                <a16:creationId xmlns:a16="http://schemas.microsoft.com/office/drawing/2014/main" id="{B8E9A6D1-BD0C-13DD-9F02-94A9B6512AB5}"/>
              </a:ext>
            </a:extLst>
          </p:cNvPr>
          <p:cNvSpPr/>
          <p:nvPr/>
        </p:nvSpPr>
        <p:spPr>
          <a:xfrm>
            <a:off x="9148155" y="2197787"/>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7</a:t>
            </a:r>
            <a:endParaRPr lang="zh-CN" altLang="en-US" sz="2000" b="1" dirty="0">
              <a:solidFill>
                <a:srgbClr val="041ABC"/>
              </a:solidFill>
            </a:endParaRPr>
          </a:p>
        </p:txBody>
      </p:sp>
      <p:cxnSp>
        <p:nvCxnSpPr>
          <p:cNvPr id="41" name="直接连接符 40">
            <a:extLst>
              <a:ext uri="{FF2B5EF4-FFF2-40B4-BE49-F238E27FC236}">
                <a16:creationId xmlns:a16="http://schemas.microsoft.com/office/drawing/2014/main" id="{4EE94BEF-4B0E-550C-D91C-0660221B8FED}"/>
              </a:ext>
            </a:extLst>
          </p:cNvPr>
          <p:cNvCxnSpPr>
            <a:cxnSpLocks/>
            <a:stCxn id="39" idx="0"/>
            <a:endCxn id="14" idx="3"/>
          </p:cNvCxnSpPr>
          <p:nvPr/>
        </p:nvCxnSpPr>
        <p:spPr>
          <a:xfrm flipV="1">
            <a:off x="8824156" y="1878213"/>
            <a:ext cx="118620" cy="319574"/>
          </a:xfrm>
          <a:prstGeom prst="line">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42" name="直接连接符 41">
            <a:extLst>
              <a:ext uri="{FF2B5EF4-FFF2-40B4-BE49-F238E27FC236}">
                <a16:creationId xmlns:a16="http://schemas.microsoft.com/office/drawing/2014/main" id="{F8EBAF1E-46E7-7638-889B-1FF5A6D6C098}"/>
              </a:ext>
            </a:extLst>
          </p:cNvPr>
          <p:cNvCxnSpPr>
            <a:cxnSpLocks/>
            <a:stCxn id="14" idx="5"/>
            <a:endCxn id="40" idx="0"/>
          </p:cNvCxnSpPr>
          <p:nvPr/>
        </p:nvCxnSpPr>
        <p:spPr>
          <a:xfrm>
            <a:off x="9171878" y="1878213"/>
            <a:ext cx="138277" cy="319574"/>
          </a:xfrm>
          <a:prstGeom prst="line">
            <a:avLst/>
          </a:prstGeom>
          <a:ln>
            <a:headEnd type="triangle" w="med" len="lg"/>
          </a:ln>
        </p:spPr>
        <p:style>
          <a:lnRef idx="2">
            <a:schemeClr val="accent1"/>
          </a:lnRef>
          <a:fillRef idx="0">
            <a:schemeClr val="accent1"/>
          </a:fillRef>
          <a:effectRef idx="1">
            <a:schemeClr val="accent1"/>
          </a:effectRef>
          <a:fontRef idx="minor">
            <a:schemeClr val="tx1"/>
          </a:fontRef>
        </p:style>
      </p:cxnSp>
      <p:sp>
        <p:nvSpPr>
          <p:cNvPr id="50" name="椭圆 49">
            <a:extLst>
              <a:ext uri="{FF2B5EF4-FFF2-40B4-BE49-F238E27FC236}">
                <a16:creationId xmlns:a16="http://schemas.microsoft.com/office/drawing/2014/main" id="{E5853128-956A-7230-36CF-11BED1841139}"/>
              </a:ext>
            </a:extLst>
          </p:cNvPr>
          <p:cNvSpPr/>
          <p:nvPr/>
        </p:nvSpPr>
        <p:spPr>
          <a:xfrm>
            <a:off x="9148155" y="2774014"/>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8</a:t>
            </a:r>
            <a:endParaRPr lang="zh-CN" altLang="en-US" sz="2000" b="1" dirty="0">
              <a:solidFill>
                <a:srgbClr val="041ABC"/>
              </a:solidFill>
            </a:endParaRPr>
          </a:p>
        </p:txBody>
      </p:sp>
      <p:cxnSp>
        <p:nvCxnSpPr>
          <p:cNvPr id="51" name="直接连接符 50">
            <a:extLst>
              <a:ext uri="{FF2B5EF4-FFF2-40B4-BE49-F238E27FC236}">
                <a16:creationId xmlns:a16="http://schemas.microsoft.com/office/drawing/2014/main" id="{ADE3BC4D-22C7-CBD6-DCEA-3FE8957409C9}"/>
              </a:ext>
            </a:extLst>
          </p:cNvPr>
          <p:cNvCxnSpPr>
            <a:cxnSpLocks/>
            <a:stCxn id="50" idx="0"/>
          </p:cNvCxnSpPr>
          <p:nvPr/>
        </p:nvCxnSpPr>
        <p:spPr>
          <a:xfrm flipV="1">
            <a:off x="9310155" y="2492148"/>
            <a:ext cx="0" cy="281866"/>
          </a:xfrm>
          <a:prstGeom prst="line">
            <a:avLst/>
          </a:prstGeom>
          <a:ln>
            <a:tailEnd type="triangle" w="med" len="lg"/>
          </a:ln>
        </p:spPr>
        <p:style>
          <a:lnRef idx="2">
            <a:schemeClr val="accent1"/>
          </a:lnRef>
          <a:fillRef idx="0">
            <a:schemeClr val="accent1"/>
          </a:fillRef>
          <a:effectRef idx="1">
            <a:schemeClr val="accent1"/>
          </a:effectRef>
          <a:fontRef idx="minor">
            <a:schemeClr val="tx1"/>
          </a:fontRef>
        </p:style>
      </p:cxnSp>
      <p:sp>
        <p:nvSpPr>
          <p:cNvPr id="52" name="椭圆 51">
            <a:extLst>
              <a:ext uri="{FF2B5EF4-FFF2-40B4-BE49-F238E27FC236}">
                <a16:creationId xmlns:a16="http://schemas.microsoft.com/office/drawing/2014/main" id="{C5813788-080C-F4E7-402A-5133E3B0B849}"/>
              </a:ext>
            </a:extLst>
          </p:cNvPr>
          <p:cNvSpPr/>
          <p:nvPr/>
        </p:nvSpPr>
        <p:spPr>
          <a:xfrm>
            <a:off x="10203142" y="98631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9</a:t>
            </a:r>
            <a:endParaRPr lang="zh-CN" altLang="en-US" sz="2000" b="1" dirty="0">
              <a:solidFill>
                <a:srgbClr val="041ABC"/>
              </a:solidFill>
            </a:endParaRPr>
          </a:p>
        </p:txBody>
      </p:sp>
      <p:sp>
        <p:nvSpPr>
          <p:cNvPr id="53" name="椭圆 52">
            <a:extLst>
              <a:ext uri="{FF2B5EF4-FFF2-40B4-BE49-F238E27FC236}">
                <a16:creationId xmlns:a16="http://schemas.microsoft.com/office/drawing/2014/main" id="{C40B0F26-D4DE-169A-9EF3-C45F4032C1B8}"/>
              </a:ext>
            </a:extLst>
          </p:cNvPr>
          <p:cNvSpPr/>
          <p:nvPr/>
        </p:nvSpPr>
        <p:spPr>
          <a:xfrm>
            <a:off x="11119090" y="986319"/>
            <a:ext cx="324000" cy="324000"/>
          </a:xfrm>
          <a:prstGeom prst="ellipse">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41ABC"/>
                </a:solidFill>
              </a:rPr>
              <a:t>n</a:t>
            </a:r>
            <a:endParaRPr lang="zh-CN" altLang="en-US" sz="2000" b="1" dirty="0">
              <a:solidFill>
                <a:srgbClr val="041ABC"/>
              </a:solidFill>
            </a:endParaRPr>
          </a:p>
        </p:txBody>
      </p:sp>
      <p:sp>
        <p:nvSpPr>
          <p:cNvPr id="54" name="文本框 53">
            <a:extLst>
              <a:ext uri="{FF2B5EF4-FFF2-40B4-BE49-F238E27FC236}">
                <a16:creationId xmlns:a16="http://schemas.microsoft.com/office/drawing/2014/main" id="{548A680C-7E31-F8BA-AC23-A79A455D3698}"/>
              </a:ext>
            </a:extLst>
          </p:cNvPr>
          <p:cNvSpPr txBox="1"/>
          <p:nvPr/>
        </p:nvSpPr>
        <p:spPr>
          <a:xfrm>
            <a:off x="10615367" y="893538"/>
            <a:ext cx="441146" cy="400110"/>
          </a:xfrm>
          <a:prstGeom prst="rect">
            <a:avLst/>
          </a:prstGeom>
          <a:noFill/>
        </p:spPr>
        <p:txBody>
          <a:bodyPr wrap="none" rtlCol="0">
            <a:spAutoFit/>
          </a:bodyPr>
          <a:lstStyle/>
          <a:p>
            <a:r>
              <a:rPr lang="en-US" altLang="zh-CN" sz="2000" b="1" dirty="0">
                <a:effectLst>
                  <a:outerShdw blurRad="38100" dist="38100" dir="2700000" algn="tl">
                    <a:srgbClr val="000000">
                      <a:alpha val="43137"/>
                    </a:srgbClr>
                  </a:outerShdw>
                </a:effectLst>
              </a:rPr>
              <a:t>…</a:t>
            </a:r>
            <a:endParaRPr lang="zh-CN" altLang="en-US" sz="2000" b="1" dirty="0">
              <a:effectLst>
                <a:outerShdw blurRad="38100" dist="38100" dir="2700000" algn="tl">
                  <a:srgbClr val="000000">
                    <a:alpha val="43137"/>
                  </a:srgbClr>
                </a:outerShdw>
              </a:effectLst>
            </a:endParaRPr>
          </a:p>
        </p:txBody>
      </p:sp>
      <p:sp>
        <p:nvSpPr>
          <p:cNvPr id="55" name="文本框 54">
            <a:extLst>
              <a:ext uri="{FF2B5EF4-FFF2-40B4-BE49-F238E27FC236}">
                <a16:creationId xmlns:a16="http://schemas.microsoft.com/office/drawing/2014/main" id="{C8D190C9-E8D4-9F0B-14DA-32C632F1C3EE}"/>
              </a:ext>
            </a:extLst>
          </p:cNvPr>
          <p:cNvSpPr txBox="1"/>
          <p:nvPr/>
        </p:nvSpPr>
        <p:spPr>
          <a:xfrm>
            <a:off x="10597273" y="2545135"/>
            <a:ext cx="1084018" cy="369332"/>
          </a:xfrm>
          <a:prstGeom prst="rect">
            <a:avLst/>
          </a:prstGeom>
          <a:noFill/>
        </p:spPr>
        <p:txBody>
          <a:bodyPr wrap="square" rtlCol="0">
            <a:spAutoFit/>
          </a:bodyPr>
          <a:lstStyle/>
          <a:p>
            <a:r>
              <a:rPr lang="zh-CN" altLang="en-US" dirty="0">
                <a:latin typeface="+mj-ea"/>
                <a:ea typeface="+mj-ea"/>
              </a:rPr>
              <a:t>图</a:t>
            </a:r>
            <a:r>
              <a:rPr lang="en-US" altLang="zh-CN" dirty="0">
                <a:latin typeface="+mj-ea"/>
                <a:ea typeface="+mj-ea"/>
              </a:rPr>
              <a:t>6.30</a:t>
            </a:r>
            <a:endParaRPr lang="zh-CN" altLang="en-US" dirty="0">
              <a:latin typeface="+mj-ea"/>
              <a:ea typeface="+mj-ea"/>
            </a:endParaRPr>
          </a:p>
        </p:txBody>
      </p:sp>
      <p:sp>
        <p:nvSpPr>
          <p:cNvPr id="56" name="文本框 55">
            <a:extLst>
              <a:ext uri="{FF2B5EF4-FFF2-40B4-BE49-F238E27FC236}">
                <a16:creationId xmlns:a16="http://schemas.microsoft.com/office/drawing/2014/main" id="{C5D9ACE4-D897-23BB-7C74-B3BAC9C79CCC}"/>
              </a:ext>
            </a:extLst>
          </p:cNvPr>
          <p:cNvSpPr txBox="1"/>
          <p:nvPr/>
        </p:nvSpPr>
        <p:spPr>
          <a:xfrm>
            <a:off x="4575204" y="2860300"/>
            <a:ext cx="4344459" cy="400110"/>
          </a:xfrm>
          <a:prstGeom prst="rect">
            <a:avLst/>
          </a:prstGeom>
          <a:solidFill>
            <a:schemeClr val="accent4">
              <a:lumMod val="20000"/>
              <a:lumOff val="80000"/>
            </a:schemeClr>
          </a:solidFill>
        </p:spPr>
        <p:txBody>
          <a:bodyPr wrap="none" rtlCol="0">
            <a:spAutoFit/>
          </a:bodyPr>
          <a:lstStyle/>
          <a:p>
            <a:r>
              <a:rPr lang="zh-CN" altLang="en-US" sz="2000" b="1" dirty="0">
                <a:latin typeface="Courier New" panose="02070309020205020404" pitchFamily="49" charset="0"/>
                <a:cs typeface="Courier New" panose="02070309020205020404" pitchFamily="49" charset="0"/>
              </a:rPr>
              <a:t>执行：</a:t>
            </a:r>
            <a:r>
              <a:rPr lang="en-US" altLang="zh-CN" sz="2000" b="1" dirty="0">
                <a:latin typeface="Courier New" panose="02070309020205020404" pitchFamily="49" charset="0"/>
                <a:cs typeface="Courier New" panose="02070309020205020404" pitchFamily="49" charset="0"/>
              </a:rPr>
              <a:t>int </a:t>
            </a:r>
            <a:r>
              <a:rPr lang="en-US" altLang="zh-CN" sz="2000" b="1" dirty="0" err="1">
                <a:solidFill>
                  <a:srgbClr val="C00000"/>
                </a:solidFill>
                <a:latin typeface="Courier New" panose="02070309020205020404" pitchFamily="49" charset="0"/>
                <a:cs typeface="Courier New" panose="02070309020205020404" pitchFamily="49" charset="0"/>
              </a:rPr>
              <a:t>si</a:t>
            </a:r>
            <a:r>
              <a:rPr lang="en-US" altLang="zh-CN" sz="2000" b="1" dirty="0">
                <a:latin typeface="Courier New" panose="02070309020205020404" pitchFamily="49" charset="0"/>
                <a:cs typeface="Courier New" panose="02070309020205020404" pitchFamily="49" charset="0"/>
              </a:rPr>
              <a:t> = </a:t>
            </a:r>
            <a:r>
              <a:rPr lang="en-US" altLang="zh-CN" sz="2000" b="1" dirty="0" err="1">
                <a:latin typeface="Courier New" panose="02070309020205020404" pitchFamily="49" charset="0"/>
                <a:cs typeface="Courier New" panose="02070309020205020404" pitchFamily="49" charset="0"/>
              </a:rPr>
              <a:t>Find_pc</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S,8</a:t>
            </a: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cxnSp>
        <p:nvCxnSpPr>
          <p:cNvPr id="58" name="直接连接符 57">
            <a:extLst>
              <a:ext uri="{FF2B5EF4-FFF2-40B4-BE49-F238E27FC236}">
                <a16:creationId xmlns:a16="http://schemas.microsoft.com/office/drawing/2014/main" id="{3132F956-09C9-67DD-E74A-04DE1156796E}"/>
              </a:ext>
            </a:extLst>
          </p:cNvPr>
          <p:cNvCxnSpPr/>
          <p:nvPr/>
        </p:nvCxnSpPr>
        <p:spPr>
          <a:xfrm>
            <a:off x="1592629" y="4505387"/>
            <a:ext cx="82356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59" name="文本框 58">
            <a:extLst>
              <a:ext uri="{FF2B5EF4-FFF2-40B4-BE49-F238E27FC236}">
                <a16:creationId xmlns:a16="http://schemas.microsoft.com/office/drawing/2014/main" id="{4C406C10-FB90-1A31-9C7C-FAE839E8FE04}"/>
              </a:ext>
            </a:extLst>
          </p:cNvPr>
          <p:cNvSpPr txBox="1"/>
          <p:nvPr/>
        </p:nvSpPr>
        <p:spPr>
          <a:xfrm>
            <a:off x="10590043" y="2121677"/>
            <a:ext cx="646331"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j=8</a:t>
            </a:r>
            <a:endParaRPr lang="zh-CN" altLang="en-US" sz="2000" b="1" dirty="0">
              <a:solidFill>
                <a:srgbClr val="00B0F0"/>
              </a:solidFill>
              <a:latin typeface="Courier New" panose="02070309020205020404" pitchFamily="49" charset="0"/>
              <a:cs typeface="Courier New" panose="02070309020205020404" pitchFamily="49" charset="0"/>
            </a:endParaRPr>
          </a:p>
        </p:txBody>
      </p:sp>
      <p:cxnSp>
        <p:nvCxnSpPr>
          <p:cNvPr id="60" name="直接连接符 59">
            <a:extLst>
              <a:ext uri="{FF2B5EF4-FFF2-40B4-BE49-F238E27FC236}">
                <a16:creationId xmlns:a16="http://schemas.microsoft.com/office/drawing/2014/main" id="{23A852FA-2AA5-7672-E4AE-C9592B2C4C74}"/>
              </a:ext>
            </a:extLst>
          </p:cNvPr>
          <p:cNvCxnSpPr>
            <a:cxnSpLocks/>
          </p:cNvCxnSpPr>
          <p:nvPr/>
        </p:nvCxnSpPr>
        <p:spPr>
          <a:xfrm>
            <a:off x="1047403" y="4755553"/>
            <a:ext cx="7452753"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62" name="文本框 61">
            <a:extLst>
              <a:ext uri="{FF2B5EF4-FFF2-40B4-BE49-F238E27FC236}">
                <a16:creationId xmlns:a16="http://schemas.microsoft.com/office/drawing/2014/main" id="{B6A6187F-64A4-1C74-D98F-1B8A6544801B}"/>
              </a:ext>
            </a:extLst>
          </p:cNvPr>
          <p:cNvSpPr txBox="1"/>
          <p:nvPr/>
        </p:nvSpPr>
        <p:spPr>
          <a:xfrm>
            <a:off x="7702523" y="2892654"/>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8</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63" name="文本框 62">
            <a:extLst>
              <a:ext uri="{FF2B5EF4-FFF2-40B4-BE49-F238E27FC236}">
                <a16:creationId xmlns:a16="http://schemas.microsoft.com/office/drawing/2014/main" id="{1406436C-E4F0-D8A1-11D1-323083D189BD}"/>
              </a:ext>
            </a:extLst>
          </p:cNvPr>
          <p:cNvSpPr txBox="1"/>
          <p:nvPr/>
        </p:nvSpPr>
        <p:spPr>
          <a:xfrm>
            <a:off x="9478441" y="2730796"/>
            <a:ext cx="646331"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i=8</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64" name="文本框 63">
            <a:extLst>
              <a:ext uri="{FF2B5EF4-FFF2-40B4-BE49-F238E27FC236}">
                <a16:creationId xmlns:a16="http://schemas.microsoft.com/office/drawing/2014/main" id="{8CD3F25D-9B26-375C-9969-6A640E96E769}"/>
              </a:ext>
            </a:extLst>
          </p:cNvPr>
          <p:cNvSpPr txBox="1"/>
          <p:nvPr/>
        </p:nvSpPr>
        <p:spPr>
          <a:xfrm>
            <a:off x="9475267" y="2190078"/>
            <a:ext cx="646331" cy="400110"/>
          </a:xfrm>
          <a:prstGeom prst="rect">
            <a:avLst/>
          </a:prstGeom>
          <a:noFill/>
        </p:spPr>
        <p:txBody>
          <a:bodyPr wrap="none" rtlCol="0">
            <a:spAutoFit/>
          </a:bodyPr>
          <a:lstStyle/>
          <a:p>
            <a:r>
              <a:rPr lang="en-US" altLang="zh-CN" sz="2000" b="1" dirty="0" err="1">
                <a:solidFill>
                  <a:srgbClr val="FF0000"/>
                </a:solidFill>
                <a:latin typeface="Courier New" panose="02070309020205020404" pitchFamily="49" charset="0"/>
                <a:cs typeface="Courier New" panose="02070309020205020404" pitchFamily="49" charset="0"/>
              </a:rPr>
              <a:t>i</a:t>
            </a:r>
            <a:r>
              <a:rPr lang="en-US" altLang="zh-CN" sz="2000" b="1" dirty="0">
                <a:solidFill>
                  <a:srgbClr val="FF0000"/>
                </a:solidFill>
                <a:latin typeface="Courier New" panose="02070309020205020404" pitchFamily="49" charset="0"/>
                <a:cs typeface="Courier New" panose="02070309020205020404" pitchFamily="49" charset="0"/>
              </a:rPr>
              <a:t>=7</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66" name="文本框 65">
            <a:extLst>
              <a:ext uri="{FF2B5EF4-FFF2-40B4-BE49-F238E27FC236}">
                <a16:creationId xmlns:a16="http://schemas.microsoft.com/office/drawing/2014/main" id="{7A25E29C-7874-EC27-9A9D-E1B4733F2FB6}"/>
              </a:ext>
            </a:extLst>
          </p:cNvPr>
          <p:cNvSpPr txBox="1"/>
          <p:nvPr/>
        </p:nvSpPr>
        <p:spPr>
          <a:xfrm>
            <a:off x="9291332" y="1595744"/>
            <a:ext cx="646331" cy="400110"/>
          </a:xfrm>
          <a:prstGeom prst="rect">
            <a:avLst/>
          </a:prstGeom>
          <a:noFill/>
        </p:spPr>
        <p:txBody>
          <a:bodyPr wrap="none" rtlCol="0">
            <a:spAutoFit/>
          </a:bodyPr>
          <a:lstStyle/>
          <a:p>
            <a:r>
              <a:rPr lang="en-US" altLang="zh-CN" sz="2000" b="1" dirty="0" err="1">
                <a:solidFill>
                  <a:srgbClr val="FF0000"/>
                </a:solidFill>
                <a:latin typeface="Courier New" panose="02070309020205020404" pitchFamily="49" charset="0"/>
                <a:cs typeface="Courier New" panose="02070309020205020404" pitchFamily="49" charset="0"/>
              </a:rPr>
              <a:t>i</a:t>
            </a:r>
            <a:r>
              <a:rPr lang="en-US" altLang="zh-CN" sz="2000" b="1" dirty="0">
                <a:solidFill>
                  <a:srgbClr val="FF0000"/>
                </a:solidFill>
                <a:latin typeface="Courier New" panose="02070309020205020404" pitchFamily="49" charset="0"/>
                <a:cs typeface="Courier New" panose="02070309020205020404" pitchFamily="49" charset="0"/>
              </a:rPr>
              <a:t>=5</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67" name="文本框 66">
            <a:extLst>
              <a:ext uri="{FF2B5EF4-FFF2-40B4-BE49-F238E27FC236}">
                <a16:creationId xmlns:a16="http://schemas.microsoft.com/office/drawing/2014/main" id="{D5D5E28D-9D0D-FCA6-075B-0E2BC49F752B}"/>
              </a:ext>
            </a:extLst>
          </p:cNvPr>
          <p:cNvSpPr txBox="1"/>
          <p:nvPr/>
        </p:nvSpPr>
        <p:spPr>
          <a:xfrm>
            <a:off x="8546437" y="935363"/>
            <a:ext cx="646331" cy="400110"/>
          </a:xfrm>
          <a:prstGeom prst="rect">
            <a:avLst/>
          </a:prstGeom>
          <a:noFill/>
        </p:spPr>
        <p:txBody>
          <a:bodyPr wrap="none" rtlCol="0">
            <a:spAutoFit/>
          </a:bodyPr>
          <a:lstStyle/>
          <a:p>
            <a:r>
              <a:rPr lang="en-US" altLang="zh-CN" sz="2000" b="1" dirty="0" err="1">
                <a:solidFill>
                  <a:srgbClr val="FF0000"/>
                </a:solidFill>
                <a:latin typeface="Courier New" panose="02070309020205020404" pitchFamily="49" charset="0"/>
                <a:cs typeface="Courier New" panose="02070309020205020404" pitchFamily="49" charset="0"/>
              </a:rPr>
              <a:t>i</a:t>
            </a:r>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68" name="直接连接符 67">
            <a:extLst>
              <a:ext uri="{FF2B5EF4-FFF2-40B4-BE49-F238E27FC236}">
                <a16:creationId xmlns:a16="http://schemas.microsoft.com/office/drawing/2014/main" id="{DB899A4D-C2EA-013C-B75D-A31D3C1DAD35}"/>
              </a:ext>
            </a:extLst>
          </p:cNvPr>
          <p:cNvCxnSpPr>
            <a:cxnSpLocks/>
          </p:cNvCxnSpPr>
          <p:nvPr/>
        </p:nvCxnSpPr>
        <p:spPr>
          <a:xfrm>
            <a:off x="1047403" y="5040650"/>
            <a:ext cx="4617276" cy="14855"/>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0" name="直接连接符 69">
            <a:extLst>
              <a:ext uri="{FF2B5EF4-FFF2-40B4-BE49-F238E27FC236}">
                <a16:creationId xmlns:a16="http://schemas.microsoft.com/office/drawing/2014/main" id="{8F384368-E46A-3AB0-9D3E-D0490553FEED}"/>
              </a:ext>
            </a:extLst>
          </p:cNvPr>
          <p:cNvCxnSpPr>
            <a:cxnSpLocks/>
          </p:cNvCxnSpPr>
          <p:nvPr/>
        </p:nvCxnSpPr>
        <p:spPr>
          <a:xfrm>
            <a:off x="2004412" y="5307644"/>
            <a:ext cx="3251950" cy="23302"/>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73" name="文本框 72">
            <a:extLst>
              <a:ext uri="{FF2B5EF4-FFF2-40B4-BE49-F238E27FC236}">
                <a16:creationId xmlns:a16="http://schemas.microsoft.com/office/drawing/2014/main" id="{5DD66251-D9CB-CB22-C2F7-DA93B2670A6B}"/>
              </a:ext>
            </a:extLst>
          </p:cNvPr>
          <p:cNvSpPr txBox="1"/>
          <p:nvPr/>
        </p:nvSpPr>
        <p:spPr>
          <a:xfrm>
            <a:off x="10036270" y="2187932"/>
            <a:ext cx="646331" cy="400110"/>
          </a:xfrm>
          <a:prstGeom prst="rect">
            <a:avLst/>
          </a:prstGeom>
          <a:noFill/>
        </p:spPr>
        <p:txBody>
          <a:bodyPr wrap="none" rtlCol="0">
            <a:spAutoFit/>
          </a:bodyPr>
          <a:lstStyle/>
          <a:p>
            <a:r>
              <a:rPr lang="en-US" altLang="zh-CN" sz="2000" b="1" dirty="0">
                <a:solidFill>
                  <a:srgbClr val="00B050"/>
                </a:solidFill>
                <a:latin typeface="Courier New" panose="02070309020205020404" pitchFamily="49" charset="0"/>
                <a:cs typeface="Courier New" panose="02070309020205020404" pitchFamily="49" charset="0"/>
              </a:rPr>
              <a:t>k=7</a:t>
            </a:r>
            <a:endParaRPr lang="zh-CN" altLang="en-US" sz="2000" b="1" dirty="0">
              <a:solidFill>
                <a:srgbClr val="00B050"/>
              </a:solidFill>
              <a:latin typeface="Courier New" panose="02070309020205020404" pitchFamily="49" charset="0"/>
              <a:cs typeface="Courier New" panose="02070309020205020404" pitchFamily="49" charset="0"/>
            </a:endParaRPr>
          </a:p>
        </p:txBody>
      </p:sp>
      <p:cxnSp>
        <p:nvCxnSpPr>
          <p:cNvPr id="74" name="直接连接符 73">
            <a:extLst>
              <a:ext uri="{FF2B5EF4-FFF2-40B4-BE49-F238E27FC236}">
                <a16:creationId xmlns:a16="http://schemas.microsoft.com/office/drawing/2014/main" id="{C659A4BC-37BA-F145-0C49-FFD382DED33F}"/>
              </a:ext>
            </a:extLst>
          </p:cNvPr>
          <p:cNvCxnSpPr>
            <a:cxnSpLocks/>
          </p:cNvCxnSpPr>
          <p:nvPr/>
        </p:nvCxnSpPr>
        <p:spPr>
          <a:xfrm>
            <a:off x="1441917" y="5580277"/>
            <a:ext cx="3251950" cy="23302"/>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5" name="直接连接符 84">
            <a:extLst>
              <a:ext uri="{FF2B5EF4-FFF2-40B4-BE49-F238E27FC236}">
                <a16:creationId xmlns:a16="http://schemas.microsoft.com/office/drawing/2014/main" id="{009ED642-87B1-F6EC-2B0E-B5E0CD2E71F4}"/>
              </a:ext>
            </a:extLst>
          </p:cNvPr>
          <p:cNvCxnSpPr/>
          <p:nvPr/>
        </p:nvCxnSpPr>
        <p:spPr>
          <a:xfrm>
            <a:off x="1441917" y="5871445"/>
            <a:ext cx="82356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86" name="文本框 85">
            <a:extLst>
              <a:ext uri="{FF2B5EF4-FFF2-40B4-BE49-F238E27FC236}">
                <a16:creationId xmlns:a16="http://schemas.microsoft.com/office/drawing/2014/main" id="{25F6C340-72B1-9050-A347-494FC9463060}"/>
              </a:ext>
            </a:extLst>
          </p:cNvPr>
          <p:cNvSpPr txBox="1"/>
          <p:nvPr/>
        </p:nvSpPr>
        <p:spPr>
          <a:xfrm>
            <a:off x="9485094" y="2184879"/>
            <a:ext cx="646331"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j=7</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87" name="文本框 86">
            <a:extLst>
              <a:ext uri="{FF2B5EF4-FFF2-40B4-BE49-F238E27FC236}">
                <a16:creationId xmlns:a16="http://schemas.microsoft.com/office/drawing/2014/main" id="{39ACC860-E40A-B8A8-5272-CF5C8D464807}"/>
              </a:ext>
            </a:extLst>
          </p:cNvPr>
          <p:cNvSpPr txBox="1"/>
          <p:nvPr/>
        </p:nvSpPr>
        <p:spPr>
          <a:xfrm>
            <a:off x="9488611" y="1868839"/>
            <a:ext cx="646331" cy="400110"/>
          </a:xfrm>
          <a:prstGeom prst="rect">
            <a:avLst/>
          </a:prstGeom>
          <a:noFill/>
        </p:spPr>
        <p:txBody>
          <a:bodyPr wrap="none" rtlCol="0">
            <a:spAutoFit/>
          </a:bodyPr>
          <a:lstStyle/>
          <a:p>
            <a:r>
              <a:rPr lang="en-US" altLang="zh-CN" sz="2000" b="1" dirty="0">
                <a:solidFill>
                  <a:srgbClr val="00B050"/>
                </a:solidFill>
                <a:latin typeface="Courier New" panose="02070309020205020404" pitchFamily="49" charset="0"/>
                <a:cs typeface="Courier New" panose="02070309020205020404" pitchFamily="49" charset="0"/>
              </a:rPr>
              <a:t>k=5</a:t>
            </a:r>
            <a:endParaRPr lang="zh-CN" altLang="en-US" sz="2000" b="1" dirty="0">
              <a:solidFill>
                <a:srgbClr val="00B050"/>
              </a:solidFill>
              <a:latin typeface="Courier New" panose="02070309020205020404" pitchFamily="49" charset="0"/>
              <a:cs typeface="Courier New" panose="02070309020205020404" pitchFamily="49" charset="0"/>
            </a:endParaRPr>
          </a:p>
        </p:txBody>
      </p:sp>
      <p:cxnSp>
        <p:nvCxnSpPr>
          <p:cNvPr id="88" name="直接连接符 87">
            <a:extLst>
              <a:ext uri="{FF2B5EF4-FFF2-40B4-BE49-F238E27FC236}">
                <a16:creationId xmlns:a16="http://schemas.microsoft.com/office/drawing/2014/main" id="{E73A7932-541A-7835-B6A0-356242FD3177}"/>
              </a:ext>
            </a:extLst>
          </p:cNvPr>
          <p:cNvCxnSpPr>
            <a:cxnSpLocks/>
          </p:cNvCxnSpPr>
          <p:nvPr/>
        </p:nvCxnSpPr>
        <p:spPr>
          <a:xfrm>
            <a:off x="8484149" y="1228770"/>
            <a:ext cx="1130348" cy="484821"/>
          </a:xfrm>
          <a:prstGeom prst="line">
            <a:avLst/>
          </a:prstGeom>
          <a:ln>
            <a:headEnd type="triangle" w="med" len="lg"/>
          </a:ln>
        </p:spPr>
        <p:style>
          <a:lnRef idx="2">
            <a:schemeClr val="accent1"/>
          </a:lnRef>
          <a:fillRef idx="0">
            <a:schemeClr val="accent1"/>
          </a:fillRef>
          <a:effectRef idx="1">
            <a:schemeClr val="accent1"/>
          </a:effectRef>
          <a:fontRef idx="minor">
            <a:schemeClr val="tx1"/>
          </a:fontRef>
        </p:style>
      </p:cxnSp>
      <p:sp>
        <p:nvSpPr>
          <p:cNvPr id="92" name="文本框 91">
            <a:extLst>
              <a:ext uri="{FF2B5EF4-FFF2-40B4-BE49-F238E27FC236}">
                <a16:creationId xmlns:a16="http://schemas.microsoft.com/office/drawing/2014/main" id="{6A196505-8123-5909-163F-278A798A4A61}"/>
              </a:ext>
            </a:extLst>
          </p:cNvPr>
          <p:cNvSpPr txBox="1"/>
          <p:nvPr/>
        </p:nvSpPr>
        <p:spPr>
          <a:xfrm>
            <a:off x="8977994" y="1867312"/>
            <a:ext cx="646331"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j=5</a:t>
            </a:r>
            <a:endParaRPr lang="zh-CN" altLang="en-US" sz="2000" b="1" dirty="0">
              <a:solidFill>
                <a:srgbClr val="00B0F0"/>
              </a:solidFill>
              <a:latin typeface="Courier New" panose="02070309020205020404" pitchFamily="49" charset="0"/>
              <a:cs typeface="Courier New" panose="02070309020205020404" pitchFamily="49" charset="0"/>
            </a:endParaRPr>
          </a:p>
        </p:txBody>
      </p:sp>
      <p:cxnSp>
        <p:nvCxnSpPr>
          <p:cNvPr id="93" name="直接连接符 92">
            <a:extLst>
              <a:ext uri="{FF2B5EF4-FFF2-40B4-BE49-F238E27FC236}">
                <a16:creationId xmlns:a16="http://schemas.microsoft.com/office/drawing/2014/main" id="{8277AEB1-D3F2-F46A-C69D-246E64701544}"/>
              </a:ext>
            </a:extLst>
          </p:cNvPr>
          <p:cNvCxnSpPr>
            <a:cxnSpLocks/>
          </p:cNvCxnSpPr>
          <p:nvPr/>
        </p:nvCxnSpPr>
        <p:spPr>
          <a:xfrm>
            <a:off x="1047403" y="6395147"/>
            <a:ext cx="121808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5" name="文本框 94">
            <a:extLst>
              <a:ext uri="{FF2B5EF4-FFF2-40B4-BE49-F238E27FC236}">
                <a16:creationId xmlns:a16="http://schemas.microsoft.com/office/drawing/2014/main" id="{BA84FF90-5369-E648-404F-5A550149CB12}"/>
              </a:ext>
            </a:extLst>
          </p:cNvPr>
          <p:cNvSpPr txBox="1"/>
          <p:nvPr/>
        </p:nvSpPr>
        <p:spPr>
          <a:xfrm>
            <a:off x="1952577" y="6077078"/>
            <a:ext cx="312906" cy="400110"/>
          </a:xfrm>
          <a:prstGeom prst="rect">
            <a:avLst/>
          </a:prstGeom>
          <a:noFill/>
        </p:spPr>
        <p:txBody>
          <a:bodyPr wrap="none"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97" name="文本框 96">
            <a:extLst>
              <a:ext uri="{FF2B5EF4-FFF2-40B4-BE49-F238E27FC236}">
                <a16:creationId xmlns:a16="http://schemas.microsoft.com/office/drawing/2014/main" id="{9C0E6B2D-32EF-E694-7FF3-12C17F2743CF}"/>
              </a:ext>
            </a:extLst>
          </p:cNvPr>
          <p:cNvSpPr txBox="1"/>
          <p:nvPr/>
        </p:nvSpPr>
        <p:spPr>
          <a:xfrm>
            <a:off x="6363437" y="3756603"/>
            <a:ext cx="5431678" cy="2387320"/>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just">
              <a:lnSpc>
                <a:spcPct val="120000"/>
              </a:lnSpc>
            </a:pP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b="1" dirty="0" err="1">
                <a:effectLst/>
                <a:latin typeface="Courier New" panose="02070309020205020404" pitchFamily="49" charset="0"/>
                <a:ea typeface="宋体" panose="02010600030101010101" pitchFamily="2" charset="-122"/>
              </a:rPr>
              <a:t>Union_wt</a:t>
            </a:r>
            <a:r>
              <a:rPr lang="zh-CN" altLang="zh-CN" sz="1800" b="1" dirty="0">
                <a:effectLst/>
                <a:latin typeface="Courier New" panose="02070309020205020404" pitchFamily="49" charset="0"/>
                <a:ea typeface="宋体" panose="02010600030101010101" pitchFamily="2" charset="-122"/>
                <a:cs typeface="Courier New" panose="02070309020205020404" pitchFamily="49" charset="0"/>
              </a:rPr>
              <a:t>中，可用</a:t>
            </a:r>
            <a:r>
              <a:rPr lang="en-US" altLang="zh-CN" sz="1800" b="1" dirty="0" err="1">
                <a:effectLst/>
                <a:latin typeface="Courier New" panose="02070309020205020404" pitchFamily="49" charset="0"/>
                <a:ea typeface="宋体" panose="02010600030101010101" pitchFamily="2" charset="-122"/>
              </a:rPr>
              <a:t>Find_pc</a:t>
            </a:r>
            <a:r>
              <a:rPr lang="zh-CN" altLang="zh-CN" sz="1800" b="1" dirty="0">
                <a:effectLst/>
                <a:latin typeface="Courier New" panose="02070309020205020404" pitchFamily="49" charset="0"/>
                <a:ea typeface="宋体" panose="02010600030101010101" pitchFamily="2" charset="-122"/>
                <a:cs typeface="Courier New" panose="02070309020205020404" pitchFamily="49" charset="0"/>
              </a:rPr>
              <a:t>取代</a:t>
            </a:r>
            <a:r>
              <a:rPr lang="en-US" altLang="zh-CN" sz="1800" b="1" dirty="0">
                <a:effectLst/>
                <a:latin typeface="Courier New" panose="02070309020205020404" pitchFamily="49" charset="0"/>
                <a:ea typeface="宋体" panose="02010600030101010101" pitchFamily="2" charset="-122"/>
              </a:rPr>
              <a:t>Fine</a:t>
            </a:r>
            <a:r>
              <a:rPr lang="zh-CN" altLang="zh-CN" sz="1800" b="1" dirty="0">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1800" b="1" dirty="0">
              <a:effectLst/>
              <a:latin typeface="Courier New" panose="02070309020205020404" pitchFamily="49" charset="0"/>
              <a:ea typeface="宋体" panose="02010600030101010101" pitchFamily="2" charset="-122"/>
              <a:cs typeface="Courier New" panose="02070309020205020404" pitchFamily="49" charset="0"/>
            </a:endParaRPr>
          </a:p>
          <a:p>
            <a:pPr algn="just">
              <a:lnSpc>
                <a:spcPct val="120000"/>
              </a:lnSpc>
            </a:pPr>
            <a:r>
              <a:rPr lang="zh-CN" altLang="zh-CN" sz="1800" b="1" dirty="0">
                <a:effectLst/>
                <a:latin typeface="Courier New" panose="02070309020205020404" pitchFamily="49" charset="0"/>
                <a:ea typeface="宋体" panose="02010600030101010101" pitchFamily="2" charset="-122"/>
                <a:cs typeface="Courier New" panose="02070309020205020404" pitchFamily="49" charset="0"/>
              </a:rPr>
              <a:t>已经证明，利用算法</a:t>
            </a:r>
            <a:r>
              <a:rPr lang="en-US" altLang="zh-CN" sz="1800" b="1" dirty="0" err="1">
                <a:effectLst/>
                <a:latin typeface="Courier New" panose="02070309020205020404" pitchFamily="49" charset="0"/>
                <a:ea typeface="宋体" panose="02010600030101010101" pitchFamily="2" charset="-122"/>
              </a:rPr>
              <a:t>Find_pc</a:t>
            </a:r>
            <a:r>
              <a:rPr lang="zh-CN" altLang="zh-CN" sz="1800" b="1" dirty="0">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1800" b="1" dirty="0" err="1">
                <a:effectLst/>
                <a:latin typeface="Courier New" panose="02070309020205020404" pitchFamily="49" charset="0"/>
                <a:ea typeface="宋体" panose="02010600030101010101" pitchFamily="2" charset="-122"/>
              </a:rPr>
              <a:t>Union_wt</a:t>
            </a:r>
            <a:r>
              <a:rPr lang="zh-CN" altLang="zh-CN" sz="1800" b="1" dirty="0">
                <a:effectLst/>
                <a:latin typeface="Courier New" panose="02070309020205020404" pitchFamily="49" charset="0"/>
                <a:ea typeface="宋体" panose="02010600030101010101" pitchFamily="2" charset="-122"/>
                <a:cs typeface="Courier New" panose="02070309020205020404" pitchFamily="49" charset="0"/>
              </a:rPr>
              <a:t>划</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分大小为</a:t>
            </a:r>
            <a:r>
              <a:rPr lang="en-US" altLang="zh-CN" sz="1800" b="1" dirty="0">
                <a:effectLst/>
                <a:latin typeface="Times New Roman" panose="02020603050405020304" pitchFamily="18" charset="0"/>
                <a:ea typeface="宋体" panose="02010600030101010101" pitchFamily="2" charset="-122"/>
              </a:rPr>
              <a:t>n</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的集合为等价类的</a:t>
            </a:r>
            <a:r>
              <a:rPr lang="zh-CN" altLang="zh-CN" sz="1800" b="1"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时间复杂度</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b="1" i="1" dirty="0">
                <a:effectLst/>
                <a:latin typeface="Times New Roman" panose="02020603050405020304" pitchFamily="18" charset="0"/>
                <a:ea typeface="宋体" panose="02010600030101010101" pitchFamily="2" charset="-122"/>
              </a:rPr>
              <a:t>O</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nα</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n</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b="1" i="1" dirty="0">
                <a:effectLst/>
                <a:latin typeface="Times New Roman" panose="02020603050405020304" pitchFamily="18" charset="0"/>
                <a:ea typeface="宋体" panose="02010600030101010101" pitchFamily="2" charset="-122"/>
              </a:rPr>
              <a:t>α</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n</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是一个增长极其缓慢的函数，若定义单变量的阿克曼函数为</a:t>
            </a:r>
            <a:r>
              <a:rPr lang="en-US" altLang="zh-CN" sz="1800" b="1" i="1" dirty="0">
                <a:effectLst/>
                <a:latin typeface="Times New Roman" panose="02020603050405020304" pitchFamily="18" charset="0"/>
                <a:ea typeface="宋体" panose="02010600030101010101" pitchFamily="2" charset="-122"/>
              </a:rPr>
              <a:t>A</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x</a:t>
            </a:r>
            <a:r>
              <a:rPr lang="en-US" altLang="zh-CN" sz="1800" b="1" dirty="0">
                <a:effectLst/>
                <a:latin typeface="Times New Roman" panose="02020603050405020304" pitchFamily="18" charset="0"/>
                <a:ea typeface="宋体" panose="02010600030101010101" pitchFamily="2" charset="-122"/>
              </a:rPr>
              <a:t>) = </a:t>
            </a:r>
            <a:r>
              <a:rPr lang="en-US" altLang="zh-CN" sz="1800" b="1" i="1" dirty="0">
                <a:effectLst/>
                <a:latin typeface="Times New Roman" panose="02020603050405020304" pitchFamily="18" charset="0"/>
                <a:ea typeface="宋体" panose="02010600030101010101" pitchFamily="2" charset="-122"/>
              </a:rPr>
              <a:t>A</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x</a:t>
            </a:r>
            <a:r>
              <a:rPr lang="en-US" altLang="zh-CN" sz="1800" b="1" dirty="0">
                <a:effectLst/>
                <a:latin typeface="Times New Roman" panose="02020603050405020304" pitchFamily="18" charset="0"/>
                <a:ea typeface="宋体" panose="02010600030101010101" pitchFamily="2" charset="-122"/>
              </a:rPr>
              <a:t>, </a:t>
            </a:r>
            <a:r>
              <a:rPr lang="en-US" altLang="zh-CN" sz="1800" b="1" i="1" dirty="0">
                <a:effectLst/>
                <a:latin typeface="Times New Roman" panose="02020603050405020304" pitchFamily="18" charset="0"/>
                <a:ea typeface="宋体" panose="02010600030101010101" pitchFamily="2" charset="-122"/>
              </a:rPr>
              <a:t>x</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，则函数</a:t>
            </a:r>
            <a:r>
              <a:rPr lang="en-US" altLang="zh-CN" sz="1800" b="1" i="1" dirty="0">
                <a:effectLst/>
                <a:latin typeface="Times New Roman" panose="02020603050405020304" pitchFamily="18" charset="0"/>
                <a:ea typeface="宋体" panose="02010600030101010101" pitchFamily="2" charset="-122"/>
              </a:rPr>
              <a:t>α</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n</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定义为</a:t>
            </a:r>
            <a:r>
              <a:rPr lang="en-US" altLang="zh-CN" sz="1800" b="1" i="1" dirty="0">
                <a:effectLst/>
                <a:latin typeface="Times New Roman" panose="02020603050405020304" pitchFamily="18" charset="0"/>
                <a:ea typeface="宋体" panose="02010600030101010101" pitchFamily="2" charset="-122"/>
              </a:rPr>
              <a:t>A</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x</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的拟逆，即</a:t>
            </a:r>
            <a:r>
              <a:rPr lang="en-US" altLang="zh-CN" sz="1800" b="1" i="1" dirty="0">
                <a:effectLst/>
                <a:latin typeface="Times New Roman" panose="02020603050405020304" pitchFamily="18" charset="0"/>
                <a:ea typeface="宋体" panose="02010600030101010101" pitchFamily="2" charset="-122"/>
              </a:rPr>
              <a:t>α</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n</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的值是使</a:t>
            </a:r>
            <a:r>
              <a:rPr lang="en-US" altLang="zh-CN" sz="1800" b="1" i="1" dirty="0">
                <a:effectLst/>
                <a:latin typeface="Times New Roman" panose="02020603050405020304" pitchFamily="18" charset="0"/>
                <a:ea typeface="宋体" panose="02010600030101010101" pitchFamily="2" charset="-122"/>
              </a:rPr>
              <a:t>A</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x</a:t>
            </a:r>
            <a:r>
              <a:rPr lang="en-US" altLang="zh-CN" sz="1800" b="1" dirty="0">
                <a:effectLst/>
                <a:latin typeface="Times New Roman" panose="02020603050405020304" pitchFamily="18" charset="0"/>
                <a:ea typeface="宋体" panose="02010600030101010101" pitchFamily="2" charset="-122"/>
              </a:rPr>
              <a:t>) </a:t>
            </a:r>
            <a:r>
              <a:rPr lang="zh-CN" altLang="zh-CN" sz="1800" b="1" dirty="0">
                <a:effectLst/>
                <a:ea typeface="等线" panose="02010600030101010101" pitchFamily="2" charset="-122"/>
                <a:cs typeface="Times New Roman" panose="02020603050405020304" pitchFamily="18" charset="0"/>
              </a:rPr>
              <a:t>≥</a:t>
            </a:r>
            <a:r>
              <a:rPr lang="zh-CN" altLang="zh-CN" sz="1800" b="1" dirty="0">
                <a:effectLst/>
                <a:ea typeface="Times New Roman" panose="02020603050405020304" pitchFamily="18" charset="0"/>
              </a:rPr>
              <a:t> </a:t>
            </a:r>
            <a:r>
              <a:rPr lang="en-US" altLang="zh-CN" sz="1800" b="1" i="1" dirty="0">
                <a:effectLst/>
                <a:ea typeface="Times New Roman" panose="02020603050405020304" pitchFamily="18" charset="0"/>
              </a:rPr>
              <a:t>n</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成立的最小</a:t>
            </a:r>
            <a:r>
              <a:rPr lang="en-US" altLang="zh-CN" sz="1800" b="1" i="1" dirty="0">
                <a:effectLst/>
                <a:latin typeface="Times New Roman" panose="02020603050405020304" pitchFamily="18" charset="0"/>
                <a:ea typeface="宋体" panose="02010600030101010101" pitchFamily="2" charset="-122"/>
              </a:rPr>
              <a:t>x</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。所以，对于通常所见到的正整数</a:t>
            </a:r>
            <a:r>
              <a:rPr lang="en-US" altLang="zh-CN" sz="1800" b="1" i="1" dirty="0">
                <a:effectLst/>
                <a:latin typeface="Times New Roman" panose="02020603050405020304" pitchFamily="18" charset="0"/>
                <a:ea typeface="宋体" panose="02010600030101010101" pitchFamily="2" charset="-122"/>
              </a:rPr>
              <a:t>n</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而言，</a:t>
            </a:r>
            <a:r>
              <a:rPr lang="en-US" altLang="zh-CN" sz="1800" b="1" dirty="0">
                <a:effectLst/>
                <a:latin typeface="Times New Roman" panose="02020603050405020304" pitchFamily="18" charset="0"/>
                <a:ea typeface="宋体" panose="02010600030101010101" pitchFamily="2" charset="-122"/>
              </a:rPr>
              <a:t>a(</a:t>
            </a:r>
            <a:r>
              <a:rPr lang="en-US" altLang="zh-CN" sz="1800" b="1" i="1" dirty="0">
                <a:effectLst/>
                <a:latin typeface="Times New Roman" panose="02020603050405020304" pitchFamily="18" charset="0"/>
                <a:ea typeface="宋体" panose="02010600030101010101" pitchFamily="2" charset="-122"/>
              </a:rPr>
              <a:t>n</a:t>
            </a:r>
            <a:r>
              <a:rPr lang="en-US" altLang="zh-CN" sz="1800" b="1" dirty="0">
                <a:effectLst/>
                <a:latin typeface="Times New Roman" panose="02020603050405020304" pitchFamily="18" charset="0"/>
                <a:ea typeface="宋体" panose="02010600030101010101" pitchFamily="2" charset="-122"/>
              </a:rPr>
              <a:t>) </a:t>
            </a:r>
            <a:r>
              <a:rPr lang="zh-CN" altLang="zh-CN" sz="1800" b="1" dirty="0">
                <a:effectLst/>
                <a:ea typeface="等线 Light" panose="02010600030101010101" pitchFamily="2" charset="-122"/>
                <a:cs typeface="Times New Roman" panose="02020603050405020304" pitchFamily="18" charset="0"/>
              </a:rPr>
              <a:t>≤</a:t>
            </a:r>
            <a:r>
              <a:rPr lang="zh-CN" altLang="zh-CN" sz="1800" b="1" dirty="0">
                <a:effectLst/>
                <a:ea typeface="Times New Roman" panose="02020603050405020304" pitchFamily="18" charset="0"/>
              </a:rPr>
              <a:t> </a:t>
            </a:r>
            <a:r>
              <a:rPr lang="en-US" altLang="zh-CN" sz="1800" b="1" dirty="0">
                <a:effectLst/>
                <a:ea typeface="Times New Roman" panose="02020603050405020304" pitchFamily="18" charset="0"/>
              </a:rPr>
              <a:t>4</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b="1" dirty="0"/>
          </a:p>
        </p:txBody>
      </p:sp>
    </p:spTree>
    <p:extLst>
      <p:ext uri="{BB962C8B-B14F-4D97-AF65-F5344CB8AC3E}">
        <p14:creationId xmlns:p14="http://schemas.microsoft.com/office/powerpoint/2010/main" val="2739164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anim calcmode="lin" valueType="num">
                                      <p:cBhvr>
                                        <p:cTn id="15" dur="1000" fill="hold"/>
                                        <p:tgtEl>
                                          <p:spTgt spid="56"/>
                                        </p:tgtEl>
                                        <p:attrNameLst>
                                          <p:attrName>ppt_w</p:attrName>
                                        </p:attrNameLst>
                                      </p:cBhvr>
                                      <p:tavLst>
                                        <p:tav tm="0">
                                          <p:val>
                                            <p:fltVal val="0"/>
                                          </p:val>
                                        </p:tav>
                                        <p:tav tm="100000">
                                          <p:val>
                                            <p:strVal val="#ppt_w"/>
                                          </p:val>
                                        </p:tav>
                                      </p:tavLst>
                                    </p:anim>
                                    <p:anim calcmode="lin" valueType="num">
                                      <p:cBhvr>
                                        <p:cTn id="16" dur="1000" fill="hold"/>
                                        <p:tgtEl>
                                          <p:spTgt spid="56"/>
                                        </p:tgtEl>
                                        <p:attrNameLst>
                                          <p:attrName>ppt_h</p:attrName>
                                        </p:attrNameLst>
                                      </p:cBhvr>
                                      <p:tavLst>
                                        <p:tav tm="0">
                                          <p:val>
                                            <p:fltVal val="0"/>
                                          </p:val>
                                        </p:tav>
                                        <p:tav tm="100000">
                                          <p:val>
                                            <p:strVal val="#ppt_h"/>
                                          </p:val>
                                        </p:tav>
                                      </p:tavLst>
                                    </p:anim>
                                    <p:anim calcmode="lin" valueType="num">
                                      <p:cBhvr>
                                        <p:cTn id="17" dur="1000" fill="hold"/>
                                        <p:tgtEl>
                                          <p:spTgt spid="56"/>
                                        </p:tgtEl>
                                        <p:attrNameLst>
                                          <p:attrName>style.rotation</p:attrName>
                                        </p:attrNameLst>
                                      </p:cBhvr>
                                      <p:tavLst>
                                        <p:tav tm="0">
                                          <p:val>
                                            <p:fltVal val="90"/>
                                          </p:val>
                                        </p:tav>
                                        <p:tav tm="100000">
                                          <p:val>
                                            <p:fltVal val="0"/>
                                          </p:val>
                                        </p:tav>
                                      </p:tavLst>
                                    </p:anim>
                                    <p:animEffect transition="in" filter="fade">
                                      <p:cBhvr>
                                        <p:cTn id="18" dur="1000"/>
                                        <p:tgtEl>
                                          <p:spTgt spid="56"/>
                                        </p:tgtEl>
                                      </p:cBhvr>
                                    </p:animEffect>
                                  </p:childTnLst>
                                </p:cTn>
                              </p:par>
                            </p:childTnLst>
                          </p:cTn>
                        </p:par>
                        <p:par>
                          <p:cTn id="19" fill="hold">
                            <p:stCondLst>
                              <p:cond delay="1000"/>
                            </p:stCondLst>
                            <p:childTnLst>
                              <p:par>
                                <p:cTn id="20" presetID="31" presetClass="entr" presetSubtype="0" fill="hold" grpId="0" nodeType="afterEffect">
                                  <p:stCondLst>
                                    <p:cond delay="0"/>
                                  </p:stCondLst>
                                  <p:childTnLst>
                                    <p:set>
                                      <p:cBhvr>
                                        <p:cTn id="21" dur="1" fill="hold">
                                          <p:stCondLst>
                                            <p:cond delay="0"/>
                                          </p:stCondLst>
                                        </p:cTn>
                                        <p:tgtEl>
                                          <p:spTgt spid="62"/>
                                        </p:tgtEl>
                                        <p:attrNameLst>
                                          <p:attrName>style.visibility</p:attrName>
                                        </p:attrNameLst>
                                      </p:cBhvr>
                                      <p:to>
                                        <p:strVal val="visible"/>
                                      </p:to>
                                    </p:set>
                                    <p:anim calcmode="lin" valueType="num">
                                      <p:cBhvr>
                                        <p:cTn id="22" dur="1000" fill="hold"/>
                                        <p:tgtEl>
                                          <p:spTgt spid="62"/>
                                        </p:tgtEl>
                                        <p:attrNameLst>
                                          <p:attrName>ppt_w</p:attrName>
                                        </p:attrNameLst>
                                      </p:cBhvr>
                                      <p:tavLst>
                                        <p:tav tm="0">
                                          <p:val>
                                            <p:fltVal val="0"/>
                                          </p:val>
                                        </p:tav>
                                        <p:tav tm="100000">
                                          <p:val>
                                            <p:strVal val="#ppt_w"/>
                                          </p:val>
                                        </p:tav>
                                      </p:tavLst>
                                    </p:anim>
                                    <p:anim calcmode="lin" valueType="num">
                                      <p:cBhvr>
                                        <p:cTn id="23" dur="1000" fill="hold"/>
                                        <p:tgtEl>
                                          <p:spTgt spid="62"/>
                                        </p:tgtEl>
                                        <p:attrNameLst>
                                          <p:attrName>ppt_h</p:attrName>
                                        </p:attrNameLst>
                                      </p:cBhvr>
                                      <p:tavLst>
                                        <p:tav tm="0">
                                          <p:val>
                                            <p:fltVal val="0"/>
                                          </p:val>
                                        </p:tav>
                                        <p:tav tm="100000">
                                          <p:val>
                                            <p:strVal val="#ppt_h"/>
                                          </p:val>
                                        </p:tav>
                                      </p:tavLst>
                                    </p:anim>
                                    <p:anim calcmode="lin" valueType="num">
                                      <p:cBhvr>
                                        <p:cTn id="24" dur="1000" fill="hold"/>
                                        <p:tgtEl>
                                          <p:spTgt spid="62"/>
                                        </p:tgtEl>
                                        <p:attrNameLst>
                                          <p:attrName>style.rotation</p:attrName>
                                        </p:attrNameLst>
                                      </p:cBhvr>
                                      <p:tavLst>
                                        <p:tav tm="0">
                                          <p:val>
                                            <p:fltVal val="90"/>
                                          </p:val>
                                        </p:tav>
                                        <p:tav tm="100000">
                                          <p:val>
                                            <p:fltVal val="0"/>
                                          </p:val>
                                        </p:tav>
                                      </p:tavLst>
                                    </p:anim>
                                    <p:animEffect transition="in" filter="fade">
                                      <p:cBhvr>
                                        <p:cTn id="25" dur="1000"/>
                                        <p:tgtEl>
                                          <p:spTgt spid="62"/>
                                        </p:tgtEl>
                                      </p:cBhvr>
                                    </p:animEffect>
                                  </p:childTnLst>
                                </p:cTn>
                              </p:par>
                            </p:childTnLst>
                          </p:cTn>
                        </p:par>
                        <p:par>
                          <p:cTn id="26" fill="hold">
                            <p:stCondLst>
                              <p:cond delay="2000"/>
                            </p:stCondLst>
                            <p:childTnLst>
                              <p:par>
                                <p:cTn id="27" presetID="35" presetClass="path" presetSubtype="0" accel="50000" decel="50000" fill="hold" grpId="1" nodeType="afterEffect">
                                  <p:stCondLst>
                                    <p:cond delay="0"/>
                                  </p:stCondLst>
                                  <p:childTnLst>
                                    <p:animMotion origin="layout" path="M -2.91667E-6 4.07407E-6 L -0.30547 0.02754 " pathEditMode="relative" rAng="0" ptsTypes="AA">
                                      <p:cBhvr>
                                        <p:cTn id="28" dur="2000" fill="hold"/>
                                        <p:tgtEl>
                                          <p:spTgt spid="62"/>
                                        </p:tgtEl>
                                        <p:attrNameLst>
                                          <p:attrName>ppt_x</p:attrName>
                                          <p:attrName>ppt_y</p:attrName>
                                        </p:attrNameLst>
                                      </p:cBhvr>
                                      <p:rCtr x="-15273" y="1366"/>
                                    </p:animMotion>
                                  </p:childTnLst>
                                </p:cTn>
                              </p:par>
                            </p:childTnLst>
                          </p:cTn>
                        </p:par>
                        <p:par>
                          <p:cTn id="29" fill="hold">
                            <p:stCondLst>
                              <p:cond delay="4000"/>
                            </p:stCondLst>
                            <p:childTnLst>
                              <p:par>
                                <p:cTn id="30" presetID="42" presetClass="entr" presetSubtype="0" fill="hold" grpId="0" nodeType="after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fade">
                                      <p:cBhvr>
                                        <p:cTn id="32" dur="1000"/>
                                        <p:tgtEl>
                                          <p:spTgt spid="63"/>
                                        </p:tgtEl>
                                      </p:cBhvr>
                                    </p:animEffect>
                                    <p:anim calcmode="lin" valueType="num">
                                      <p:cBhvr>
                                        <p:cTn id="33" dur="1000" fill="hold"/>
                                        <p:tgtEl>
                                          <p:spTgt spid="63"/>
                                        </p:tgtEl>
                                        <p:attrNameLst>
                                          <p:attrName>ppt_x</p:attrName>
                                        </p:attrNameLst>
                                      </p:cBhvr>
                                      <p:tavLst>
                                        <p:tav tm="0">
                                          <p:val>
                                            <p:strVal val="#ppt_x"/>
                                          </p:val>
                                        </p:tav>
                                        <p:tav tm="100000">
                                          <p:val>
                                            <p:strVal val="#ppt_x"/>
                                          </p:val>
                                        </p:tav>
                                      </p:tavLst>
                                    </p:anim>
                                    <p:anim calcmode="lin" valueType="num">
                                      <p:cBhvr>
                                        <p:cTn id="34" dur="1000" fill="hold"/>
                                        <p:tgtEl>
                                          <p:spTgt spid="63"/>
                                        </p:tgtEl>
                                        <p:attrNameLst>
                                          <p:attrName>ppt_y</p:attrName>
                                        </p:attrNameLst>
                                      </p:cBhvr>
                                      <p:tavLst>
                                        <p:tav tm="0">
                                          <p:val>
                                            <p:strVal val="#ppt_y+.1"/>
                                          </p:val>
                                        </p:tav>
                                        <p:tav tm="100000">
                                          <p:val>
                                            <p:strVal val="#ppt_y"/>
                                          </p:val>
                                        </p:tav>
                                      </p:tavLst>
                                    </p:anim>
                                  </p:childTnLst>
                                </p:cTn>
                              </p:par>
                            </p:childTnLst>
                          </p:cTn>
                        </p:par>
                        <p:par>
                          <p:cTn id="35" fill="hold">
                            <p:stCondLst>
                              <p:cond delay="5000"/>
                            </p:stCondLst>
                            <p:childTnLst>
                              <p:par>
                                <p:cTn id="36" presetID="22" presetClass="entr" presetSubtype="8" fill="hold" nodeType="after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wipe(left)">
                                      <p:cBhvr>
                                        <p:cTn id="38" dur="1000"/>
                                        <p:tgtEl>
                                          <p:spTgt spid="58"/>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1000"/>
                                        <p:tgtEl>
                                          <p:spTgt spid="59"/>
                                        </p:tgtEl>
                                      </p:cBhvr>
                                    </p:animEffect>
                                    <p:anim calcmode="lin" valueType="num">
                                      <p:cBhvr>
                                        <p:cTn id="44" dur="1000" fill="hold"/>
                                        <p:tgtEl>
                                          <p:spTgt spid="59"/>
                                        </p:tgtEl>
                                        <p:attrNameLst>
                                          <p:attrName>ppt_x</p:attrName>
                                        </p:attrNameLst>
                                      </p:cBhvr>
                                      <p:tavLst>
                                        <p:tav tm="0">
                                          <p:val>
                                            <p:strVal val="#ppt_x"/>
                                          </p:val>
                                        </p:tav>
                                        <p:tav tm="100000">
                                          <p:val>
                                            <p:strVal val="#ppt_x"/>
                                          </p:val>
                                        </p:tav>
                                      </p:tavLst>
                                    </p:anim>
                                    <p:anim calcmode="lin" valueType="num">
                                      <p:cBhvr>
                                        <p:cTn id="45" dur="1000" fill="hold"/>
                                        <p:tgtEl>
                                          <p:spTgt spid="59"/>
                                        </p:tgtEl>
                                        <p:attrNameLst>
                                          <p:attrName>ppt_y</p:attrName>
                                        </p:attrNameLst>
                                      </p:cBhvr>
                                      <p:tavLst>
                                        <p:tav tm="0">
                                          <p:val>
                                            <p:strVal val="#ppt_y+.1"/>
                                          </p:val>
                                        </p:tav>
                                        <p:tav tm="100000">
                                          <p:val>
                                            <p:strVal val="#ppt_y"/>
                                          </p:val>
                                        </p:tav>
                                      </p:tavLst>
                                    </p:anim>
                                  </p:childTnLst>
                                </p:cTn>
                              </p:par>
                            </p:childTnLst>
                          </p:cTn>
                        </p:par>
                        <p:par>
                          <p:cTn id="46" fill="hold">
                            <p:stCondLst>
                              <p:cond delay="1000"/>
                            </p:stCondLst>
                            <p:childTnLst>
                              <p:par>
                                <p:cTn id="47" presetID="22" presetClass="exit" presetSubtype="2" fill="hold" nodeType="afterEffect">
                                  <p:stCondLst>
                                    <p:cond delay="0"/>
                                  </p:stCondLst>
                                  <p:childTnLst>
                                    <p:animEffect transition="out" filter="wipe(right)">
                                      <p:cBhvr>
                                        <p:cTn id="48" dur="500"/>
                                        <p:tgtEl>
                                          <p:spTgt spid="58"/>
                                        </p:tgtEl>
                                      </p:cBhvr>
                                    </p:animEffect>
                                    <p:set>
                                      <p:cBhvr>
                                        <p:cTn id="49" dur="1" fill="hold">
                                          <p:stCondLst>
                                            <p:cond delay="499"/>
                                          </p:stCondLst>
                                        </p:cTn>
                                        <p:tgtEl>
                                          <p:spTgt spid="58"/>
                                        </p:tgtEl>
                                        <p:attrNameLst>
                                          <p:attrName>style.visibility</p:attrName>
                                        </p:attrNameLst>
                                      </p:cBhvr>
                                      <p:to>
                                        <p:strVal val="hidden"/>
                                      </p:to>
                                    </p:set>
                                  </p:childTnLst>
                                </p:cTn>
                              </p:par>
                            </p:childTnLst>
                          </p:cTn>
                        </p:par>
                        <p:par>
                          <p:cTn id="50" fill="hold">
                            <p:stCondLst>
                              <p:cond delay="1500"/>
                            </p:stCondLst>
                            <p:childTnLst>
                              <p:par>
                                <p:cTn id="51" presetID="22" presetClass="entr" presetSubtype="8" fill="hold" nodeType="afterEffect">
                                  <p:stCondLst>
                                    <p:cond delay="0"/>
                                  </p:stCondLst>
                                  <p:childTnLst>
                                    <p:set>
                                      <p:cBhvr>
                                        <p:cTn id="52" dur="1" fill="hold">
                                          <p:stCondLst>
                                            <p:cond delay="0"/>
                                          </p:stCondLst>
                                        </p:cTn>
                                        <p:tgtEl>
                                          <p:spTgt spid="60"/>
                                        </p:tgtEl>
                                        <p:attrNameLst>
                                          <p:attrName>style.visibility</p:attrName>
                                        </p:attrNameLst>
                                      </p:cBhvr>
                                      <p:to>
                                        <p:strVal val="visible"/>
                                      </p:to>
                                    </p:set>
                                    <p:animEffect transition="in" filter="wipe(left)">
                                      <p:cBhvr>
                                        <p:cTn id="53" dur="1000"/>
                                        <p:tgtEl>
                                          <p:spTgt spid="60"/>
                                        </p:tgtEl>
                                      </p:cBhvr>
                                    </p:animEffect>
                                  </p:childTnLst>
                                </p:cTn>
                              </p:par>
                            </p:childTnLst>
                          </p:cTn>
                        </p:par>
                        <p:par>
                          <p:cTn id="54" fill="hold">
                            <p:stCondLst>
                              <p:cond delay="2500"/>
                            </p:stCondLst>
                            <p:childTnLst>
                              <p:par>
                                <p:cTn id="55" presetID="64" presetClass="path" presetSubtype="0" accel="50000" decel="50000" fill="hold" grpId="1" nodeType="afterEffect">
                                  <p:stCondLst>
                                    <p:cond delay="0"/>
                                  </p:stCondLst>
                                  <p:childTnLst>
                                    <p:animMotion origin="layout" path="M 3.75E-6 -4.81481E-6 L -0.00039 -0.07847 " pathEditMode="relative" rAng="0" ptsTypes="AA">
                                      <p:cBhvr>
                                        <p:cTn id="56" dur="1000" fill="hold"/>
                                        <p:tgtEl>
                                          <p:spTgt spid="63"/>
                                        </p:tgtEl>
                                        <p:attrNameLst>
                                          <p:attrName>ppt_x</p:attrName>
                                          <p:attrName>ppt_y</p:attrName>
                                        </p:attrNameLst>
                                      </p:cBhvr>
                                      <p:rCtr x="-26" y="-3935"/>
                                    </p:animMotion>
                                  </p:childTnLst>
                                </p:cTn>
                              </p:par>
                            </p:childTnLst>
                          </p:cTn>
                        </p:par>
                        <p:par>
                          <p:cTn id="57" fill="hold">
                            <p:stCondLst>
                              <p:cond delay="3500"/>
                            </p:stCondLst>
                            <p:childTnLst>
                              <p:par>
                                <p:cTn id="58" presetID="16" presetClass="exit" presetSubtype="21" fill="hold" grpId="2" nodeType="afterEffect">
                                  <p:stCondLst>
                                    <p:cond delay="0"/>
                                  </p:stCondLst>
                                  <p:childTnLst>
                                    <p:animEffect transition="out" filter="barn(inVertical)">
                                      <p:cBhvr>
                                        <p:cTn id="59" dur="500"/>
                                        <p:tgtEl>
                                          <p:spTgt spid="63"/>
                                        </p:tgtEl>
                                      </p:cBhvr>
                                    </p:animEffect>
                                    <p:set>
                                      <p:cBhvr>
                                        <p:cTn id="60" dur="1" fill="hold">
                                          <p:stCondLst>
                                            <p:cond delay="499"/>
                                          </p:stCondLst>
                                        </p:cTn>
                                        <p:tgtEl>
                                          <p:spTgt spid="63"/>
                                        </p:tgtEl>
                                        <p:attrNameLst>
                                          <p:attrName>style.visibility</p:attrName>
                                        </p:attrNameLst>
                                      </p:cBhvr>
                                      <p:to>
                                        <p:strVal val="hidden"/>
                                      </p:to>
                                    </p:set>
                                  </p:childTnLst>
                                </p:cTn>
                              </p:par>
                            </p:childTnLst>
                          </p:cTn>
                        </p:par>
                        <p:par>
                          <p:cTn id="61" fill="hold">
                            <p:stCondLst>
                              <p:cond delay="4000"/>
                            </p:stCondLst>
                            <p:childTnLst>
                              <p:par>
                                <p:cTn id="62" presetID="10" presetClass="entr" presetSubtype="0" fill="hold" grpId="0" nodeType="afterEffect">
                                  <p:stCondLst>
                                    <p:cond delay="0"/>
                                  </p:stCondLst>
                                  <p:childTnLst>
                                    <p:set>
                                      <p:cBhvr>
                                        <p:cTn id="63" dur="1" fill="hold">
                                          <p:stCondLst>
                                            <p:cond delay="0"/>
                                          </p:stCondLst>
                                        </p:cTn>
                                        <p:tgtEl>
                                          <p:spTgt spid="64"/>
                                        </p:tgtEl>
                                        <p:attrNameLst>
                                          <p:attrName>style.visibility</p:attrName>
                                        </p:attrNameLst>
                                      </p:cBhvr>
                                      <p:to>
                                        <p:strVal val="visible"/>
                                      </p:to>
                                    </p:set>
                                    <p:animEffect transition="in" filter="fade">
                                      <p:cBhvr>
                                        <p:cTn id="64" dur="500"/>
                                        <p:tgtEl>
                                          <p:spTgt spid="64"/>
                                        </p:tgtEl>
                                      </p:cBhvr>
                                    </p:animEffect>
                                  </p:childTnLst>
                                </p:cTn>
                              </p:par>
                            </p:childTnLst>
                          </p:cTn>
                        </p:par>
                        <p:par>
                          <p:cTn id="65" fill="hold">
                            <p:stCondLst>
                              <p:cond delay="4500"/>
                            </p:stCondLst>
                            <p:childTnLst>
                              <p:par>
                                <p:cTn id="66" presetID="32" presetClass="emph" presetSubtype="0" fill="hold" nodeType="afterEffect">
                                  <p:stCondLst>
                                    <p:cond delay="0"/>
                                  </p:stCondLst>
                                  <p:childTnLst>
                                    <p:animRot by="120000">
                                      <p:cBhvr>
                                        <p:cTn id="67" dur="100" fill="hold">
                                          <p:stCondLst>
                                            <p:cond delay="0"/>
                                          </p:stCondLst>
                                        </p:cTn>
                                        <p:tgtEl>
                                          <p:spTgt spid="60"/>
                                        </p:tgtEl>
                                        <p:attrNameLst>
                                          <p:attrName>r</p:attrName>
                                        </p:attrNameLst>
                                      </p:cBhvr>
                                    </p:animRot>
                                    <p:animRot by="-240000">
                                      <p:cBhvr>
                                        <p:cTn id="68" dur="200" fill="hold">
                                          <p:stCondLst>
                                            <p:cond delay="200"/>
                                          </p:stCondLst>
                                        </p:cTn>
                                        <p:tgtEl>
                                          <p:spTgt spid="60"/>
                                        </p:tgtEl>
                                        <p:attrNameLst>
                                          <p:attrName>r</p:attrName>
                                        </p:attrNameLst>
                                      </p:cBhvr>
                                    </p:animRot>
                                    <p:animRot by="240000">
                                      <p:cBhvr>
                                        <p:cTn id="69" dur="200" fill="hold">
                                          <p:stCondLst>
                                            <p:cond delay="400"/>
                                          </p:stCondLst>
                                        </p:cTn>
                                        <p:tgtEl>
                                          <p:spTgt spid="60"/>
                                        </p:tgtEl>
                                        <p:attrNameLst>
                                          <p:attrName>r</p:attrName>
                                        </p:attrNameLst>
                                      </p:cBhvr>
                                    </p:animRot>
                                    <p:animRot by="-240000">
                                      <p:cBhvr>
                                        <p:cTn id="70" dur="200" fill="hold">
                                          <p:stCondLst>
                                            <p:cond delay="600"/>
                                          </p:stCondLst>
                                        </p:cTn>
                                        <p:tgtEl>
                                          <p:spTgt spid="60"/>
                                        </p:tgtEl>
                                        <p:attrNameLst>
                                          <p:attrName>r</p:attrName>
                                        </p:attrNameLst>
                                      </p:cBhvr>
                                    </p:animRot>
                                    <p:animRot by="120000">
                                      <p:cBhvr>
                                        <p:cTn id="71" dur="200" fill="hold">
                                          <p:stCondLst>
                                            <p:cond delay="800"/>
                                          </p:stCondLst>
                                        </p:cTn>
                                        <p:tgtEl>
                                          <p:spTgt spid="60"/>
                                        </p:tgtEl>
                                        <p:attrNameLst>
                                          <p:attrName>r</p:attrName>
                                        </p:attrNameLst>
                                      </p:cBhvr>
                                    </p:animRot>
                                  </p:childTnLst>
                                </p:cTn>
                              </p:par>
                            </p:childTnLst>
                          </p:cTn>
                        </p:par>
                        <p:par>
                          <p:cTn id="72" fill="hold">
                            <p:stCondLst>
                              <p:cond delay="5500"/>
                            </p:stCondLst>
                            <p:childTnLst>
                              <p:par>
                                <p:cTn id="73" presetID="64" presetClass="path" presetSubtype="0" accel="50000" decel="50000" fill="hold" grpId="1" nodeType="afterEffect">
                                  <p:stCondLst>
                                    <p:cond delay="0"/>
                                  </p:stCondLst>
                                  <p:childTnLst>
                                    <p:animMotion origin="layout" path="M 4.16667E-6 -1.11111E-6 L -0.01511 -0.09282 " pathEditMode="relative" rAng="0" ptsTypes="AA">
                                      <p:cBhvr>
                                        <p:cTn id="74" dur="2000" fill="hold"/>
                                        <p:tgtEl>
                                          <p:spTgt spid="64"/>
                                        </p:tgtEl>
                                        <p:attrNameLst>
                                          <p:attrName>ppt_x</p:attrName>
                                          <p:attrName>ppt_y</p:attrName>
                                        </p:attrNameLst>
                                      </p:cBhvr>
                                      <p:rCtr x="-755" y="-4653"/>
                                    </p:animMotion>
                                  </p:childTnLst>
                                </p:cTn>
                              </p:par>
                            </p:childTnLst>
                          </p:cTn>
                        </p:par>
                        <p:par>
                          <p:cTn id="75" fill="hold">
                            <p:stCondLst>
                              <p:cond delay="7500"/>
                            </p:stCondLst>
                            <p:childTnLst>
                              <p:par>
                                <p:cTn id="76" presetID="16" presetClass="exit" presetSubtype="21" fill="hold" grpId="2" nodeType="afterEffect">
                                  <p:stCondLst>
                                    <p:cond delay="0"/>
                                  </p:stCondLst>
                                  <p:childTnLst>
                                    <p:animEffect transition="out" filter="barn(inVertical)">
                                      <p:cBhvr>
                                        <p:cTn id="77" dur="500"/>
                                        <p:tgtEl>
                                          <p:spTgt spid="64"/>
                                        </p:tgtEl>
                                      </p:cBhvr>
                                    </p:animEffect>
                                    <p:set>
                                      <p:cBhvr>
                                        <p:cTn id="78" dur="1" fill="hold">
                                          <p:stCondLst>
                                            <p:cond delay="499"/>
                                          </p:stCondLst>
                                        </p:cTn>
                                        <p:tgtEl>
                                          <p:spTgt spid="64"/>
                                        </p:tgtEl>
                                        <p:attrNameLst>
                                          <p:attrName>style.visibility</p:attrName>
                                        </p:attrNameLst>
                                      </p:cBhvr>
                                      <p:to>
                                        <p:strVal val="hidden"/>
                                      </p:to>
                                    </p:set>
                                  </p:childTnLst>
                                </p:cTn>
                              </p:par>
                            </p:childTnLst>
                          </p:cTn>
                        </p:par>
                        <p:par>
                          <p:cTn id="79" fill="hold">
                            <p:stCondLst>
                              <p:cond delay="8000"/>
                            </p:stCondLst>
                            <p:childTnLst>
                              <p:par>
                                <p:cTn id="80" presetID="10" presetClass="entr" presetSubtype="0" fill="hold" grpId="0" nodeType="after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fade">
                                      <p:cBhvr>
                                        <p:cTn id="82" dur="500"/>
                                        <p:tgtEl>
                                          <p:spTgt spid="66"/>
                                        </p:tgtEl>
                                      </p:cBhvr>
                                    </p:animEffect>
                                  </p:childTnLst>
                                </p:cTn>
                              </p:par>
                            </p:childTnLst>
                          </p:cTn>
                        </p:par>
                        <p:par>
                          <p:cTn id="83" fill="hold">
                            <p:stCondLst>
                              <p:cond delay="8500"/>
                            </p:stCondLst>
                            <p:childTnLst>
                              <p:par>
                                <p:cTn id="84" presetID="32" presetClass="emph" presetSubtype="0" fill="hold" nodeType="afterEffect">
                                  <p:stCondLst>
                                    <p:cond delay="0"/>
                                  </p:stCondLst>
                                  <p:childTnLst>
                                    <p:animRot by="120000">
                                      <p:cBhvr>
                                        <p:cTn id="85" dur="100" fill="hold">
                                          <p:stCondLst>
                                            <p:cond delay="0"/>
                                          </p:stCondLst>
                                        </p:cTn>
                                        <p:tgtEl>
                                          <p:spTgt spid="60"/>
                                        </p:tgtEl>
                                        <p:attrNameLst>
                                          <p:attrName>r</p:attrName>
                                        </p:attrNameLst>
                                      </p:cBhvr>
                                    </p:animRot>
                                    <p:animRot by="-240000">
                                      <p:cBhvr>
                                        <p:cTn id="86" dur="200" fill="hold">
                                          <p:stCondLst>
                                            <p:cond delay="200"/>
                                          </p:stCondLst>
                                        </p:cTn>
                                        <p:tgtEl>
                                          <p:spTgt spid="60"/>
                                        </p:tgtEl>
                                        <p:attrNameLst>
                                          <p:attrName>r</p:attrName>
                                        </p:attrNameLst>
                                      </p:cBhvr>
                                    </p:animRot>
                                    <p:animRot by="240000">
                                      <p:cBhvr>
                                        <p:cTn id="87" dur="200" fill="hold">
                                          <p:stCondLst>
                                            <p:cond delay="400"/>
                                          </p:stCondLst>
                                        </p:cTn>
                                        <p:tgtEl>
                                          <p:spTgt spid="60"/>
                                        </p:tgtEl>
                                        <p:attrNameLst>
                                          <p:attrName>r</p:attrName>
                                        </p:attrNameLst>
                                      </p:cBhvr>
                                    </p:animRot>
                                    <p:animRot by="-240000">
                                      <p:cBhvr>
                                        <p:cTn id="88" dur="200" fill="hold">
                                          <p:stCondLst>
                                            <p:cond delay="600"/>
                                          </p:stCondLst>
                                        </p:cTn>
                                        <p:tgtEl>
                                          <p:spTgt spid="60"/>
                                        </p:tgtEl>
                                        <p:attrNameLst>
                                          <p:attrName>r</p:attrName>
                                        </p:attrNameLst>
                                      </p:cBhvr>
                                    </p:animRot>
                                    <p:animRot by="120000">
                                      <p:cBhvr>
                                        <p:cTn id="89" dur="200" fill="hold">
                                          <p:stCondLst>
                                            <p:cond delay="800"/>
                                          </p:stCondLst>
                                        </p:cTn>
                                        <p:tgtEl>
                                          <p:spTgt spid="60"/>
                                        </p:tgtEl>
                                        <p:attrNameLst>
                                          <p:attrName>r</p:attrName>
                                        </p:attrNameLst>
                                      </p:cBhvr>
                                    </p:animRot>
                                  </p:childTnLst>
                                </p:cTn>
                              </p:par>
                            </p:childTnLst>
                          </p:cTn>
                        </p:par>
                      </p:childTnLst>
                    </p:cTn>
                  </p:par>
                  <p:par>
                    <p:cTn id="90" fill="hold">
                      <p:stCondLst>
                        <p:cond delay="indefinite"/>
                      </p:stCondLst>
                      <p:childTnLst>
                        <p:par>
                          <p:cTn id="91" fill="hold">
                            <p:stCondLst>
                              <p:cond delay="0"/>
                            </p:stCondLst>
                            <p:childTnLst>
                              <p:par>
                                <p:cTn id="92" presetID="64" presetClass="path" presetSubtype="0" accel="50000" decel="50000" fill="hold" grpId="1" nodeType="clickEffect">
                                  <p:stCondLst>
                                    <p:cond delay="0"/>
                                  </p:stCondLst>
                                  <p:childTnLst>
                                    <p:animMotion origin="layout" path="M -1.66667E-6 4.44444E-6 L -0.06068 -0.09375 " pathEditMode="relative" rAng="0" ptsTypes="AA">
                                      <p:cBhvr>
                                        <p:cTn id="93" dur="2000" fill="hold"/>
                                        <p:tgtEl>
                                          <p:spTgt spid="66"/>
                                        </p:tgtEl>
                                        <p:attrNameLst>
                                          <p:attrName>ppt_x</p:attrName>
                                          <p:attrName>ppt_y</p:attrName>
                                        </p:attrNameLst>
                                      </p:cBhvr>
                                      <p:rCtr x="-3034" y="-4699"/>
                                    </p:animMotion>
                                  </p:childTnLst>
                                </p:cTn>
                              </p:par>
                            </p:childTnLst>
                          </p:cTn>
                        </p:par>
                      </p:childTnLst>
                    </p:cTn>
                  </p:par>
                  <p:par>
                    <p:cTn id="94" fill="hold">
                      <p:stCondLst>
                        <p:cond delay="indefinite"/>
                      </p:stCondLst>
                      <p:childTnLst>
                        <p:par>
                          <p:cTn id="95" fill="hold">
                            <p:stCondLst>
                              <p:cond delay="0"/>
                            </p:stCondLst>
                            <p:childTnLst>
                              <p:par>
                                <p:cTn id="96" presetID="16" presetClass="exit" presetSubtype="21" fill="hold" grpId="2" nodeType="clickEffect">
                                  <p:stCondLst>
                                    <p:cond delay="0"/>
                                  </p:stCondLst>
                                  <p:childTnLst>
                                    <p:animEffect transition="out" filter="barn(inVertical)">
                                      <p:cBhvr>
                                        <p:cTn id="97" dur="500"/>
                                        <p:tgtEl>
                                          <p:spTgt spid="66"/>
                                        </p:tgtEl>
                                      </p:cBhvr>
                                    </p:animEffect>
                                    <p:set>
                                      <p:cBhvr>
                                        <p:cTn id="98" dur="1" fill="hold">
                                          <p:stCondLst>
                                            <p:cond delay="499"/>
                                          </p:stCondLst>
                                        </p:cTn>
                                        <p:tgtEl>
                                          <p:spTgt spid="66"/>
                                        </p:tgtEl>
                                        <p:attrNameLst>
                                          <p:attrName>style.visibility</p:attrName>
                                        </p:attrNameLst>
                                      </p:cBhvr>
                                      <p:to>
                                        <p:strVal val="hidden"/>
                                      </p:to>
                                    </p:set>
                                  </p:childTnLst>
                                </p:cTn>
                              </p:par>
                            </p:childTnLst>
                          </p:cTn>
                        </p:par>
                        <p:par>
                          <p:cTn id="99" fill="hold">
                            <p:stCondLst>
                              <p:cond delay="500"/>
                            </p:stCondLst>
                            <p:childTnLst>
                              <p:par>
                                <p:cTn id="100" presetID="10" presetClass="entr" presetSubtype="0" fill="hold" grpId="0" nodeType="afterEffect">
                                  <p:stCondLst>
                                    <p:cond delay="0"/>
                                  </p:stCondLst>
                                  <p:childTnLst>
                                    <p:set>
                                      <p:cBhvr>
                                        <p:cTn id="101" dur="1" fill="hold">
                                          <p:stCondLst>
                                            <p:cond delay="0"/>
                                          </p:stCondLst>
                                        </p:cTn>
                                        <p:tgtEl>
                                          <p:spTgt spid="67"/>
                                        </p:tgtEl>
                                        <p:attrNameLst>
                                          <p:attrName>style.visibility</p:attrName>
                                        </p:attrNameLst>
                                      </p:cBhvr>
                                      <p:to>
                                        <p:strVal val="visible"/>
                                      </p:to>
                                    </p:set>
                                    <p:animEffect transition="in" filter="fade">
                                      <p:cBhvr>
                                        <p:cTn id="102" dur="500"/>
                                        <p:tgtEl>
                                          <p:spTgt spid="67"/>
                                        </p:tgtEl>
                                      </p:cBhvr>
                                    </p:animEffect>
                                  </p:childTnLst>
                                </p:cTn>
                              </p:par>
                            </p:childTnLst>
                          </p:cTn>
                        </p:par>
                        <p:par>
                          <p:cTn id="103" fill="hold">
                            <p:stCondLst>
                              <p:cond delay="1000"/>
                            </p:stCondLst>
                            <p:childTnLst>
                              <p:par>
                                <p:cTn id="104" presetID="22" presetClass="exit" presetSubtype="2" fill="hold" nodeType="afterEffect">
                                  <p:stCondLst>
                                    <p:cond delay="0"/>
                                  </p:stCondLst>
                                  <p:childTnLst>
                                    <p:animEffect transition="out" filter="wipe(right)">
                                      <p:cBhvr>
                                        <p:cTn id="105" dur="500"/>
                                        <p:tgtEl>
                                          <p:spTgt spid="60"/>
                                        </p:tgtEl>
                                      </p:cBhvr>
                                    </p:animEffect>
                                    <p:set>
                                      <p:cBhvr>
                                        <p:cTn id="106" dur="1" fill="hold">
                                          <p:stCondLst>
                                            <p:cond delay="499"/>
                                          </p:stCondLst>
                                        </p:cTn>
                                        <p:tgtEl>
                                          <p:spTgt spid="60"/>
                                        </p:tgtEl>
                                        <p:attrNameLst>
                                          <p:attrName>style.visibility</p:attrName>
                                        </p:attrNameLst>
                                      </p:cBhvr>
                                      <p:to>
                                        <p:strVal val="hidden"/>
                                      </p:to>
                                    </p:set>
                                  </p:childTnLst>
                                </p:cTn>
                              </p:par>
                            </p:childTnLst>
                          </p:cTn>
                        </p:par>
                        <p:par>
                          <p:cTn id="107" fill="hold">
                            <p:stCondLst>
                              <p:cond delay="1500"/>
                            </p:stCondLst>
                            <p:childTnLst>
                              <p:par>
                                <p:cTn id="108" presetID="22" presetClass="entr" presetSubtype="8" fill="hold" nodeType="afterEffect">
                                  <p:stCondLst>
                                    <p:cond delay="0"/>
                                  </p:stCondLst>
                                  <p:childTnLst>
                                    <p:set>
                                      <p:cBhvr>
                                        <p:cTn id="109" dur="1" fill="hold">
                                          <p:stCondLst>
                                            <p:cond delay="0"/>
                                          </p:stCondLst>
                                        </p:cTn>
                                        <p:tgtEl>
                                          <p:spTgt spid="68"/>
                                        </p:tgtEl>
                                        <p:attrNameLst>
                                          <p:attrName>style.visibility</p:attrName>
                                        </p:attrNameLst>
                                      </p:cBhvr>
                                      <p:to>
                                        <p:strVal val="visible"/>
                                      </p:to>
                                    </p:set>
                                    <p:animEffect transition="in" filter="wipe(left)">
                                      <p:cBhvr>
                                        <p:cTn id="110" dur="1000"/>
                                        <p:tgtEl>
                                          <p:spTgt spid="68"/>
                                        </p:tgtEl>
                                      </p:cBhvr>
                                    </p:animEffect>
                                  </p:childTnLst>
                                </p:cTn>
                              </p:par>
                            </p:childTnLst>
                          </p:cTn>
                        </p:par>
                      </p:childTnLst>
                    </p:cTn>
                  </p:par>
                  <p:par>
                    <p:cTn id="111" fill="hold">
                      <p:stCondLst>
                        <p:cond delay="indefinite"/>
                      </p:stCondLst>
                      <p:childTnLst>
                        <p:par>
                          <p:cTn id="112" fill="hold">
                            <p:stCondLst>
                              <p:cond delay="0"/>
                            </p:stCondLst>
                            <p:childTnLst>
                              <p:par>
                                <p:cTn id="113" presetID="42" presetClass="path" presetSubtype="0" accel="50000" decel="50000" fill="hold" grpId="1" nodeType="clickEffect">
                                  <p:stCondLst>
                                    <p:cond delay="0"/>
                                  </p:stCondLst>
                                  <p:childTnLst>
                                    <p:animMotion origin="layout" path="M -2.08333E-6 4.07407E-6 L -0.09114 0.08889 " pathEditMode="relative" rAng="0" ptsTypes="AA">
                                      <p:cBhvr>
                                        <p:cTn id="114" dur="2000" fill="hold"/>
                                        <p:tgtEl>
                                          <p:spTgt spid="59"/>
                                        </p:tgtEl>
                                        <p:attrNameLst>
                                          <p:attrName>ppt_x</p:attrName>
                                          <p:attrName>ppt_y</p:attrName>
                                        </p:attrNameLst>
                                      </p:cBhvr>
                                      <p:rCtr x="-4583" y="4606"/>
                                    </p:animMotion>
                                  </p:childTnLst>
                                </p:cTn>
                              </p:par>
                            </p:childTnLst>
                          </p:cTn>
                        </p:par>
                        <p:par>
                          <p:cTn id="115" fill="hold">
                            <p:stCondLst>
                              <p:cond delay="2000"/>
                            </p:stCondLst>
                            <p:childTnLst>
                              <p:par>
                                <p:cTn id="116" presetID="22" presetClass="entr" presetSubtype="8" fill="hold" nodeType="afterEffect">
                                  <p:stCondLst>
                                    <p:cond delay="0"/>
                                  </p:stCondLst>
                                  <p:childTnLst>
                                    <p:set>
                                      <p:cBhvr>
                                        <p:cTn id="117" dur="1" fill="hold">
                                          <p:stCondLst>
                                            <p:cond delay="0"/>
                                          </p:stCondLst>
                                        </p:cTn>
                                        <p:tgtEl>
                                          <p:spTgt spid="70"/>
                                        </p:tgtEl>
                                        <p:attrNameLst>
                                          <p:attrName>style.visibility</p:attrName>
                                        </p:attrNameLst>
                                      </p:cBhvr>
                                      <p:to>
                                        <p:strVal val="visible"/>
                                      </p:to>
                                    </p:set>
                                    <p:animEffect transition="in" filter="wipe(left)">
                                      <p:cBhvr>
                                        <p:cTn id="118" dur="1000"/>
                                        <p:tgtEl>
                                          <p:spTgt spid="70"/>
                                        </p:tgtEl>
                                      </p:cBhvr>
                                    </p:animEffect>
                                  </p:childTnLst>
                                </p:cTn>
                              </p:par>
                            </p:childTnLst>
                          </p:cTn>
                        </p:par>
                      </p:childTnLst>
                    </p:cTn>
                  </p:par>
                  <p:par>
                    <p:cTn id="119" fill="hold">
                      <p:stCondLst>
                        <p:cond delay="indefinite"/>
                      </p:stCondLst>
                      <p:childTnLst>
                        <p:par>
                          <p:cTn id="120" fill="hold">
                            <p:stCondLst>
                              <p:cond delay="0"/>
                            </p:stCondLst>
                            <p:childTnLst>
                              <p:par>
                                <p:cTn id="121" presetID="12" presetClass="entr" presetSubtype="8" fill="hold" grpId="0" nodeType="clickEffect">
                                  <p:stCondLst>
                                    <p:cond delay="0"/>
                                  </p:stCondLst>
                                  <p:childTnLst>
                                    <p:set>
                                      <p:cBhvr>
                                        <p:cTn id="122" dur="1" fill="hold">
                                          <p:stCondLst>
                                            <p:cond delay="0"/>
                                          </p:stCondLst>
                                        </p:cTn>
                                        <p:tgtEl>
                                          <p:spTgt spid="73"/>
                                        </p:tgtEl>
                                        <p:attrNameLst>
                                          <p:attrName>style.visibility</p:attrName>
                                        </p:attrNameLst>
                                      </p:cBhvr>
                                      <p:to>
                                        <p:strVal val="visible"/>
                                      </p:to>
                                    </p:set>
                                    <p:anim calcmode="lin" valueType="num">
                                      <p:cBhvr additive="base">
                                        <p:cTn id="123" dur="500"/>
                                        <p:tgtEl>
                                          <p:spTgt spid="73"/>
                                        </p:tgtEl>
                                        <p:attrNameLst>
                                          <p:attrName>ppt_x</p:attrName>
                                        </p:attrNameLst>
                                      </p:cBhvr>
                                      <p:tavLst>
                                        <p:tav tm="0">
                                          <p:val>
                                            <p:strVal val="#ppt_x-#ppt_w*1.125000"/>
                                          </p:val>
                                        </p:tav>
                                        <p:tav tm="100000">
                                          <p:val>
                                            <p:strVal val="#ppt_x"/>
                                          </p:val>
                                        </p:tav>
                                      </p:tavLst>
                                    </p:anim>
                                    <p:animEffect transition="in" filter="wipe(right)">
                                      <p:cBhvr>
                                        <p:cTn id="124" dur="500"/>
                                        <p:tgtEl>
                                          <p:spTgt spid="73"/>
                                        </p:tgtEl>
                                      </p:cBhvr>
                                    </p:animEffect>
                                  </p:childTnLst>
                                </p:cTn>
                              </p:par>
                            </p:childTnLst>
                          </p:cTn>
                        </p:par>
                        <p:par>
                          <p:cTn id="125" fill="hold">
                            <p:stCondLst>
                              <p:cond delay="500"/>
                            </p:stCondLst>
                            <p:childTnLst>
                              <p:par>
                                <p:cTn id="126" presetID="22" presetClass="exit" presetSubtype="2" fill="hold" nodeType="afterEffect">
                                  <p:stCondLst>
                                    <p:cond delay="0"/>
                                  </p:stCondLst>
                                  <p:childTnLst>
                                    <p:animEffect transition="out" filter="wipe(right)">
                                      <p:cBhvr>
                                        <p:cTn id="127" dur="500"/>
                                        <p:tgtEl>
                                          <p:spTgt spid="70"/>
                                        </p:tgtEl>
                                      </p:cBhvr>
                                    </p:animEffect>
                                    <p:set>
                                      <p:cBhvr>
                                        <p:cTn id="128" dur="1" fill="hold">
                                          <p:stCondLst>
                                            <p:cond delay="499"/>
                                          </p:stCondLst>
                                        </p:cTn>
                                        <p:tgtEl>
                                          <p:spTgt spid="70"/>
                                        </p:tgtEl>
                                        <p:attrNameLst>
                                          <p:attrName>style.visibility</p:attrName>
                                        </p:attrNameLst>
                                      </p:cBhvr>
                                      <p:to>
                                        <p:strVal val="hidden"/>
                                      </p:to>
                                    </p:set>
                                  </p:childTnLst>
                                </p:cTn>
                              </p:par>
                            </p:childTnLst>
                          </p:cTn>
                        </p:par>
                        <p:par>
                          <p:cTn id="129" fill="hold">
                            <p:stCondLst>
                              <p:cond delay="1000"/>
                            </p:stCondLst>
                            <p:childTnLst>
                              <p:par>
                                <p:cTn id="130" presetID="22" presetClass="entr" presetSubtype="8" fill="hold" nodeType="afterEffect">
                                  <p:stCondLst>
                                    <p:cond delay="0"/>
                                  </p:stCondLst>
                                  <p:childTnLst>
                                    <p:set>
                                      <p:cBhvr>
                                        <p:cTn id="131" dur="1" fill="hold">
                                          <p:stCondLst>
                                            <p:cond delay="0"/>
                                          </p:stCondLst>
                                        </p:cTn>
                                        <p:tgtEl>
                                          <p:spTgt spid="74"/>
                                        </p:tgtEl>
                                        <p:attrNameLst>
                                          <p:attrName>style.visibility</p:attrName>
                                        </p:attrNameLst>
                                      </p:cBhvr>
                                      <p:to>
                                        <p:strVal val="visible"/>
                                      </p:to>
                                    </p:set>
                                    <p:animEffect transition="in" filter="wipe(left)">
                                      <p:cBhvr>
                                        <p:cTn id="132" dur="1000"/>
                                        <p:tgtEl>
                                          <p:spTgt spid="74"/>
                                        </p:tgtEl>
                                      </p:cBhvr>
                                    </p:animEffect>
                                  </p:childTnLst>
                                </p:cTn>
                              </p:par>
                            </p:childTnLst>
                          </p:cTn>
                        </p:par>
                      </p:childTnLst>
                    </p:cTn>
                  </p:par>
                  <p:par>
                    <p:cTn id="133" fill="hold">
                      <p:stCondLst>
                        <p:cond delay="indefinite"/>
                      </p:stCondLst>
                      <p:childTnLst>
                        <p:par>
                          <p:cTn id="134" fill="hold">
                            <p:stCondLst>
                              <p:cond delay="0"/>
                            </p:stCondLst>
                            <p:childTnLst>
                              <p:par>
                                <p:cTn id="135" presetID="64" presetClass="path" presetSubtype="0" accel="50000" decel="50000" fill="hold" grpId="0" nodeType="clickEffect">
                                  <p:stCondLst>
                                    <p:cond delay="0"/>
                                  </p:stCondLst>
                                  <p:childTnLst>
                                    <p:animMotion origin="layout" path="M -1.875E-6 7.40741E-7 L 0.09557 -0.16574 " pathEditMode="relative" rAng="0" ptsTypes="AA">
                                      <p:cBhvr>
                                        <p:cTn id="136" dur="1500" fill="hold"/>
                                        <p:tgtEl>
                                          <p:spTgt spid="50"/>
                                        </p:tgtEl>
                                        <p:attrNameLst>
                                          <p:attrName>ppt_x</p:attrName>
                                          <p:attrName>ppt_y</p:attrName>
                                        </p:attrNameLst>
                                      </p:cBhvr>
                                      <p:rCtr x="4779" y="-8287"/>
                                    </p:animMotion>
                                  </p:childTnLst>
                                </p:cTn>
                              </p:par>
                              <p:par>
                                <p:cTn id="137" presetID="64" presetClass="path" presetSubtype="0" accel="50000" decel="50000" fill="hold" nodeType="withEffect">
                                  <p:stCondLst>
                                    <p:cond delay="0"/>
                                  </p:stCondLst>
                                  <p:childTnLst>
                                    <p:animMotion origin="layout" path="M -1.875E-6 3.7037E-6 L 0.06732 -0.10996 " pathEditMode="relative" rAng="0" ptsTypes="AA">
                                      <p:cBhvr>
                                        <p:cTn id="138" dur="1500" fill="hold"/>
                                        <p:tgtEl>
                                          <p:spTgt spid="51"/>
                                        </p:tgtEl>
                                        <p:attrNameLst>
                                          <p:attrName>ppt_x</p:attrName>
                                          <p:attrName>ppt_y</p:attrName>
                                        </p:attrNameLst>
                                      </p:cBhvr>
                                      <p:rCtr x="3359" y="-5509"/>
                                    </p:animMotion>
                                  </p:childTnLst>
                                </p:cTn>
                              </p:par>
                              <p:par>
                                <p:cTn id="139" presetID="10" presetClass="exit" presetSubtype="0" fill="hold" nodeType="withEffect">
                                  <p:stCondLst>
                                    <p:cond delay="500"/>
                                  </p:stCondLst>
                                  <p:childTnLst>
                                    <p:animEffect transition="out" filter="fade">
                                      <p:cBhvr>
                                        <p:cTn id="140" dur="500"/>
                                        <p:tgtEl>
                                          <p:spTgt spid="51"/>
                                        </p:tgtEl>
                                      </p:cBhvr>
                                    </p:animEffect>
                                    <p:set>
                                      <p:cBhvr>
                                        <p:cTn id="141" dur="1" fill="hold">
                                          <p:stCondLst>
                                            <p:cond delay="499"/>
                                          </p:stCondLst>
                                        </p:cTn>
                                        <p:tgtEl>
                                          <p:spTgt spid="51"/>
                                        </p:tgtEl>
                                        <p:attrNameLst>
                                          <p:attrName>style.visibility</p:attrName>
                                        </p:attrNameLst>
                                      </p:cBhvr>
                                      <p:to>
                                        <p:strVal val="hidden"/>
                                      </p:to>
                                    </p:set>
                                  </p:childTnLst>
                                </p:cTn>
                              </p:par>
                              <p:par>
                                <p:cTn id="142" presetID="10" presetClass="entr" presetSubtype="0" fill="hold" nodeType="withEffect">
                                  <p:stCondLst>
                                    <p:cond delay="1000"/>
                                  </p:stCondLst>
                                  <p:childTnLst>
                                    <p:set>
                                      <p:cBhvr>
                                        <p:cTn id="143" dur="1" fill="hold">
                                          <p:stCondLst>
                                            <p:cond delay="0"/>
                                          </p:stCondLst>
                                        </p:cTn>
                                        <p:tgtEl>
                                          <p:spTgt spid="75"/>
                                        </p:tgtEl>
                                        <p:attrNameLst>
                                          <p:attrName>style.visibility</p:attrName>
                                        </p:attrNameLst>
                                      </p:cBhvr>
                                      <p:to>
                                        <p:strVal val="visible"/>
                                      </p:to>
                                    </p:set>
                                    <p:animEffect transition="in" filter="fade">
                                      <p:cBhvr>
                                        <p:cTn id="144" dur="500"/>
                                        <p:tgtEl>
                                          <p:spTgt spid="75"/>
                                        </p:tgtEl>
                                      </p:cBhvr>
                                    </p:animEffect>
                                  </p:childTnLst>
                                </p:cTn>
                              </p:par>
                            </p:childTnLst>
                          </p:cTn>
                        </p:par>
                        <p:par>
                          <p:cTn id="145" fill="hold">
                            <p:stCondLst>
                              <p:cond delay="1500"/>
                            </p:stCondLst>
                            <p:childTnLst>
                              <p:par>
                                <p:cTn id="146" presetID="22" presetClass="exit" presetSubtype="2" fill="hold" nodeType="afterEffect">
                                  <p:stCondLst>
                                    <p:cond delay="0"/>
                                  </p:stCondLst>
                                  <p:childTnLst>
                                    <p:animEffect transition="out" filter="wipe(right)">
                                      <p:cBhvr>
                                        <p:cTn id="147" dur="500"/>
                                        <p:tgtEl>
                                          <p:spTgt spid="74"/>
                                        </p:tgtEl>
                                      </p:cBhvr>
                                    </p:animEffect>
                                    <p:set>
                                      <p:cBhvr>
                                        <p:cTn id="148" dur="1" fill="hold">
                                          <p:stCondLst>
                                            <p:cond delay="499"/>
                                          </p:stCondLst>
                                        </p:cTn>
                                        <p:tgtEl>
                                          <p:spTgt spid="74"/>
                                        </p:tgtEl>
                                        <p:attrNameLst>
                                          <p:attrName>style.visibility</p:attrName>
                                        </p:attrNameLst>
                                      </p:cBhvr>
                                      <p:to>
                                        <p:strVal val="hidden"/>
                                      </p:to>
                                    </p:set>
                                  </p:childTnLst>
                                </p:cTn>
                              </p:par>
                            </p:childTnLst>
                          </p:cTn>
                        </p:par>
                        <p:par>
                          <p:cTn id="149" fill="hold">
                            <p:stCondLst>
                              <p:cond delay="2000"/>
                            </p:stCondLst>
                            <p:childTnLst>
                              <p:par>
                                <p:cTn id="150" presetID="22" presetClass="entr" presetSubtype="8" fill="hold" nodeType="afterEffect">
                                  <p:stCondLst>
                                    <p:cond delay="0"/>
                                  </p:stCondLst>
                                  <p:childTnLst>
                                    <p:set>
                                      <p:cBhvr>
                                        <p:cTn id="151" dur="1" fill="hold">
                                          <p:stCondLst>
                                            <p:cond delay="0"/>
                                          </p:stCondLst>
                                        </p:cTn>
                                        <p:tgtEl>
                                          <p:spTgt spid="85"/>
                                        </p:tgtEl>
                                        <p:attrNameLst>
                                          <p:attrName>style.visibility</p:attrName>
                                        </p:attrNameLst>
                                      </p:cBhvr>
                                      <p:to>
                                        <p:strVal val="visible"/>
                                      </p:to>
                                    </p:set>
                                    <p:animEffect transition="in" filter="wipe(left)">
                                      <p:cBhvr>
                                        <p:cTn id="152" dur="1000"/>
                                        <p:tgtEl>
                                          <p:spTgt spid="85"/>
                                        </p:tgtEl>
                                      </p:cBhvr>
                                    </p:animEffect>
                                  </p:childTnLst>
                                </p:cTn>
                              </p:par>
                            </p:childTnLst>
                          </p:cTn>
                        </p:par>
                        <p:par>
                          <p:cTn id="153" fill="hold">
                            <p:stCondLst>
                              <p:cond delay="3000"/>
                            </p:stCondLst>
                            <p:childTnLst>
                              <p:par>
                                <p:cTn id="154" presetID="64" presetClass="path" presetSubtype="0" accel="50000" decel="50000" fill="hold" grpId="2" nodeType="afterEffect">
                                  <p:stCondLst>
                                    <p:cond delay="0"/>
                                  </p:stCondLst>
                                  <p:childTnLst>
                                    <p:animMotion origin="layout" path="M -0.09114 0.08888 L -0.0914 0.01018 " pathEditMode="relative" rAng="0" ptsTypes="AA">
                                      <p:cBhvr>
                                        <p:cTn id="155" dur="1000" fill="hold"/>
                                        <p:tgtEl>
                                          <p:spTgt spid="59"/>
                                        </p:tgtEl>
                                        <p:attrNameLst>
                                          <p:attrName>ppt_x</p:attrName>
                                          <p:attrName>ppt_y</p:attrName>
                                        </p:attrNameLst>
                                      </p:cBhvr>
                                      <p:rCtr x="-26" y="-4097"/>
                                    </p:animMotion>
                                  </p:childTnLst>
                                </p:cTn>
                              </p:par>
                            </p:childTnLst>
                          </p:cTn>
                        </p:par>
                        <p:par>
                          <p:cTn id="156" fill="hold">
                            <p:stCondLst>
                              <p:cond delay="4000"/>
                            </p:stCondLst>
                            <p:childTnLst>
                              <p:par>
                                <p:cTn id="157" presetID="16" presetClass="exit" presetSubtype="21" fill="hold" grpId="3" nodeType="afterEffect">
                                  <p:stCondLst>
                                    <p:cond delay="0"/>
                                  </p:stCondLst>
                                  <p:childTnLst>
                                    <p:animEffect transition="out" filter="barn(inVertical)">
                                      <p:cBhvr>
                                        <p:cTn id="158" dur="500"/>
                                        <p:tgtEl>
                                          <p:spTgt spid="59"/>
                                        </p:tgtEl>
                                      </p:cBhvr>
                                    </p:animEffect>
                                    <p:set>
                                      <p:cBhvr>
                                        <p:cTn id="159" dur="1" fill="hold">
                                          <p:stCondLst>
                                            <p:cond delay="499"/>
                                          </p:stCondLst>
                                        </p:cTn>
                                        <p:tgtEl>
                                          <p:spTgt spid="59"/>
                                        </p:tgtEl>
                                        <p:attrNameLst>
                                          <p:attrName>style.visibility</p:attrName>
                                        </p:attrNameLst>
                                      </p:cBhvr>
                                      <p:to>
                                        <p:strVal val="hidden"/>
                                      </p:to>
                                    </p:set>
                                  </p:childTnLst>
                                </p:cTn>
                              </p:par>
                            </p:childTnLst>
                          </p:cTn>
                        </p:par>
                        <p:par>
                          <p:cTn id="160" fill="hold">
                            <p:stCondLst>
                              <p:cond delay="4500"/>
                            </p:stCondLst>
                            <p:childTnLst>
                              <p:par>
                                <p:cTn id="161" presetID="10" presetClass="entr" presetSubtype="0" fill="hold" grpId="0" nodeType="afterEffect">
                                  <p:stCondLst>
                                    <p:cond delay="0"/>
                                  </p:stCondLst>
                                  <p:childTnLst>
                                    <p:set>
                                      <p:cBhvr>
                                        <p:cTn id="162" dur="1" fill="hold">
                                          <p:stCondLst>
                                            <p:cond delay="0"/>
                                          </p:stCondLst>
                                        </p:cTn>
                                        <p:tgtEl>
                                          <p:spTgt spid="86"/>
                                        </p:tgtEl>
                                        <p:attrNameLst>
                                          <p:attrName>style.visibility</p:attrName>
                                        </p:attrNameLst>
                                      </p:cBhvr>
                                      <p:to>
                                        <p:strVal val="visible"/>
                                      </p:to>
                                    </p:set>
                                    <p:animEffect transition="in" filter="fade">
                                      <p:cBhvr>
                                        <p:cTn id="163" dur="500"/>
                                        <p:tgtEl>
                                          <p:spTgt spid="86"/>
                                        </p:tgtEl>
                                      </p:cBhvr>
                                    </p:animEffect>
                                  </p:childTnLst>
                                </p:cTn>
                              </p:par>
                            </p:childTnLst>
                          </p:cTn>
                        </p:par>
                        <p:par>
                          <p:cTn id="164" fill="hold">
                            <p:stCondLst>
                              <p:cond delay="5000"/>
                            </p:stCondLst>
                            <p:childTnLst>
                              <p:par>
                                <p:cTn id="165" presetID="22" presetClass="exit" presetSubtype="2" fill="hold" nodeType="afterEffect">
                                  <p:stCondLst>
                                    <p:cond delay="0"/>
                                  </p:stCondLst>
                                  <p:childTnLst>
                                    <p:animEffect transition="out" filter="wipe(right)">
                                      <p:cBhvr>
                                        <p:cTn id="166" dur="500"/>
                                        <p:tgtEl>
                                          <p:spTgt spid="85"/>
                                        </p:tgtEl>
                                      </p:cBhvr>
                                    </p:animEffect>
                                    <p:set>
                                      <p:cBhvr>
                                        <p:cTn id="167" dur="1" fill="hold">
                                          <p:stCondLst>
                                            <p:cond delay="499"/>
                                          </p:stCondLst>
                                        </p:cTn>
                                        <p:tgtEl>
                                          <p:spTgt spid="85"/>
                                        </p:tgtEl>
                                        <p:attrNameLst>
                                          <p:attrName>style.visibility</p:attrName>
                                        </p:attrNameLst>
                                      </p:cBhvr>
                                      <p:to>
                                        <p:strVal val="hidden"/>
                                      </p:to>
                                    </p:set>
                                  </p:childTnLst>
                                </p:cTn>
                              </p:par>
                            </p:childTnLst>
                          </p:cTn>
                        </p:par>
                        <p:par>
                          <p:cTn id="168" fill="hold">
                            <p:stCondLst>
                              <p:cond delay="5500"/>
                            </p:stCondLst>
                            <p:childTnLst>
                              <p:par>
                                <p:cTn id="169" presetID="32" presetClass="emph" presetSubtype="0" fill="hold" nodeType="afterEffect">
                                  <p:stCondLst>
                                    <p:cond delay="0"/>
                                  </p:stCondLst>
                                  <p:childTnLst>
                                    <p:animRot by="120000">
                                      <p:cBhvr>
                                        <p:cTn id="170" dur="100" fill="hold">
                                          <p:stCondLst>
                                            <p:cond delay="0"/>
                                          </p:stCondLst>
                                        </p:cTn>
                                        <p:tgtEl>
                                          <p:spTgt spid="68"/>
                                        </p:tgtEl>
                                        <p:attrNameLst>
                                          <p:attrName>r</p:attrName>
                                        </p:attrNameLst>
                                      </p:cBhvr>
                                    </p:animRot>
                                    <p:animRot by="-240000">
                                      <p:cBhvr>
                                        <p:cTn id="171" dur="200" fill="hold">
                                          <p:stCondLst>
                                            <p:cond delay="200"/>
                                          </p:stCondLst>
                                        </p:cTn>
                                        <p:tgtEl>
                                          <p:spTgt spid="68"/>
                                        </p:tgtEl>
                                        <p:attrNameLst>
                                          <p:attrName>r</p:attrName>
                                        </p:attrNameLst>
                                      </p:cBhvr>
                                    </p:animRot>
                                    <p:animRot by="240000">
                                      <p:cBhvr>
                                        <p:cTn id="172" dur="200" fill="hold">
                                          <p:stCondLst>
                                            <p:cond delay="400"/>
                                          </p:stCondLst>
                                        </p:cTn>
                                        <p:tgtEl>
                                          <p:spTgt spid="68"/>
                                        </p:tgtEl>
                                        <p:attrNameLst>
                                          <p:attrName>r</p:attrName>
                                        </p:attrNameLst>
                                      </p:cBhvr>
                                    </p:animRot>
                                    <p:animRot by="-240000">
                                      <p:cBhvr>
                                        <p:cTn id="173" dur="200" fill="hold">
                                          <p:stCondLst>
                                            <p:cond delay="600"/>
                                          </p:stCondLst>
                                        </p:cTn>
                                        <p:tgtEl>
                                          <p:spTgt spid="68"/>
                                        </p:tgtEl>
                                        <p:attrNameLst>
                                          <p:attrName>r</p:attrName>
                                        </p:attrNameLst>
                                      </p:cBhvr>
                                    </p:animRot>
                                    <p:animRot by="120000">
                                      <p:cBhvr>
                                        <p:cTn id="174" dur="200" fill="hold">
                                          <p:stCondLst>
                                            <p:cond delay="800"/>
                                          </p:stCondLst>
                                        </p:cTn>
                                        <p:tgtEl>
                                          <p:spTgt spid="68"/>
                                        </p:tgtEl>
                                        <p:attrNameLst>
                                          <p:attrName>r</p:attrName>
                                        </p:attrNameLst>
                                      </p:cBhvr>
                                    </p:animRot>
                                  </p:childTnLst>
                                </p:cTn>
                              </p:par>
                            </p:childTnLst>
                          </p:cTn>
                        </p:par>
                        <p:par>
                          <p:cTn id="175" fill="hold">
                            <p:stCondLst>
                              <p:cond delay="6500"/>
                            </p:stCondLst>
                            <p:childTnLst>
                              <p:par>
                                <p:cTn id="176" presetID="22" presetClass="entr" presetSubtype="8" fill="hold" nodeType="afterEffect">
                                  <p:stCondLst>
                                    <p:cond delay="0"/>
                                  </p:stCondLst>
                                  <p:childTnLst>
                                    <p:set>
                                      <p:cBhvr>
                                        <p:cTn id="177" dur="1" fill="hold">
                                          <p:stCondLst>
                                            <p:cond delay="0"/>
                                          </p:stCondLst>
                                        </p:cTn>
                                        <p:tgtEl>
                                          <p:spTgt spid="70"/>
                                        </p:tgtEl>
                                        <p:attrNameLst>
                                          <p:attrName>style.visibility</p:attrName>
                                        </p:attrNameLst>
                                      </p:cBhvr>
                                      <p:to>
                                        <p:strVal val="visible"/>
                                      </p:to>
                                    </p:set>
                                    <p:animEffect transition="in" filter="wipe(left)">
                                      <p:cBhvr>
                                        <p:cTn id="178" dur="1000"/>
                                        <p:tgtEl>
                                          <p:spTgt spid="70"/>
                                        </p:tgtEl>
                                      </p:cBhvr>
                                    </p:animEffect>
                                  </p:childTnLst>
                                </p:cTn>
                              </p:par>
                            </p:childTnLst>
                          </p:cTn>
                        </p:par>
                      </p:childTnLst>
                    </p:cTn>
                  </p:par>
                  <p:par>
                    <p:cTn id="179" fill="hold">
                      <p:stCondLst>
                        <p:cond delay="indefinite"/>
                      </p:stCondLst>
                      <p:childTnLst>
                        <p:par>
                          <p:cTn id="180" fill="hold">
                            <p:stCondLst>
                              <p:cond delay="0"/>
                            </p:stCondLst>
                            <p:childTnLst>
                              <p:par>
                                <p:cTn id="181" presetID="12" presetClass="entr" presetSubtype="8" fill="hold" grpId="0" nodeType="clickEffect">
                                  <p:stCondLst>
                                    <p:cond delay="0"/>
                                  </p:stCondLst>
                                  <p:childTnLst>
                                    <p:set>
                                      <p:cBhvr>
                                        <p:cTn id="182" dur="1" fill="hold">
                                          <p:stCondLst>
                                            <p:cond delay="0"/>
                                          </p:stCondLst>
                                        </p:cTn>
                                        <p:tgtEl>
                                          <p:spTgt spid="87"/>
                                        </p:tgtEl>
                                        <p:attrNameLst>
                                          <p:attrName>style.visibility</p:attrName>
                                        </p:attrNameLst>
                                      </p:cBhvr>
                                      <p:to>
                                        <p:strVal val="visible"/>
                                      </p:to>
                                    </p:set>
                                    <p:anim calcmode="lin" valueType="num">
                                      <p:cBhvr additive="base">
                                        <p:cTn id="183" dur="500"/>
                                        <p:tgtEl>
                                          <p:spTgt spid="87"/>
                                        </p:tgtEl>
                                        <p:attrNameLst>
                                          <p:attrName>ppt_x</p:attrName>
                                        </p:attrNameLst>
                                      </p:cBhvr>
                                      <p:tavLst>
                                        <p:tav tm="0">
                                          <p:val>
                                            <p:strVal val="#ppt_x-#ppt_w*1.125000"/>
                                          </p:val>
                                        </p:tav>
                                        <p:tav tm="100000">
                                          <p:val>
                                            <p:strVal val="#ppt_x"/>
                                          </p:val>
                                        </p:tav>
                                      </p:tavLst>
                                    </p:anim>
                                    <p:animEffect transition="in" filter="wipe(right)">
                                      <p:cBhvr>
                                        <p:cTn id="184" dur="500"/>
                                        <p:tgtEl>
                                          <p:spTgt spid="87"/>
                                        </p:tgtEl>
                                      </p:cBhvr>
                                    </p:animEffect>
                                  </p:childTnLst>
                                </p:cTn>
                              </p:par>
                              <p:par>
                                <p:cTn id="185" presetID="16" presetClass="exit" presetSubtype="21" fill="hold" grpId="2" nodeType="withEffect">
                                  <p:stCondLst>
                                    <p:cond delay="0"/>
                                  </p:stCondLst>
                                  <p:childTnLst>
                                    <p:animEffect transition="out" filter="barn(inVertical)">
                                      <p:cBhvr>
                                        <p:cTn id="186" dur="500"/>
                                        <p:tgtEl>
                                          <p:spTgt spid="73"/>
                                        </p:tgtEl>
                                      </p:cBhvr>
                                    </p:animEffect>
                                    <p:set>
                                      <p:cBhvr>
                                        <p:cTn id="187" dur="1" fill="hold">
                                          <p:stCondLst>
                                            <p:cond delay="499"/>
                                          </p:stCondLst>
                                        </p:cTn>
                                        <p:tgtEl>
                                          <p:spTgt spid="73"/>
                                        </p:tgtEl>
                                        <p:attrNameLst>
                                          <p:attrName>style.visibility</p:attrName>
                                        </p:attrNameLst>
                                      </p:cBhvr>
                                      <p:to>
                                        <p:strVal val="hidden"/>
                                      </p:to>
                                    </p:set>
                                  </p:childTnLst>
                                </p:cTn>
                              </p:par>
                            </p:childTnLst>
                          </p:cTn>
                        </p:par>
                        <p:par>
                          <p:cTn id="188" fill="hold">
                            <p:stCondLst>
                              <p:cond delay="500"/>
                            </p:stCondLst>
                            <p:childTnLst>
                              <p:par>
                                <p:cTn id="189" presetID="22" presetClass="exit" presetSubtype="2" fill="hold" nodeType="afterEffect">
                                  <p:stCondLst>
                                    <p:cond delay="0"/>
                                  </p:stCondLst>
                                  <p:childTnLst>
                                    <p:animEffect transition="out" filter="wipe(right)">
                                      <p:cBhvr>
                                        <p:cTn id="190" dur="500"/>
                                        <p:tgtEl>
                                          <p:spTgt spid="70"/>
                                        </p:tgtEl>
                                      </p:cBhvr>
                                    </p:animEffect>
                                    <p:set>
                                      <p:cBhvr>
                                        <p:cTn id="191" dur="1" fill="hold">
                                          <p:stCondLst>
                                            <p:cond delay="499"/>
                                          </p:stCondLst>
                                        </p:cTn>
                                        <p:tgtEl>
                                          <p:spTgt spid="70"/>
                                        </p:tgtEl>
                                        <p:attrNameLst>
                                          <p:attrName>style.visibility</p:attrName>
                                        </p:attrNameLst>
                                      </p:cBhvr>
                                      <p:to>
                                        <p:strVal val="hidden"/>
                                      </p:to>
                                    </p:set>
                                  </p:childTnLst>
                                </p:cTn>
                              </p:par>
                            </p:childTnLst>
                          </p:cTn>
                        </p:par>
                        <p:par>
                          <p:cTn id="192" fill="hold">
                            <p:stCondLst>
                              <p:cond delay="1000"/>
                            </p:stCondLst>
                            <p:childTnLst>
                              <p:par>
                                <p:cTn id="193" presetID="22" presetClass="entr" presetSubtype="8" fill="hold" nodeType="afterEffect">
                                  <p:stCondLst>
                                    <p:cond delay="0"/>
                                  </p:stCondLst>
                                  <p:childTnLst>
                                    <p:set>
                                      <p:cBhvr>
                                        <p:cTn id="194" dur="1" fill="hold">
                                          <p:stCondLst>
                                            <p:cond delay="0"/>
                                          </p:stCondLst>
                                        </p:cTn>
                                        <p:tgtEl>
                                          <p:spTgt spid="74"/>
                                        </p:tgtEl>
                                        <p:attrNameLst>
                                          <p:attrName>style.visibility</p:attrName>
                                        </p:attrNameLst>
                                      </p:cBhvr>
                                      <p:to>
                                        <p:strVal val="visible"/>
                                      </p:to>
                                    </p:set>
                                    <p:animEffect transition="in" filter="wipe(left)">
                                      <p:cBhvr>
                                        <p:cTn id="195" dur="1000"/>
                                        <p:tgtEl>
                                          <p:spTgt spid="74"/>
                                        </p:tgtEl>
                                      </p:cBhvr>
                                    </p:animEffect>
                                  </p:childTnLst>
                                </p:cTn>
                              </p:par>
                            </p:childTnLst>
                          </p:cTn>
                        </p:par>
                      </p:childTnLst>
                    </p:cTn>
                  </p:par>
                  <p:par>
                    <p:cTn id="196" fill="hold">
                      <p:stCondLst>
                        <p:cond delay="indefinite"/>
                      </p:stCondLst>
                      <p:childTnLst>
                        <p:par>
                          <p:cTn id="197" fill="hold">
                            <p:stCondLst>
                              <p:cond delay="0"/>
                            </p:stCondLst>
                            <p:childTnLst>
                              <p:par>
                                <p:cTn id="198" presetID="64" presetClass="path" presetSubtype="0" accel="50000" decel="50000" fill="hold" nodeType="clickEffect">
                                  <p:stCondLst>
                                    <p:cond delay="0"/>
                                  </p:stCondLst>
                                  <p:childTnLst>
                                    <p:animMotion origin="layout" path="M -2.70833E-6 -7.40741E-7 L 0.02097 -0.02569 " pathEditMode="relative" rAng="0" ptsTypes="AA">
                                      <p:cBhvr>
                                        <p:cTn id="199" dur="1250" fill="hold"/>
                                        <p:tgtEl>
                                          <p:spTgt spid="42"/>
                                        </p:tgtEl>
                                        <p:attrNameLst>
                                          <p:attrName>ppt_x</p:attrName>
                                          <p:attrName>ppt_y</p:attrName>
                                        </p:attrNameLst>
                                      </p:cBhvr>
                                      <p:rCtr x="1042" y="-1296"/>
                                    </p:animMotion>
                                  </p:childTnLst>
                                </p:cTn>
                              </p:par>
                              <p:par>
                                <p:cTn id="200" presetID="64" presetClass="path" presetSubtype="0" accel="50000" decel="50000" fill="hold" grpId="0" nodeType="withEffect">
                                  <p:stCondLst>
                                    <p:cond delay="0"/>
                                  </p:stCondLst>
                                  <p:childTnLst>
                                    <p:animMotion origin="layout" path="M -1.875E-6 -1.48148E-6 L 0.03685 -0.08611 " pathEditMode="relative" rAng="0" ptsTypes="AA">
                                      <p:cBhvr>
                                        <p:cTn id="201" dur="1250" fill="hold"/>
                                        <p:tgtEl>
                                          <p:spTgt spid="40"/>
                                        </p:tgtEl>
                                        <p:attrNameLst>
                                          <p:attrName>ppt_x</p:attrName>
                                          <p:attrName>ppt_y</p:attrName>
                                        </p:attrNameLst>
                                      </p:cBhvr>
                                      <p:rCtr x="1836" y="-4306"/>
                                    </p:animMotion>
                                  </p:childTnLst>
                                </p:cTn>
                              </p:par>
                              <p:par>
                                <p:cTn id="202" presetID="10" presetClass="exit" presetSubtype="0" fill="hold" nodeType="withEffect">
                                  <p:stCondLst>
                                    <p:cond delay="500"/>
                                  </p:stCondLst>
                                  <p:childTnLst>
                                    <p:animEffect transition="out" filter="fade">
                                      <p:cBhvr>
                                        <p:cTn id="203" dur="500"/>
                                        <p:tgtEl>
                                          <p:spTgt spid="42"/>
                                        </p:tgtEl>
                                      </p:cBhvr>
                                    </p:animEffect>
                                    <p:set>
                                      <p:cBhvr>
                                        <p:cTn id="204" dur="1" fill="hold">
                                          <p:stCondLst>
                                            <p:cond delay="499"/>
                                          </p:stCondLst>
                                        </p:cTn>
                                        <p:tgtEl>
                                          <p:spTgt spid="42"/>
                                        </p:tgtEl>
                                        <p:attrNameLst>
                                          <p:attrName>style.visibility</p:attrName>
                                        </p:attrNameLst>
                                      </p:cBhvr>
                                      <p:to>
                                        <p:strVal val="hidden"/>
                                      </p:to>
                                    </p:set>
                                  </p:childTnLst>
                                </p:cTn>
                              </p:par>
                              <p:par>
                                <p:cTn id="205" presetID="10" presetClass="entr" presetSubtype="0" fill="hold" nodeType="withEffect">
                                  <p:stCondLst>
                                    <p:cond delay="750"/>
                                  </p:stCondLst>
                                  <p:childTnLst>
                                    <p:set>
                                      <p:cBhvr>
                                        <p:cTn id="206" dur="1" fill="hold">
                                          <p:stCondLst>
                                            <p:cond delay="0"/>
                                          </p:stCondLst>
                                        </p:cTn>
                                        <p:tgtEl>
                                          <p:spTgt spid="88"/>
                                        </p:tgtEl>
                                        <p:attrNameLst>
                                          <p:attrName>style.visibility</p:attrName>
                                        </p:attrNameLst>
                                      </p:cBhvr>
                                      <p:to>
                                        <p:strVal val="visible"/>
                                      </p:to>
                                    </p:set>
                                    <p:animEffect transition="in" filter="fade">
                                      <p:cBhvr>
                                        <p:cTn id="207" dur="500"/>
                                        <p:tgtEl>
                                          <p:spTgt spid="88"/>
                                        </p:tgtEl>
                                      </p:cBhvr>
                                    </p:animEffect>
                                  </p:childTnLst>
                                </p:cTn>
                              </p:par>
                            </p:childTnLst>
                          </p:cTn>
                        </p:par>
                        <p:par>
                          <p:cTn id="208" fill="hold">
                            <p:stCondLst>
                              <p:cond delay="1250"/>
                            </p:stCondLst>
                            <p:childTnLst>
                              <p:par>
                                <p:cTn id="209" presetID="22" presetClass="exit" presetSubtype="2" fill="hold" nodeType="afterEffect">
                                  <p:stCondLst>
                                    <p:cond delay="0"/>
                                  </p:stCondLst>
                                  <p:childTnLst>
                                    <p:animEffect transition="out" filter="wipe(right)">
                                      <p:cBhvr>
                                        <p:cTn id="210" dur="500"/>
                                        <p:tgtEl>
                                          <p:spTgt spid="74"/>
                                        </p:tgtEl>
                                      </p:cBhvr>
                                    </p:animEffect>
                                    <p:set>
                                      <p:cBhvr>
                                        <p:cTn id="211" dur="1" fill="hold">
                                          <p:stCondLst>
                                            <p:cond delay="499"/>
                                          </p:stCondLst>
                                        </p:cTn>
                                        <p:tgtEl>
                                          <p:spTgt spid="74"/>
                                        </p:tgtEl>
                                        <p:attrNameLst>
                                          <p:attrName>style.visibility</p:attrName>
                                        </p:attrNameLst>
                                      </p:cBhvr>
                                      <p:to>
                                        <p:strVal val="hidden"/>
                                      </p:to>
                                    </p:set>
                                  </p:childTnLst>
                                </p:cTn>
                              </p:par>
                            </p:childTnLst>
                          </p:cTn>
                        </p:par>
                        <p:par>
                          <p:cTn id="212" fill="hold">
                            <p:stCondLst>
                              <p:cond delay="1750"/>
                            </p:stCondLst>
                            <p:childTnLst>
                              <p:par>
                                <p:cTn id="213" presetID="22" presetClass="entr" presetSubtype="8" fill="hold" nodeType="afterEffect">
                                  <p:stCondLst>
                                    <p:cond delay="0"/>
                                  </p:stCondLst>
                                  <p:childTnLst>
                                    <p:set>
                                      <p:cBhvr>
                                        <p:cTn id="214" dur="1" fill="hold">
                                          <p:stCondLst>
                                            <p:cond delay="0"/>
                                          </p:stCondLst>
                                        </p:cTn>
                                        <p:tgtEl>
                                          <p:spTgt spid="85"/>
                                        </p:tgtEl>
                                        <p:attrNameLst>
                                          <p:attrName>style.visibility</p:attrName>
                                        </p:attrNameLst>
                                      </p:cBhvr>
                                      <p:to>
                                        <p:strVal val="visible"/>
                                      </p:to>
                                    </p:set>
                                    <p:animEffect transition="in" filter="wipe(left)">
                                      <p:cBhvr>
                                        <p:cTn id="215" dur="750"/>
                                        <p:tgtEl>
                                          <p:spTgt spid="85"/>
                                        </p:tgtEl>
                                      </p:cBhvr>
                                    </p:animEffect>
                                  </p:childTnLst>
                                </p:cTn>
                              </p:par>
                            </p:childTnLst>
                          </p:cTn>
                        </p:par>
                      </p:childTnLst>
                    </p:cTn>
                  </p:par>
                  <p:par>
                    <p:cTn id="216" fill="hold">
                      <p:stCondLst>
                        <p:cond delay="indefinite"/>
                      </p:stCondLst>
                      <p:childTnLst>
                        <p:par>
                          <p:cTn id="217" fill="hold">
                            <p:stCondLst>
                              <p:cond delay="0"/>
                            </p:stCondLst>
                            <p:childTnLst>
                              <p:par>
                                <p:cTn id="218" presetID="64" presetClass="path" presetSubtype="0" accel="50000" decel="50000" fill="hold" grpId="2" nodeType="clickEffect">
                                  <p:stCondLst>
                                    <p:cond delay="0"/>
                                  </p:stCondLst>
                                  <p:childTnLst>
                                    <p:animMotion origin="layout" path="M 2.91667E-6 4.81481E-6 L -0.0388 -0.04213 " pathEditMode="relative" rAng="0" ptsTypes="AA">
                                      <p:cBhvr>
                                        <p:cTn id="219" dur="1000" fill="hold"/>
                                        <p:tgtEl>
                                          <p:spTgt spid="86"/>
                                        </p:tgtEl>
                                        <p:attrNameLst>
                                          <p:attrName>ppt_x</p:attrName>
                                          <p:attrName>ppt_y</p:attrName>
                                        </p:attrNameLst>
                                      </p:cBhvr>
                                      <p:rCtr x="-1940" y="-2106"/>
                                    </p:animMotion>
                                  </p:childTnLst>
                                </p:cTn>
                              </p:par>
                              <p:par>
                                <p:cTn id="220" presetID="16" presetClass="exit" presetSubtype="21" fill="hold" grpId="3" nodeType="withEffect">
                                  <p:stCondLst>
                                    <p:cond delay="500"/>
                                  </p:stCondLst>
                                  <p:childTnLst>
                                    <p:animEffect transition="out" filter="barn(inVertical)">
                                      <p:cBhvr>
                                        <p:cTn id="221" dur="500"/>
                                        <p:tgtEl>
                                          <p:spTgt spid="86"/>
                                        </p:tgtEl>
                                      </p:cBhvr>
                                    </p:animEffect>
                                    <p:set>
                                      <p:cBhvr>
                                        <p:cTn id="222" dur="1" fill="hold">
                                          <p:stCondLst>
                                            <p:cond delay="499"/>
                                          </p:stCondLst>
                                        </p:cTn>
                                        <p:tgtEl>
                                          <p:spTgt spid="86"/>
                                        </p:tgtEl>
                                        <p:attrNameLst>
                                          <p:attrName>style.visibility</p:attrName>
                                        </p:attrNameLst>
                                      </p:cBhvr>
                                      <p:to>
                                        <p:strVal val="hidden"/>
                                      </p:to>
                                    </p:set>
                                  </p:childTnLst>
                                </p:cTn>
                              </p:par>
                              <p:par>
                                <p:cTn id="223" presetID="10" presetClass="entr" presetSubtype="0" fill="hold" grpId="0" nodeType="withEffect">
                                  <p:stCondLst>
                                    <p:cond delay="750"/>
                                  </p:stCondLst>
                                  <p:childTnLst>
                                    <p:set>
                                      <p:cBhvr>
                                        <p:cTn id="224" dur="1" fill="hold">
                                          <p:stCondLst>
                                            <p:cond delay="0"/>
                                          </p:stCondLst>
                                        </p:cTn>
                                        <p:tgtEl>
                                          <p:spTgt spid="92"/>
                                        </p:tgtEl>
                                        <p:attrNameLst>
                                          <p:attrName>style.visibility</p:attrName>
                                        </p:attrNameLst>
                                      </p:cBhvr>
                                      <p:to>
                                        <p:strVal val="visible"/>
                                      </p:to>
                                    </p:set>
                                    <p:animEffect transition="in" filter="fade">
                                      <p:cBhvr>
                                        <p:cTn id="225" dur="500"/>
                                        <p:tgtEl>
                                          <p:spTgt spid="92"/>
                                        </p:tgtEl>
                                      </p:cBhvr>
                                    </p:animEffect>
                                  </p:childTnLst>
                                </p:cTn>
                              </p:par>
                            </p:childTnLst>
                          </p:cTn>
                        </p:par>
                        <p:par>
                          <p:cTn id="226" fill="hold">
                            <p:stCondLst>
                              <p:cond delay="1250"/>
                            </p:stCondLst>
                            <p:childTnLst>
                              <p:par>
                                <p:cTn id="227" presetID="22" presetClass="exit" presetSubtype="2" fill="hold" nodeType="afterEffect">
                                  <p:stCondLst>
                                    <p:cond delay="0"/>
                                  </p:stCondLst>
                                  <p:childTnLst>
                                    <p:animEffect transition="out" filter="wipe(right)">
                                      <p:cBhvr>
                                        <p:cTn id="228" dur="500"/>
                                        <p:tgtEl>
                                          <p:spTgt spid="85"/>
                                        </p:tgtEl>
                                      </p:cBhvr>
                                    </p:animEffect>
                                    <p:set>
                                      <p:cBhvr>
                                        <p:cTn id="229" dur="1" fill="hold">
                                          <p:stCondLst>
                                            <p:cond delay="499"/>
                                          </p:stCondLst>
                                        </p:cTn>
                                        <p:tgtEl>
                                          <p:spTgt spid="85"/>
                                        </p:tgtEl>
                                        <p:attrNameLst>
                                          <p:attrName>style.visibility</p:attrName>
                                        </p:attrNameLst>
                                      </p:cBhvr>
                                      <p:to>
                                        <p:strVal val="hidden"/>
                                      </p:to>
                                    </p:set>
                                  </p:childTnLst>
                                </p:cTn>
                              </p:par>
                            </p:childTnLst>
                          </p:cTn>
                        </p:par>
                        <p:par>
                          <p:cTn id="230" fill="hold">
                            <p:stCondLst>
                              <p:cond delay="1750"/>
                            </p:stCondLst>
                            <p:childTnLst>
                              <p:par>
                                <p:cTn id="231" presetID="32" presetClass="emph" presetSubtype="0" fill="hold" nodeType="afterEffect">
                                  <p:stCondLst>
                                    <p:cond delay="0"/>
                                  </p:stCondLst>
                                  <p:childTnLst>
                                    <p:animRot by="120000">
                                      <p:cBhvr>
                                        <p:cTn id="232" dur="100" fill="hold">
                                          <p:stCondLst>
                                            <p:cond delay="0"/>
                                          </p:stCondLst>
                                        </p:cTn>
                                        <p:tgtEl>
                                          <p:spTgt spid="68"/>
                                        </p:tgtEl>
                                        <p:attrNameLst>
                                          <p:attrName>r</p:attrName>
                                        </p:attrNameLst>
                                      </p:cBhvr>
                                    </p:animRot>
                                    <p:animRot by="-240000">
                                      <p:cBhvr>
                                        <p:cTn id="233" dur="200" fill="hold">
                                          <p:stCondLst>
                                            <p:cond delay="200"/>
                                          </p:stCondLst>
                                        </p:cTn>
                                        <p:tgtEl>
                                          <p:spTgt spid="68"/>
                                        </p:tgtEl>
                                        <p:attrNameLst>
                                          <p:attrName>r</p:attrName>
                                        </p:attrNameLst>
                                      </p:cBhvr>
                                    </p:animRot>
                                    <p:animRot by="240000">
                                      <p:cBhvr>
                                        <p:cTn id="234" dur="200" fill="hold">
                                          <p:stCondLst>
                                            <p:cond delay="400"/>
                                          </p:stCondLst>
                                        </p:cTn>
                                        <p:tgtEl>
                                          <p:spTgt spid="68"/>
                                        </p:tgtEl>
                                        <p:attrNameLst>
                                          <p:attrName>r</p:attrName>
                                        </p:attrNameLst>
                                      </p:cBhvr>
                                    </p:animRot>
                                    <p:animRot by="-240000">
                                      <p:cBhvr>
                                        <p:cTn id="235" dur="200" fill="hold">
                                          <p:stCondLst>
                                            <p:cond delay="600"/>
                                          </p:stCondLst>
                                        </p:cTn>
                                        <p:tgtEl>
                                          <p:spTgt spid="68"/>
                                        </p:tgtEl>
                                        <p:attrNameLst>
                                          <p:attrName>r</p:attrName>
                                        </p:attrNameLst>
                                      </p:cBhvr>
                                    </p:animRot>
                                    <p:animRot by="120000">
                                      <p:cBhvr>
                                        <p:cTn id="236" dur="200" fill="hold">
                                          <p:stCondLst>
                                            <p:cond delay="800"/>
                                          </p:stCondLst>
                                        </p:cTn>
                                        <p:tgtEl>
                                          <p:spTgt spid="68"/>
                                        </p:tgtEl>
                                        <p:attrNameLst>
                                          <p:attrName>r</p:attrName>
                                        </p:attrNameLst>
                                      </p:cBhvr>
                                    </p:animRot>
                                  </p:childTnLst>
                                </p:cTn>
                              </p:par>
                            </p:childTnLst>
                          </p:cTn>
                        </p:par>
                        <p:par>
                          <p:cTn id="237" fill="hold">
                            <p:stCondLst>
                              <p:cond delay="2750"/>
                            </p:stCondLst>
                            <p:childTnLst>
                              <p:par>
                                <p:cTn id="238" presetID="22" presetClass="exit" presetSubtype="2" fill="hold" nodeType="afterEffect">
                                  <p:stCondLst>
                                    <p:cond delay="0"/>
                                  </p:stCondLst>
                                  <p:childTnLst>
                                    <p:animEffect transition="out" filter="wipe(right)">
                                      <p:cBhvr>
                                        <p:cTn id="239" dur="500"/>
                                        <p:tgtEl>
                                          <p:spTgt spid="68"/>
                                        </p:tgtEl>
                                      </p:cBhvr>
                                    </p:animEffect>
                                    <p:set>
                                      <p:cBhvr>
                                        <p:cTn id="240" dur="1" fill="hold">
                                          <p:stCondLst>
                                            <p:cond delay="499"/>
                                          </p:stCondLst>
                                        </p:cTn>
                                        <p:tgtEl>
                                          <p:spTgt spid="68"/>
                                        </p:tgtEl>
                                        <p:attrNameLst>
                                          <p:attrName>style.visibility</p:attrName>
                                        </p:attrNameLst>
                                      </p:cBhvr>
                                      <p:to>
                                        <p:strVal val="hidden"/>
                                      </p:to>
                                    </p:set>
                                  </p:childTnLst>
                                </p:cTn>
                              </p:par>
                            </p:childTnLst>
                          </p:cTn>
                        </p:par>
                        <p:par>
                          <p:cTn id="241" fill="hold">
                            <p:stCondLst>
                              <p:cond delay="3250"/>
                            </p:stCondLst>
                            <p:childTnLst>
                              <p:par>
                                <p:cTn id="242" presetID="22" presetClass="entr" presetSubtype="8" fill="hold" nodeType="afterEffect">
                                  <p:stCondLst>
                                    <p:cond delay="0"/>
                                  </p:stCondLst>
                                  <p:childTnLst>
                                    <p:set>
                                      <p:cBhvr>
                                        <p:cTn id="243" dur="1" fill="hold">
                                          <p:stCondLst>
                                            <p:cond delay="0"/>
                                          </p:stCondLst>
                                        </p:cTn>
                                        <p:tgtEl>
                                          <p:spTgt spid="93"/>
                                        </p:tgtEl>
                                        <p:attrNameLst>
                                          <p:attrName>style.visibility</p:attrName>
                                        </p:attrNameLst>
                                      </p:cBhvr>
                                      <p:to>
                                        <p:strVal val="visible"/>
                                      </p:to>
                                    </p:set>
                                    <p:animEffect transition="in" filter="wipe(left)">
                                      <p:cBhvr>
                                        <p:cTn id="244" dur="1000"/>
                                        <p:tgtEl>
                                          <p:spTgt spid="93"/>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xit" presetSubtype="2" fill="hold" nodeType="clickEffect">
                                  <p:stCondLst>
                                    <p:cond delay="0"/>
                                  </p:stCondLst>
                                  <p:childTnLst>
                                    <p:animEffect transition="out" filter="wipe(right)">
                                      <p:cBhvr>
                                        <p:cTn id="248" dur="500"/>
                                        <p:tgtEl>
                                          <p:spTgt spid="93"/>
                                        </p:tgtEl>
                                      </p:cBhvr>
                                    </p:animEffect>
                                    <p:set>
                                      <p:cBhvr>
                                        <p:cTn id="249" dur="1" fill="hold">
                                          <p:stCondLst>
                                            <p:cond delay="499"/>
                                          </p:stCondLst>
                                        </p:cTn>
                                        <p:tgtEl>
                                          <p:spTgt spid="93"/>
                                        </p:tgtEl>
                                        <p:attrNameLst>
                                          <p:attrName>style.visibility</p:attrName>
                                        </p:attrNameLst>
                                      </p:cBhvr>
                                      <p:to>
                                        <p:strVal val="hidden"/>
                                      </p:to>
                                    </p:set>
                                  </p:childTnLst>
                                </p:cTn>
                              </p:par>
                            </p:childTnLst>
                          </p:cTn>
                        </p:par>
                        <p:par>
                          <p:cTn id="250" fill="hold">
                            <p:stCondLst>
                              <p:cond delay="500"/>
                            </p:stCondLst>
                            <p:childTnLst>
                              <p:par>
                                <p:cTn id="251" presetID="31" presetClass="entr" presetSubtype="0" fill="hold" grpId="0" nodeType="afterEffect">
                                  <p:stCondLst>
                                    <p:cond delay="0"/>
                                  </p:stCondLst>
                                  <p:childTnLst>
                                    <p:set>
                                      <p:cBhvr>
                                        <p:cTn id="252" dur="1" fill="hold">
                                          <p:stCondLst>
                                            <p:cond delay="0"/>
                                          </p:stCondLst>
                                        </p:cTn>
                                        <p:tgtEl>
                                          <p:spTgt spid="95"/>
                                        </p:tgtEl>
                                        <p:attrNameLst>
                                          <p:attrName>style.visibility</p:attrName>
                                        </p:attrNameLst>
                                      </p:cBhvr>
                                      <p:to>
                                        <p:strVal val="visible"/>
                                      </p:to>
                                    </p:set>
                                    <p:anim calcmode="lin" valueType="num">
                                      <p:cBhvr>
                                        <p:cTn id="253" dur="1000" fill="hold"/>
                                        <p:tgtEl>
                                          <p:spTgt spid="95"/>
                                        </p:tgtEl>
                                        <p:attrNameLst>
                                          <p:attrName>ppt_w</p:attrName>
                                        </p:attrNameLst>
                                      </p:cBhvr>
                                      <p:tavLst>
                                        <p:tav tm="0">
                                          <p:val>
                                            <p:fltVal val="0"/>
                                          </p:val>
                                        </p:tav>
                                        <p:tav tm="100000">
                                          <p:val>
                                            <p:strVal val="#ppt_w"/>
                                          </p:val>
                                        </p:tav>
                                      </p:tavLst>
                                    </p:anim>
                                    <p:anim calcmode="lin" valueType="num">
                                      <p:cBhvr>
                                        <p:cTn id="254" dur="1000" fill="hold"/>
                                        <p:tgtEl>
                                          <p:spTgt spid="95"/>
                                        </p:tgtEl>
                                        <p:attrNameLst>
                                          <p:attrName>ppt_h</p:attrName>
                                        </p:attrNameLst>
                                      </p:cBhvr>
                                      <p:tavLst>
                                        <p:tav tm="0">
                                          <p:val>
                                            <p:fltVal val="0"/>
                                          </p:val>
                                        </p:tav>
                                        <p:tav tm="100000">
                                          <p:val>
                                            <p:strVal val="#ppt_h"/>
                                          </p:val>
                                        </p:tav>
                                      </p:tavLst>
                                    </p:anim>
                                    <p:anim calcmode="lin" valueType="num">
                                      <p:cBhvr>
                                        <p:cTn id="255" dur="1000" fill="hold"/>
                                        <p:tgtEl>
                                          <p:spTgt spid="95"/>
                                        </p:tgtEl>
                                        <p:attrNameLst>
                                          <p:attrName>style.rotation</p:attrName>
                                        </p:attrNameLst>
                                      </p:cBhvr>
                                      <p:tavLst>
                                        <p:tav tm="0">
                                          <p:val>
                                            <p:fltVal val="90"/>
                                          </p:val>
                                        </p:tav>
                                        <p:tav tm="100000">
                                          <p:val>
                                            <p:fltVal val="0"/>
                                          </p:val>
                                        </p:tav>
                                      </p:tavLst>
                                    </p:anim>
                                    <p:animEffect transition="in" filter="fade">
                                      <p:cBhvr>
                                        <p:cTn id="256" dur="1000"/>
                                        <p:tgtEl>
                                          <p:spTgt spid="95"/>
                                        </p:tgtEl>
                                      </p:cBhvr>
                                    </p:animEffect>
                                  </p:childTnLst>
                                </p:cTn>
                              </p:par>
                            </p:childTnLst>
                          </p:cTn>
                        </p:par>
                        <p:par>
                          <p:cTn id="257" fill="hold">
                            <p:stCondLst>
                              <p:cond delay="1500"/>
                            </p:stCondLst>
                            <p:childTnLst>
                              <p:par>
                                <p:cTn id="258" presetID="64" presetClass="path" presetSubtype="0" accel="50000" decel="50000" fill="hold" grpId="1" nodeType="afterEffect">
                                  <p:stCondLst>
                                    <p:cond delay="0"/>
                                  </p:stCondLst>
                                  <p:childTnLst>
                                    <p:animMotion origin="layout" path="M 3.33333E-6 2.22222E-6 L 0.35638 -0.48588 " pathEditMode="relative" rAng="0" ptsTypes="AA">
                                      <p:cBhvr>
                                        <p:cTn id="259" dur="2000" fill="hold"/>
                                        <p:tgtEl>
                                          <p:spTgt spid="95"/>
                                        </p:tgtEl>
                                        <p:attrNameLst>
                                          <p:attrName>ppt_x</p:attrName>
                                          <p:attrName>ppt_y</p:attrName>
                                        </p:attrNameLst>
                                      </p:cBhvr>
                                      <p:rCtr x="17812" y="-24306"/>
                                    </p:animMotion>
                                  </p:childTnLst>
                                </p:cTn>
                              </p:par>
                            </p:childTnLst>
                          </p:cTn>
                        </p:par>
                      </p:childTnLst>
                    </p:cTn>
                  </p:par>
                  <p:par>
                    <p:cTn id="260" fill="hold">
                      <p:stCondLst>
                        <p:cond delay="indefinite"/>
                      </p:stCondLst>
                      <p:childTnLst>
                        <p:par>
                          <p:cTn id="261" fill="hold">
                            <p:stCondLst>
                              <p:cond delay="0"/>
                            </p:stCondLst>
                            <p:childTnLst>
                              <p:par>
                                <p:cTn id="262" presetID="31" presetClass="entr" presetSubtype="0" fill="hold" grpId="0" nodeType="clickEffect">
                                  <p:stCondLst>
                                    <p:cond delay="0"/>
                                  </p:stCondLst>
                                  <p:childTnLst>
                                    <p:set>
                                      <p:cBhvr>
                                        <p:cTn id="263" dur="1" fill="hold">
                                          <p:stCondLst>
                                            <p:cond delay="0"/>
                                          </p:stCondLst>
                                        </p:cTn>
                                        <p:tgtEl>
                                          <p:spTgt spid="97"/>
                                        </p:tgtEl>
                                        <p:attrNameLst>
                                          <p:attrName>style.visibility</p:attrName>
                                        </p:attrNameLst>
                                      </p:cBhvr>
                                      <p:to>
                                        <p:strVal val="visible"/>
                                      </p:to>
                                    </p:set>
                                    <p:anim calcmode="lin" valueType="num">
                                      <p:cBhvr>
                                        <p:cTn id="264" dur="1000" fill="hold"/>
                                        <p:tgtEl>
                                          <p:spTgt spid="97"/>
                                        </p:tgtEl>
                                        <p:attrNameLst>
                                          <p:attrName>ppt_w</p:attrName>
                                        </p:attrNameLst>
                                      </p:cBhvr>
                                      <p:tavLst>
                                        <p:tav tm="0">
                                          <p:val>
                                            <p:fltVal val="0"/>
                                          </p:val>
                                        </p:tav>
                                        <p:tav tm="100000">
                                          <p:val>
                                            <p:strVal val="#ppt_w"/>
                                          </p:val>
                                        </p:tav>
                                      </p:tavLst>
                                    </p:anim>
                                    <p:anim calcmode="lin" valueType="num">
                                      <p:cBhvr>
                                        <p:cTn id="265" dur="1000" fill="hold"/>
                                        <p:tgtEl>
                                          <p:spTgt spid="97"/>
                                        </p:tgtEl>
                                        <p:attrNameLst>
                                          <p:attrName>ppt_h</p:attrName>
                                        </p:attrNameLst>
                                      </p:cBhvr>
                                      <p:tavLst>
                                        <p:tav tm="0">
                                          <p:val>
                                            <p:fltVal val="0"/>
                                          </p:val>
                                        </p:tav>
                                        <p:tav tm="100000">
                                          <p:val>
                                            <p:strVal val="#ppt_h"/>
                                          </p:val>
                                        </p:tav>
                                      </p:tavLst>
                                    </p:anim>
                                    <p:anim calcmode="lin" valueType="num">
                                      <p:cBhvr>
                                        <p:cTn id="266" dur="1000" fill="hold"/>
                                        <p:tgtEl>
                                          <p:spTgt spid="97"/>
                                        </p:tgtEl>
                                        <p:attrNameLst>
                                          <p:attrName>style.rotation</p:attrName>
                                        </p:attrNameLst>
                                      </p:cBhvr>
                                      <p:tavLst>
                                        <p:tav tm="0">
                                          <p:val>
                                            <p:fltVal val="90"/>
                                          </p:val>
                                        </p:tav>
                                        <p:tav tm="100000">
                                          <p:val>
                                            <p:fltVal val="0"/>
                                          </p:val>
                                        </p:tav>
                                      </p:tavLst>
                                    </p:anim>
                                    <p:animEffect transition="in" filter="fade">
                                      <p:cBhvr>
                                        <p:cTn id="26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0" grpId="0" animBg="1"/>
      <p:bldP spid="50" grpId="0" animBg="1"/>
      <p:bldP spid="56" grpId="0" animBg="1"/>
      <p:bldP spid="59" grpId="0"/>
      <p:bldP spid="59" grpId="1"/>
      <p:bldP spid="59" grpId="2"/>
      <p:bldP spid="59" grpId="3"/>
      <p:bldP spid="62" grpId="0"/>
      <p:bldP spid="62" grpId="1"/>
      <p:bldP spid="63" grpId="0"/>
      <p:bldP spid="63" grpId="1"/>
      <p:bldP spid="63" grpId="2"/>
      <p:bldP spid="64" grpId="0"/>
      <p:bldP spid="64" grpId="1"/>
      <p:bldP spid="64" grpId="2"/>
      <p:bldP spid="66" grpId="0"/>
      <p:bldP spid="66" grpId="1"/>
      <p:bldP spid="66" grpId="2"/>
      <p:bldP spid="67" grpId="0"/>
      <p:bldP spid="73" grpId="0"/>
      <p:bldP spid="73" grpId="2"/>
      <p:bldP spid="86" grpId="0"/>
      <p:bldP spid="86" grpId="2"/>
      <p:bldP spid="86" grpId="3"/>
      <p:bldP spid="87" grpId="0"/>
      <p:bldP spid="92" grpId="0"/>
      <p:bldP spid="95" grpId="0"/>
      <p:bldP spid="95" grpId="1"/>
      <p:bldP spid="9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06FE551-1BD5-CDDB-6BC2-F300BA30824A}"/>
              </a:ext>
            </a:extLst>
          </p:cNvPr>
          <p:cNvSpPr>
            <a:spLocks noGrp="1"/>
          </p:cNvSpPr>
          <p:nvPr>
            <p:ph type="sldNum" sz="quarter" idx="12"/>
          </p:nvPr>
        </p:nvSpPr>
        <p:spPr/>
        <p:txBody>
          <a:bodyPr/>
          <a:lstStyle/>
          <a:p>
            <a:fld id="{D7C0FE0B-717B-41AE-9FA2-CA4BF851D1C3}" type="slidenum">
              <a:rPr lang="zh-CN" altLang="en-US" smtClean="0"/>
              <a:t>50</a:t>
            </a:fld>
            <a:endParaRPr lang="zh-CN" altLang="en-US"/>
          </a:p>
        </p:txBody>
      </p:sp>
      <p:sp>
        <p:nvSpPr>
          <p:cNvPr id="4" name="文本框 3">
            <a:extLst>
              <a:ext uri="{FF2B5EF4-FFF2-40B4-BE49-F238E27FC236}">
                <a16:creationId xmlns:a16="http://schemas.microsoft.com/office/drawing/2014/main" id="{8872B509-B601-3234-A4BC-13EB038EB905}"/>
              </a:ext>
            </a:extLst>
          </p:cNvPr>
          <p:cNvSpPr txBox="1"/>
          <p:nvPr/>
        </p:nvSpPr>
        <p:spPr>
          <a:xfrm>
            <a:off x="1489753" y="226111"/>
            <a:ext cx="3416157" cy="461665"/>
          </a:xfrm>
          <a:prstGeom prst="rect">
            <a:avLst/>
          </a:prstGeom>
          <a:noFill/>
        </p:spPr>
        <p:txBody>
          <a:bodyPr wrap="square">
            <a:spAutoFit/>
          </a:bodyPr>
          <a:lstStyle/>
          <a:p>
            <a:pPr>
              <a:spcBef>
                <a:spcPts val="1300"/>
              </a:spcBef>
              <a:spcAft>
                <a:spcPts val="1300"/>
              </a:spcAft>
              <a:buNone/>
            </a:pPr>
            <a:r>
              <a:rPr lang="en-US"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6.8   </a:t>
            </a:r>
            <a:r>
              <a:rPr lang="zh-CN"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回溯法与树的遍历</a:t>
            </a:r>
            <a:endParaRPr lang="zh-CN" altLang="zh-CN" sz="2400" b="1" kern="100" dirty="0">
              <a:solidFill>
                <a:srgbClr val="041ABC"/>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B8BEA79A-FFD0-11EF-58D4-B9BDCFFEC4DE}"/>
              </a:ext>
            </a:extLst>
          </p:cNvPr>
          <p:cNvSpPr txBox="1"/>
          <p:nvPr/>
        </p:nvSpPr>
        <p:spPr>
          <a:xfrm>
            <a:off x="302019" y="845923"/>
            <a:ext cx="6368694" cy="1390124"/>
          </a:xfrm>
          <a:prstGeom prst="rect">
            <a:avLst/>
          </a:prstGeom>
          <a:noFill/>
        </p:spPr>
        <p:txBody>
          <a:bodyPr wrap="square">
            <a:spAutoFit/>
          </a:bodyPr>
          <a:lstStyle/>
          <a:p>
            <a:pPr algn="just">
              <a:lnSpc>
                <a:spcPct val="120000"/>
              </a:lnSpc>
            </a:pPr>
            <a:r>
              <a:rPr lang="zh-CN" altLang="zh-CN" sz="18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回溯法</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是设计递归过程的一种重要方法，它的求解过程实质上是一个</a:t>
            </a:r>
            <a:r>
              <a:rPr lang="zh-CN" altLang="zh-CN" sz="1800" dirty="0">
                <a:solidFill>
                  <a:srgbClr val="041ABC"/>
                </a:solidFill>
                <a:effectLst/>
                <a:latin typeface="黑体" panose="02010609060101010101" pitchFamily="49" charset="-122"/>
                <a:ea typeface="黑体" panose="02010609060101010101" pitchFamily="49" charset="-122"/>
                <a:cs typeface="Times New Roman" panose="02020603050405020304" pitchFamily="18" charset="0"/>
              </a:rPr>
              <a:t>先序遍历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一棵“</a:t>
            </a:r>
            <a:r>
              <a:rPr lang="zh-CN" altLang="zh-CN" sz="1800" dirty="0">
                <a:solidFill>
                  <a:srgbClr val="041ABC"/>
                </a:solidFill>
                <a:effectLst/>
                <a:latin typeface="黑体" panose="02010609060101010101" pitchFamily="49" charset="-122"/>
                <a:ea typeface="黑体" panose="02010609060101010101" pitchFamily="49" charset="-122"/>
                <a:cs typeface="Times New Roman" panose="02020603050405020304" pitchFamily="18" charset="0"/>
              </a:rPr>
              <a:t>状态树</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”的过程，只是这棵树不是遍历前预先建立的，而是隐含在遍历过程中，但如果认识到这点，很多问题的递归过程设计也就迎刃而解。</a:t>
            </a:r>
            <a:endParaRPr lang="zh-CN" altLang="en-US" dirty="0"/>
          </a:p>
        </p:txBody>
      </p:sp>
      <p:sp>
        <p:nvSpPr>
          <p:cNvPr id="7" name="文本框 6">
            <a:extLst>
              <a:ext uri="{FF2B5EF4-FFF2-40B4-BE49-F238E27FC236}">
                <a16:creationId xmlns:a16="http://schemas.microsoft.com/office/drawing/2014/main" id="{B603345A-CBD8-1B55-2E38-4A4D2548E894}"/>
              </a:ext>
            </a:extLst>
          </p:cNvPr>
          <p:cNvSpPr txBox="1"/>
          <p:nvPr/>
        </p:nvSpPr>
        <p:spPr>
          <a:xfrm>
            <a:off x="353390" y="2403655"/>
            <a:ext cx="6317322" cy="1025345"/>
          </a:xfrm>
          <a:prstGeom prst="rect">
            <a:avLst/>
          </a:prstGeom>
          <a:noFill/>
        </p:spPr>
        <p:txBody>
          <a:bodyPr wrap="square">
            <a:spAutoFit/>
          </a:bodyPr>
          <a:lstStyle/>
          <a:p>
            <a:pPr algn="just">
              <a:lnSpc>
                <a:spcPct val="115000"/>
              </a:lnSpc>
              <a:buNone/>
            </a:pPr>
            <a:r>
              <a:rPr lang="zh-CN" altLang="zh-CN" sz="1800" kern="100" dirty="0">
                <a:solidFill>
                  <a:srgbClr val="C00000"/>
                </a:solidFill>
                <a:effectLst/>
                <a:latin typeface="+mj-ea"/>
                <a:ea typeface="+mj-ea"/>
                <a:cs typeface="Times New Roman" panose="02020603050405020304" pitchFamily="18" charset="0"/>
              </a:rPr>
              <a:t>例</a:t>
            </a:r>
            <a:r>
              <a:rPr lang="en-US" altLang="zh-CN" sz="1800" kern="100" dirty="0">
                <a:solidFill>
                  <a:srgbClr val="C00000"/>
                </a:solidFill>
                <a:effectLst/>
                <a:latin typeface="+mj-ea"/>
                <a:ea typeface="+mj-ea"/>
                <a:cs typeface="Times New Roman" panose="02020603050405020304" pitchFamily="18" charset="0"/>
              </a:rPr>
              <a:t>6-3  </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求含</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个元素的集合的幂集。集合</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的幂集是由集合</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的所有子</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集所组成的集合。如</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 </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 (1,2,3)</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幂集为</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sym typeface="Symbol" panose="05050102010706020507" pitchFamily="18" charset="2"/>
              </a:rPr>
              <a:t>   </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 = { {1,2,3}, {1,2}, {1,3}, {1}, {2,3}, {2}, {3}, { } }   </a:t>
            </a:r>
            <a:r>
              <a:rPr lang="en-US" altLang="zh-CN" sz="1800" kern="100" dirty="0">
                <a:effectLst/>
                <a:latin typeface="楷体" panose="02010609060101010101" pitchFamily="49" charset="-122"/>
                <a:ea typeface="等线" panose="02010600030101010101" pitchFamily="2" charset="-122"/>
                <a:cs typeface="Times New Roman" panose="02020603050405020304" pitchFamily="18" charset="0"/>
              </a:rPr>
              <a:t>(6-6)</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89B1B300-E89F-C402-C95E-E68FA9164165}"/>
              </a:ext>
            </a:extLst>
          </p:cNvPr>
          <p:cNvSpPr txBox="1"/>
          <p:nvPr/>
        </p:nvSpPr>
        <p:spPr>
          <a:xfrm>
            <a:off x="425310" y="3596608"/>
            <a:ext cx="6095144" cy="646331"/>
          </a:xfrm>
          <a:prstGeom prst="rect">
            <a:avLst/>
          </a:prstGeom>
          <a:noFill/>
        </p:spPr>
        <p:txBody>
          <a:bodyPr wrap="square">
            <a:spAutoFit/>
          </a:bodyPr>
          <a:lstStyle/>
          <a:p>
            <a:r>
              <a:rPr lang="zh-CN" altLang="en-US" sz="1800" dirty="0">
                <a:effectLst/>
                <a:ea typeface="楷体" panose="02010609060101010101" pitchFamily="49" charset="-122"/>
                <a:cs typeface="Times New Roman" panose="02020603050405020304" pitchFamily="18" charset="0"/>
              </a:rPr>
              <a:t>除了</a:t>
            </a:r>
            <a:r>
              <a:rPr lang="zh-CN" altLang="zh-CN" sz="1800" dirty="0">
                <a:effectLst/>
                <a:ea typeface="楷体" panose="02010609060101010101" pitchFamily="49" charset="-122"/>
                <a:cs typeface="Times New Roman" panose="02020603050405020304" pitchFamily="18" charset="0"/>
              </a:rPr>
              <a:t>可</a:t>
            </a: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用</a:t>
            </a:r>
            <a:r>
              <a:rPr lang="en-US" altLang="zh-CN" sz="1800" dirty="0">
                <a:solidFill>
                  <a:srgbClr val="FF0000"/>
                </a:solidFill>
                <a:effectLst/>
                <a:latin typeface="Times New Roman" panose="02020603050405020304" pitchFamily="18" charset="0"/>
                <a:ea typeface="楷体" panose="02010609060101010101" pitchFamily="49" charset="-122"/>
              </a:rPr>
              <a:t>5.6</a:t>
            </a:r>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节</a:t>
            </a:r>
            <a:r>
              <a:rPr lang="zh-CN" altLang="zh-CN" sz="1800" dirty="0">
                <a:effectLst/>
                <a:ea typeface="楷体" panose="02010609060101010101" pitchFamily="49" charset="-122"/>
                <a:cs typeface="Times New Roman" panose="02020603050405020304" pitchFamily="18" charset="0"/>
              </a:rPr>
              <a:t>介绍的</a:t>
            </a:r>
            <a:r>
              <a:rPr lang="zh-CN" altLang="zh-CN" sz="1800" b="1" dirty="0">
                <a:solidFill>
                  <a:srgbClr val="041ABC"/>
                </a:solidFill>
                <a:effectLst/>
                <a:latin typeface="黑体" panose="02010609060101010101" pitchFamily="49" charset="-122"/>
                <a:ea typeface="黑体" panose="02010609060101010101" pitchFamily="49" charset="-122"/>
                <a:cs typeface="Times New Roman" panose="02020603050405020304" pitchFamily="18" charset="0"/>
              </a:rPr>
              <a:t>分治法</a:t>
            </a:r>
            <a:r>
              <a:rPr lang="zh-CN" altLang="zh-CN" sz="1800" dirty="0">
                <a:effectLst/>
                <a:ea typeface="楷体" panose="02010609060101010101" pitchFamily="49" charset="-122"/>
                <a:cs typeface="Times New Roman" panose="02020603050405020304" pitchFamily="18" charset="0"/>
              </a:rPr>
              <a:t>来设计这个求幂集的递归过程</a:t>
            </a:r>
            <a:r>
              <a:rPr lang="zh-CN" altLang="en-US" sz="1800" dirty="0">
                <a:effectLst/>
                <a:ea typeface="楷体" panose="02010609060101010101" pitchFamily="49" charset="-122"/>
                <a:cs typeface="Times New Roman" panose="02020603050405020304" pitchFamily="18" charset="0"/>
              </a:rPr>
              <a:t>，还可以</a:t>
            </a:r>
            <a:r>
              <a:rPr lang="zh-CN" altLang="zh-CN" sz="1800" dirty="0">
                <a:effectLst/>
                <a:ea typeface="楷体" panose="02010609060101010101" pitchFamily="49" charset="-122"/>
                <a:cs typeface="Times New Roman" panose="02020603050405020304" pitchFamily="18" charset="0"/>
              </a:rPr>
              <a:t>从另一角度分析问题</a:t>
            </a:r>
            <a:r>
              <a:rPr lang="zh-CN" altLang="en-US" sz="1800" dirty="0">
                <a:effectLst/>
                <a:ea typeface="楷体" panose="02010609060101010101" pitchFamily="49" charset="-122"/>
                <a:cs typeface="Times New Roman" panose="02020603050405020304" pitchFamily="18" charset="0"/>
              </a:rPr>
              <a:t>：</a:t>
            </a:r>
            <a:endParaRPr lang="zh-CN" altLang="en-US" dirty="0"/>
          </a:p>
        </p:txBody>
      </p:sp>
      <p:sp>
        <p:nvSpPr>
          <p:cNvPr id="11" name="文本框 10">
            <a:extLst>
              <a:ext uri="{FF2B5EF4-FFF2-40B4-BE49-F238E27FC236}">
                <a16:creationId xmlns:a16="http://schemas.microsoft.com/office/drawing/2014/main" id="{AAA3045F-2208-D4FD-5CD6-761AF2E892A2}"/>
              </a:ext>
            </a:extLst>
          </p:cNvPr>
          <p:cNvSpPr txBox="1"/>
          <p:nvPr/>
        </p:nvSpPr>
        <p:spPr>
          <a:xfrm>
            <a:off x="6995630" y="3065757"/>
            <a:ext cx="4842980" cy="2936638"/>
          </a:xfrm>
          <a:prstGeom prst="rect">
            <a:avLst/>
          </a:prstGeom>
          <a:noFill/>
        </p:spPr>
        <p:txBody>
          <a:bodyPr wrap="square">
            <a:spAutoFit/>
          </a:bodyPr>
          <a:lstStyle/>
          <a:p>
            <a:pPr algn="just">
              <a:lnSpc>
                <a:spcPct val="115000"/>
              </a:lnSpc>
              <a:buNone/>
            </a:pP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树中的根节点表示幂集元素的初始状态（为空集）；叶子节点表示它的终结状态（如图</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6.31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中</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8</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个叶</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子节点表示式</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6-6</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）中幂集</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8</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个元素</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）；而第</a:t>
            </a:r>
            <a:r>
              <a:rPr lang="en-US" altLang="zh-CN" sz="1800"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 = 2,3,…,</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）层的分支节点，则表示已对集合</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中前</a:t>
            </a:r>
            <a:r>
              <a:rPr lang="en-US" altLang="zh-CN" sz="1800" i="1" kern="1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个元素进行了</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取／舍处理的当前状态（左分支表示“取”，右分支表示“舍”）。</a:t>
            </a:r>
            <a:endParaRPr lang="en-US" altLang="zh-CN" sz="1800" kern="100" dirty="0">
              <a:effectLst/>
              <a:latin typeface="等线" panose="02010600030101010101" pitchFamily="2" charset="-122"/>
              <a:ea typeface="楷体" panose="02010609060101010101" pitchFamily="49" charset="-122"/>
              <a:cs typeface="Times New Roman" panose="02020603050405020304" pitchFamily="18" charset="0"/>
            </a:endParaRPr>
          </a:p>
          <a:p>
            <a:pPr algn="just">
              <a:lnSpc>
                <a:spcPct val="115000"/>
              </a:lnSpc>
              <a:buNone/>
            </a:pP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因此求幂集元素的过程即为先序遍历这棵状态树的过程，可</a:t>
            </a:r>
            <a:r>
              <a:rPr lang="zh-CN" altLang="en-US" sz="1800" kern="100" dirty="0">
                <a:effectLst/>
                <a:latin typeface="等线" panose="02010600030101010101" pitchFamily="2" charset="-122"/>
                <a:ea typeface="楷体" panose="02010609060101010101" pitchFamily="49" charset="-122"/>
                <a:cs typeface="Times New Roman" panose="02020603050405020304" pitchFamily="18" charset="0"/>
              </a:rPr>
              <a:t>由</a:t>
            </a:r>
            <a:r>
              <a:rPr lang="zh-CN" altLang="en-US" sz="1800" b="1" kern="100" dirty="0">
                <a:solidFill>
                  <a:srgbClr val="C00000"/>
                </a:solidFill>
                <a:effectLst/>
                <a:latin typeface="等线" panose="02010600030101010101" pitchFamily="2" charset="-122"/>
                <a:ea typeface="楷体" panose="02010609060101010101" pitchFamily="49" charset="-122"/>
                <a:cs typeface="Times New Roman" panose="02020603050405020304" pitchFamily="18" charset="0"/>
              </a:rPr>
              <a:t>算法</a:t>
            </a:r>
            <a:r>
              <a:rPr lang="en-US" altLang="zh-CN" sz="1800" b="1" kern="100" dirty="0">
                <a:solidFill>
                  <a:srgbClr val="C00000"/>
                </a:solidFill>
                <a:effectLst/>
                <a:latin typeface="等线" panose="02010600030101010101" pitchFamily="2" charset="-122"/>
                <a:ea typeface="楷体" panose="02010609060101010101" pitchFamily="49" charset="-122"/>
                <a:cs typeface="Times New Roman" panose="02020603050405020304" pitchFamily="18" charset="0"/>
              </a:rPr>
              <a:t>6.25</a:t>
            </a:r>
            <a:r>
              <a:rPr lang="zh-CN" altLang="en-US" sz="1800" kern="100" dirty="0">
                <a:effectLst/>
                <a:latin typeface="等线" panose="02010600030101010101" pitchFamily="2" charset="-122"/>
                <a:ea typeface="楷体" panose="02010609060101010101" pitchFamily="49" charset="-122"/>
                <a:cs typeface="Times New Roman" panose="02020603050405020304" pitchFamily="18" charset="0"/>
              </a:rPr>
              <a:t>实现。</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8603930A-3097-3315-3E95-1244E51AF99F}"/>
              </a:ext>
            </a:extLst>
          </p:cNvPr>
          <p:cNvSpPr txBox="1"/>
          <p:nvPr/>
        </p:nvSpPr>
        <p:spPr>
          <a:xfrm>
            <a:off x="425310" y="4242939"/>
            <a:ext cx="6245402" cy="1200329"/>
          </a:xfrm>
          <a:prstGeom prst="rect">
            <a:avLst/>
          </a:prstGeom>
          <a:noFill/>
        </p:spPr>
        <p:txBody>
          <a:bodyPr wrap="square">
            <a:spAutoFit/>
          </a:bodyPr>
          <a:lstStyle/>
          <a:p>
            <a:pPr algn="just"/>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幂集的每个元素是一个集合，它或是空集，或含集合</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中一个元素，或含集合</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中多个元素，或等于集合</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algn="just"/>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反之，从集合</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的每</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个元素来看，它只有两种状态：它或属幂集的元素集，或不属幂集元素集。</a:t>
            </a:r>
            <a:endParaRPr lang="zh-CN" altLang="en-US" dirty="0"/>
          </a:p>
        </p:txBody>
      </p:sp>
      <p:sp>
        <p:nvSpPr>
          <p:cNvPr id="15" name="文本框 14">
            <a:extLst>
              <a:ext uri="{FF2B5EF4-FFF2-40B4-BE49-F238E27FC236}">
                <a16:creationId xmlns:a16="http://schemas.microsoft.com/office/drawing/2014/main" id="{3C25F4AC-50DB-DC06-CF1C-BDD40FD0224F}"/>
              </a:ext>
            </a:extLst>
          </p:cNvPr>
          <p:cNvSpPr txBox="1"/>
          <p:nvPr/>
        </p:nvSpPr>
        <p:spPr>
          <a:xfrm>
            <a:off x="488880" y="5510189"/>
            <a:ext cx="6236412" cy="923330"/>
          </a:xfrm>
          <a:prstGeom prst="rect">
            <a:avLst/>
          </a:prstGeom>
          <a:noFill/>
        </p:spPr>
        <p:txBody>
          <a:bodyPr wrap="square">
            <a:spAutoFit/>
          </a:bodyPr>
          <a:lstStyle/>
          <a:p>
            <a:pPr algn="just"/>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这样，求幂</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集</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的元素的过程可看成是依次对集合</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中元素进行“取”或“舍（弃）”的过程，并且可以用一棵如</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图</a:t>
            </a: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6.31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所</a:t>
            </a:r>
            <a:r>
              <a:rPr lang="zh-CN" altLang="zh-CN" sz="1800" kern="100" dirty="0">
                <a:effectLst/>
                <a:latin typeface="等线" panose="02010600030101010101" pitchFamily="2" charset="-122"/>
                <a:ea typeface="楷体" panose="02010609060101010101" pitchFamily="49" charset="-122"/>
                <a:cs typeface="Times New Roman" panose="02020603050405020304" pitchFamily="18" charset="0"/>
              </a:rPr>
              <a:t>示的二叉树来表示过程中幂集元素的状态变化状况</a:t>
            </a:r>
            <a:r>
              <a:rPr lang="zh-CN" altLang="en-US" sz="1800" kern="100" dirty="0">
                <a:effectLst/>
                <a:latin typeface="等线" panose="02010600030101010101" pitchFamily="2" charset="-122"/>
                <a:ea typeface="楷体" panose="02010609060101010101" pitchFamily="49" charset="-122"/>
                <a:cs typeface="Times New Roman" panose="02020603050405020304" pitchFamily="18" charset="0"/>
              </a:rPr>
              <a:t>。</a:t>
            </a:r>
            <a:endParaRPr lang="zh-CN" altLang="en-US" dirty="0"/>
          </a:p>
        </p:txBody>
      </p:sp>
      <p:pic>
        <p:nvPicPr>
          <p:cNvPr id="16" name="IM 32">
            <a:extLst>
              <a:ext uri="{FF2B5EF4-FFF2-40B4-BE49-F238E27FC236}">
                <a16:creationId xmlns:a16="http://schemas.microsoft.com/office/drawing/2014/main" id="{9B2E0548-AA87-D3DA-7F02-8431C0FA5C78}"/>
              </a:ext>
            </a:extLst>
          </p:cNvPr>
          <p:cNvPicPr/>
          <p:nvPr/>
        </p:nvPicPr>
        <p:blipFill>
          <a:blip r:embed="rId2"/>
          <a:stretch>
            <a:fillRect/>
          </a:stretch>
        </p:blipFill>
        <p:spPr>
          <a:xfrm>
            <a:off x="7307707" y="533575"/>
            <a:ext cx="4530903" cy="2065788"/>
          </a:xfrm>
          <a:prstGeom prst="rect">
            <a:avLst/>
          </a:prstGeom>
        </p:spPr>
      </p:pic>
      <p:sp>
        <p:nvSpPr>
          <p:cNvPr id="18" name="文本框 17">
            <a:extLst>
              <a:ext uri="{FF2B5EF4-FFF2-40B4-BE49-F238E27FC236}">
                <a16:creationId xmlns:a16="http://schemas.microsoft.com/office/drawing/2014/main" id="{59B7E09A-8153-7AAD-A252-98C9C2EBD19F}"/>
              </a:ext>
            </a:extLst>
          </p:cNvPr>
          <p:cNvSpPr txBox="1"/>
          <p:nvPr/>
        </p:nvSpPr>
        <p:spPr>
          <a:xfrm>
            <a:off x="7382514" y="2647894"/>
            <a:ext cx="4381287" cy="338554"/>
          </a:xfrm>
          <a:prstGeom prst="rect">
            <a:avLst/>
          </a:prstGeom>
          <a:noFill/>
        </p:spPr>
        <p:txBody>
          <a:bodyPr wrap="square">
            <a:spAutoFit/>
          </a:bodyPr>
          <a:lstStyle/>
          <a:p>
            <a:pPr algn="ctr">
              <a:spcAft>
                <a:spcPts val="600"/>
              </a:spcAft>
              <a:buNone/>
            </a:pPr>
            <a:r>
              <a:rPr lang="zh-CN" altLang="zh-CN" sz="1600" kern="100" dirty="0">
                <a:effectLst/>
                <a:latin typeface="黑体" panose="02010609060101010101" pitchFamily="49" charset="-122"/>
                <a:ea typeface="黑体" panose="02010609060101010101" pitchFamily="49" charset="-122"/>
                <a:cs typeface="Times New Roman" panose="02020603050405020304" pitchFamily="18" charset="0"/>
              </a:rPr>
              <a:t>图</a:t>
            </a:r>
            <a:r>
              <a:rPr lang="en-US" altLang="zh-CN" sz="1600" kern="100" dirty="0">
                <a:effectLst/>
                <a:latin typeface="黑体" panose="02010609060101010101" pitchFamily="49" charset="-122"/>
                <a:ea typeface="黑体" panose="02010609060101010101" pitchFamily="49" charset="-122"/>
                <a:cs typeface="Times New Roman" panose="02020603050405020304" pitchFamily="18" charset="0"/>
              </a:rPr>
              <a:t>6.31  </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幂集元素在生成过程中的状态图</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93B3ED01-10D4-AD5D-6182-318B9D6A971F}"/>
              </a:ext>
            </a:extLst>
          </p:cNvPr>
          <p:cNvSpPr txBox="1"/>
          <p:nvPr/>
        </p:nvSpPr>
        <p:spPr>
          <a:xfrm>
            <a:off x="6995630" y="5971854"/>
            <a:ext cx="4821576" cy="646331"/>
          </a:xfrm>
          <a:prstGeom prst="rect">
            <a:avLst/>
          </a:prstGeom>
          <a:solidFill>
            <a:schemeClr val="accent2">
              <a:lumMod val="20000"/>
              <a:lumOff val="80000"/>
            </a:schemeClr>
          </a:solidFill>
        </p:spPr>
        <p:txBody>
          <a:bodyPr wrap="square" rtlCol="0">
            <a:spAutoFit/>
          </a:bodyPr>
          <a:lstStyle/>
          <a:p>
            <a:r>
              <a:rPr lang="zh-CN" altLang="en-US" b="1" dirty="0"/>
              <a:t>建议在</a:t>
            </a:r>
            <a:r>
              <a:rPr lang="en-US" altLang="zh-CN" b="1" dirty="0" err="1"/>
              <a:t>AnyviewC</a:t>
            </a:r>
            <a:r>
              <a:rPr lang="zh-CN" altLang="en-US" b="1" dirty="0"/>
              <a:t>可视跟踪</a:t>
            </a:r>
            <a:r>
              <a:rPr lang="zh-CN" altLang="en-US" b="1" dirty="0">
                <a:solidFill>
                  <a:srgbClr val="C00000"/>
                </a:solidFill>
                <a:latin typeface="+mj-ea"/>
                <a:ea typeface="+mj-ea"/>
              </a:rPr>
              <a:t>算法</a:t>
            </a:r>
            <a:r>
              <a:rPr lang="en-US" altLang="zh-CN" b="1" dirty="0">
                <a:solidFill>
                  <a:srgbClr val="C00000"/>
                </a:solidFill>
                <a:latin typeface="+mj-ea"/>
                <a:ea typeface="+mj-ea"/>
              </a:rPr>
              <a:t>6.25</a:t>
            </a:r>
            <a:r>
              <a:rPr lang="zh-CN" altLang="en-US" b="1" dirty="0"/>
              <a:t>产生和输出所求幂集的过程</a:t>
            </a:r>
          </a:p>
        </p:txBody>
      </p:sp>
    </p:spTree>
    <p:extLst>
      <p:ext uri="{BB962C8B-B14F-4D97-AF65-F5344CB8AC3E}">
        <p14:creationId xmlns:p14="http://schemas.microsoft.com/office/powerpoint/2010/main" val="85540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anim calcmode="lin" valueType="num">
                                      <p:cBhvr>
                                        <p:cTn id="43" dur="1000" fill="hold"/>
                                        <p:tgtEl>
                                          <p:spTgt spid="16"/>
                                        </p:tgtEl>
                                        <p:attrNameLst>
                                          <p:attrName>ppt_x</p:attrName>
                                        </p:attrNameLst>
                                      </p:cBhvr>
                                      <p:tavLst>
                                        <p:tav tm="0">
                                          <p:val>
                                            <p:strVal val="#ppt_x"/>
                                          </p:val>
                                        </p:tav>
                                        <p:tav tm="100000">
                                          <p:val>
                                            <p:strVal val="#ppt_x"/>
                                          </p:val>
                                        </p:tav>
                                      </p:tavLst>
                                    </p:anim>
                                    <p:anim calcmode="lin" valueType="num">
                                      <p:cBhvr>
                                        <p:cTn id="44" dur="100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1000"/>
                                        <p:tgtEl>
                                          <p:spTgt spid="19"/>
                                        </p:tgtEl>
                                      </p:cBhvr>
                                    </p:animEffect>
                                    <p:anim calcmode="lin" valueType="num">
                                      <p:cBhvr>
                                        <p:cTn id="62" dur="1000" fill="hold"/>
                                        <p:tgtEl>
                                          <p:spTgt spid="19"/>
                                        </p:tgtEl>
                                        <p:attrNameLst>
                                          <p:attrName>ppt_x</p:attrName>
                                        </p:attrNameLst>
                                      </p:cBhvr>
                                      <p:tavLst>
                                        <p:tav tm="0">
                                          <p:val>
                                            <p:strVal val="#ppt_x"/>
                                          </p:val>
                                        </p:tav>
                                        <p:tav tm="100000">
                                          <p:val>
                                            <p:strVal val="#ppt_x"/>
                                          </p:val>
                                        </p:tav>
                                      </p:tavLst>
                                    </p:anim>
                                    <p:anim calcmode="lin" valueType="num">
                                      <p:cBhvr>
                                        <p:cTn id="6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5" grpId="0"/>
      <p:bldP spid="18" grpId="0"/>
      <p:bldP spid="19"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9156</TotalTime>
  <Words>17112</Words>
  <Application>Microsoft Office PowerPoint</Application>
  <PresentationFormat>宽屏</PresentationFormat>
  <Paragraphs>2128</Paragraphs>
  <Slides>50</Slides>
  <Notes>10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vt:i4>
      </vt:variant>
      <vt:variant>
        <vt:lpstr>幻灯片标题</vt:lpstr>
      </vt:variant>
      <vt:variant>
        <vt:i4>50</vt:i4>
      </vt:variant>
    </vt:vector>
  </HeadingPairs>
  <TitlesOfParts>
    <vt:vector size="72" baseType="lpstr">
      <vt:lpstr>等线</vt:lpstr>
      <vt:lpstr>等线 Light</vt:lpstr>
      <vt:lpstr>黑体</vt:lpstr>
      <vt:lpstr>华文琥珀</vt:lpstr>
      <vt:lpstr>华文行楷</vt:lpstr>
      <vt:lpstr>楷体</vt:lpstr>
      <vt:lpstr>楷体_GB2312</vt:lpstr>
      <vt:lpstr>隶书</vt:lpstr>
      <vt:lpstr>宋体</vt:lpstr>
      <vt:lpstr>Aptos</vt:lpstr>
      <vt:lpstr>Arial</vt:lpstr>
      <vt:lpstr>Calibri</vt:lpstr>
      <vt:lpstr>Cambria Math</vt:lpstr>
      <vt:lpstr>Consolas</vt:lpstr>
      <vt:lpstr>Courier New</vt:lpstr>
      <vt:lpstr>Symbol</vt:lpstr>
      <vt:lpstr>Times New Roman</vt:lpstr>
      <vt:lpstr>Wide Latin</vt:lpstr>
      <vt:lpstr>Wingdings</vt:lpstr>
      <vt:lpstr>Office 主题​​</vt:lpstr>
      <vt:lpstr>Visio.Drawing.11</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weimin wu</dc:creator>
  <cp:lastModifiedBy>weimin wu</cp:lastModifiedBy>
  <cp:revision>231</cp:revision>
  <dcterms:created xsi:type="dcterms:W3CDTF">2025-08-08T07:54:05Z</dcterms:created>
  <dcterms:modified xsi:type="dcterms:W3CDTF">2025-10-25T15:06:25Z</dcterms:modified>
</cp:coreProperties>
</file>